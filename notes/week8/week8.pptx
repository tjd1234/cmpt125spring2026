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3" r:id="rId7"/>
    <p:sldId id="264" r:id="rId8"/>
    <p:sldId id="265" r:id="rId9"/>
    <p:sldId id="266" r:id="rId10"/>
    <p:sldId id="267" r:id="rId11"/>
    <p:sldId id="268" r:id="rId12"/>
    <p:sldId id="270" r:id="rId13"/>
    <p:sldId id="271" r:id="rId14"/>
    <p:sldId id="272" r:id="rId15"/>
    <p:sldId id="273" r:id="rId16"/>
    <p:sldId id="275" r:id="rId17"/>
    <p:sldId id="279" r:id="rId18"/>
    <p:sldId id="276" r:id="rId19"/>
    <p:sldId id="277" r:id="rId20"/>
    <p:sldId id="278" r:id="rId21"/>
    <p:sldId id="274" r:id="rId22"/>
    <p:sldId id="258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07C9E3-5D4D-2047-AC1A-48E103CA2CF4}" v="23" dt="2026-02-12T20:49:02.5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7F9681A8-EEE2-56F4-9B39-ECCBEE0471AC}"/>
    <pc:docChg chg="custSel addSld delSld modSld">
      <pc:chgData name="Toby Donaldson" userId="2e6e5431-bb17-4c41-9985-d39c50d83c73" providerId="ADAL" clId="{7F9681A8-EEE2-56F4-9B39-ECCBEE0471AC}" dt="2026-02-12T20:49:16.394" v="804" actId="21"/>
      <pc:docMkLst>
        <pc:docMk/>
      </pc:docMkLst>
      <pc:sldChg chg="addSp modSp">
        <pc:chgData name="Toby Donaldson" userId="2e6e5431-bb17-4c41-9985-d39c50d83c73" providerId="ADAL" clId="{7F9681A8-EEE2-56F4-9B39-ECCBEE0471AC}" dt="2026-02-12T20:37:28.811" v="45"/>
        <pc:sldMkLst>
          <pc:docMk/>
          <pc:sldMk cId="586440292" sldId="259"/>
        </pc:sldMkLst>
        <pc:spChg chg="add mod">
          <ac:chgData name="Toby Donaldson" userId="2e6e5431-bb17-4c41-9985-d39c50d83c73" providerId="ADAL" clId="{7F9681A8-EEE2-56F4-9B39-ECCBEE0471AC}" dt="2026-02-12T20:37:28.811" v="45"/>
          <ac:spMkLst>
            <pc:docMk/>
            <pc:sldMk cId="586440292" sldId="259"/>
            <ac:spMk id="5" creationId="{F98E20C7-B854-DA92-FAE2-DC12BE695F20}"/>
          </ac:spMkLst>
        </pc:spChg>
      </pc:sldChg>
      <pc:sldChg chg="addSp delSp modSp add del mod">
        <pc:chgData name="Toby Donaldson" userId="2e6e5431-bb17-4c41-9985-d39c50d83c73" providerId="ADAL" clId="{7F9681A8-EEE2-56F4-9B39-ECCBEE0471AC}" dt="2026-02-12T20:48:56.916" v="801" actId="2696"/>
        <pc:sldMkLst>
          <pc:docMk/>
          <pc:sldMk cId="362482407" sldId="275"/>
        </pc:sldMkLst>
        <pc:spChg chg="del">
          <ac:chgData name="Toby Donaldson" userId="2e6e5431-bb17-4c41-9985-d39c50d83c73" providerId="ADAL" clId="{7F9681A8-EEE2-56F4-9B39-ECCBEE0471AC}" dt="2026-02-12T20:35:28.923" v="1" actId="21"/>
          <ac:spMkLst>
            <pc:docMk/>
            <pc:sldMk cId="362482407" sldId="275"/>
            <ac:spMk id="3" creationId="{DC8820E8-B130-7F1B-B84C-88AA0ABEC804}"/>
          </ac:spMkLst>
        </pc:spChg>
        <pc:spChg chg="add del mod">
          <ac:chgData name="Toby Donaldson" userId="2e6e5431-bb17-4c41-9985-d39c50d83c73" providerId="ADAL" clId="{7F9681A8-EEE2-56F4-9B39-ECCBEE0471AC}" dt="2026-02-12T20:35:34.679" v="2" actId="21"/>
          <ac:spMkLst>
            <pc:docMk/>
            <pc:sldMk cId="362482407" sldId="275"/>
            <ac:spMk id="5" creationId="{0D5570C5-AF3F-0715-0ABD-5320E7A91296}"/>
          </ac:spMkLst>
        </pc:spChg>
        <pc:spChg chg="add mod">
          <ac:chgData name="Toby Donaldson" userId="2e6e5431-bb17-4c41-9985-d39c50d83c73" providerId="ADAL" clId="{7F9681A8-EEE2-56F4-9B39-ECCBEE0471AC}" dt="2026-02-12T20:38:42.323" v="160" actId="1076"/>
          <ac:spMkLst>
            <pc:docMk/>
            <pc:sldMk cId="362482407" sldId="275"/>
            <ac:spMk id="6" creationId="{672B5CAB-943F-8541-5DC8-2AC5701F708B}"/>
          </ac:spMkLst>
        </pc:spChg>
        <pc:spChg chg="add mod">
          <ac:chgData name="Toby Donaldson" userId="2e6e5431-bb17-4c41-9985-d39c50d83c73" providerId="ADAL" clId="{7F9681A8-EEE2-56F4-9B39-ECCBEE0471AC}" dt="2026-02-12T20:39:26.718" v="169" actId="20577"/>
          <ac:spMkLst>
            <pc:docMk/>
            <pc:sldMk cId="362482407" sldId="275"/>
            <ac:spMk id="10" creationId="{86AC40DA-99A6-8ED6-9BB7-29B82392D4F9}"/>
          </ac:spMkLst>
        </pc:spChg>
        <pc:spChg chg="add mod">
          <ac:chgData name="Toby Donaldson" userId="2e6e5431-bb17-4c41-9985-d39c50d83c73" providerId="ADAL" clId="{7F9681A8-EEE2-56F4-9B39-ECCBEE0471AC}" dt="2026-02-12T20:38:56.738" v="162" actId="12788"/>
          <ac:spMkLst>
            <pc:docMk/>
            <pc:sldMk cId="362482407" sldId="275"/>
            <ac:spMk id="11" creationId="{6D5071A0-EF99-47A7-6A1D-AE8280FEF740}"/>
          </ac:spMkLst>
        </pc:spChg>
        <pc:spChg chg="add mod">
          <ac:chgData name="Toby Donaldson" userId="2e6e5431-bb17-4c41-9985-d39c50d83c73" providerId="ADAL" clId="{7F9681A8-EEE2-56F4-9B39-ECCBEE0471AC}" dt="2026-02-12T20:38:56.738" v="162" actId="12788"/>
          <ac:spMkLst>
            <pc:docMk/>
            <pc:sldMk cId="362482407" sldId="275"/>
            <ac:spMk id="12" creationId="{D406DD90-A30D-6509-E587-C79C71DA1CD4}"/>
          </ac:spMkLst>
        </pc:spChg>
        <pc:spChg chg="add mod">
          <ac:chgData name="Toby Donaldson" userId="2e6e5431-bb17-4c41-9985-d39c50d83c73" providerId="ADAL" clId="{7F9681A8-EEE2-56F4-9B39-ECCBEE0471AC}" dt="2026-02-12T20:38:56.738" v="162" actId="12788"/>
          <ac:spMkLst>
            <pc:docMk/>
            <pc:sldMk cId="362482407" sldId="275"/>
            <ac:spMk id="13" creationId="{F03E543F-6238-E16C-3EF6-0A80FE6ABD9F}"/>
          </ac:spMkLst>
        </pc:spChg>
        <pc:spChg chg="add mod">
          <ac:chgData name="Toby Donaldson" userId="2e6e5431-bb17-4c41-9985-d39c50d83c73" providerId="ADAL" clId="{7F9681A8-EEE2-56F4-9B39-ECCBEE0471AC}" dt="2026-02-12T20:38:56.738" v="162" actId="12788"/>
          <ac:spMkLst>
            <pc:docMk/>
            <pc:sldMk cId="362482407" sldId="275"/>
            <ac:spMk id="14" creationId="{F9A87772-E9B6-F578-1239-01C39DE4561A}"/>
          </ac:spMkLst>
        </pc:spChg>
        <pc:spChg chg="add mod">
          <ac:chgData name="Toby Donaldson" userId="2e6e5431-bb17-4c41-9985-d39c50d83c73" providerId="ADAL" clId="{7F9681A8-EEE2-56F4-9B39-ECCBEE0471AC}" dt="2026-02-12T20:39:09.768" v="164" actId="1076"/>
          <ac:spMkLst>
            <pc:docMk/>
            <pc:sldMk cId="362482407" sldId="275"/>
            <ac:spMk id="15" creationId="{2D2FE4DE-AD04-C1BA-0B13-A61E90B3387F}"/>
          </ac:spMkLst>
        </pc:spChg>
        <pc:spChg chg="add mod">
          <ac:chgData name="Toby Donaldson" userId="2e6e5431-bb17-4c41-9985-d39c50d83c73" providerId="ADAL" clId="{7F9681A8-EEE2-56F4-9B39-ECCBEE0471AC}" dt="2026-02-12T20:40:46.341" v="269" actId="1076"/>
          <ac:spMkLst>
            <pc:docMk/>
            <pc:sldMk cId="362482407" sldId="275"/>
            <ac:spMk id="18" creationId="{93463436-2419-3A8D-D180-EC377ED3E760}"/>
          </ac:spMkLst>
        </pc:spChg>
        <pc:grpChg chg="add mod">
          <ac:chgData name="Toby Donaldson" userId="2e6e5431-bb17-4c41-9985-d39c50d83c73" providerId="ADAL" clId="{7F9681A8-EEE2-56F4-9B39-ECCBEE0471AC}" dt="2026-02-12T20:39:32.290" v="170" actId="1076"/>
          <ac:grpSpMkLst>
            <pc:docMk/>
            <pc:sldMk cId="362482407" sldId="275"/>
            <ac:grpSpMk id="9" creationId="{EE484824-0380-F376-59D9-51C4B655DA89}"/>
          </ac:grpSpMkLst>
        </pc:grpChg>
        <pc:cxnChg chg="add mod">
          <ac:chgData name="Toby Donaldson" userId="2e6e5431-bb17-4c41-9985-d39c50d83c73" providerId="ADAL" clId="{7F9681A8-EEE2-56F4-9B39-ECCBEE0471AC}" dt="2026-02-12T20:36:03.167" v="17" actId="164"/>
          <ac:cxnSpMkLst>
            <pc:docMk/>
            <pc:sldMk cId="362482407" sldId="275"/>
            <ac:cxnSpMk id="8" creationId="{32BEDFC0-D338-C52A-F27B-065C33E01863}"/>
          </ac:cxnSpMkLst>
        </pc:cxnChg>
        <pc:cxnChg chg="add">
          <ac:chgData name="Toby Donaldson" userId="2e6e5431-bb17-4c41-9985-d39c50d83c73" providerId="ADAL" clId="{7F9681A8-EEE2-56F4-9B39-ECCBEE0471AC}" dt="2026-02-12T20:39:15.389" v="165" actId="11529"/>
          <ac:cxnSpMkLst>
            <pc:docMk/>
            <pc:sldMk cId="362482407" sldId="275"/>
            <ac:cxnSpMk id="17" creationId="{A07CDD4C-16F4-F537-2804-88F78529F217}"/>
          </ac:cxnSpMkLst>
        </pc:cxnChg>
        <pc:cxnChg chg="add mod">
          <ac:chgData name="Toby Donaldson" userId="2e6e5431-bb17-4c41-9985-d39c50d83c73" providerId="ADAL" clId="{7F9681A8-EEE2-56F4-9B39-ECCBEE0471AC}" dt="2026-02-12T20:40:54.441" v="272" actId="14100"/>
          <ac:cxnSpMkLst>
            <pc:docMk/>
            <pc:sldMk cId="362482407" sldId="275"/>
            <ac:cxnSpMk id="19" creationId="{9F106048-C46C-20E4-15A5-1A384E5ACC04}"/>
          </ac:cxnSpMkLst>
        </pc:cxnChg>
      </pc:sldChg>
      <pc:sldChg chg="delSp modSp add mod">
        <pc:chgData name="Toby Donaldson" userId="2e6e5431-bb17-4c41-9985-d39c50d83c73" providerId="ADAL" clId="{7F9681A8-EEE2-56F4-9B39-ECCBEE0471AC}" dt="2026-02-12T20:49:16.394" v="804" actId="21"/>
        <pc:sldMkLst>
          <pc:docMk/>
          <pc:sldMk cId="3363051257" sldId="275"/>
        </pc:sldMkLst>
        <pc:spChg chg="del">
          <ac:chgData name="Toby Donaldson" userId="2e6e5431-bb17-4c41-9985-d39c50d83c73" providerId="ADAL" clId="{7F9681A8-EEE2-56F4-9B39-ECCBEE0471AC}" dt="2026-02-12T20:49:16.394" v="804" actId="21"/>
          <ac:spMkLst>
            <pc:docMk/>
            <pc:sldMk cId="3363051257" sldId="275"/>
            <ac:spMk id="18" creationId="{93463436-2419-3A8D-D180-EC377ED3E760}"/>
          </ac:spMkLst>
        </pc:spChg>
        <pc:cxnChg chg="del mod">
          <ac:chgData name="Toby Donaldson" userId="2e6e5431-bb17-4c41-9985-d39c50d83c73" providerId="ADAL" clId="{7F9681A8-EEE2-56F4-9B39-ECCBEE0471AC}" dt="2026-02-12T20:49:16.394" v="804" actId="21"/>
          <ac:cxnSpMkLst>
            <pc:docMk/>
            <pc:sldMk cId="3363051257" sldId="275"/>
            <ac:cxnSpMk id="19" creationId="{9F106048-C46C-20E4-15A5-1A384E5ACC04}"/>
          </ac:cxnSpMkLst>
        </pc:cxnChg>
      </pc:sldChg>
      <pc:sldChg chg="add">
        <pc:chgData name="Toby Donaldson" userId="2e6e5431-bb17-4c41-9985-d39c50d83c73" providerId="ADAL" clId="{7F9681A8-EEE2-56F4-9B39-ECCBEE0471AC}" dt="2026-02-12T20:49:02.591" v="802"/>
        <pc:sldMkLst>
          <pc:docMk/>
          <pc:sldMk cId="493803107" sldId="276"/>
        </pc:sldMkLst>
      </pc:sldChg>
      <pc:sldChg chg="addSp delSp modSp add del mod">
        <pc:chgData name="Toby Donaldson" userId="2e6e5431-bb17-4c41-9985-d39c50d83c73" providerId="ADAL" clId="{7F9681A8-EEE2-56F4-9B39-ECCBEE0471AC}" dt="2026-02-12T20:48:56.916" v="801" actId="2696"/>
        <pc:sldMkLst>
          <pc:docMk/>
          <pc:sldMk cId="1876958373" sldId="276"/>
        </pc:sldMkLst>
        <pc:spChg chg="add mod">
          <ac:chgData name="Toby Donaldson" userId="2e6e5431-bb17-4c41-9985-d39c50d83c73" providerId="ADAL" clId="{7F9681A8-EEE2-56F4-9B39-ECCBEE0471AC}" dt="2026-02-12T20:42:53.412" v="430" actId="692"/>
          <ac:spMkLst>
            <pc:docMk/>
            <pc:sldMk cId="1876958373" sldId="276"/>
            <ac:spMk id="3" creationId="{3F93B91E-E18A-83DF-81F7-C1BAAE61D9B4}"/>
          </ac:spMkLst>
        </pc:spChg>
        <pc:spChg chg="mod">
          <ac:chgData name="Toby Donaldson" userId="2e6e5431-bb17-4c41-9985-d39c50d83c73" providerId="ADAL" clId="{7F9681A8-EEE2-56F4-9B39-ECCBEE0471AC}" dt="2026-02-12T20:43:02.024" v="431" actId="1076"/>
          <ac:spMkLst>
            <pc:docMk/>
            <pc:sldMk cId="1876958373" sldId="276"/>
            <ac:spMk id="18" creationId="{6FC9A874-BEB9-268A-2B46-84A1C648C597}"/>
          </ac:spMkLst>
        </pc:spChg>
        <pc:cxnChg chg="del mod">
          <ac:chgData name="Toby Donaldson" userId="2e6e5431-bb17-4c41-9985-d39c50d83c73" providerId="ADAL" clId="{7F9681A8-EEE2-56F4-9B39-ECCBEE0471AC}" dt="2026-02-12T20:42:24.194" v="428" actId="21"/>
          <ac:cxnSpMkLst>
            <pc:docMk/>
            <pc:sldMk cId="1876958373" sldId="276"/>
            <ac:cxnSpMk id="19" creationId="{80C38827-AD36-CBAE-65BF-A5B765D1BDC7}"/>
          </ac:cxnSpMkLst>
        </pc:cxnChg>
      </pc:sldChg>
      <pc:sldChg chg="add">
        <pc:chgData name="Toby Donaldson" userId="2e6e5431-bb17-4c41-9985-d39c50d83c73" providerId="ADAL" clId="{7F9681A8-EEE2-56F4-9B39-ECCBEE0471AC}" dt="2026-02-12T20:49:02.591" v="802"/>
        <pc:sldMkLst>
          <pc:docMk/>
          <pc:sldMk cId="1825712921" sldId="277"/>
        </pc:sldMkLst>
      </pc:sldChg>
      <pc:sldChg chg="addSp delSp modSp add del mod">
        <pc:chgData name="Toby Donaldson" userId="2e6e5431-bb17-4c41-9985-d39c50d83c73" providerId="ADAL" clId="{7F9681A8-EEE2-56F4-9B39-ECCBEE0471AC}" dt="2026-02-12T20:48:56.916" v="801" actId="2696"/>
        <pc:sldMkLst>
          <pc:docMk/>
          <pc:sldMk cId="1988495460" sldId="277"/>
        </pc:sldMkLst>
        <pc:spChg chg="del mod">
          <ac:chgData name="Toby Donaldson" userId="2e6e5431-bb17-4c41-9985-d39c50d83c73" providerId="ADAL" clId="{7F9681A8-EEE2-56F4-9B39-ECCBEE0471AC}" dt="2026-02-12T20:44:38.148" v="555" actId="21"/>
          <ac:spMkLst>
            <pc:docMk/>
            <pc:sldMk cId="1988495460" sldId="277"/>
            <ac:spMk id="3" creationId="{E2FC21EB-8232-4363-82FF-5EF274020CA2}"/>
          </ac:spMkLst>
        </pc:spChg>
        <pc:spChg chg="del">
          <ac:chgData name="Toby Donaldson" userId="2e6e5431-bb17-4c41-9985-d39c50d83c73" providerId="ADAL" clId="{7F9681A8-EEE2-56F4-9B39-ECCBEE0471AC}" dt="2026-02-12T20:43:12.910" v="433" actId="21"/>
          <ac:spMkLst>
            <pc:docMk/>
            <pc:sldMk cId="1988495460" sldId="277"/>
            <ac:spMk id="15" creationId="{900CE980-51F2-DD84-DD8B-E7CC1598BFC1}"/>
          </ac:spMkLst>
        </pc:spChg>
        <pc:spChg chg="mod">
          <ac:chgData name="Toby Donaldson" userId="2e6e5431-bb17-4c41-9985-d39c50d83c73" providerId="ADAL" clId="{7F9681A8-EEE2-56F4-9B39-ECCBEE0471AC}" dt="2026-02-12T20:44:43.391" v="558" actId="1076"/>
          <ac:spMkLst>
            <pc:docMk/>
            <pc:sldMk cId="1988495460" sldId="277"/>
            <ac:spMk id="18" creationId="{95721E0A-D535-B634-D127-D4FD27A340C0}"/>
          </ac:spMkLst>
        </pc:spChg>
        <pc:spChg chg="add del mod">
          <ac:chgData name="Toby Donaldson" userId="2e6e5431-bb17-4c41-9985-d39c50d83c73" providerId="ADAL" clId="{7F9681A8-EEE2-56F4-9B39-ECCBEE0471AC}" dt="2026-02-12T20:44:39.124" v="557"/>
          <ac:spMkLst>
            <pc:docMk/>
            <pc:sldMk cId="1988495460" sldId="277"/>
            <ac:spMk id="20" creationId="{B35522EC-C35C-B175-2E16-E5E429BEF8AC}"/>
          </ac:spMkLst>
        </pc:spChg>
        <pc:grpChg chg="add mod">
          <ac:chgData name="Toby Donaldson" userId="2e6e5431-bb17-4c41-9985-d39c50d83c73" providerId="ADAL" clId="{7F9681A8-EEE2-56F4-9B39-ECCBEE0471AC}" dt="2026-02-12T20:43:47.958" v="441" actId="1076"/>
          <ac:grpSpMkLst>
            <pc:docMk/>
            <pc:sldMk cId="1988495460" sldId="277"/>
            <ac:grpSpMk id="21" creationId="{D257EF72-815C-953C-D423-8004E28F1B82}"/>
          </ac:grpSpMkLst>
        </pc:grpChg>
        <pc:cxnChg chg="add mod">
          <ac:chgData name="Toby Donaldson" userId="2e6e5431-bb17-4c41-9985-d39c50d83c73" providerId="ADAL" clId="{7F9681A8-EEE2-56F4-9B39-ECCBEE0471AC}" dt="2026-02-12T20:43:43.995" v="440" actId="164"/>
          <ac:cxnSpMkLst>
            <pc:docMk/>
            <pc:sldMk cId="1988495460" sldId="277"/>
            <ac:cxnSpMk id="5" creationId="{B5DFF8A8-15D2-DE2A-8B6F-ABA836C6DF35}"/>
          </ac:cxnSpMkLst>
        </pc:cxnChg>
        <pc:cxnChg chg="add mod">
          <ac:chgData name="Toby Donaldson" userId="2e6e5431-bb17-4c41-9985-d39c50d83c73" providerId="ADAL" clId="{7F9681A8-EEE2-56F4-9B39-ECCBEE0471AC}" dt="2026-02-12T20:43:43.995" v="440" actId="164"/>
          <ac:cxnSpMkLst>
            <pc:docMk/>
            <pc:sldMk cId="1988495460" sldId="277"/>
            <ac:cxnSpMk id="7" creationId="{FC6BD7C3-1E0D-A1C6-6E8A-8A7963D0CFF1}"/>
          </ac:cxnSpMkLst>
        </pc:cxnChg>
        <pc:cxnChg chg="del mod">
          <ac:chgData name="Toby Donaldson" userId="2e6e5431-bb17-4c41-9985-d39c50d83c73" providerId="ADAL" clId="{7F9681A8-EEE2-56F4-9B39-ECCBEE0471AC}" dt="2026-02-12T20:43:12.910" v="433" actId="21"/>
          <ac:cxnSpMkLst>
            <pc:docMk/>
            <pc:sldMk cId="1988495460" sldId="277"/>
            <ac:cxnSpMk id="17" creationId="{F70CC916-A0E4-B4F3-5622-366B63B6649F}"/>
          </ac:cxnSpMkLst>
        </pc:cxnChg>
        <pc:cxnChg chg="add">
          <ac:chgData name="Toby Donaldson" userId="2e6e5431-bb17-4c41-9985-d39c50d83c73" providerId="ADAL" clId="{7F9681A8-EEE2-56F4-9B39-ECCBEE0471AC}" dt="2026-02-12T20:44:53.170" v="559" actId="11529"/>
          <ac:cxnSpMkLst>
            <pc:docMk/>
            <pc:sldMk cId="1988495460" sldId="277"/>
            <ac:cxnSpMk id="23" creationId="{CE201D48-21CA-59D0-6B98-8D858EE9CF85}"/>
          </ac:cxnSpMkLst>
        </pc:cxnChg>
      </pc:sldChg>
      <pc:sldChg chg="add">
        <pc:chgData name="Toby Donaldson" userId="2e6e5431-bb17-4c41-9985-d39c50d83c73" providerId="ADAL" clId="{7F9681A8-EEE2-56F4-9B39-ECCBEE0471AC}" dt="2026-02-12T20:49:02.591" v="802"/>
        <pc:sldMkLst>
          <pc:docMk/>
          <pc:sldMk cId="884525296" sldId="278"/>
        </pc:sldMkLst>
      </pc:sldChg>
      <pc:sldChg chg="addSp delSp modSp add del mod">
        <pc:chgData name="Toby Donaldson" userId="2e6e5431-bb17-4c41-9985-d39c50d83c73" providerId="ADAL" clId="{7F9681A8-EEE2-56F4-9B39-ECCBEE0471AC}" dt="2026-02-12T20:48:56.916" v="801" actId="2696"/>
        <pc:sldMkLst>
          <pc:docMk/>
          <pc:sldMk cId="3958240185" sldId="278"/>
        </pc:sldMkLst>
        <pc:spChg chg="add mod">
          <ac:chgData name="Toby Donaldson" userId="2e6e5431-bb17-4c41-9985-d39c50d83c73" providerId="ADAL" clId="{7F9681A8-EEE2-56F4-9B39-ECCBEE0471AC}" dt="2026-02-12T20:46:07.501" v="687" actId="1076"/>
          <ac:spMkLst>
            <pc:docMk/>
            <pc:sldMk cId="3958240185" sldId="278"/>
            <ac:spMk id="4" creationId="{AF1C81F4-1BCE-67A3-A84B-EBC6B3CB3A6F}"/>
          </ac:spMkLst>
        </pc:spChg>
        <pc:spChg chg="del">
          <ac:chgData name="Toby Donaldson" userId="2e6e5431-bb17-4c41-9985-d39c50d83c73" providerId="ADAL" clId="{7F9681A8-EEE2-56F4-9B39-ECCBEE0471AC}" dt="2026-02-12T20:45:19.476" v="563" actId="21"/>
          <ac:spMkLst>
            <pc:docMk/>
            <pc:sldMk cId="3958240185" sldId="278"/>
            <ac:spMk id="14" creationId="{124C1728-0A21-0DC4-6D42-5E02433474D4}"/>
          </ac:spMkLst>
        </pc:spChg>
        <pc:spChg chg="add mod">
          <ac:chgData name="Toby Donaldson" userId="2e6e5431-bb17-4c41-9985-d39c50d83c73" providerId="ADAL" clId="{7F9681A8-EEE2-56F4-9B39-ECCBEE0471AC}" dt="2026-02-12T20:46:15.726" v="689" actId="1076"/>
          <ac:spMkLst>
            <pc:docMk/>
            <pc:sldMk cId="3958240185" sldId="278"/>
            <ac:spMk id="15" creationId="{A82883C9-24A9-8A1B-4184-F1D3DC52C7C2}"/>
          </ac:spMkLst>
        </pc:spChg>
        <pc:spChg chg="add del mod">
          <ac:chgData name="Toby Donaldson" userId="2e6e5431-bb17-4c41-9985-d39c50d83c73" providerId="ADAL" clId="{7F9681A8-EEE2-56F4-9B39-ECCBEE0471AC}" dt="2026-02-12T20:46:31.692" v="694" actId="21"/>
          <ac:spMkLst>
            <pc:docMk/>
            <pc:sldMk cId="3958240185" sldId="278"/>
            <ac:spMk id="16" creationId="{05A96F39-DB41-73BC-19C8-8D3C16344200}"/>
          </ac:spMkLst>
        </pc:spChg>
        <pc:spChg chg="add mod">
          <ac:chgData name="Toby Donaldson" userId="2e6e5431-bb17-4c41-9985-d39c50d83c73" providerId="ADAL" clId="{7F9681A8-EEE2-56F4-9B39-ECCBEE0471AC}" dt="2026-02-12T20:46:55.794" v="697" actId="692"/>
          <ac:spMkLst>
            <pc:docMk/>
            <pc:sldMk cId="3958240185" sldId="278"/>
            <ac:spMk id="17" creationId="{2BFA6F96-5502-4BF3-AE79-BEDFF3A57504}"/>
          </ac:spMkLst>
        </pc:spChg>
        <pc:spChg chg="mod">
          <ac:chgData name="Toby Donaldson" userId="2e6e5431-bb17-4c41-9985-d39c50d83c73" providerId="ADAL" clId="{7F9681A8-EEE2-56F4-9B39-ECCBEE0471AC}" dt="2026-02-12T20:45:53.496" v="684" actId="1076"/>
          <ac:spMkLst>
            <pc:docMk/>
            <pc:sldMk cId="3958240185" sldId="278"/>
            <ac:spMk id="18" creationId="{00B0DE62-3559-77CE-A840-B0DD5AA6D8E8}"/>
          </ac:spMkLst>
        </pc:spChg>
        <pc:spChg chg="add mod">
          <ac:chgData name="Toby Donaldson" userId="2e6e5431-bb17-4c41-9985-d39c50d83c73" providerId="ADAL" clId="{7F9681A8-EEE2-56F4-9B39-ECCBEE0471AC}" dt="2026-02-12T20:47:28.426" v="700" actId="692"/>
          <ac:spMkLst>
            <pc:docMk/>
            <pc:sldMk cId="3958240185" sldId="278"/>
            <ac:spMk id="19" creationId="{C484F1E2-09DB-BDC9-AB8F-2EA17D21F1CE}"/>
          </ac:spMkLst>
        </pc:spChg>
        <pc:spChg chg="add mod">
          <ac:chgData name="Toby Donaldson" userId="2e6e5431-bb17-4c41-9985-d39c50d83c73" providerId="ADAL" clId="{7F9681A8-EEE2-56F4-9B39-ECCBEE0471AC}" dt="2026-02-12T20:47:45.144" v="710" actId="1076"/>
          <ac:spMkLst>
            <pc:docMk/>
            <pc:sldMk cId="3958240185" sldId="278"/>
            <ac:spMk id="20" creationId="{E4486A5A-BAC8-B4F4-CB82-D6891BC4E4DC}"/>
          </ac:spMkLst>
        </pc:spChg>
        <pc:spChg chg="add mod">
          <ac:chgData name="Toby Donaldson" userId="2e6e5431-bb17-4c41-9985-d39c50d83c73" providerId="ADAL" clId="{7F9681A8-EEE2-56F4-9B39-ECCBEE0471AC}" dt="2026-02-12T20:48:28.813" v="800" actId="14100"/>
          <ac:spMkLst>
            <pc:docMk/>
            <pc:sldMk cId="3958240185" sldId="278"/>
            <ac:spMk id="22" creationId="{7F1A72B4-64FE-1CE7-57D2-CD3E4D789187}"/>
          </ac:spMkLst>
        </pc:spChg>
        <pc:grpChg chg="del">
          <ac:chgData name="Toby Donaldson" userId="2e6e5431-bb17-4c41-9985-d39c50d83c73" providerId="ADAL" clId="{7F9681A8-EEE2-56F4-9B39-ECCBEE0471AC}" dt="2026-02-12T20:45:15.221" v="561" actId="21"/>
          <ac:grpSpMkLst>
            <pc:docMk/>
            <pc:sldMk cId="3958240185" sldId="278"/>
            <ac:grpSpMk id="21" creationId="{2E99A632-6CCE-9866-8142-24DE3F25D2EB}"/>
          </ac:grpSpMkLst>
        </pc:grpChg>
        <pc:cxnChg chg="del topLvl">
          <ac:chgData name="Toby Donaldson" userId="2e6e5431-bb17-4c41-9985-d39c50d83c73" providerId="ADAL" clId="{7F9681A8-EEE2-56F4-9B39-ECCBEE0471AC}" dt="2026-02-12T20:45:17.476" v="562" actId="21"/>
          <ac:cxnSpMkLst>
            <pc:docMk/>
            <pc:sldMk cId="3958240185" sldId="278"/>
            <ac:cxnSpMk id="5" creationId="{509CEF74-F338-97A7-4FFF-BFFE952DF18C}"/>
          </ac:cxnSpMkLst>
        </pc:cxnChg>
        <pc:cxnChg chg="del topLvl">
          <ac:chgData name="Toby Donaldson" userId="2e6e5431-bb17-4c41-9985-d39c50d83c73" providerId="ADAL" clId="{7F9681A8-EEE2-56F4-9B39-ECCBEE0471AC}" dt="2026-02-12T20:45:15.221" v="561" actId="21"/>
          <ac:cxnSpMkLst>
            <pc:docMk/>
            <pc:sldMk cId="3958240185" sldId="278"/>
            <ac:cxnSpMk id="7" creationId="{61CF42AB-F338-61A2-8DA6-039C065E44A1}"/>
          </ac:cxnSpMkLst>
        </pc:cxnChg>
        <pc:cxnChg chg="del mod">
          <ac:chgData name="Toby Donaldson" userId="2e6e5431-bb17-4c41-9985-d39c50d83c73" providerId="ADAL" clId="{7F9681A8-EEE2-56F4-9B39-ECCBEE0471AC}" dt="2026-02-12T20:45:55.282" v="685" actId="21"/>
          <ac:cxnSpMkLst>
            <pc:docMk/>
            <pc:sldMk cId="3958240185" sldId="278"/>
            <ac:cxnSpMk id="23" creationId="{BDA56A63-C584-2EF5-FA10-470C5D3CCCBB}"/>
          </ac:cxnSpMkLst>
        </pc:cxnChg>
      </pc:sldChg>
      <pc:sldChg chg="add">
        <pc:chgData name="Toby Donaldson" userId="2e6e5431-bb17-4c41-9985-d39c50d83c73" providerId="ADAL" clId="{7F9681A8-EEE2-56F4-9B39-ECCBEE0471AC}" dt="2026-02-12T20:49:12.099" v="803" actId="2890"/>
        <pc:sldMkLst>
          <pc:docMk/>
          <pc:sldMk cId="463700528" sldId="27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5C29D-8A7E-D8E0-FCF2-F0E7C033BC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CC5868-64E1-C26A-7A12-F3C188C608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C1D835-BADF-6017-76EA-C13DC2F29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8E38B-D2BA-1E61-3E3D-22FD7E570C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A95499-0781-9335-8527-2CF09352B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8FCDA-7675-BB19-6550-CE968C6D3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79516D-2110-2A40-99FC-11A45F88B3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1255A5-3FF2-4DC4-1736-D34337E9D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67D40B-80E7-59C3-AB00-AA17E321D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EB7055-A93D-34FE-A55F-34A7EA8F6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106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2CFE2-70CA-D2DC-F615-2AA4CE52D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7CBCF0-1A51-7789-4B2C-6DFC39BD02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11C8BD-BFF3-C95D-0ED0-945F8F165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6D5177-0A92-98E9-D9F2-B95EFE8F14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7FEA26-EF55-3958-7B57-8A2063700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7350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1F4A4B-5489-1C71-1044-1AE150D99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402F8-F3AE-30D1-24EF-FDB2F886FF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93F3F0-B12A-99BC-CBBF-1D70D509A9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6E323E-35AF-E170-F688-2982C2747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6D63E-9ECC-FB2F-B544-C8F3FEB4F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59BA17-1FC0-A84E-0A83-DFF6DF1F1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539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6F410-C744-FAF3-FE82-D03ABCFD4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0C216-9601-605E-151D-7F1E5E1D92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A0D7D9-DFB2-8C57-D90D-919BC9D8C7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E54907-6BC2-952F-FD2B-C8FCD578FC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446FEA-B661-56B3-6E7C-1C2873D0A0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0FC6AB-4ADC-776B-3D56-37E3FA396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5942E7-325E-C442-E405-1F58F6004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2260706-DDB1-FE69-8827-506C98565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357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820DB-42AC-E50B-D122-69A943755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2A1F48-3798-4AAF-6FAE-3DA0A3851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63747E-2354-CC22-B496-7A479B87A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ACC433-A6D6-27A5-7A6F-492AD6DFE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313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6824CA6-621C-79C7-F4CD-71B010180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CB86CF-0D8E-7DE8-A581-D95DA13B9A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7C3E96-D001-7DB9-5C04-5E42169AE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4494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7D7D7-6295-8043-2C18-DB41F979B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C6E8D3-99EB-1064-AD7E-BF04E7123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43F990-0019-1476-334E-D6562765D4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F1BBB7-C55C-880D-F3EF-8909E37F9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DC0EF5-7469-F2A1-5137-81A92D4E5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FC826-2C53-957B-4932-942BF6590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7050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B5B05-BE32-980C-84BA-78CC03DC3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AE57C65-6B34-8CA0-5265-1C107B4DEC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E93A27-D464-54A9-56CB-766B344A38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9A3968-ADBE-93D3-5FBD-12C7CD61D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98BC69-D605-21C7-C24F-4E826F79B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90A5F7-D139-9904-161E-7D05860D1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280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EF016-237C-51CB-2E0A-26290603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AE1412-B0C3-BF8D-A437-026226FABC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2ADA6D-7030-FB38-E3D0-3AE95F18B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11B38-1174-6C37-153E-92AC3FD35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72F78C-79F2-1D9E-0E8E-6A868C7CF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0134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9DF9F9-F194-4124-1802-4520308F2B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25066B-5091-7A32-5750-7DB8602331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1B414F-5824-0CDE-924A-E55101D71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0275C-E850-EF6C-BBFA-436949C6E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23130E-58BF-8621-12C2-B085CD2EF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5801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61E833D-A81F-5CAF-56E8-1D82B1EC3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29A464-2FF3-AD96-2DFA-041DD1EFCF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DD237D-BFA5-E8AE-2E53-38C44EFDF2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8D8524-B740-FE40-9C95-2E78C2A43739}" type="datetimeFigureOut">
              <a:rPr lang="en-US" smtClean="0"/>
              <a:t>2/12/26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57D7E8-AA12-DB84-2D54-FAFE302C9C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7B1585-FED3-929D-22F1-3E9DA5FB96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893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9C49A-AE1E-2DDF-FEC5-0B17A07FA79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FC2B7D-60D2-56F3-7279-ADE5D9EB9A0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CMPT 125, Spring 2026</a:t>
            </a:r>
          </a:p>
          <a:p>
            <a:r>
              <a:rPr lang="en-US" dirty="0"/>
              <a:t>SFU Surrey</a:t>
            </a:r>
          </a:p>
        </p:txBody>
      </p:sp>
    </p:spTree>
    <p:extLst>
      <p:ext uri="{BB962C8B-B14F-4D97-AF65-F5344CB8AC3E}">
        <p14:creationId xmlns:p14="http://schemas.microsoft.com/office/powerpoint/2010/main" val="38802762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DC2D7-F47D-2C97-E52C-1001370C4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EA659D-6A10-B68E-6A45-05BF8A39C7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Exception</a:t>
            </a:r>
            <a:r>
              <a:rPr lang="en-US" dirty="0"/>
              <a:t> in C++ are objects</a:t>
            </a:r>
          </a:p>
          <a:p>
            <a:r>
              <a:rPr lang="en-US" dirty="0"/>
              <a:t>They represent “exceptional situations”, e.g. bad errors</a:t>
            </a:r>
          </a:p>
          <a:p>
            <a:pPr lvl="1"/>
            <a:r>
              <a:rPr lang="en-US" dirty="0"/>
              <a:t>Generally, errors so bad that the program might need to end.</a:t>
            </a:r>
          </a:p>
        </p:txBody>
      </p:sp>
    </p:spTree>
    <p:extLst>
      <p:ext uri="{BB962C8B-B14F-4D97-AF65-F5344CB8AC3E}">
        <p14:creationId xmlns:p14="http://schemas.microsoft.com/office/powerpoint/2010/main" val="2472228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B8492-0FC3-C35E-C801-797617F17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6F4A1-A91D-4239-6F06-BF2726DA9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F84FF9-02FE-27B7-60B6-2E7D425400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Exception</a:t>
            </a:r>
            <a:r>
              <a:rPr lang="en-US" dirty="0"/>
              <a:t> in C++ are objects</a:t>
            </a:r>
          </a:p>
          <a:p>
            <a:r>
              <a:rPr lang="en-US" dirty="0"/>
              <a:t>They represent “exceptional situations”, e.g. bad errors</a:t>
            </a:r>
          </a:p>
          <a:p>
            <a:pPr lvl="1"/>
            <a:r>
              <a:rPr lang="en-US" dirty="0"/>
              <a:t>Generally, errors so bad that the program might need to end.</a:t>
            </a:r>
          </a:p>
          <a:p>
            <a:r>
              <a:rPr lang="en-US" dirty="0"/>
              <a:t>To make an exception use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throw</a:t>
            </a:r>
            <a:b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dirty="0"/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throw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("Disk not found");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B8B000-DDAC-1F47-F430-529290A3E926}"/>
              </a:ext>
            </a:extLst>
          </p:cNvPr>
          <p:cNvSpPr txBox="1"/>
          <p:nvPr/>
        </p:nvSpPr>
        <p:spPr>
          <a:xfrm>
            <a:off x="9280636" y="365125"/>
            <a:ext cx="2575034" cy="175432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You can create your own exception classes and objects, which can help in large programs. But in this course we’ll stock exceptions from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std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64402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697D0-85ED-4A77-6905-1B54AF89D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1B153-A824-789D-6890-AB48D679A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786CA-C74F-FACC-5D2E-AE135E4006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throw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("Disk not found");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code after is skipped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/>
              <a:t>An exception jumps out of the function it was thrown in, skipping any code that comes afterwards</a:t>
            </a:r>
          </a:p>
          <a:p>
            <a:pPr lvl="1"/>
            <a:r>
              <a:rPr lang="en-US" dirty="0"/>
              <a:t>Except for destructors: those are called properly!</a:t>
            </a:r>
          </a:p>
          <a:p>
            <a:r>
              <a:rPr lang="en-US" dirty="0"/>
              <a:t>A thrown exception </a:t>
            </a:r>
            <a:r>
              <a:rPr lang="en-US" b="1" dirty="0"/>
              <a:t>propagates</a:t>
            </a:r>
            <a:r>
              <a:rPr lang="en-US" dirty="0"/>
              <a:t> up the call stack</a:t>
            </a:r>
          </a:p>
          <a:p>
            <a:pPr lvl="1"/>
            <a:r>
              <a:rPr lang="en-US" dirty="0"/>
              <a:t>The exception is given to the function that called it, and then to the function that call that one, and so on out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892216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49281-D76A-6ABA-7AA2-E40EDF17E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0A538-11D7-62EB-5C09-24AAD78D1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0F0E4-DD60-C89D-4C4C-FB747B13F8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throw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("Disk not found");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"this is never printed";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exception: "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&lt;&lt;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e.what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6FF525-0B85-E8E5-683A-35709C169471}"/>
              </a:ext>
            </a:extLst>
          </p:cNvPr>
          <p:cNvSpPr txBox="1"/>
          <p:nvPr/>
        </p:nvSpPr>
        <p:spPr>
          <a:xfrm>
            <a:off x="9031014" y="488074"/>
            <a:ext cx="2322786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thrown exception can be caught using a try/catch block.</a:t>
            </a:r>
          </a:p>
        </p:txBody>
      </p:sp>
    </p:spTree>
    <p:extLst>
      <p:ext uri="{BB962C8B-B14F-4D97-AF65-F5344CB8AC3E}">
        <p14:creationId xmlns:p14="http://schemas.microsoft.com/office/powerpoint/2010/main" val="4491844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4F827C-D931-18B2-9A2E-215B5858B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869D7-8F80-8C2C-59BF-3DFF76F2F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9B0A6-3399-29B9-DCF1-F04DC2644C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throw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("Disk not found");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"this is never printed";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exception: "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&lt;&lt;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e.what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913F8E-E56B-293A-6DC4-386B7EBC1BAB}"/>
              </a:ext>
            </a:extLst>
          </p:cNvPr>
          <p:cNvSpPr txBox="1"/>
          <p:nvPr/>
        </p:nvSpPr>
        <p:spPr>
          <a:xfrm>
            <a:off x="9031014" y="488074"/>
            <a:ext cx="2322786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thrown exception can be caught using a try/catch block.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E1891E-A364-980F-5E29-6126F6F69B80}"/>
              </a:ext>
            </a:extLst>
          </p:cNvPr>
          <p:cNvSpPr txBox="1"/>
          <p:nvPr/>
        </p:nvSpPr>
        <p:spPr>
          <a:xfrm>
            <a:off x="9412015" y="3473669"/>
            <a:ext cx="2183523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catch block syntax  is like a function parameter.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B90661-E9FE-A288-4D41-FF982D74F01A}"/>
              </a:ext>
            </a:extLst>
          </p:cNvPr>
          <p:cNvSpPr/>
          <p:nvPr/>
        </p:nvSpPr>
        <p:spPr>
          <a:xfrm>
            <a:off x="1210110" y="3697263"/>
            <a:ext cx="7056559" cy="47614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093F52F-08E4-7EC1-7087-E3AF7F2B509E}"/>
              </a:ext>
            </a:extLst>
          </p:cNvPr>
          <p:cNvCxnSpPr>
            <a:stCxn id="6" idx="1"/>
          </p:cNvCxnSpPr>
          <p:nvPr/>
        </p:nvCxnSpPr>
        <p:spPr>
          <a:xfrm flipH="1">
            <a:off x="8241957" y="3935334"/>
            <a:ext cx="1170058" cy="311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5971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6E578-A345-C077-9AF9-00CB1BE12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97C7A-C0F6-313E-DB93-FFD6E7EEC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9125DA-57E6-FA31-58A8-C89360E2F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throw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("Disk not found");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"this is never printed";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exception: "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&lt;&lt;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e.what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686CD9-5B87-D2CB-A156-C70A814B65E4}"/>
              </a:ext>
            </a:extLst>
          </p:cNvPr>
          <p:cNvSpPr txBox="1"/>
          <p:nvPr/>
        </p:nvSpPr>
        <p:spPr>
          <a:xfrm>
            <a:off x="9031014" y="488074"/>
            <a:ext cx="2322786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thrown exception can be caught using a try/catch block.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1790FD-89BB-D771-4BE7-3BCD2B76610C}"/>
              </a:ext>
            </a:extLst>
          </p:cNvPr>
          <p:cNvSpPr txBox="1"/>
          <p:nvPr/>
        </p:nvSpPr>
        <p:spPr>
          <a:xfrm>
            <a:off x="9412015" y="3473669"/>
            <a:ext cx="2183523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catch block syntax  is like a function parameter.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4E15DE-BFCC-EFB8-53AA-3184074BE168}"/>
              </a:ext>
            </a:extLst>
          </p:cNvPr>
          <p:cNvSpPr/>
          <p:nvPr/>
        </p:nvSpPr>
        <p:spPr>
          <a:xfrm>
            <a:off x="1490979" y="4595599"/>
            <a:ext cx="7432304" cy="97557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ECF195-64D0-93A5-7695-B14C12559ACB}"/>
              </a:ext>
            </a:extLst>
          </p:cNvPr>
          <p:cNvSpPr txBox="1"/>
          <p:nvPr/>
        </p:nvSpPr>
        <p:spPr>
          <a:xfrm>
            <a:off x="8765628" y="5422680"/>
            <a:ext cx="3071648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When you catch an exception you typically print an error message, or sometimes recover form the error.</a:t>
            </a:r>
          </a:p>
        </p:txBody>
      </p:sp>
    </p:spTree>
    <p:extLst>
      <p:ext uri="{BB962C8B-B14F-4D97-AF65-F5344CB8AC3E}">
        <p14:creationId xmlns:p14="http://schemas.microsoft.com/office/powerpoint/2010/main" val="20781429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F9659-961F-CD9A-0CD8-269D44832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D5273-8C6A-33F4-F93D-265168B2F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CC7E2-F45B-2327-7052-7ECE20EA0D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some_function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exception... ";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bad_alloc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exception... 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(...)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some exception... ";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83F33A-337F-9984-7D56-25725B4DB2A4}"/>
              </a:ext>
            </a:extLst>
          </p:cNvPr>
          <p:cNvSpPr txBox="1"/>
          <p:nvPr/>
        </p:nvSpPr>
        <p:spPr>
          <a:xfrm>
            <a:off x="3710152" y="1169591"/>
            <a:ext cx="3037489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some_function</a:t>
            </a:r>
            <a:r>
              <a:rPr lang="en-US" dirty="0">
                <a:cs typeface="Consolas" panose="020B0609020204030204" pitchFamily="49" charset="0"/>
              </a:rPr>
              <a:t> could throw some exception: we don’t know which one (if any!)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5634273-4B02-0437-E5DE-518DA56A0BA3}"/>
              </a:ext>
            </a:extLst>
          </p:cNvPr>
          <p:cNvSpPr/>
          <p:nvPr/>
        </p:nvSpPr>
        <p:spPr>
          <a:xfrm>
            <a:off x="1343835" y="2209751"/>
            <a:ext cx="3154593" cy="65016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738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1CBEE-9027-0C77-15B2-89B10278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33BBDD-5170-828D-BAB8-C20D83080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9D1010-1226-AC99-B216-8BCC4148C8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some_function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exception... ";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bad_alloc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exception... 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(...)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some exception... ";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344861-31ED-2123-DA17-B8B96567C02F}"/>
              </a:ext>
            </a:extLst>
          </p:cNvPr>
          <p:cNvSpPr txBox="1"/>
          <p:nvPr/>
        </p:nvSpPr>
        <p:spPr>
          <a:xfrm>
            <a:off x="3710152" y="1169591"/>
            <a:ext cx="3037489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some_function</a:t>
            </a:r>
            <a:r>
              <a:rPr lang="en-US" dirty="0">
                <a:cs typeface="Consolas" panose="020B0609020204030204" pitchFamily="49" charset="0"/>
              </a:rPr>
              <a:t> could throw some exception: we don’t know which one (if any!)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B14AC0-B958-7D21-581E-ED94F4ACF2FF}"/>
              </a:ext>
            </a:extLst>
          </p:cNvPr>
          <p:cNvSpPr/>
          <p:nvPr/>
        </p:nvSpPr>
        <p:spPr>
          <a:xfrm>
            <a:off x="838200" y="3103917"/>
            <a:ext cx="8158655" cy="154165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00732E-43F3-C93A-99DE-F7CC5B91B7DF}"/>
              </a:ext>
            </a:extLst>
          </p:cNvPr>
          <p:cNvSpPr txBox="1"/>
          <p:nvPr/>
        </p:nvSpPr>
        <p:spPr>
          <a:xfrm>
            <a:off x="8324193" y="1859755"/>
            <a:ext cx="2356945" cy="14773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try/catch block can handle as many exceptions as you like, doing different things for each one. </a:t>
            </a:r>
          </a:p>
        </p:txBody>
      </p:sp>
    </p:spTree>
    <p:extLst>
      <p:ext uri="{BB962C8B-B14F-4D97-AF65-F5344CB8AC3E}">
        <p14:creationId xmlns:p14="http://schemas.microsoft.com/office/powerpoint/2010/main" val="11259230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CDFEA-2B68-8235-26B2-0AB1E3687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4AF4C-7165-D365-A926-70F9BBA92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4F0773-DFAF-E756-6286-CBA0DC355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some_function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exception... ";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bad_alloc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exception... 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(...)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some exception... ";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8CB881-523E-6587-4368-54EAFB39961B}"/>
              </a:ext>
            </a:extLst>
          </p:cNvPr>
          <p:cNvSpPr txBox="1"/>
          <p:nvPr/>
        </p:nvSpPr>
        <p:spPr>
          <a:xfrm>
            <a:off x="3710152" y="1169591"/>
            <a:ext cx="3037489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some_function</a:t>
            </a:r>
            <a:r>
              <a:rPr lang="en-US" dirty="0">
                <a:cs typeface="Consolas" panose="020B0609020204030204" pitchFamily="49" charset="0"/>
              </a:rPr>
              <a:t> could throw some exception: we don’t know which one (if any!)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85D7E7-FE9D-D211-5EB2-3F7CE9DF2FF7}"/>
              </a:ext>
            </a:extLst>
          </p:cNvPr>
          <p:cNvSpPr/>
          <p:nvPr/>
        </p:nvSpPr>
        <p:spPr>
          <a:xfrm>
            <a:off x="838201" y="4587940"/>
            <a:ext cx="7013028" cy="1100469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4484F3-1E8F-3422-9B96-FDB56C3843E6}"/>
              </a:ext>
            </a:extLst>
          </p:cNvPr>
          <p:cNvSpPr txBox="1"/>
          <p:nvPr/>
        </p:nvSpPr>
        <p:spPr>
          <a:xfrm>
            <a:off x="8324193" y="1859755"/>
            <a:ext cx="2356945" cy="14773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try/catch block can handle as many exceptions as you like, doing different things for each one.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1DDEE8-7A47-1359-8DA5-39D91292EF2A}"/>
              </a:ext>
            </a:extLst>
          </p:cNvPr>
          <p:cNvSpPr txBox="1"/>
          <p:nvPr/>
        </p:nvSpPr>
        <p:spPr>
          <a:xfrm>
            <a:off x="7961586" y="4765243"/>
            <a:ext cx="2719552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notation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catch(...)</a:t>
            </a:r>
            <a:r>
              <a:rPr lang="en-US" dirty="0">
                <a:cs typeface="Consolas" panose="020B0609020204030204" pitchFamily="49" charset="0"/>
              </a:rPr>
              <a:t>  will catch any exception.</a:t>
            </a:r>
          </a:p>
        </p:txBody>
      </p:sp>
    </p:spTree>
    <p:extLst>
      <p:ext uri="{BB962C8B-B14F-4D97-AF65-F5344CB8AC3E}">
        <p14:creationId xmlns:p14="http://schemas.microsoft.com/office/powerpoint/2010/main" val="37829597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60011-92A2-227B-E1B9-8C1643E3C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1C902-30C2-3895-EAB4-534CB25A7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EB1461-0B4C-2827-2089-074B19DCC6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new int[5];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might_throw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delete[]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273F9D-7EBF-A771-B826-FAC9BC8D1973}"/>
              </a:ext>
            </a:extLst>
          </p:cNvPr>
          <p:cNvSpPr txBox="1"/>
          <p:nvPr/>
        </p:nvSpPr>
        <p:spPr>
          <a:xfrm>
            <a:off x="4498429" y="888022"/>
            <a:ext cx="2511971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code has potential memory leak.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C2C428-61C5-CCB9-7356-00FF0C912B25}"/>
              </a:ext>
            </a:extLst>
          </p:cNvPr>
          <p:cNvSpPr txBox="1"/>
          <p:nvPr/>
        </p:nvSpPr>
        <p:spPr>
          <a:xfrm>
            <a:off x="3904594" y="2772602"/>
            <a:ext cx="3105806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If this throws an exception, then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delete[]</a:t>
            </a:r>
            <a:r>
              <a:rPr lang="en-US" dirty="0">
                <a:cs typeface="Consolas" panose="020B0609020204030204" pitchFamily="49" charset="0"/>
              </a:rPr>
              <a:t> doesn’t run, causing a memory leak.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9A263D-6884-A327-3035-88C2E9E75A65}"/>
              </a:ext>
            </a:extLst>
          </p:cNvPr>
          <p:cNvSpPr/>
          <p:nvPr/>
        </p:nvSpPr>
        <p:spPr>
          <a:xfrm>
            <a:off x="838200" y="2859916"/>
            <a:ext cx="2892972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5529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5E7A3-94EC-7E3E-6A24-73C7CF8FE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26924-1C84-78AA-E9C1-89469F4BB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413F4B-E873-141B-7A15-7FF1D5FDD6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new int[5];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might_throw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(...)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//...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delete[]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53E978-BEA3-FC87-EFA4-CDE10531482B}"/>
              </a:ext>
            </a:extLst>
          </p:cNvPr>
          <p:cNvSpPr txBox="1"/>
          <p:nvPr/>
        </p:nvSpPr>
        <p:spPr>
          <a:xfrm>
            <a:off x="4498429" y="872154"/>
            <a:ext cx="278524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fixes it, but wrapping every function call in try/catch is impractical.</a:t>
            </a:r>
          </a:p>
        </p:txBody>
      </p:sp>
    </p:spTree>
    <p:extLst>
      <p:ext uri="{BB962C8B-B14F-4D97-AF65-F5344CB8AC3E}">
        <p14:creationId xmlns:p14="http://schemas.microsoft.com/office/powerpoint/2010/main" val="27253627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6BFBA-A84B-38EA-5550-D7517626E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60DEE-FDDB-7931-3465-9DC45269A7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C02F76-A53F-3ABD-CCA1-C9BE6C3CD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new int[5];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might_throw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(...)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//...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delete[]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5F7408-14B9-B2DF-4DB0-D3C3159CACA2}"/>
              </a:ext>
            </a:extLst>
          </p:cNvPr>
          <p:cNvSpPr txBox="1"/>
          <p:nvPr/>
        </p:nvSpPr>
        <p:spPr>
          <a:xfrm>
            <a:off x="4498429" y="872154"/>
            <a:ext cx="278524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fixes it, but wrapping every function call in try/catch is impractical.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8A9C6B-583B-C8C4-2AFB-69629DB57A74}"/>
              </a:ext>
            </a:extLst>
          </p:cNvPr>
          <p:cNvSpPr txBox="1"/>
          <p:nvPr/>
        </p:nvSpPr>
        <p:spPr>
          <a:xfrm>
            <a:off x="5538952" y="2967335"/>
            <a:ext cx="4593020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C++ recommends a different solution</a:t>
            </a:r>
            <a:r>
              <a:rPr lang="en-US" dirty="0">
                <a:cs typeface="Consolas" panose="020B0609020204030204" pitchFamily="49" charset="0"/>
              </a:rPr>
              <a:t>: use class constructors/destructors to manage memory, and then it promises to call the destructor even if an exception occurs.</a:t>
            </a:r>
          </a:p>
        </p:txBody>
      </p:sp>
    </p:spTree>
    <p:extLst>
      <p:ext uri="{BB962C8B-B14F-4D97-AF65-F5344CB8AC3E}">
        <p14:creationId xmlns:p14="http://schemas.microsoft.com/office/powerpoint/2010/main" val="31468151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A21B4-151E-15FF-81C4-52F6646EC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55EB4-4D3D-5EC0-5954-20F17F733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586D4-6222-0382-8F5F-BD1C67C6F9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3744310" cy="435133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Mem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int* p;</a:t>
            </a:r>
          </a:p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Mem() {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p = new int[5];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~Mem()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delete[] p;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5E79FF3-A28C-FED1-A853-C512D70A5BD9}"/>
              </a:ext>
            </a:extLst>
          </p:cNvPr>
          <p:cNvSpPr txBox="1"/>
          <p:nvPr/>
        </p:nvSpPr>
        <p:spPr>
          <a:xfrm>
            <a:off x="3983421" y="567354"/>
            <a:ext cx="2980997" cy="175432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Destructors are called automatically when the they go out of scope. This is true even when an exception occurs. So this code has </a:t>
            </a:r>
            <a:r>
              <a:rPr lang="en-US" b="1" dirty="0">
                <a:cs typeface="Consolas" panose="020B0609020204030204" pitchFamily="49" charset="0"/>
              </a:rPr>
              <a:t>no memory leak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91AEA65-760E-12AB-77BA-BB658646F1BE}"/>
              </a:ext>
            </a:extLst>
          </p:cNvPr>
          <p:cNvSpPr txBox="1">
            <a:spLocks/>
          </p:cNvSpPr>
          <p:nvPr/>
        </p:nvSpPr>
        <p:spPr>
          <a:xfrm>
            <a:off x="7283669" y="1560123"/>
            <a:ext cx="463769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void f()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Mem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might_throw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968791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2DB86-B12A-AD45-7F2F-6CC922CB3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132A3-D362-EDE3-0341-6E1F28A07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80C2C-0A4A-2D67-CCB1-9AE454DF26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3744310" cy="435133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Mem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int* p;</a:t>
            </a:r>
          </a:p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Mem() {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p = new int[5];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~Mem()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delete[] p;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129FDC-BF73-1BED-1420-18C7F90938BA}"/>
              </a:ext>
            </a:extLst>
          </p:cNvPr>
          <p:cNvSpPr txBox="1"/>
          <p:nvPr/>
        </p:nvSpPr>
        <p:spPr>
          <a:xfrm>
            <a:off x="3983421" y="567354"/>
            <a:ext cx="2980997" cy="175432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Destructors are called automatically when the they go out of scope. This is true even when an exception occurs. So this code has </a:t>
            </a:r>
            <a:r>
              <a:rPr lang="en-US" b="1" dirty="0">
                <a:cs typeface="Consolas" panose="020B0609020204030204" pitchFamily="49" charset="0"/>
              </a:rPr>
              <a:t>no memory leak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69E5653-CF5F-320F-56FF-88DF92FD284D}"/>
              </a:ext>
            </a:extLst>
          </p:cNvPr>
          <p:cNvSpPr txBox="1">
            <a:spLocks/>
          </p:cNvSpPr>
          <p:nvPr/>
        </p:nvSpPr>
        <p:spPr>
          <a:xfrm>
            <a:off x="7283669" y="1560123"/>
            <a:ext cx="463769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void f()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Mem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might_throw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548E9E-8E6E-529A-EAEA-0D07E42C7E6D}"/>
              </a:ext>
            </a:extLst>
          </p:cNvPr>
          <p:cNvSpPr txBox="1"/>
          <p:nvPr/>
        </p:nvSpPr>
        <p:spPr>
          <a:xfrm>
            <a:off x="4265229" y="4553194"/>
            <a:ext cx="2417379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programming pattern is called </a:t>
            </a:r>
            <a:r>
              <a:rPr lang="en-US" b="1" dirty="0">
                <a:cs typeface="Consolas" panose="020B0609020204030204" pitchFamily="49" charset="0"/>
              </a:rPr>
              <a:t>RAII</a:t>
            </a:r>
            <a:r>
              <a:rPr lang="en-US" dirty="0">
                <a:cs typeface="Consolas" panose="020B0609020204030204" pitchFamily="49" charset="0"/>
              </a:rPr>
              <a:t>: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b="1" dirty="0">
                <a:cs typeface="Consolas" panose="020B0609020204030204" pitchFamily="49" charset="0"/>
              </a:rPr>
              <a:t>Resource Acquisition Is Initialization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463303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02016-372E-EDD4-B078-DBBE52A9A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165A6-910C-7363-078A-EFD82C23A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E484824-0380-F376-59D9-51C4B655DA89}"/>
              </a:ext>
            </a:extLst>
          </p:cNvPr>
          <p:cNvGrpSpPr/>
          <p:nvPr/>
        </p:nvGrpSpPr>
        <p:grpSpPr>
          <a:xfrm>
            <a:off x="5199845" y="4882756"/>
            <a:ext cx="1792309" cy="539958"/>
            <a:chOff x="5055476" y="4635062"/>
            <a:chExt cx="1792309" cy="53995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72B5CAB-943F-8541-5DC8-2AC5701F708B}"/>
                </a:ext>
              </a:extLst>
            </p:cNvPr>
            <p:cNvSpPr txBox="1"/>
            <p:nvPr/>
          </p:nvSpPr>
          <p:spPr>
            <a:xfrm>
              <a:off x="5122954" y="4651800"/>
              <a:ext cx="17248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Call stack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2BEDFC0-D338-C52A-F27B-065C33E01863}"/>
                </a:ext>
              </a:extLst>
            </p:cNvPr>
            <p:cNvCxnSpPr/>
            <p:nvPr/>
          </p:nvCxnSpPr>
          <p:spPr>
            <a:xfrm>
              <a:off x="5055476" y="4635062"/>
              <a:ext cx="170267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86AC40DA-99A6-8ED6-9BB7-29B82392D4F9}"/>
              </a:ext>
            </a:extLst>
          </p:cNvPr>
          <p:cNvSpPr txBox="1"/>
          <p:nvPr/>
        </p:nvSpPr>
        <p:spPr>
          <a:xfrm>
            <a:off x="5563611" y="4214232"/>
            <a:ext cx="11753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main()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5071A0-EF99-47A7-6A1D-AE8280FEF740}"/>
              </a:ext>
            </a:extLst>
          </p:cNvPr>
          <p:cNvSpPr txBox="1"/>
          <p:nvPr/>
        </p:nvSpPr>
        <p:spPr>
          <a:xfrm>
            <a:off x="5751963" y="3740796"/>
            <a:ext cx="5870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06DD90-A30D-6509-E587-C79C71DA1CD4}"/>
              </a:ext>
            </a:extLst>
          </p:cNvPr>
          <p:cNvSpPr txBox="1"/>
          <p:nvPr/>
        </p:nvSpPr>
        <p:spPr>
          <a:xfrm>
            <a:off x="5746353" y="3267360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3E543F-6238-E16C-3EF6-0A80FE6ABD9F}"/>
              </a:ext>
            </a:extLst>
          </p:cNvPr>
          <p:cNvSpPr txBox="1"/>
          <p:nvPr/>
        </p:nvSpPr>
        <p:spPr>
          <a:xfrm>
            <a:off x="5752765" y="2793924"/>
            <a:ext cx="5854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c()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A87772-E9B6-F578-1239-01C39DE4561A}"/>
              </a:ext>
            </a:extLst>
          </p:cNvPr>
          <p:cNvSpPr txBox="1"/>
          <p:nvPr/>
        </p:nvSpPr>
        <p:spPr>
          <a:xfrm>
            <a:off x="5746353" y="2320488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d()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2FE4DE-AD04-C1BA-0B13-A61E90B3387F}"/>
              </a:ext>
            </a:extLst>
          </p:cNvPr>
          <p:cNvSpPr txBox="1"/>
          <p:nvPr/>
        </p:nvSpPr>
        <p:spPr>
          <a:xfrm>
            <a:off x="2543903" y="1690688"/>
            <a:ext cx="2575034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Suppose function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 </a:t>
            </a:r>
            <a:r>
              <a:rPr lang="en-US" dirty="0">
                <a:cs typeface="Consolas" panose="020B0609020204030204" pitchFamily="49" charset="0"/>
              </a:rPr>
              <a:t>throws an exception when the stack looks like this …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07CDD4C-16F4-F537-2804-88F78529F217}"/>
              </a:ext>
            </a:extLst>
          </p:cNvPr>
          <p:cNvCxnSpPr>
            <a:stCxn id="15" idx="3"/>
            <a:endCxn id="14" idx="1"/>
          </p:cNvCxnSpPr>
          <p:nvPr/>
        </p:nvCxnSpPr>
        <p:spPr>
          <a:xfrm>
            <a:off x="5118937" y="2290853"/>
            <a:ext cx="627416" cy="291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30512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C5834-B1E6-7952-03C3-A9C8F0FA6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57D44-60D4-E644-2D89-494C06CD3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BCCB72C-A3CF-98B1-755C-6C0D92301213}"/>
              </a:ext>
            </a:extLst>
          </p:cNvPr>
          <p:cNvGrpSpPr/>
          <p:nvPr/>
        </p:nvGrpSpPr>
        <p:grpSpPr>
          <a:xfrm>
            <a:off x="5199845" y="4882756"/>
            <a:ext cx="1792309" cy="539958"/>
            <a:chOff x="5055476" y="4635062"/>
            <a:chExt cx="1792309" cy="53995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6F4069C-9317-1B8F-62DC-A9478E2E5643}"/>
                </a:ext>
              </a:extLst>
            </p:cNvPr>
            <p:cNvSpPr txBox="1"/>
            <p:nvPr/>
          </p:nvSpPr>
          <p:spPr>
            <a:xfrm>
              <a:off x="5122954" y="4651800"/>
              <a:ext cx="17248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Call stack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1A86890-9147-6A83-37D3-96882860323E}"/>
                </a:ext>
              </a:extLst>
            </p:cNvPr>
            <p:cNvCxnSpPr/>
            <p:nvPr/>
          </p:nvCxnSpPr>
          <p:spPr>
            <a:xfrm>
              <a:off x="5055476" y="4635062"/>
              <a:ext cx="170267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371095F4-354D-4237-7DEA-D0F01B028FDE}"/>
              </a:ext>
            </a:extLst>
          </p:cNvPr>
          <p:cNvSpPr txBox="1"/>
          <p:nvPr/>
        </p:nvSpPr>
        <p:spPr>
          <a:xfrm>
            <a:off x="5563611" y="4214232"/>
            <a:ext cx="11753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main()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3845B3-8A5B-E2AC-0A03-0CC926216D81}"/>
              </a:ext>
            </a:extLst>
          </p:cNvPr>
          <p:cNvSpPr txBox="1"/>
          <p:nvPr/>
        </p:nvSpPr>
        <p:spPr>
          <a:xfrm>
            <a:off x="5751963" y="3740796"/>
            <a:ext cx="5870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83ECB1-CD68-2891-E0C7-2F2D97EC68B3}"/>
              </a:ext>
            </a:extLst>
          </p:cNvPr>
          <p:cNvSpPr txBox="1"/>
          <p:nvPr/>
        </p:nvSpPr>
        <p:spPr>
          <a:xfrm>
            <a:off x="5746353" y="3267360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82CF3E-9ABB-202B-23EE-9000E20A6770}"/>
              </a:ext>
            </a:extLst>
          </p:cNvPr>
          <p:cNvSpPr txBox="1"/>
          <p:nvPr/>
        </p:nvSpPr>
        <p:spPr>
          <a:xfrm>
            <a:off x="5752765" y="2793924"/>
            <a:ext cx="5854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c()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373DD90-FEFD-2D37-1E77-8BF753C995F2}"/>
              </a:ext>
            </a:extLst>
          </p:cNvPr>
          <p:cNvSpPr txBox="1"/>
          <p:nvPr/>
        </p:nvSpPr>
        <p:spPr>
          <a:xfrm>
            <a:off x="5746353" y="2320488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d()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B2A77E-6977-6AE4-029D-99B70405289A}"/>
              </a:ext>
            </a:extLst>
          </p:cNvPr>
          <p:cNvSpPr txBox="1"/>
          <p:nvPr/>
        </p:nvSpPr>
        <p:spPr>
          <a:xfrm>
            <a:off x="2543903" y="1690688"/>
            <a:ext cx="2575034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Suppose function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 </a:t>
            </a:r>
            <a:r>
              <a:rPr lang="en-US" dirty="0">
                <a:cs typeface="Consolas" panose="020B0609020204030204" pitchFamily="49" charset="0"/>
              </a:rPr>
              <a:t>throws an exception when the stack looks like this …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97C1F6A-5888-C618-4B58-E06FFAF58E63}"/>
              </a:ext>
            </a:extLst>
          </p:cNvPr>
          <p:cNvCxnSpPr>
            <a:stCxn id="15" idx="3"/>
            <a:endCxn id="14" idx="1"/>
          </p:cNvCxnSpPr>
          <p:nvPr/>
        </p:nvCxnSpPr>
        <p:spPr>
          <a:xfrm>
            <a:off x="5118937" y="2290853"/>
            <a:ext cx="627416" cy="291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0E2F8C0-F79B-B566-9838-1D580BADD2C0}"/>
              </a:ext>
            </a:extLst>
          </p:cNvPr>
          <p:cNvSpPr txBox="1"/>
          <p:nvPr/>
        </p:nvSpPr>
        <p:spPr>
          <a:xfrm>
            <a:off x="7510040" y="915248"/>
            <a:ext cx="2663973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If there’s a try/catch block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</a:t>
            </a:r>
            <a:r>
              <a:rPr lang="en-US" dirty="0">
                <a:cs typeface="Consolas" panose="020B0609020204030204" pitchFamily="49" charset="0"/>
              </a:rPr>
              <a:t> that catches the exception, then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</a:t>
            </a:r>
            <a:r>
              <a:rPr lang="en-US" dirty="0">
                <a:cs typeface="Consolas" panose="020B0609020204030204" pitchFamily="49" charset="0"/>
              </a:rPr>
              <a:t> continues as usual.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AA6D78C-7F8E-855D-87C1-14B656125609}"/>
              </a:ext>
            </a:extLst>
          </p:cNvPr>
          <p:cNvCxnSpPr>
            <a:cxnSpLocks/>
            <a:endCxn id="14" idx="3"/>
          </p:cNvCxnSpPr>
          <p:nvPr/>
        </p:nvCxnSpPr>
        <p:spPr>
          <a:xfrm flipH="1">
            <a:off x="6344594" y="2114340"/>
            <a:ext cx="1165446" cy="4677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37005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13FE5-E74F-8B22-6FD8-D5E9CE72F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FDB88-D3E4-2E2F-EC94-258FBFE24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AA289EC-40FA-A3B1-5664-D913AA845BE9}"/>
              </a:ext>
            </a:extLst>
          </p:cNvPr>
          <p:cNvGrpSpPr/>
          <p:nvPr/>
        </p:nvGrpSpPr>
        <p:grpSpPr>
          <a:xfrm>
            <a:off x="5199845" y="4882756"/>
            <a:ext cx="1792309" cy="539958"/>
            <a:chOff x="5055476" y="4635062"/>
            <a:chExt cx="1792309" cy="53995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3D0CF59-25C1-6882-B54B-CE174651FB44}"/>
                </a:ext>
              </a:extLst>
            </p:cNvPr>
            <p:cNvSpPr txBox="1"/>
            <p:nvPr/>
          </p:nvSpPr>
          <p:spPr>
            <a:xfrm>
              <a:off x="5122954" y="4651800"/>
              <a:ext cx="17248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Call stack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B5AB5BA-960E-DD43-5872-D1715A165D27}"/>
                </a:ext>
              </a:extLst>
            </p:cNvPr>
            <p:cNvCxnSpPr/>
            <p:nvPr/>
          </p:nvCxnSpPr>
          <p:spPr>
            <a:xfrm>
              <a:off x="5055476" y="4635062"/>
              <a:ext cx="170267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DCD4F51B-D30F-BE5A-9F7A-E1EA883B694D}"/>
              </a:ext>
            </a:extLst>
          </p:cNvPr>
          <p:cNvSpPr txBox="1"/>
          <p:nvPr/>
        </p:nvSpPr>
        <p:spPr>
          <a:xfrm>
            <a:off x="5563611" y="4214232"/>
            <a:ext cx="11753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main()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C462BD-B20A-2713-FE7C-CB77066E01C5}"/>
              </a:ext>
            </a:extLst>
          </p:cNvPr>
          <p:cNvSpPr txBox="1"/>
          <p:nvPr/>
        </p:nvSpPr>
        <p:spPr>
          <a:xfrm>
            <a:off x="5751963" y="3740796"/>
            <a:ext cx="5870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5BF426-5004-899E-68F0-6D7B79175181}"/>
              </a:ext>
            </a:extLst>
          </p:cNvPr>
          <p:cNvSpPr txBox="1"/>
          <p:nvPr/>
        </p:nvSpPr>
        <p:spPr>
          <a:xfrm>
            <a:off x="5746353" y="3267360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2698B7-215F-63F5-7B08-824E23639477}"/>
              </a:ext>
            </a:extLst>
          </p:cNvPr>
          <p:cNvSpPr txBox="1"/>
          <p:nvPr/>
        </p:nvSpPr>
        <p:spPr>
          <a:xfrm>
            <a:off x="5752765" y="2793924"/>
            <a:ext cx="5854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c()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679E37-F8F5-0A13-8757-331DB9898ECF}"/>
              </a:ext>
            </a:extLst>
          </p:cNvPr>
          <p:cNvSpPr txBox="1"/>
          <p:nvPr/>
        </p:nvSpPr>
        <p:spPr>
          <a:xfrm>
            <a:off x="5746353" y="2320488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d()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6AD5F1-8A22-8A81-2EA7-B24424BCDB26}"/>
              </a:ext>
            </a:extLst>
          </p:cNvPr>
          <p:cNvSpPr txBox="1"/>
          <p:nvPr/>
        </p:nvSpPr>
        <p:spPr>
          <a:xfrm>
            <a:off x="2543903" y="1690688"/>
            <a:ext cx="2575034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Suppose function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 </a:t>
            </a:r>
            <a:r>
              <a:rPr lang="en-US" dirty="0">
                <a:cs typeface="Consolas" panose="020B0609020204030204" pitchFamily="49" charset="0"/>
              </a:rPr>
              <a:t>throws an exception when the stack looks like this …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2C750E2-A7A3-BC23-1988-C6D232ADD3E8}"/>
              </a:ext>
            </a:extLst>
          </p:cNvPr>
          <p:cNvCxnSpPr>
            <a:stCxn id="15" idx="3"/>
            <a:endCxn id="14" idx="1"/>
          </p:cNvCxnSpPr>
          <p:nvPr/>
        </p:nvCxnSpPr>
        <p:spPr>
          <a:xfrm>
            <a:off x="5118937" y="2290853"/>
            <a:ext cx="627416" cy="291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FC9A874-BEB9-268A-2B46-84A1C648C597}"/>
              </a:ext>
            </a:extLst>
          </p:cNvPr>
          <p:cNvSpPr txBox="1"/>
          <p:nvPr/>
        </p:nvSpPr>
        <p:spPr>
          <a:xfrm>
            <a:off x="7312332" y="2402570"/>
            <a:ext cx="3252553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But if the exception is not caught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</a:t>
            </a:r>
            <a:r>
              <a:rPr lang="en-US" dirty="0">
                <a:cs typeface="Consolas" panose="020B0609020204030204" pitchFamily="49" charset="0"/>
              </a:rPr>
              <a:t>, it propagates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c()</a:t>
            </a:r>
            <a:r>
              <a:rPr lang="en-US" dirty="0">
                <a:cs typeface="Consolas" panose="020B0609020204030204" pitchFamily="49" charset="0"/>
              </a:rPr>
              <a:t>. Any destructors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</a:t>
            </a:r>
            <a:r>
              <a:rPr lang="en-US" dirty="0">
                <a:cs typeface="Consolas" panose="020B0609020204030204" pitchFamily="49" charset="0"/>
              </a:rPr>
              <a:t> are correctly called.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3F93B91E-E18A-83DF-81F7-C1BAAE61D9B4}"/>
              </a:ext>
            </a:extLst>
          </p:cNvPr>
          <p:cNvSpPr/>
          <p:nvPr/>
        </p:nvSpPr>
        <p:spPr>
          <a:xfrm>
            <a:off x="6411310" y="2638097"/>
            <a:ext cx="483485" cy="462455"/>
          </a:xfrm>
          <a:custGeom>
            <a:avLst/>
            <a:gdLst>
              <a:gd name="csX0" fmla="*/ 10511 w 483485"/>
              <a:gd name="csY0" fmla="*/ 0 h 462455"/>
              <a:gd name="csX1" fmla="*/ 483476 w 483485"/>
              <a:gd name="csY1" fmla="*/ 304800 h 462455"/>
              <a:gd name="csX2" fmla="*/ 0 w 483485"/>
              <a:gd name="csY2" fmla="*/ 462455 h 4624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3485" h="462455">
                <a:moveTo>
                  <a:pt x="10511" y="0"/>
                </a:moveTo>
                <a:cubicBezTo>
                  <a:pt x="247869" y="113862"/>
                  <a:pt x="485228" y="227724"/>
                  <a:pt x="483476" y="304800"/>
                </a:cubicBezTo>
                <a:cubicBezTo>
                  <a:pt x="481724" y="381876"/>
                  <a:pt x="240862" y="422165"/>
                  <a:pt x="0" y="462455"/>
                </a:cubicBezTo>
              </a:path>
            </a:pathLst>
          </a:custGeom>
          <a:noFill/>
          <a:ln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8031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4219A-8B3A-BE60-381A-6E7E8600E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AAA3C-734E-50B5-C429-ABBD713EC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FF4EBEC-F57F-C5B9-D195-E33B154BA55C}"/>
              </a:ext>
            </a:extLst>
          </p:cNvPr>
          <p:cNvGrpSpPr/>
          <p:nvPr/>
        </p:nvGrpSpPr>
        <p:grpSpPr>
          <a:xfrm>
            <a:off x="5199845" y="4882756"/>
            <a:ext cx="1792309" cy="539958"/>
            <a:chOff x="5055476" y="4635062"/>
            <a:chExt cx="1792309" cy="53995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AFCD346-F837-9AA9-9D11-4967C97C3EDC}"/>
                </a:ext>
              </a:extLst>
            </p:cNvPr>
            <p:cNvSpPr txBox="1"/>
            <p:nvPr/>
          </p:nvSpPr>
          <p:spPr>
            <a:xfrm>
              <a:off x="5122954" y="4651800"/>
              <a:ext cx="17248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Call stack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9AFD20C-28BA-E062-0E0F-B581B48A008E}"/>
                </a:ext>
              </a:extLst>
            </p:cNvPr>
            <p:cNvCxnSpPr/>
            <p:nvPr/>
          </p:nvCxnSpPr>
          <p:spPr>
            <a:xfrm>
              <a:off x="5055476" y="4635062"/>
              <a:ext cx="170267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86922894-8F9D-5A52-76EA-31CB3DF3AE35}"/>
              </a:ext>
            </a:extLst>
          </p:cNvPr>
          <p:cNvSpPr txBox="1"/>
          <p:nvPr/>
        </p:nvSpPr>
        <p:spPr>
          <a:xfrm>
            <a:off x="5563611" y="4214232"/>
            <a:ext cx="11753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main()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3F62D7-D1FA-9F58-40A6-0F6662222F67}"/>
              </a:ext>
            </a:extLst>
          </p:cNvPr>
          <p:cNvSpPr txBox="1"/>
          <p:nvPr/>
        </p:nvSpPr>
        <p:spPr>
          <a:xfrm>
            <a:off x="5751963" y="3740796"/>
            <a:ext cx="5870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186DA0-2890-A343-1285-869F3248F41C}"/>
              </a:ext>
            </a:extLst>
          </p:cNvPr>
          <p:cNvSpPr txBox="1"/>
          <p:nvPr/>
        </p:nvSpPr>
        <p:spPr>
          <a:xfrm>
            <a:off x="5746353" y="3267360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FEF193-D7EF-8409-24A4-B0F0ED9F5905}"/>
              </a:ext>
            </a:extLst>
          </p:cNvPr>
          <p:cNvSpPr txBox="1"/>
          <p:nvPr/>
        </p:nvSpPr>
        <p:spPr>
          <a:xfrm>
            <a:off x="5752765" y="2793924"/>
            <a:ext cx="5854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c()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B3FC06-D16A-720A-2307-9EA8D8C5E942}"/>
              </a:ext>
            </a:extLst>
          </p:cNvPr>
          <p:cNvSpPr txBox="1"/>
          <p:nvPr/>
        </p:nvSpPr>
        <p:spPr>
          <a:xfrm>
            <a:off x="5746353" y="2320488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d()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721E0A-D535-B634-D127-D4FD27A340C0}"/>
              </a:ext>
            </a:extLst>
          </p:cNvPr>
          <p:cNvSpPr txBox="1"/>
          <p:nvPr/>
        </p:nvSpPr>
        <p:spPr>
          <a:xfrm>
            <a:off x="7280801" y="2605640"/>
            <a:ext cx="3252553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After the exception leaves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</a:t>
            </a:r>
            <a:r>
              <a:rPr lang="en-US" dirty="0">
                <a:cs typeface="Consolas" panose="020B0609020204030204" pitchFamily="49" charset="0"/>
              </a:rPr>
              <a:t>,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</a:t>
            </a:r>
            <a:r>
              <a:rPr lang="en-US" dirty="0">
                <a:cs typeface="Consolas" panose="020B0609020204030204" pitchFamily="49" charset="0"/>
              </a:rPr>
              <a:t> is pop from the stack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c()</a:t>
            </a:r>
            <a:r>
              <a:rPr lang="en-US" dirty="0">
                <a:cs typeface="Consolas" panose="020B0609020204030204" pitchFamily="49" charset="0"/>
              </a:rPr>
              <a:t> has the chance to catch it.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257EF72-815C-953C-D423-8004E28F1B82}"/>
              </a:ext>
            </a:extLst>
          </p:cNvPr>
          <p:cNvGrpSpPr/>
          <p:nvPr/>
        </p:nvGrpSpPr>
        <p:grpSpPr>
          <a:xfrm>
            <a:off x="5563611" y="2439320"/>
            <a:ext cx="903890" cy="281952"/>
            <a:chOff x="2385848" y="2511972"/>
            <a:chExt cx="903890" cy="2819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5DFF8A8-15D2-DE2A-8B6F-ABA836C6DF35}"/>
                </a:ext>
              </a:extLst>
            </p:cNvPr>
            <p:cNvCxnSpPr/>
            <p:nvPr/>
          </p:nvCxnSpPr>
          <p:spPr>
            <a:xfrm flipV="1">
              <a:off x="2385848" y="2511972"/>
              <a:ext cx="903890" cy="28195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C6BD7C3-1E0D-A1C6-6E8A-8A7963D0CFF1}"/>
                </a:ext>
              </a:extLst>
            </p:cNvPr>
            <p:cNvCxnSpPr>
              <a:cxnSpLocks/>
            </p:cNvCxnSpPr>
            <p:nvPr/>
          </p:nvCxnSpPr>
          <p:spPr>
            <a:xfrm>
              <a:off x="2385848" y="2511972"/>
              <a:ext cx="903890" cy="28195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E201D48-21CA-59D0-6B98-8D858EE9CF85}"/>
              </a:ext>
            </a:extLst>
          </p:cNvPr>
          <p:cNvCxnSpPr>
            <a:stCxn id="18" idx="1"/>
            <a:endCxn id="13" idx="3"/>
          </p:cNvCxnSpPr>
          <p:nvPr/>
        </p:nvCxnSpPr>
        <p:spPr>
          <a:xfrm flipH="1" flipV="1">
            <a:off x="6338182" y="3055534"/>
            <a:ext cx="942619" cy="117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57129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96206-0D86-E872-ECFA-FAC153C20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7170C-9AFD-A637-C968-5A6F4F983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5DF4C49-5010-75D4-9C9A-FC2EA79CBA5C}"/>
              </a:ext>
            </a:extLst>
          </p:cNvPr>
          <p:cNvGrpSpPr/>
          <p:nvPr/>
        </p:nvGrpSpPr>
        <p:grpSpPr>
          <a:xfrm>
            <a:off x="5199845" y="4882756"/>
            <a:ext cx="1792309" cy="539958"/>
            <a:chOff x="5055476" y="4635062"/>
            <a:chExt cx="1792309" cy="53995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021E430-C792-89F2-BE22-1B584AA1B020}"/>
                </a:ext>
              </a:extLst>
            </p:cNvPr>
            <p:cNvSpPr txBox="1"/>
            <p:nvPr/>
          </p:nvSpPr>
          <p:spPr>
            <a:xfrm>
              <a:off x="5122954" y="4651800"/>
              <a:ext cx="17248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Call stack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48FAF7A-6F49-F552-580C-409E89B91965}"/>
                </a:ext>
              </a:extLst>
            </p:cNvPr>
            <p:cNvCxnSpPr/>
            <p:nvPr/>
          </p:nvCxnSpPr>
          <p:spPr>
            <a:xfrm>
              <a:off x="5055476" y="4635062"/>
              <a:ext cx="170267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9BDFB163-149A-9593-8AE3-B24B19C501BF}"/>
              </a:ext>
            </a:extLst>
          </p:cNvPr>
          <p:cNvSpPr txBox="1"/>
          <p:nvPr/>
        </p:nvSpPr>
        <p:spPr>
          <a:xfrm>
            <a:off x="5563611" y="4214232"/>
            <a:ext cx="11753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main()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8E5B8A-B05E-9726-BD06-ECCE4F4E5843}"/>
              </a:ext>
            </a:extLst>
          </p:cNvPr>
          <p:cNvSpPr txBox="1"/>
          <p:nvPr/>
        </p:nvSpPr>
        <p:spPr>
          <a:xfrm>
            <a:off x="5751963" y="3740796"/>
            <a:ext cx="5870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509CDB-BF61-1F50-8AD3-178436B29412}"/>
              </a:ext>
            </a:extLst>
          </p:cNvPr>
          <p:cNvSpPr txBox="1"/>
          <p:nvPr/>
        </p:nvSpPr>
        <p:spPr>
          <a:xfrm>
            <a:off x="5746353" y="3267360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20875A-CC40-5AF5-1BE9-765D37A23AF8}"/>
              </a:ext>
            </a:extLst>
          </p:cNvPr>
          <p:cNvSpPr txBox="1"/>
          <p:nvPr/>
        </p:nvSpPr>
        <p:spPr>
          <a:xfrm>
            <a:off x="5752765" y="2793924"/>
            <a:ext cx="5854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c()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B0DE62-3559-77CE-A840-B0DD5AA6D8E8}"/>
              </a:ext>
            </a:extLst>
          </p:cNvPr>
          <p:cNvSpPr txBox="1"/>
          <p:nvPr/>
        </p:nvSpPr>
        <p:spPr>
          <a:xfrm>
            <a:off x="7364883" y="2067031"/>
            <a:ext cx="3252553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If no try/catch block in any of the functions catches the exception, it propagates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US" dirty="0">
                <a:cs typeface="Consolas" panose="020B0609020204030204" pitchFamily="49" charset="0"/>
              </a:rPr>
              <a:t> and crashes the program.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AF1C81F4-1BCE-67A3-A84B-EBC6B3CB3A6F}"/>
              </a:ext>
            </a:extLst>
          </p:cNvPr>
          <p:cNvSpPr/>
          <p:nvPr/>
        </p:nvSpPr>
        <p:spPr>
          <a:xfrm>
            <a:off x="6351006" y="3055809"/>
            <a:ext cx="483485" cy="462455"/>
          </a:xfrm>
          <a:custGeom>
            <a:avLst/>
            <a:gdLst>
              <a:gd name="csX0" fmla="*/ 10511 w 483485"/>
              <a:gd name="csY0" fmla="*/ 0 h 462455"/>
              <a:gd name="csX1" fmla="*/ 483476 w 483485"/>
              <a:gd name="csY1" fmla="*/ 304800 h 462455"/>
              <a:gd name="csX2" fmla="*/ 0 w 483485"/>
              <a:gd name="csY2" fmla="*/ 462455 h 4624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3485" h="462455">
                <a:moveTo>
                  <a:pt x="10511" y="0"/>
                </a:moveTo>
                <a:cubicBezTo>
                  <a:pt x="247869" y="113862"/>
                  <a:pt x="485228" y="227724"/>
                  <a:pt x="483476" y="304800"/>
                </a:cubicBezTo>
                <a:cubicBezTo>
                  <a:pt x="481724" y="381876"/>
                  <a:pt x="240862" y="422165"/>
                  <a:pt x="0" y="462455"/>
                </a:cubicBezTo>
              </a:path>
            </a:pathLst>
          </a:custGeom>
          <a:noFill/>
          <a:ln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A82883C9-24A9-8A1B-4184-F1D3DC52C7C2}"/>
              </a:ext>
            </a:extLst>
          </p:cNvPr>
          <p:cNvSpPr/>
          <p:nvPr/>
        </p:nvSpPr>
        <p:spPr>
          <a:xfrm>
            <a:off x="6351006" y="3606473"/>
            <a:ext cx="483485" cy="462455"/>
          </a:xfrm>
          <a:custGeom>
            <a:avLst/>
            <a:gdLst>
              <a:gd name="csX0" fmla="*/ 10511 w 483485"/>
              <a:gd name="csY0" fmla="*/ 0 h 462455"/>
              <a:gd name="csX1" fmla="*/ 483476 w 483485"/>
              <a:gd name="csY1" fmla="*/ 304800 h 462455"/>
              <a:gd name="csX2" fmla="*/ 0 w 483485"/>
              <a:gd name="csY2" fmla="*/ 462455 h 4624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3485" h="462455">
                <a:moveTo>
                  <a:pt x="10511" y="0"/>
                </a:moveTo>
                <a:cubicBezTo>
                  <a:pt x="247869" y="113862"/>
                  <a:pt x="485228" y="227724"/>
                  <a:pt x="483476" y="304800"/>
                </a:cubicBezTo>
                <a:cubicBezTo>
                  <a:pt x="481724" y="381876"/>
                  <a:pt x="240862" y="422165"/>
                  <a:pt x="0" y="462455"/>
                </a:cubicBezTo>
              </a:path>
            </a:pathLst>
          </a:custGeom>
          <a:noFill/>
          <a:ln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2BFA6F96-5502-4BF3-AE79-BEDFF3A57504}"/>
              </a:ext>
            </a:extLst>
          </p:cNvPr>
          <p:cNvSpPr/>
          <p:nvPr/>
        </p:nvSpPr>
        <p:spPr>
          <a:xfrm>
            <a:off x="6411310" y="4172607"/>
            <a:ext cx="680364" cy="346841"/>
          </a:xfrm>
          <a:custGeom>
            <a:avLst/>
            <a:gdLst>
              <a:gd name="csX0" fmla="*/ 0 w 680364"/>
              <a:gd name="csY0" fmla="*/ 0 h 346841"/>
              <a:gd name="csX1" fmla="*/ 672662 w 680364"/>
              <a:gd name="csY1" fmla="*/ 220717 h 346841"/>
              <a:gd name="csX2" fmla="*/ 304800 w 680364"/>
              <a:gd name="csY2" fmla="*/ 346841 h 3468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80364" h="346841">
                <a:moveTo>
                  <a:pt x="0" y="0"/>
                </a:moveTo>
                <a:cubicBezTo>
                  <a:pt x="310931" y="81455"/>
                  <a:pt x="621862" y="162910"/>
                  <a:pt x="672662" y="220717"/>
                </a:cubicBezTo>
                <a:cubicBezTo>
                  <a:pt x="723462" y="278524"/>
                  <a:pt x="514131" y="312682"/>
                  <a:pt x="304800" y="346841"/>
                </a:cubicBezTo>
              </a:path>
            </a:pathLst>
          </a:custGeom>
          <a:noFill/>
          <a:ln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C484F1E2-09DB-BDC9-AB8F-2EA17D21F1CE}"/>
              </a:ext>
            </a:extLst>
          </p:cNvPr>
          <p:cNvSpPr/>
          <p:nvPr/>
        </p:nvSpPr>
        <p:spPr>
          <a:xfrm>
            <a:off x="6771503" y="4609070"/>
            <a:ext cx="758101" cy="766119"/>
          </a:xfrm>
          <a:custGeom>
            <a:avLst/>
            <a:gdLst>
              <a:gd name="csX0" fmla="*/ 0 w 758101"/>
              <a:gd name="csY0" fmla="*/ 0 h 766119"/>
              <a:gd name="csX1" fmla="*/ 729048 w 758101"/>
              <a:gd name="csY1" fmla="*/ 234779 h 766119"/>
              <a:gd name="csX2" fmla="*/ 543697 w 758101"/>
              <a:gd name="csY2" fmla="*/ 766119 h 7661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58101" h="766119">
                <a:moveTo>
                  <a:pt x="0" y="0"/>
                </a:moveTo>
                <a:cubicBezTo>
                  <a:pt x="319216" y="53546"/>
                  <a:pt x="638432" y="107093"/>
                  <a:pt x="729048" y="234779"/>
                </a:cubicBezTo>
                <a:cubicBezTo>
                  <a:pt x="819664" y="362465"/>
                  <a:pt x="681680" y="564292"/>
                  <a:pt x="543697" y="766119"/>
                </a:cubicBezTo>
              </a:path>
            </a:pathLst>
          </a:custGeom>
          <a:noFill/>
          <a:ln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486A5A-BAC8-B4F4-CB82-D6891BC4E4DC}"/>
              </a:ext>
            </a:extLst>
          </p:cNvPr>
          <p:cNvSpPr txBox="1"/>
          <p:nvPr/>
        </p:nvSpPr>
        <p:spPr>
          <a:xfrm>
            <a:off x="6834491" y="5439451"/>
            <a:ext cx="84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Crash!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F1A72B4-64FE-1CE7-57D2-CD3E4D789187}"/>
              </a:ext>
            </a:extLst>
          </p:cNvPr>
          <p:cNvSpPr txBox="1"/>
          <p:nvPr/>
        </p:nvSpPr>
        <p:spPr>
          <a:xfrm>
            <a:off x="8310592" y="3712303"/>
            <a:ext cx="238894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Destructors are correctly called as the exception propagates.</a:t>
            </a:r>
          </a:p>
        </p:txBody>
      </p:sp>
    </p:spTree>
    <p:extLst>
      <p:ext uri="{BB962C8B-B14F-4D97-AF65-F5344CB8AC3E}">
        <p14:creationId xmlns:p14="http://schemas.microsoft.com/office/powerpoint/2010/main" val="8845252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3C949-08F2-82CE-79A3-68DEB0094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6C4C09-85D7-6F52-CB93-339DBA77B8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exception_demo.cpp</a:t>
            </a:r>
            <a:r>
              <a:rPr lang="en-US" dirty="0"/>
              <a:t> in the notes for examples …</a:t>
            </a:r>
          </a:p>
        </p:txBody>
      </p:sp>
    </p:spTree>
    <p:extLst>
      <p:ext uri="{BB962C8B-B14F-4D97-AF65-F5344CB8AC3E}">
        <p14:creationId xmlns:p14="http://schemas.microsoft.com/office/powerpoint/2010/main" val="17874698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7A48D-1F32-1EB2-F5EA-FAF078466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8498F-39FA-FB81-9A18-DBFB7CE036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Exceptions</a:t>
            </a:r>
            <a:r>
              <a:rPr lang="en-US" dirty="0"/>
              <a:t> are objects that represent serious errors</a:t>
            </a:r>
          </a:p>
          <a:p>
            <a:r>
              <a:rPr lang="en-US" dirty="0"/>
              <a:t>They are created with </a:t>
            </a:r>
            <a:r>
              <a:rPr lang="en-US" b="1" dirty="0"/>
              <a:t>throw</a:t>
            </a:r>
          </a:p>
          <a:p>
            <a:r>
              <a:rPr lang="en-US" dirty="0"/>
              <a:t>You can handle them with a </a:t>
            </a:r>
            <a:r>
              <a:rPr lang="en-US" b="1" dirty="0"/>
              <a:t>try/catch block</a:t>
            </a:r>
          </a:p>
          <a:p>
            <a:r>
              <a:rPr lang="en-US" dirty="0"/>
              <a:t>An </a:t>
            </a:r>
            <a:r>
              <a:rPr lang="en-US" b="1" dirty="0"/>
              <a:t>uncaught exception </a:t>
            </a:r>
            <a:r>
              <a:rPr lang="en-US" dirty="0"/>
              <a:t>propagates through all the functions on the call stack, and if none catch it it will crash the program</a:t>
            </a:r>
          </a:p>
          <a:p>
            <a:r>
              <a:rPr lang="en-US" dirty="0"/>
              <a:t>Object </a:t>
            </a:r>
            <a:r>
              <a:rPr lang="en-US" b="1" dirty="0"/>
              <a:t>destructors</a:t>
            </a:r>
            <a:r>
              <a:rPr lang="en-US" dirty="0"/>
              <a:t> are called correctly with exceptions</a:t>
            </a:r>
          </a:p>
          <a:p>
            <a:pPr lvl="1"/>
            <a:r>
              <a:rPr lang="en-US" dirty="0"/>
              <a:t>Use </a:t>
            </a:r>
            <a:r>
              <a:rPr lang="en-US" b="1" dirty="0"/>
              <a:t>RAII</a:t>
            </a:r>
            <a:r>
              <a:rPr lang="en-US" dirty="0"/>
              <a:t> to avoid memory leaks and related errors</a:t>
            </a:r>
          </a:p>
          <a:p>
            <a:pPr lvl="1"/>
            <a:r>
              <a:rPr lang="en-US" dirty="0"/>
              <a:t>Another approach is to use C++’s </a:t>
            </a:r>
            <a:r>
              <a:rPr lang="en-US" b="1" dirty="0"/>
              <a:t>smart pointers </a:t>
            </a:r>
            <a:r>
              <a:rPr lang="en-US" dirty="0"/>
              <a:t>(we won’t cover those)</a:t>
            </a:r>
          </a:p>
        </p:txBody>
      </p:sp>
    </p:spTree>
    <p:extLst>
      <p:ext uri="{BB962C8B-B14F-4D97-AF65-F5344CB8AC3E}">
        <p14:creationId xmlns:p14="http://schemas.microsoft.com/office/powerpoint/2010/main" val="9029081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1413</Words>
  <Application>Microsoft Macintosh PowerPoint</Application>
  <PresentationFormat>Widescreen</PresentationFormat>
  <Paragraphs>197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Consolas</vt:lpstr>
      <vt:lpstr>Office Theme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2026-02-12T18:13:11Z</dcterms:created>
  <dcterms:modified xsi:type="dcterms:W3CDTF">2026-02-12T20:49:17Z</dcterms:modified>
</cp:coreProperties>
</file>