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4" r:id="rId8"/>
    <p:sldId id="275" r:id="rId9"/>
    <p:sldId id="279" r:id="rId10"/>
    <p:sldId id="276" r:id="rId11"/>
    <p:sldId id="277" r:id="rId12"/>
    <p:sldId id="278" r:id="rId13"/>
    <p:sldId id="265" r:id="rId14"/>
    <p:sldId id="266" r:id="rId15"/>
    <p:sldId id="267" r:id="rId16"/>
    <p:sldId id="268" r:id="rId17"/>
    <p:sldId id="270" r:id="rId18"/>
    <p:sldId id="271" r:id="rId19"/>
    <p:sldId id="272" r:id="rId20"/>
    <p:sldId id="273" r:id="rId21"/>
    <p:sldId id="274" r:id="rId22"/>
    <p:sldId id="258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1" r:id="rId34"/>
    <p:sldId id="292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E7B8F5F-0E4D-0446-A6DE-330DBBB47211}">
          <p14:sldIdLst>
            <p14:sldId id="256"/>
            <p14:sldId id="257"/>
            <p14:sldId id="259"/>
            <p14:sldId id="260"/>
            <p14:sldId id="261"/>
            <p14:sldId id="263"/>
            <p14:sldId id="264"/>
          </p14:sldIdLst>
        </p14:section>
        <p14:section name="Exception propagation" id="{57BB12AD-9DCD-4445-9BD4-FAD0F07AD4BF}">
          <p14:sldIdLst>
            <p14:sldId id="275"/>
            <p14:sldId id="279"/>
            <p14:sldId id="276"/>
            <p14:sldId id="277"/>
            <p14:sldId id="278"/>
          </p14:sldIdLst>
        </p14:section>
        <p14:section name="Catching different kinds of exceptions" id="{3F505F37-87F4-BD4F-B045-0C26196224AF}">
          <p14:sldIdLst>
            <p14:sldId id="265"/>
            <p14:sldId id="266"/>
            <p14:sldId id="267"/>
          </p14:sldIdLst>
        </p14:section>
        <p14:section name="RAII" id="{C5CE1B90-4BFB-B741-AC42-BBF1A0355B43}">
          <p14:sldIdLst>
            <p14:sldId id="268"/>
            <p14:sldId id="270"/>
            <p14:sldId id="271"/>
            <p14:sldId id="272"/>
            <p14:sldId id="273"/>
            <p14:sldId id="274"/>
            <p14:sldId id="258"/>
          </p14:sldIdLst>
        </p14:section>
        <p14:section name="Separate Compilation" id="{45570C37-8D1D-1F43-B25A-506D0DE562E4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07C9E3-5D4D-2047-AC1A-48E103CA2CF4}" v="45" dt="2026-02-23T01:13:28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7F9681A8-EEE2-56F4-9B39-ECCBEE0471AC}"/>
    <pc:docChg chg="undo custSel addSld delSld modSld sldOrd addSection modSection">
      <pc:chgData name="Toby Donaldson" userId="2e6e5431-bb17-4c41-9985-d39c50d83c73" providerId="ADAL" clId="{7F9681A8-EEE2-56F4-9B39-ECCBEE0471AC}" dt="2026-02-23T03:54:48.605" v="5053" actId="27636"/>
      <pc:docMkLst>
        <pc:docMk/>
      </pc:docMkLst>
      <pc:sldChg chg="modSp mod">
        <pc:chgData name="Toby Donaldson" userId="2e6e5431-bb17-4c41-9985-d39c50d83c73" providerId="ADAL" clId="{7F9681A8-EEE2-56F4-9B39-ECCBEE0471AC}" dt="2026-02-23T00:25:59.787" v="884" actId="20577"/>
        <pc:sldMkLst>
          <pc:docMk/>
          <pc:sldMk cId="2472228800" sldId="257"/>
        </pc:sldMkLst>
        <pc:spChg chg="mod">
          <ac:chgData name="Toby Donaldson" userId="2e6e5431-bb17-4c41-9985-d39c50d83c73" providerId="ADAL" clId="{7F9681A8-EEE2-56F4-9B39-ECCBEE0471AC}" dt="2026-02-23T00:25:59.787" v="884" actId="20577"/>
          <ac:spMkLst>
            <pc:docMk/>
            <pc:sldMk cId="2472228800" sldId="257"/>
            <ac:spMk id="3" creationId="{6FEA659D-6A10-B68E-6A45-05BF8A39C758}"/>
          </ac:spMkLst>
        </pc:spChg>
      </pc:sldChg>
      <pc:sldChg chg="addSp modSp mod">
        <pc:chgData name="Toby Donaldson" userId="2e6e5431-bb17-4c41-9985-d39c50d83c73" providerId="ADAL" clId="{7F9681A8-EEE2-56F4-9B39-ECCBEE0471AC}" dt="2026-02-23T00:28:00.600" v="962" actId="14100"/>
        <pc:sldMkLst>
          <pc:docMk/>
          <pc:sldMk cId="586440292" sldId="259"/>
        </pc:sldMkLst>
        <pc:spChg chg="mod">
          <ac:chgData name="Toby Donaldson" userId="2e6e5431-bb17-4c41-9985-d39c50d83c73" providerId="ADAL" clId="{7F9681A8-EEE2-56F4-9B39-ECCBEE0471AC}" dt="2026-02-23T00:27:06.265" v="954" actId="113"/>
          <ac:spMkLst>
            <pc:docMk/>
            <pc:sldMk cId="586440292" sldId="259"/>
            <ac:spMk id="3" creationId="{FEF84FF9-02FE-27B7-60B6-2E7D425400D5}"/>
          </ac:spMkLst>
        </pc:spChg>
        <pc:spChg chg="mod">
          <ac:chgData name="Toby Donaldson" userId="2e6e5431-bb17-4c41-9985-d39c50d83c73" providerId="ADAL" clId="{7F9681A8-EEE2-56F4-9B39-ECCBEE0471AC}" dt="2026-02-23T00:28:00.600" v="962" actId="14100"/>
          <ac:spMkLst>
            <pc:docMk/>
            <pc:sldMk cId="586440292" sldId="259"/>
            <ac:spMk id="4" creationId="{40B8B000-DDAC-1F47-F430-529290A3E926}"/>
          </ac:spMkLst>
        </pc:spChg>
      </pc:sldChg>
      <pc:sldChg chg="modSp mod">
        <pc:chgData name="Toby Donaldson" userId="2e6e5431-bb17-4c41-9985-d39c50d83c73" providerId="ADAL" clId="{7F9681A8-EEE2-56F4-9B39-ECCBEE0471AC}" dt="2026-02-23T00:29:15.452" v="964" actId="20577"/>
        <pc:sldMkLst>
          <pc:docMk/>
          <pc:sldMk cId="1338973811" sldId="265"/>
        </pc:sldMkLst>
        <pc:spChg chg="mod">
          <ac:chgData name="Toby Donaldson" userId="2e6e5431-bb17-4c41-9985-d39c50d83c73" providerId="ADAL" clId="{7F9681A8-EEE2-56F4-9B39-ECCBEE0471AC}" dt="2026-02-23T00:29:15.452" v="964" actId="20577"/>
          <ac:spMkLst>
            <pc:docMk/>
            <pc:sldMk cId="1338973811" sldId="265"/>
            <ac:spMk id="4" creationId="{7D83F33A-337F-9984-7D56-25725B4DB2A4}"/>
          </ac:spMkLst>
        </pc:spChg>
      </pc:sldChg>
      <pc:sldChg chg="modSp mod">
        <pc:chgData name="Toby Donaldson" userId="2e6e5431-bb17-4c41-9985-d39c50d83c73" providerId="ADAL" clId="{7F9681A8-EEE2-56F4-9B39-ECCBEE0471AC}" dt="2026-02-23T00:29:45.477" v="966" actId="20577"/>
        <pc:sldMkLst>
          <pc:docMk/>
          <pc:sldMk cId="856552977" sldId="268"/>
        </pc:sldMkLst>
        <pc:spChg chg="mod">
          <ac:chgData name="Toby Donaldson" userId="2e6e5431-bb17-4c41-9985-d39c50d83c73" providerId="ADAL" clId="{7F9681A8-EEE2-56F4-9B39-ECCBEE0471AC}" dt="2026-02-23T00:29:45.477" v="966" actId="20577"/>
          <ac:spMkLst>
            <pc:docMk/>
            <pc:sldMk cId="856552977" sldId="268"/>
            <ac:spMk id="4" creationId="{C2273F9D-7EBF-A771-B826-FAC9BC8D1973}"/>
          </ac:spMkLst>
        </pc:spChg>
      </pc:sldChg>
      <pc:sldChg chg="modSp mod">
        <pc:chgData name="Toby Donaldson" userId="2e6e5431-bb17-4c41-9985-d39c50d83c73" providerId="ADAL" clId="{7F9681A8-EEE2-56F4-9B39-ECCBEE0471AC}" dt="2026-02-23T00:30:21.274" v="975" actId="20577"/>
        <pc:sldMkLst>
          <pc:docMk/>
          <pc:sldMk cId="3146815153" sldId="271"/>
        </pc:sldMkLst>
        <pc:spChg chg="mod">
          <ac:chgData name="Toby Donaldson" userId="2e6e5431-bb17-4c41-9985-d39c50d83c73" providerId="ADAL" clId="{7F9681A8-EEE2-56F4-9B39-ECCBEE0471AC}" dt="2026-02-23T00:30:21.274" v="975" actId="20577"/>
          <ac:spMkLst>
            <pc:docMk/>
            <pc:sldMk cId="3146815153" sldId="271"/>
            <ac:spMk id="5" creationId="{A28A9C6B-583B-C8C4-2AFB-69629DB57A74}"/>
          </ac:spMkLst>
        </pc:spChg>
      </pc:sldChg>
      <pc:sldChg chg="addSp delSp modSp mod">
        <pc:chgData name="Toby Donaldson" userId="2e6e5431-bb17-4c41-9985-d39c50d83c73" providerId="ADAL" clId="{7F9681A8-EEE2-56F4-9B39-ECCBEE0471AC}" dt="2026-02-23T00:32:46.046" v="999" actId="5793"/>
        <pc:sldMkLst>
          <pc:docMk/>
          <pc:sldMk cId="3296879141" sldId="272"/>
        </pc:sldMkLst>
        <pc:spChg chg="del mod">
          <ac:chgData name="Toby Donaldson" userId="2e6e5431-bb17-4c41-9985-d39c50d83c73" providerId="ADAL" clId="{7F9681A8-EEE2-56F4-9B39-ECCBEE0471AC}" dt="2026-02-23T00:31:13.858" v="981" actId="21"/>
          <ac:spMkLst>
            <pc:docMk/>
            <pc:sldMk cId="3296879141" sldId="272"/>
            <ac:spMk id="4" creationId="{65E79FF3-A28C-FED1-A853-C512D70A5BD9}"/>
          </ac:spMkLst>
        </pc:spChg>
        <pc:spChg chg="add mod">
          <ac:chgData name="Toby Donaldson" userId="2e6e5431-bb17-4c41-9985-d39c50d83c73" providerId="ADAL" clId="{7F9681A8-EEE2-56F4-9B39-ECCBEE0471AC}" dt="2026-02-23T00:31:30.266" v="982"/>
          <ac:spMkLst>
            <pc:docMk/>
            <pc:sldMk cId="3296879141" sldId="272"/>
            <ac:spMk id="5" creationId="{2BFC0038-FCCB-40C9-11C3-2DB574C74EC0}"/>
          </ac:spMkLst>
        </pc:spChg>
        <pc:spChg chg="mod">
          <ac:chgData name="Toby Donaldson" userId="2e6e5431-bb17-4c41-9985-d39c50d83c73" providerId="ADAL" clId="{7F9681A8-EEE2-56F4-9B39-ECCBEE0471AC}" dt="2026-02-23T00:32:46.046" v="999" actId="5793"/>
          <ac:spMkLst>
            <pc:docMk/>
            <pc:sldMk cId="3296879141" sldId="272"/>
            <ac:spMk id="6" creationId="{891AEA65-760E-12AB-77BA-BB658646F1BE}"/>
          </ac:spMkLst>
        </pc:spChg>
      </pc:sldChg>
      <pc:sldChg chg="addSp delSp modSp mod">
        <pc:chgData name="Toby Donaldson" userId="2e6e5431-bb17-4c41-9985-d39c50d83c73" providerId="ADAL" clId="{7F9681A8-EEE2-56F4-9B39-ECCBEE0471AC}" dt="2026-02-23T00:32:55.022" v="1011" actId="5793"/>
        <pc:sldMkLst>
          <pc:docMk/>
          <pc:sldMk cId="4146330364" sldId="273"/>
        </pc:sldMkLst>
        <pc:spChg chg="del">
          <ac:chgData name="Toby Donaldson" userId="2e6e5431-bb17-4c41-9985-d39c50d83c73" providerId="ADAL" clId="{7F9681A8-EEE2-56F4-9B39-ECCBEE0471AC}" dt="2026-02-23T00:30:59.710" v="979" actId="21"/>
          <ac:spMkLst>
            <pc:docMk/>
            <pc:sldMk cId="4146330364" sldId="273"/>
            <ac:spMk id="4" creationId="{C6129FDC-BF73-1BED-1420-18C7F90938BA}"/>
          </ac:spMkLst>
        </pc:spChg>
        <pc:spChg chg="mod">
          <ac:chgData name="Toby Donaldson" userId="2e6e5431-bb17-4c41-9985-d39c50d83c73" providerId="ADAL" clId="{7F9681A8-EEE2-56F4-9B39-ECCBEE0471AC}" dt="2026-02-23T00:32:13.533" v="987" actId="113"/>
          <ac:spMkLst>
            <pc:docMk/>
            <pc:sldMk cId="4146330364" sldId="273"/>
            <ac:spMk id="5" creationId="{3B548E9E-8E6E-529A-EAEA-0D07E42C7E6D}"/>
          </ac:spMkLst>
        </pc:spChg>
        <pc:spChg chg="mod">
          <ac:chgData name="Toby Donaldson" userId="2e6e5431-bb17-4c41-9985-d39c50d83c73" providerId="ADAL" clId="{7F9681A8-EEE2-56F4-9B39-ECCBEE0471AC}" dt="2026-02-23T00:32:55.022" v="1011" actId="5793"/>
          <ac:spMkLst>
            <pc:docMk/>
            <pc:sldMk cId="4146330364" sldId="273"/>
            <ac:spMk id="6" creationId="{769E5653-CF5F-320F-56FF-88DF92FD284D}"/>
          </ac:spMkLst>
        </pc:spChg>
        <pc:spChg chg="add mod">
          <ac:chgData name="Toby Donaldson" userId="2e6e5431-bb17-4c41-9985-d39c50d83c73" providerId="ADAL" clId="{7F9681A8-EEE2-56F4-9B39-ECCBEE0471AC}" dt="2026-02-23T00:31:03.800" v="980" actId="1076"/>
          <ac:spMkLst>
            <pc:docMk/>
            <pc:sldMk cId="4146330364" sldId="273"/>
            <ac:spMk id="7" creationId="{888DF9BB-9FBE-26B0-AB2F-2D1EFFE4B275}"/>
          </ac:spMkLst>
        </pc:spChg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3330362474" sldId="275"/>
        </pc:sldMkLst>
      </pc:sldChg>
      <pc:sldChg chg="delSp modSp add del mod">
        <pc:chgData name="Toby Donaldson" userId="2e6e5431-bb17-4c41-9985-d39c50d83c73" providerId="ADAL" clId="{7F9681A8-EEE2-56F4-9B39-ECCBEE0471AC}" dt="2026-02-23T00:34:04.855" v="1014" actId="2696"/>
        <pc:sldMkLst>
          <pc:docMk/>
          <pc:sldMk cId="3363051257" sldId="275"/>
        </pc:sldMkLst>
      </pc:sldChg>
      <pc:sldChg chg="add del">
        <pc:chgData name="Toby Donaldson" userId="2e6e5431-bb17-4c41-9985-d39c50d83c73" providerId="ADAL" clId="{7F9681A8-EEE2-56F4-9B39-ECCBEE0471AC}" dt="2026-02-23T00:34:04.855" v="1014" actId="2696"/>
        <pc:sldMkLst>
          <pc:docMk/>
          <pc:sldMk cId="493803107" sldId="276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998227710" sldId="276"/>
        </pc:sldMkLst>
      </pc:sldChg>
      <pc:sldChg chg="add del">
        <pc:chgData name="Toby Donaldson" userId="2e6e5431-bb17-4c41-9985-d39c50d83c73" providerId="ADAL" clId="{7F9681A8-EEE2-56F4-9B39-ECCBEE0471AC}" dt="2026-02-23T00:34:04.855" v="1014" actId="2696"/>
        <pc:sldMkLst>
          <pc:docMk/>
          <pc:sldMk cId="1825712921" sldId="277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721484296" sldId="277"/>
        </pc:sldMkLst>
      </pc:sldChg>
      <pc:sldChg chg="add del">
        <pc:chgData name="Toby Donaldson" userId="2e6e5431-bb17-4c41-9985-d39c50d83c73" providerId="ADAL" clId="{7F9681A8-EEE2-56F4-9B39-ECCBEE0471AC}" dt="2026-02-23T00:34:04.855" v="1014" actId="2696"/>
        <pc:sldMkLst>
          <pc:docMk/>
          <pc:sldMk cId="884525296" sldId="278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2373883539" sldId="278"/>
        </pc:sldMkLst>
      </pc:sldChg>
      <pc:sldChg chg="add del">
        <pc:chgData name="Toby Donaldson" userId="2e6e5431-bb17-4c41-9985-d39c50d83c73" providerId="ADAL" clId="{7F9681A8-EEE2-56F4-9B39-ECCBEE0471AC}" dt="2026-02-23T00:34:04.855" v="1014" actId="2696"/>
        <pc:sldMkLst>
          <pc:docMk/>
          <pc:sldMk cId="463700528" sldId="279"/>
        </pc:sldMkLst>
      </pc:sldChg>
      <pc:sldChg chg="add">
        <pc:chgData name="Toby Donaldson" userId="2e6e5431-bb17-4c41-9985-d39c50d83c73" providerId="ADAL" clId="{7F9681A8-EEE2-56F4-9B39-ECCBEE0471AC}" dt="2026-02-23T00:34:09.972" v="1015"/>
        <pc:sldMkLst>
          <pc:docMk/>
          <pc:sldMk cId="1703219705" sldId="279"/>
        </pc:sldMkLst>
      </pc:sldChg>
      <pc:sldChg chg="addSp delSp modSp new del mod">
        <pc:chgData name="Toby Donaldson" userId="2e6e5431-bb17-4c41-9985-d39c50d83c73" providerId="ADAL" clId="{7F9681A8-EEE2-56F4-9B39-ECCBEE0471AC}" dt="2026-02-23T00:51:58.961" v="2420" actId="2696"/>
        <pc:sldMkLst>
          <pc:docMk/>
          <pc:sldMk cId="1221344240" sldId="280"/>
        </pc:sldMkLst>
        <pc:spChg chg="mod">
          <ac:chgData name="Toby Donaldson" userId="2e6e5431-bb17-4c41-9985-d39c50d83c73" providerId="ADAL" clId="{7F9681A8-EEE2-56F4-9B39-ECCBEE0471AC}" dt="2026-02-23T00:44:53.025" v="1482" actId="14100"/>
          <ac:spMkLst>
            <pc:docMk/>
            <pc:sldMk cId="1221344240" sldId="280"/>
            <ac:spMk id="2" creationId="{6FD8C63C-FBD4-2DD8-F3CC-AAD60721F83C}"/>
          </ac:spMkLst>
        </pc:spChg>
        <pc:spChg chg="del">
          <ac:chgData name="Toby Donaldson" userId="2e6e5431-bb17-4c41-9985-d39c50d83c73" providerId="ADAL" clId="{7F9681A8-EEE2-56F4-9B39-ECCBEE0471AC}" dt="2026-02-23T00:40:09.086" v="1045" actId="21"/>
          <ac:spMkLst>
            <pc:docMk/>
            <pc:sldMk cId="1221344240" sldId="280"/>
            <ac:spMk id="3" creationId="{3138CE69-C84F-240D-B33D-0F9AD79FD1AA}"/>
          </ac:spMkLst>
        </pc:spChg>
        <pc:spChg chg="add mod">
          <ac:chgData name="Toby Donaldson" userId="2e6e5431-bb17-4c41-9985-d39c50d83c73" providerId="ADAL" clId="{7F9681A8-EEE2-56F4-9B39-ECCBEE0471AC}" dt="2026-02-23T00:43:38.441" v="1391" actId="1076"/>
          <ac:spMkLst>
            <pc:docMk/>
            <pc:sldMk cId="1221344240" sldId="280"/>
            <ac:spMk id="4" creationId="{B8F2C25F-96AA-EFEF-786E-495A4DCED91E}"/>
          </ac:spMkLst>
        </pc:spChg>
        <pc:spChg chg="add mod">
          <ac:chgData name="Toby Donaldson" userId="2e6e5431-bb17-4c41-9985-d39c50d83c73" providerId="ADAL" clId="{7F9681A8-EEE2-56F4-9B39-ECCBEE0471AC}" dt="2026-02-23T00:43:41.074" v="1392" actId="1076"/>
          <ac:spMkLst>
            <pc:docMk/>
            <pc:sldMk cId="1221344240" sldId="280"/>
            <ac:spMk id="5" creationId="{DCFFFCBA-462D-C712-FFD8-92AC57643746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0:52:21.274" v="2425" actId="21"/>
        <pc:sldMkLst>
          <pc:docMk/>
          <pc:sldMk cId="4119595530" sldId="281"/>
        </pc:sldMkLst>
        <pc:spChg chg="mod">
          <ac:chgData name="Toby Donaldson" userId="2e6e5431-bb17-4c41-9985-d39c50d83c73" providerId="ADAL" clId="{7F9681A8-EEE2-56F4-9B39-ECCBEE0471AC}" dt="2026-02-23T00:45:02.908" v="1495" actId="14100"/>
          <ac:spMkLst>
            <pc:docMk/>
            <pc:sldMk cId="4119595530" sldId="281"/>
            <ac:spMk id="2" creationId="{D7A69E6D-6699-4822-C3C5-59BE3A6521AD}"/>
          </ac:spMkLst>
        </pc:spChg>
        <pc:spChg chg="add del mod">
          <ac:chgData name="Toby Donaldson" userId="2e6e5431-bb17-4c41-9985-d39c50d83c73" providerId="ADAL" clId="{7F9681A8-EEE2-56F4-9B39-ECCBEE0471AC}" dt="2026-02-23T00:52:21.274" v="2425" actId="21"/>
          <ac:spMkLst>
            <pc:docMk/>
            <pc:sldMk cId="4119595530" sldId="281"/>
            <ac:spMk id="3" creationId="{96A8BCDA-53DB-EF9D-82F4-913A46C26D28}"/>
          </ac:spMkLst>
        </pc:spChg>
        <pc:spChg chg="mod">
          <ac:chgData name="Toby Donaldson" userId="2e6e5431-bb17-4c41-9985-d39c50d83c73" providerId="ADAL" clId="{7F9681A8-EEE2-56F4-9B39-ECCBEE0471AC}" dt="2026-02-23T00:48:16.162" v="1908" actId="14100"/>
          <ac:spMkLst>
            <pc:docMk/>
            <pc:sldMk cId="4119595530" sldId="281"/>
            <ac:spMk id="4" creationId="{5440E58F-2653-C1E5-1346-74FB1722C984}"/>
          </ac:spMkLst>
        </pc:spChg>
        <pc:spChg chg="mod">
          <ac:chgData name="Toby Donaldson" userId="2e6e5431-bb17-4c41-9985-d39c50d83c73" providerId="ADAL" clId="{7F9681A8-EEE2-56F4-9B39-ECCBEE0471AC}" dt="2026-02-23T00:48:18.660" v="1909" actId="1076"/>
          <ac:spMkLst>
            <pc:docMk/>
            <pc:sldMk cId="4119595530" sldId="281"/>
            <ac:spMk id="5" creationId="{9C7E794E-D930-A02C-4E57-D0299F4D887D}"/>
          </ac:spMkLst>
        </pc:spChg>
        <pc:spChg chg="add del mod">
          <ac:chgData name="Toby Donaldson" userId="2e6e5431-bb17-4c41-9985-d39c50d83c73" providerId="ADAL" clId="{7F9681A8-EEE2-56F4-9B39-ECCBEE0471AC}" dt="2026-02-23T00:52:21.274" v="2425" actId="21"/>
          <ac:spMkLst>
            <pc:docMk/>
            <pc:sldMk cId="4119595530" sldId="281"/>
            <ac:spMk id="6" creationId="{27030363-281C-7699-BE7B-9D40752DF0CC}"/>
          </ac:spMkLst>
        </pc:spChg>
      </pc:sldChg>
      <pc:sldChg chg="delSp add mod">
        <pc:chgData name="Toby Donaldson" userId="2e6e5431-bb17-4c41-9985-d39c50d83c73" providerId="ADAL" clId="{7F9681A8-EEE2-56F4-9B39-ECCBEE0471AC}" dt="2026-02-23T00:52:35.595" v="2427" actId="21"/>
        <pc:sldMkLst>
          <pc:docMk/>
          <pc:sldMk cId="2935182513" sldId="282"/>
        </pc:sldMkLst>
        <pc:spChg chg="del">
          <ac:chgData name="Toby Donaldson" userId="2e6e5431-bb17-4c41-9985-d39c50d83c73" providerId="ADAL" clId="{7F9681A8-EEE2-56F4-9B39-ECCBEE0471AC}" dt="2026-02-23T00:52:35.595" v="2427" actId="21"/>
          <ac:spMkLst>
            <pc:docMk/>
            <pc:sldMk cId="2935182513" sldId="282"/>
            <ac:spMk id="6" creationId="{41E83E20-4AA3-0258-110A-3643C7411471}"/>
          </ac:spMkLst>
        </pc:spChg>
      </pc:sldChg>
      <pc:sldChg chg="add del">
        <pc:chgData name="Toby Donaldson" userId="2e6e5431-bb17-4c41-9985-d39c50d83c73" providerId="ADAL" clId="{7F9681A8-EEE2-56F4-9B39-ECCBEE0471AC}" dt="2026-02-23T00:52:07.787" v="2422" actId="2696"/>
        <pc:sldMkLst>
          <pc:docMk/>
          <pc:sldMk cId="3973150970" sldId="282"/>
        </pc:sldMkLst>
      </pc:sldChg>
      <pc:sldChg chg="add del">
        <pc:chgData name="Toby Donaldson" userId="2e6e5431-bb17-4c41-9985-d39c50d83c73" providerId="ADAL" clId="{7F9681A8-EEE2-56F4-9B39-ECCBEE0471AC}" dt="2026-02-23T00:52:12.196" v="2423" actId="2696"/>
        <pc:sldMkLst>
          <pc:docMk/>
          <pc:sldMk cId="317221852" sldId="283"/>
        </pc:sldMkLst>
      </pc:sldChg>
      <pc:sldChg chg="modSp add mod">
        <pc:chgData name="Toby Donaldson" userId="2e6e5431-bb17-4c41-9985-d39c50d83c73" providerId="ADAL" clId="{7F9681A8-EEE2-56F4-9B39-ECCBEE0471AC}" dt="2026-02-23T00:53:25.140" v="2556" actId="20577"/>
        <pc:sldMkLst>
          <pc:docMk/>
          <pc:sldMk cId="1881536964" sldId="283"/>
        </pc:sldMkLst>
        <pc:spChg chg="mod">
          <ac:chgData name="Toby Donaldson" userId="2e6e5431-bb17-4c41-9985-d39c50d83c73" providerId="ADAL" clId="{7F9681A8-EEE2-56F4-9B39-ECCBEE0471AC}" dt="2026-02-23T00:53:25.140" v="2556" actId="20577"/>
          <ac:spMkLst>
            <pc:docMk/>
            <pc:sldMk cId="1881536964" sldId="283"/>
            <ac:spMk id="6" creationId="{D2A6974F-E77B-5D18-1F4A-7DB48CA69EF7}"/>
          </ac:spMkLst>
        </pc:spChg>
      </pc:sldChg>
      <pc:sldChg chg="new del">
        <pc:chgData name="Toby Donaldson" userId="2e6e5431-bb17-4c41-9985-d39c50d83c73" providerId="ADAL" clId="{7F9681A8-EEE2-56F4-9B39-ECCBEE0471AC}" dt="2026-02-23T00:53:43.193" v="2558" actId="2696"/>
        <pc:sldMkLst>
          <pc:docMk/>
          <pc:sldMk cId="1545901714" sldId="284"/>
        </pc:sldMkLst>
      </pc:sldChg>
      <pc:sldChg chg="delSp modSp add mod">
        <pc:chgData name="Toby Donaldson" userId="2e6e5431-bb17-4c41-9985-d39c50d83c73" providerId="ADAL" clId="{7F9681A8-EEE2-56F4-9B39-ECCBEE0471AC}" dt="2026-02-23T00:54:36.776" v="2714" actId="20577"/>
        <pc:sldMkLst>
          <pc:docMk/>
          <pc:sldMk cId="1864731913" sldId="284"/>
        </pc:sldMkLst>
        <pc:spChg chg="del">
          <ac:chgData name="Toby Donaldson" userId="2e6e5431-bb17-4c41-9985-d39c50d83c73" providerId="ADAL" clId="{7F9681A8-EEE2-56F4-9B39-ECCBEE0471AC}" dt="2026-02-23T00:53:51.424" v="2560" actId="21"/>
          <ac:spMkLst>
            <pc:docMk/>
            <pc:sldMk cId="1864731913" sldId="284"/>
            <ac:spMk id="3" creationId="{03F665C0-D829-4B3E-A650-1DFDFAC8C660}"/>
          </ac:spMkLst>
        </pc:spChg>
        <pc:spChg chg="mod">
          <ac:chgData name="Toby Donaldson" userId="2e6e5431-bb17-4c41-9985-d39c50d83c73" providerId="ADAL" clId="{7F9681A8-EEE2-56F4-9B39-ECCBEE0471AC}" dt="2026-02-23T00:54:36.776" v="2714" actId="20577"/>
          <ac:spMkLst>
            <pc:docMk/>
            <pc:sldMk cId="1864731913" sldId="284"/>
            <ac:spMk id="5" creationId="{A10CC64E-4AA0-2573-E57F-43F4CDBF9A41}"/>
          </ac:spMkLst>
        </pc:spChg>
      </pc:sldChg>
      <pc:sldChg chg="modSp new mod">
        <pc:chgData name="Toby Donaldson" userId="2e6e5431-bb17-4c41-9985-d39c50d83c73" providerId="ADAL" clId="{7F9681A8-EEE2-56F4-9B39-ECCBEE0471AC}" dt="2026-02-23T00:57:43.898" v="3207" actId="20577"/>
        <pc:sldMkLst>
          <pc:docMk/>
          <pc:sldMk cId="2721606405" sldId="285"/>
        </pc:sldMkLst>
        <pc:spChg chg="mod">
          <ac:chgData name="Toby Donaldson" userId="2e6e5431-bb17-4c41-9985-d39c50d83c73" providerId="ADAL" clId="{7F9681A8-EEE2-56F4-9B39-ECCBEE0471AC}" dt="2026-02-23T00:54:51.934" v="2735" actId="20577"/>
          <ac:spMkLst>
            <pc:docMk/>
            <pc:sldMk cId="2721606405" sldId="285"/>
            <ac:spMk id="2" creationId="{E49E26C8-E945-FF60-021B-525208D7EE73}"/>
          </ac:spMkLst>
        </pc:spChg>
        <pc:spChg chg="mod">
          <ac:chgData name="Toby Donaldson" userId="2e6e5431-bb17-4c41-9985-d39c50d83c73" providerId="ADAL" clId="{7F9681A8-EEE2-56F4-9B39-ECCBEE0471AC}" dt="2026-02-23T00:57:43.898" v="3207" actId="20577"/>
          <ac:spMkLst>
            <pc:docMk/>
            <pc:sldMk cId="2721606405" sldId="285"/>
            <ac:spMk id="3" creationId="{6A3A6B27-CF4F-887B-3EA5-EF9DE4710007}"/>
          </ac:spMkLst>
        </pc:spChg>
      </pc:sldChg>
      <pc:sldChg chg="addSp delSp modSp new mod">
        <pc:chgData name="Toby Donaldson" userId="2e6e5431-bb17-4c41-9985-d39c50d83c73" providerId="ADAL" clId="{7F9681A8-EEE2-56F4-9B39-ECCBEE0471AC}" dt="2026-02-23T01:07:36.895" v="3947" actId="21"/>
        <pc:sldMkLst>
          <pc:docMk/>
          <pc:sldMk cId="3515498440" sldId="286"/>
        </pc:sldMkLst>
        <pc:spChg chg="mod">
          <ac:chgData name="Toby Donaldson" userId="2e6e5431-bb17-4c41-9985-d39c50d83c73" providerId="ADAL" clId="{7F9681A8-EEE2-56F4-9B39-ECCBEE0471AC}" dt="2026-02-23T00:58:15.934" v="3242" actId="20577"/>
          <ac:spMkLst>
            <pc:docMk/>
            <pc:sldMk cId="3515498440" sldId="286"/>
            <ac:spMk id="2" creationId="{1DAB83EE-ECD3-0378-0161-51690E17B8FE}"/>
          </ac:spMkLst>
        </pc:spChg>
        <pc:spChg chg="del">
          <ac:chgData name="Toby Donaldson" userId="2e6e5431-bb17-4c41-9985-d39c50d83c73" providerId="ADAL" clId="{7F9681A8-EEE2-56F4-9B39-ECCBEE0471AC}" dt="2026-02-23T00:58:19.558" v="3243" actId="21"/>
          <ac:spMkLst>
            <pc:docMk/>
            <pc:sldMk cId="3515498440" sldId="286"/>
            <ac:spMk id="3" creationId="{47719BC5-63A1-C49E-8AA7-7055B3FF403F}"/>
          </ac:spMkLst>
        </pc:spChg>
        <pc:spChg chg="add del mod">
          <ac:chgData name="Toby Donaldson" userId="2e6e5431-bb17-4c41-9985-d39c50d83c73" providerId="ADAL" clId="{7F9681A8-EEE2-56F4-9B39-ECCBEE0471AC}" dt="2026-02-23T00:58:35.431" v="3248"/>
          <ac:spMkLst>
            <pc:docMk/>
            <pc:sldMk cId="3515498440" sldId="286"/>
            <ac:spMk id="4" creationId="{14B3D162-6CF8-4E86-3A4D-85339ADF751C}"/>
          </ac:spMkLst>
        </pc:spChg>
        <pc:spChg chg="add del mod">
          <ac:chgData name="Toby Donaldson" userId="2e6e5431-bb17-4c41-9985-d39c50d83c73" providerId="ADAL" clId="{7F9681A8-EEE2-56F4-9B39-ECCBEE0471AC}" dt="2026-02-23T00:58:33.790" v="3246" actId="21"/>
          <ac:spMkLst>
            <pc:docMk/>
            <pc:sldMk cId="3515498440" sldId="286"/>
            <ac:spMk id="5" creationId="{7522C53A-2B03-EE37-CA07-0DF92F2B0E59}"/>
          </ac:spMkLst>
        </pc:spChg>
        <pc:spChg chg="add mod">
          <ac:chgData name="Toby Donaldson" userId="2e6e5431-bb17-4c41-9985-d39c50d83c73" providerId="ADAL" clId="{7F9681A8-EEE2-56F4-9B39-ECCBEE0471AC}" dt="2026-02-23T01:04:12.154" v="3656" actId="113"/>
          <ac:spMkLst>
            <pc:docMk/>
            <pc:sldMk cId="3515498440" sldId="286"/>
            <ac:spMk id="6" creationId="{4F92A5A3-5337-7C94-6C09-14269EEFB20F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7" creationId="{7D3ACE87-B06D-9658-1D46-A575FB3D18A9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8" creationId="{CF136A64-8A76-4EEA-E974-1F2F8DD2D805}"/>
          </ac:spMkLst>
        </pc:spChg>
        <pc:spChg chg="add mod">
          <ac:chgData name="Toby Donaldson" userId="2e6e5431-bb17-4c41-9985-d39c50d83c73" providerId="ADAL" clId="{7F9681A8-EEE2-56F4-9B39-ECCBEE0471AC}" dt="2026-02-23T01:03:48.987" v="3654" actId="1076"/>
          <ac:spMkLst>
            <pc:docMk/>
            <pc:sldMk cId="3515498440" sldId="286"/>
            <ac:spMk id="9" creationId="{4D5C69BF-54EB-F455-6B9F-0A86438A3DBD}"/>
          </ac:spMkLst>
        </pc:spChg>
        <pc:spChg chg="add mod">
          <ac:chgData name="Toby Donaldson" userId="2e6e5431-bb17-4c41-9985-d39c50d83c73" providerId="ADAL" clId="{7F9681A8-EEE2-56F4-9B39-ECCBEE0471AC}" dt="2026-02-23T01:03:48.987" v="3654" actId="1076"/>
          <ac:spMkLst>
            <pc:docMk/>
            <pc:sldMk cId="3515498440" sldId="286"/>
            <ac:spMk id="10" creationId="{1F5C4F8F-ED27-5852-FE5B-A587DE38711B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11" creationId="{63AD5157-E1D9-E4D6-2FFF-4C4683C1F6DE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12" creationId="{ED65DCF6-CE7A-729E-6B46-D58B672590A0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13" creationId="{113B54CB-EE0C-C396-D7C8-C47B9D2A6A43}"/>
          </ac:spMkLst>
        </pc:spChg>
        <pc:spChg chg="add del mod">
          <ac:chgData name="Toby Donaldson" userId="2e6e5431-bb17-4c41-9985-d39c50d83c73" providerId="ADAL" clId="{7F9681A8-EEE2-56F4-9B39-ECCBEE0471AC}" dt="2026-02-23T01:07:36.895" v="3947" actId="21"/>
          <ac:spMkLst>
            <pc:docMk/>
            <pc:sldMk cId="3515498440" sldId="286"/>
            <ac:spMk id="14" creationId="{2E414A71-F7A0-BD82-FB1A-23C509F3C1F4}"/>
          </ac:spMkLst>
        </pc:spChg>
      </pc:sldChg>
      <pc:sldChg chg="delSp add mod">
        <pc:chgData name="Toby Donaldson" userId="2e6e5431-bb17-4c41-9985-d39c50d83c73" providerId="ADAL" clId="{7F9681A8-EEE2-56F4-9B39-ECCBEE0471AC}" dt="2026-02-23T01:08:01.831" v="3950" actId="21"/>
        <pc:sldMkLst>
          <pc:docMk/>
          <pc:sldMk cId="484284399" sldId="287"/>
        </pc:sldMkLst>
        <pc:spChg chg="del">
          <ac:chgData name="Toby Donaldson" userId="2e6e5431-bb17-4c41-9985-d39c50d83c73" providerId="ADAL" clId="{7F9681A8-EEE2-56F4-9B39-ECCBEE0471AC}" dt="2026-02-23T01:07:58.571" v="3949" actId="21"/>
          <ac:spMkLst>
            <pc:docMk/>
            <pc:sldMk cId="484284399" sldId="287"/>
            <ac:spMk id="13" creationId="{EF15F64E-8E54-68BC-E7CD-90843D6D713A}"/>
          </ac:spMkLst>
        </pc:spChg>
        <pc:spChg chg="del">
          <ac:chgData name="Toby Donaldson" userId="2e6e5431-bb17-4c41-9985-d39c50d83c73" providerId="ADAL" clId="{7F9681A8-EEE2-56F4-9B39-ECCBEE0471AC}" dt="2026-02-23T01:08:01.831" v="3950" actId="21"/>
          <ac:spMkLst>
            <pc:docMk/>
            <pc:sldMk cId="484284399" sldId="287"/>
            <ac:spMk id="14" creationId="{27C0D4D5-66E4-D2CF-90EA-07F4FBE8EBEC}"/>
          </ac:spMkLst>
        </pc:spChg>
      </pc:sldChg>
      <pc:sldChg chg="add">
        <pc:chgData name="Toby Donaldson" userId="2e6e5431-bb17-4c41-9985-d39c50d83c73" providerId="ADAL" clId="{7F9681A8-EEE2-56F4-9B39-ECCBEE0471AC}" dt="2026-02-23T01:07:44.230" v="3948" actId="2890"/>
        <pc:sldMkLst>
          <pc:docMk/>
          <pc:sldMk cId="269362944" sldId="288"/>
        </pc:sldMkLst>
      </pc:sldChg>
      <pc:sldChg chg="delSp modSp add mod">
        <pc:chgData name="Toby Donaldson" userId="2e6e5431-bb17-4c41-9985-d39c50d83c73" providerId="ADAL" clId="{7F9681A8-EEE2-56F4-9B39-ECCBEE0471AC}" dt="2026-02-23T01:09:57.824" v="4031" actId="20577"/>
        <pc:sldMkLst>
          <pc:docMk/>
          <pc:sldMk cId="2018512307" sldId="289"/>
        </pc:sldMkLst>
        <pc:spChg chg="mod">
          <ac:chgData name="Toby Donaldson" userId="2e6e5431-bb17-4c41-9985-d39c50d83c73" providerId="ADAL" clId="{7F9681A8-EEE2-56F4-9B39-ECCBEE0471AC}" dt="2026-02-23T01:08:52.671" v="3978" actId="14100"/>
          <ac:spMkLst>
            <pc:docMk/>
            <pc:sldMk cId="2018512307" sldId="289"/>
            <ac:spMk id="6" creationId="{18B98704-E9F7-72E2-BCAC-2D983BA1D572}"/>
          </ac:spMkLst>
        </pc:spChg>
        <pc:spChg chg="mod">
          <ac:chgData name="Toby Donaldson" userId="2e6e5431-bb17-4c41-9985-d39c50d83c73" providerId="ADAL" clId="{7F9681A8-EEE2-56F4-9B39-ECCBEE0471AC}" dt="2026-02-23T01:09:57.824" v="4031" actId="20577"/>
          <ac:spMkLst>
            <pc:docMk/>
            <pc:sldMk cId="2018512307" sldId="289"/>
            <ac:spMk id="7" creationId="{A4E41931-E8F0-2C0C-9CDE-29EDD3875E44}"/>
          </ac:spMkLst>
        </pc:spChg>
        <pc:spChg chg="mod">
          <ac:chgData name="Toby Donaldson" userId="2e6e5431-bb17-4c41-9985-d39c50d83c73" providerId="ADAL" clId="{7F9681A8-EEE2-56F4-9B39-ECCBEE0471AC}" dt="2026-02-23T01:08:27.699" v="3961" actId="20577"/>
          <ac:spMkLst>
            <pc:docMk/>
            <pc:sldMk cId="2018512307" sldId="289"/>
            <ac:spMk id="8" creationId="{52AA24CC-BDA9-2FC1-DF87-48CB9D9BBEB7}"/>
          </ac:spMkLst>
        </pc:spChg>
        <pc:spChg chg="mod">
          <ac:chgData name="Toby Donaldson" userId="2e6e5431-bb17-4c41-9985-d39c50d83c73" providerId="ADAL" clId="{7F9681A8-EEE2-56F4-9B39-ECCBEE0471AC}" dt="2026-02-23T01:08:24.078" v="3956" actId="20577"/>
          <ac:spMkLst>
            <pc:docMk/>
            <pc:sldMk cId="2018512307" sldId="289"/>
            <ac:spMk id="9" creationId="{03859CAD-D16E-57BA-7E3E-5950B927780A}"/>
          </ac:spMkLst>
        </pc:spChg>
        <pc:spChg chg="del mod">
          <ac:chgData name="Toby Donaldson" userId="2e6e5431-bb17-4c41-9985-d39c50d83c73" providerId="ADAL" clId="{7F9681A8-EEE2-56F4-9B39-ECCBEE0471AC}" dt="2026-02-23T01:09:05.992" v="3983" actId="21"/>
          <ac:spMkLst>
            <pc:docMk/>
            <pc:sldMk cId="2018512307" sldId="289"/>
            <ac:spMk id="10" creationId="{2784E692-48A1-B732-0591-4DE580AE7A47}"/>
          </ac:spMkLst>
        </pc:spChg>
        <pc:spChg chg="del">
          <ac:chgData name="Toby Donaldson" userId="2e6e5431-bb17-4c41-9985-d39c50d83c73" providerId="ADAL" clId="{7F9681A8-EEE2-56F4-9B39-ECCBEE0471AC}" dt="2026-02-23T01:09:45.249" v="4025" actId="21"/>
          <ac:spMkLst>
            <pc:docMk/>
            <pc:sldMk cId="2018512307" sldId="289"/>
            <ac:spMk id="11" creationId="{6900ADA5-C25A-616A-9782-BEB66D856851}"/>
          </ac:spMkLst>
        </pc:spChg>
      </pc:sldChg>
      <pc:sldChg chg="modSp add mod ord">
        <pc:chgData name="Toby Donaldson" userId="2e6e5431-bb17-4c41-9985-d39c50d83c73" providerId="ADAL" clId="{7F9681A8-EEE2-56F4-9B39-ECCBEE0471AC}" dt="2026-02-23T01:12:18.836" v="4067" actId="20578"/>
        <pc:sldMkLst>
          <pc:docMk/>
          <pc:sldMk cId="208120144" sldId="290"/>
        </pc:sldMkLst>
        <pc:spChg chg="mod">
          <ac:chgData name="Toby Donaldson" userId="2e6e5431-bb17-4c41-9985-d39c50d83c73" providerId="ADAL" clId="{7F9681A8-EEE2-56F4-9B39-ECCBEE0471AC}" dt="2026-02-23T01:11:19.141" v="4047" actId="14100"/>
          <ac:spMkLst>
            <pc:docMk/>
            <pc:sldMk cId="208120144" sldId="290"/>
            <ac:spMk id="6" creationId="{450A102B-85F8-0969-EABF-CFF100631393}"/>
          </ac:spMkLst>
        </pc:spChg>
        <pc:spChg chg="mod">
          <ac:chgData name="Toby Donaldson" userId="2e6e5431-bb17-4c41-9985-d39c50d83c73" providerId="ADAL" clId="{7F9681A8-EEE2-56F4-9B39-ECCBEE0471AC}" dt="2026-02-23T01:11:29.830" v="4064" actId="20577"/>
          <ac:spMkLst>
            <pc:docMk/>
            <pc:sldMk cId="208120144" sldId="290"/>
            <ac:spMk id="7" creationId="{31B6625F-428D-308A-F31C-19F2A449277A}"/>
          </ac:spMkLst>
        </pc:spChg>
        <pc:spChg chg="mod">
          <ac:chgData name="Toby Donaldson" userId="2e6e5431-bb17-4c41-9985-d39c50d83c73" providerId="ADAL" clId="{7F9681A8-EEE2-56F4-9B39-ECCBEE0471AC}" dt="2026-02-23T01:11:41.542" v="4065" actId="20577"/>
          <ac:spMkLst>
            <pc:docMk/>
            <pc:sldMk cId="208120144" sldId="290"/>
            <ac:spMk id="8" creationId="{5DC26370-4D83-F1F8-C7AD-895173784904}"/>
          </ac:spMkLst>
        </pc:spChg>
        <pc:spChg chg="mod">
          <ac:chgData name="Toby Donaldson" userId="2e6e5431-bb17-4c41-9985-d39c50d83c73" providerId="ADAL" clId="{7F9681A8-EEE2-56F4-9B39-ECCBEE0471AC}" dt="2026-02-23T01:11:21.245" v="4048" actId="20577"/>
          <ac:spMkLst>
            <pc:docMk/>
            <pc:sldMk cId="208120144" sldId="290"/>
            <ac:spMk id="9" creationId="{C51468C8-9BE8-919A-A1EC-03EF1ED01630}"/>
          </ac:spMkLst>
        </pc:spChg>
      </pc:sldChg>
      <pc:sldChg chg="addSp delSp modSp add mod">
        <pc:chgData name="Toby Donaldson" userId="2e6e5431-bb17-4c41-9985-d39c50d83c73" providerId="ADAL" clId="{7F9681A8-EEE2-56F4-9B39-ECCBEE0471AC}" dt="2026-02-23T01:14:05.243" v="4184" actId="14100"/>
        <pc:sldMkLst>
          <pc:docMk/>
          <pc:sldMk cId="2932679172" sldId="291"/>
        </pc:sldMkLst>
        <pc:spChg chg="add mod">
          <ac:chgData name="Toby Donaldson" userId="2e6e5431-bb17-4c41-9985-d39c50d83c73" providerId="ADAL" clId="{7F9681A8-EEE2-56F4-9B39-ECCBEE0471AC}" dt="2026-02-23T01:14:00.592" v="4183" actId="14100"/>
          <ac:spMkLst>
            <pc:docMk/>
            <pc:sldMk cId="2932679172" sldId="291"/>
            <ac:spMk id="3" creationId="{C0C1EE8D-8E81-7E66-6C6D-C7769460F503}"/>
          </ac:spMkLst>
        </pc:spChg>
        <pc:spChg chg="add mod">
          <ac:chgData name="Toby Donaldson" userId="2e6e5431-bb17-4c41-9985-d39c50d83c73" providerId="ADAL" clId="{7F9681A8-EEE2-56F4-9B39-ECCBEE0471AC}" dt="2026-02-23T01:14:05.243" v="4184" actId="14100"/>
          <ac:spMkLst>
            <pc:docMk/>
            <pc:sldMk cId="2932679172" sldId="291"/>
            <ac:spMk id="4" creationId="{8DA347B0-48DF-E78E-2354-734744739246}"/>
          </ac:spMkLst>
        </pc:spChg>
        <pc:spChg chg="del">
          <ac:chgData name="Toby Donaldson" userId="2e6e5431-bb17-4c41-9985-d39c50d83c73" providerId="ADAL" clId="{7F9681A8-EEE2-56F4-9B39-ECCBEE0471AC}" dt="2026-02-23T01:12:25.682" v="4068" actId="21"/>
          <ac:spMkLst>
            <pc:docMk/>
            <pc:sldMk cId="2932679172" sldId="291"/>
            <ac:spMk id="12" creationId="{49381960-71C0-8DB4-2155-729495CC153E}"/>
          </ac:spMkLst>
        </pc:spChg>
      </pc:sldChg>
      <pc:sldChg chg="modSp new mod">
        <pc:chgData name="Toby Donaldson" userId="2e6e5431-bb17-4c41-9985-d39c50d83c73" providerId="ADAL" clId="{7F9681A8-EEE2-56F4-9B39-ECCBEE0471AC}" dt="2026-02-23T03:54:48.605" v="5053" actId="27636"/>
        <pc:sldMkLst>
          <pc:docMk/>
          <pc:sldMk cId="2728294500" sldId="292"/>
        </pc:sldMkLst>
        <pc:spChg chg="mod">
          <ac:chgData name="Toby Donaldson" userId="2e6e5431-bb17-4c41-9985-d39c50d83c73" providerId="ADAL" clId="{7F9681A8-EEE2-56F4-9B39-ECCBEE0471AC}" dt="2026-02-23T03:48:45.441" v="4221" actId="20577"/>
          <ac:spMkLst>
            <pc:docMk/>
            <pc:sldMk cId="2728294500" sldId="292"/>
            <ac:spMk id="2" creationId="{DDF33D89-FC48-B280-6031-EB649B9E7B02}"/>
          </ac:spMkLst>
        </pc:spChg>
        <pc:spChg chg="mod">
          <ac:chgData name="Toby Donaldson" userId="2e6e5431-bb17-4c41-9985-d39c50d83c73" providerId="ADAL" clId="{7F9681A8-EEE2-56F4-9B39-ECCBEE0471AC}" dt="2026-02-23T03:54:48.605" v="5053" actId="27636"/>
          <ac:spMkLst>
            <pc:docMk/>
            <pc:sldMk cId="2728294500" sldId="292"/>
            <ac:spMk id="3" creationId="{1AE9BBD3-37CC-58A6-054C-43D3644E477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B5C29D-8A7E-D8E0-FCF2-F0E7C033BC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CC5868-64E1-C26A-7A12-F3C188C608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C1D835-BADF-6017-76EA-C13DC2F29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8E38B-D2BA-1E61-3E3D-22FD7E570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A95499-0781-9335-8527-2CF09352B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4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8FCDA-7675-BB19-6550-CE968C6D3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79516D-2110-2A40-99FC-11A45F88B3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255A5-3FF2-4DC4-1736-D34337E9D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67D40B-80E7-59C3-AB00-AA17E321D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B7055-A93D-34FE-A55F-34A7EA8F6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1060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2CFE2-70CA-D2DC-F615-2AA4CE52D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7CBCF0-1A51-7789-4B2C-6DFC39BD0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11C8BD-BFF3-C95D-0ED0-945F8F165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D5177-0A92-98E9-D9F2-B95EFE8F1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FEA26-EF55-3958-7B57-8A2063700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7350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F4A4B-5489-1C71-1044-1AE150D99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B402F8-F3AE-30D1-24EF-FDB2F886FF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93F3F0-B12A-99BC-CBBF-1D70D509A9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E323E-35AF-E170-F688-2982C2747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6D63E-9ECC-FB2F-B544-C8F3FEB4F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59BA17-1FC0-A84E-0A83-DFF6DF1F1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5392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6F410-C744-FAF3-FE82-D03ABCFD4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0C216-9601-605E-151D-7F1E5E1D9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A0D7D9-DFB2-8C57-D90D-919BC9D8C7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E54907-6BC2-952F-FD2B-C8FCD578FC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446FEA-B661-56B3-6E7C-1C2873D0A0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0FC6AB-4ADC-776B-3D56-37E3FA396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5942E7-325E-C442-E405-1F58F6004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260706-DDB1-FE69-8827-506C98565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35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820DB-42AC-E50B-D122-69A943755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2A1F48-3798-4AAF-6FAE-3DA0A3851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63747E-2354-CC22-B496-7A479B87A0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ACC433-A6D6-27A5-7A6F-492AD6DFE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313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824CA6-621C-79C7-F4CD-71B010180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CB86CF-0D8E-7DE8-A581-D95DA13B9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7C3E96-D001-7DB9-5C04-5E42169AE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49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7D7D7-6295-8043-2C18-DB41F979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6E8D3-99EB-1064-AD7E-BF04E7123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43F990-0019-1476-334E-D6562765D4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F1BBB7-C55C-880D-F3EF-8909E37F9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DC0EF5-7469-F2A1-5137-81A92D4E5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FC826-2C53-957B-4932-942BF6590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705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5B05-BE32-980C-84BA-78CC03DC3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E57C65-6B34-8CA0-5265-1C107B4DEC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E93A27-D464-54A9-56CB-766B344A38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A3968-ADBE-93D3-5FBD-12C7CD61D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8BC69-D605-21C7-C24F-4E826F79B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90A5F7-D139-9904-161E-7D05860D1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280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EF016-237C-51CB-2E0A-262906037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AE1412-B0C3-BF8D-A437-026226FAB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2ADA6D-7030-FB38-E3D0-3AE95F18B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11B38-1174-6C37-153E-92AC3FD35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2F78C-79F2-1D9E-0E8E-6A868C7CF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0134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9DF9F9-F194-4124-1802-4520308F2B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25066B-5091-7A32-5750-7DB8602331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B414F-5824-0CDE-924A-E55101D71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0275C-E850-EF6C-BBFA-436949C6E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23130E-58BF-8621-12C2-B085CD2EF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5801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1E833D-A81F-5CAF-56E8-1D82B1EC3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29A464-2FF3-AD96-2DFA-041DD1EFCF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DD237D-BFA5-E8AE-2E53-38C44EFDF2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8D8524-B740-FE40-9C95-2E78C2A43739}" type="datetimeFigureOut">
              <a:rPr lang="en-US" smtClean="0"/>
              <a:t>2/22/26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57D7E8-AA12-DB84-2D54-FAFE302C9C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7B1585-FED3-929D-22F1-3E9DA5FB9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E220C5-E402-E54A-8408-9915012FC3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893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9C49A-AE1E-2DDF-FEC5-0B17A07FA79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FC2B7D-60D2-56F3-7279-ADE5D9EB9A0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CMPT 125, Spring 2026</a:t>
            </a:r>
          </a:p>
          <a:p>
            <a:r>
              <a:rPr lang="en-US" dirty="0"/>
              <a:t>SFU Surrey</a:t>
            </a:r>
          </a:p>
        </p:txBody>
      </p:sp>
    </p:spTree>
    <p:extLst>
      <p:ext uri="{BB962C8B-B14F-4D97-AF65-F5344CB8AC3E}">
        <p14:creationId xmlns:p14="http://schemas.microsoft.com/office/powerpoint/2010/main" val="3880276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DC2D7-F47D-2C97-E52C-1001370C4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EA659D-6A10-B68E-6A45-05BF8A39C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Exception</a:t>
            </a:r>
            <a:r>
              <a:rPr lang="en-US" dirty="0"/>
              <a:t> in C++ are objects</a:t>
            </a:r>
          </a:p>
          <a:p>
            <a:r>
              <a:rPr lang="en-US" dirty="0"/>
              <a:t>They represent “exceptional situations”, e.g. errors so bad the program might not be able to continue</a:t>
            </a:r>
          </a:p>
        </p:txBody>
      </p:sp>
    </p:spTree>
    <p:extLst>
      <p:ext uri="{BB962C8B-B14F-4D97-AF65-F5344CB8AC3E}">
        <p14:creationId xmlns:p14="http://schemas.microsoft.com/office/powerpoint/2010/main" val="2472228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B8492-0FC3-C35E-C801-797617F17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6F4A1-A91D-4239-6F06-BF2726DA9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84FF9-02FE-27B7-60B6-2E7D42540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Exception</a:t>
            </a:r>
            <a:r>
              <a:rPr lang="en-US" dirty="0"/>
              <a:t> in C++ are objects</a:t>
            </a:r>
          </a:p>
          <a:p>
            <a:r>
              <a:rPr lang="en-US" dirty="0"/>
              <a:t>They represent “exceptional situations”, e.g. errors so bad the program might not be able to continue</a:t>
            </a:r>
          </a:p>
          <a:p>
            <a:r>
              <a:rPr lang="en-US" dirty="0"/>
              <a:t>Exceptions are usually created inside a </a:t>
            </a:r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throw</a:t>
            </a:r>
            <a:r>
              <a:rPr lang="en-US" b="1" dirty="0">
                <a:cs typeface="Consolas" panose="020B0609020204030204" pitchFamily="49" charset="0"/>
              </a:rPr>
              <a:t> </a:t>
            </a:r>
            <a:r>
              <a:rPr lang="en-US" dirty="0">
                <a:cs typeface="Consolas" panose="020B0609020204030204" pitchFamily="49" charset="0"/>
              </a:rPr>
              <a:t>statement</a:t>
            </a:r>
            <a:b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US" dirty="0"/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B8B000-DDAC-1F47-F430-529290A3E926}"/>
              </a:ext>
            </a:extLst>
          </p:cNvPr>
          <p:cNvSpPr txBox="1"/>
          <p:nvPr/>
        </p:nvSpPr>
        <p:spPr>
          <a:xfrm>
            <a:off x="8818179" y="365125"/>
            <a:ext cx="3037491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You can create your own exception classes, which can help in large programs. But in this course we’ll stick to exceptions from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86440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697D0-85ED-4A77-6905-1B54AF89D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B153-A824-789D-6890-AB48D679A3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786CA-C74F-FACC-5D2E-AE135E400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code after is skipped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/>
              <a:t>An exception jumps out of the function it was thrown in, skipping any code that comes afterwards</a:t>
            </a:r>
          </a:p>
          <a:p>
            <a:pPr lvl="1"/>
            <a:r>
              <a:rPr lang="en-US" dirty="0"/>
              <a:t>Except for destructors: those are called properly!</a:t>
            </a:r>
          </a:p>
          <a:p>
            <a:r>
              <a:rPr lang="en-US" dirty="0"/>
              <a:t>A thrown exception </a:t>
            </a:r>
            <a:r>
              <a:rPr lang="en-US" b="1" dirty="0"/>
              <a:t>propagates</a:t>
            </a:r>
            <a:r>
              <a:rPr lang="en-US" dirty="0"/>
              <a:t> up the call stack</a:t>
            </a:r>
          </a:p>
          <a:p>
            <a:pPr lvl="1"/>
            <a:r>
              <a:rPr lang="en-US" dirty="0"/>
              <a:t>The exception is given to the function that called it, and then to the function that call that one, and so on out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9221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49281-D76A-6ABA-7AA2-E40EDF17E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0A538-11D7-62EB-5C09-24AAD78D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0F0E4-DD60-C89D-4C4C-FB747B13F8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FF525-0B85-E8E5-683A-35709C169471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</p:spTree>
    <p:extLst>
      <p:ext uri="{BB962C8B-B14F-4D97-AF65-F5344CB8AC3E}">
        <p14:creationId xmlns:p14="http://schemas.microsoft.com/office/powerpoint/2010/main" val="449184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4F827C-D931-18B2-9A2E-215B5858B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869D7-8F80-8C2C-59BF-3DFF76F2F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B9B0A6-3399-29B9-DCF1-F04DC2644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913F8E-E56B-293A-6DC4-386B7EBC1BAB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E1891E-A364-980F-5E29-6126F6F69B80}"/>
              </a:ext>
            </a:extLst>
          </p:cNvPr>
          <p:cNvSpPr txBox="1"/>
          <p:nvPr/>
        </p:nvSpPr>
        <p:spPr>
          <a:xfrm>
            <a:off x="9412015" y="3473669"/>
            <a:ext cx="218352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catch block syntax  is like a function parameter.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B90661-E9FE-A288-4D41-FF982D74F01A}"/>
              </a:ext>
            </a:extLst>
          </p:cNvPr>
          <p:cNvSpPr/>
          <p:nvPr/>
        </p:nvSpPr>
        <p:spPr>
          <a:xfrm>
            <a:off x="1210110" y="3697263"/>
            <a:ext cx="7056559" cy="47614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093F52F-08E4-7EC1-7087-E3AF7F2B509E}"/>
              </a:ext>
            </a:extLst>
          </p:cNvPr>
          <p:cNvCxnSpPr>
            <a:stCxn id="6" idx="1"/>
          </p:cNvCxnSpPr>
          <p:nvPr/>
        </p:nvCxnSpPr>
        <p:spPr>
          <a:xfrm flipH="1">
            <a:off x="8241957" y="3935334"/>
            <a:ext cx="1170058" cy="31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95971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6E578-A345-C077-9AF9-00CB1BE12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97C7A-C0F6-313E-DB93-FFD6E7EE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125DA-57E6-FA31-58A8-C89360E2F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throw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("Disk not found");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"this is never printed";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exception: "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 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e.what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686CD9-5B87-D2CB-A156-C70A814B65E4}"/>
              </a:ext>
            </a:extLst>
          </p:cNvPr>
          <p:cNvSpPr txBox="1"/>
          <p:nvPr/>
        </p:nvSpPr>
        <p:spPr>
          <a:xfrm>
            <a:off x="9031014" y="488074"/>
            <a:ext cx="232278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thrown exception can be caught using a try/catch block.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790FD-89BB-D771-4BE7-3BCD2B76610C}"/>
              </a:ext>
            </a:extLst>
          </p:cNvPr>
          <p:cNvSpPr txBox="1"/>
          <p:nvPr/>
        </p:nvSpPr>
        <p:spPr>
          <a:xfrm>
            <a:off x="9412015" y="3473669"/>
            <a:ext cx="218352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catch block syntax  is like a function parameter.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4E15DE-BFCC-EFB8-53AA-3184074BE168}"/>
              </a:ext>
            </a:extLst>
          </p:cNvPr>
          <p:cNvSpPr/>
          <p:nvPr/>
        </p:nvSpPr>
        <p:spPr>
          <a:xfrm>
            <a:off x="1490979" y="4595599"/>
            <a:ext cx="7432304" cy="97557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ECF195-64D0-93A5-7695-B14C12559ACB}"/>
              </a:ext>
            </a:extLst>
          </p:cNvPr>
          <p:cNvSpPr txBox="1"/>
          <p:nvPr/>
        </p:nvSpPr>
        <p:spPr>
          <a:xfrm>
            <a:off x="8765628" y="5422680"/>
            <a:ext cx="3071648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When you catch an exception you typically print an error message, or sometimes recover form the error.</a:t>
            </a:r>
          </a:p>
        </p:txBody>
      </p:sp>
    </p:spTree>
    <p:extLst>
      <p:ext uri="{BB962C8B-B14F-4D97-AF65-F5344CB8AC3E}">
        <p14:creationId xmlns:p14="http://schemas.microsoft.com/office/powerpoint/2010/main" val="2078142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02016-372E-EDD4-B078-DBBE52A9A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65A6-910C-7363-078A-EFD82C23A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EE484824-0380-F376-59D9-51C4B655DA89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2B5CAB-943F-8541-5DC8-2AC5701F708B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2BEDFC0-D338-C52A-F27B-065C33E01863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6AC40DA-99A6-8ED6-9BB7-29B82392D4F9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5071A0-EF99-47A7-6A1D-AE8280FEF740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406DD90-A30D-6509-E587-C79C71DA1CD4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3E543F-6238-E16C-3EF6-0A80FE6ABD9F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A87772-E9B6-F578-1239-01C39DE4561A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D2FE4DE-AD04-C1BA-0B13-A61E90B3387F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07CDD4C-16F4-F537-2804-88F78529F217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0362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C5834-B1E6-7952-03C3-A9C8F0FA6F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57D44-60D4-E644-2D89-494C06CD3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BCCB72C-A3CF-98B1-755C-6C0D92301213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6F4069C-9317-1B8F-62DC-A9478E2E5643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1A86890-9147-6A83-37D3-96882860323E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71095F4-354D-4237-7DEA-D0F01B028FDE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3845B3-8A5B-E2AC-0A03-0CC926216D81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83ECB1-CD68-2891-E0C7-2F2D97EC68B3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82CF3E-9ABB-202B-23EE-9000E20A6770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73DD90-FEFD-2D37-1E77-8BF753C995F2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B2A77E-6977-6AE4-029D-99B70405289A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97C1F6A-5888-C618-4B58-E06FFAF58E63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0E2F8C0-F79B-B566-9838-1D580BADD2C0}"/>
              </a:ext>
            </a:extLst>
          </p:cNvPr>
          <p:cNvSpPr txBox="1"/>
          <p:nvPr/>
        </p:nvSpPr>
        <p:spPr>
          <a:xfrm>
            <a:off x="7510040" y="915248"/>
            <a:ext cx="266397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there’s a try/catch block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that catches the exception,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continues as usual.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AA6D78C-7F8E-855D-87C1-14B656125609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6344594" y="2114340"/>
            <a:ext cx="1165446" cy="4677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2197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13FE5-E74F-8B22-6FD8-D5E9CE72F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FDB88-D3E4-2E2F-EC94-258FBFE24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AA289EC-40FA-A3B1-5664-D913AA845BE9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3D0CF59-25C1-6882-B54B-CE174651FB44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B5AB5BA-960E-DD43-5872-D1715A165D27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CD4F51B-D30F-BE5A-9F7A-E1EA883B694D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462BD-B20A-2713-FE7C-CB77066E01C5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5BF426-5004-899E-68F0-6D7B79175181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D2698B7-215F-63F5-7B08-824E23639477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679E37-F8F5-0A13-8757-331DB9898ECF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6AD5F1-8A22-8A81-2EA7-B24424BCDB26}"/>
              </a:ext>
            </a:extLst>
          </p:cNvPr>
          <p:cNvSpPr txBox="1"/>
          <p:nvPr/>
        </p:nvSpPr>
        <p:spPr>
          <a:xfrm>
            <a:off x="2543903" y="1690688"/>
            <a:ext cx="2575034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Suppose function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 </a:t>
            </a:r>
            <a:r>
              <a:rPr lang="en-US" dirty="0">
                <a:cs typeface="Consolas" panose="020B0609020204030204" pitchFamily="49" charset="0"/>
              </a:rPr>
              <a:t>throws an exception when the stack looks like this …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2C750E2-A7A3-BC23-1988-C6D232ADD3E8}"/>
              </a:ext>
            </a:extLst>
          </p:cNvPr>
          <p:cNvCxnSpPr>
            <a:stCxn id="15" idx="3"/>
            <a:endCxn id="14" idx="1"/>
          </p:cNvCxnSpPr>
          <p:nvPr/>
        </p:nvCxnSpPr>
        <p:spPr>
          <a:xfrm>
            <a:off x="5118937" y="2290853"/>
            <a:ext cx="627416" cy="2912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FC9A874-BEB9-268A-2B46-84A1C648C597}"/>
              </a:ext>
            </a:extLst>
          </p:cNvPr>
          <p:cNvSpPr txBox="1"/>
          <p:nvPr/>
        </p:nvSpPr>
        <p:spPr>
          <a:xfrm>
            <a:off x="7312332" y="2402570"/>
            <a:ext cx="325255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But if the exception is not caught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, it propagates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c()</a:t>
            </a:r>
            <a:r>
              <a:rPr lang="en-US" dirty="0">
                <a:cs typeface="Consolas" panose="020B0609020204030204" pitchFamily="49" charset="0"/>
              </a:rPr>
              <a:t>. Any destructors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are correctly called.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F93B91E-E18A-83DF-81F7-C1BAAE61D9B4}"/>
              </a:ext>
            </a:extLst>
          </p:cNvPr>
          <p:cNvSpPr/>
          <p:nvPr/>
        </p:nvSpPr>
        <p:spPr>
          <a:xfrm>
            <a:off x="6411310" y="2638097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2277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219A-8B3A-BE60-381A-6E7E8600E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AA3C-734E-50B5-C429-ABBD713EC8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FF4EBEC-F57F-C5B9-D195-E33B154BA55C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AFCD346-F837-9AA9-9D11-4967C97C3EDC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9AFD20C-28BA-E062-0E0F-B581B48A008E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6922894-8F9D-5A52-76EA-31CB3DF3AE35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3F62D7-D1FA-9F58-40A6-0F6662222F67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186DA0-2890-A343-1285-869F3248F41C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FEF193-D7EF-8409-24A4-B0F0ED9F5905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B3FC06-D16A-720A-2307-9EA8D8C5E942}"/>
              </a:ext>
            </a:extLst>
          </p:cNvPr>
          <p:cNvSpPr txBox="1"/>
          <p:nvPr/>
        </p:nvSpPr>
        <p:spPr>
          <a:xfrm>
            <a:off x="5746353" y="2320488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721E0A-D535-B634-D127-D4FD27A340C0}"/>
              </a:ext>
            </a:extLst>
          </p:cNvPr>
          <p:cNvSpPr txBox="1"/>
          <p:nvPr/>
        </p:nvSpPr>
        <p:spPr>
          <a:xfrm>
            <a:off x="7280801" y="2605640"/>
            <a:ext cx="3252553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After the exception leaves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d()</a:t>
            </a:r>
            <a:r>
              <a:rPr lang="en-US" dirty="0">
                <a:cs typeface="Consolas" panose="020B0609020204030204" pitchFamily="49" charset="0"/>
              </a:rPr>
              <a:t> is pop from the stack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c()</a:t>
            </a:r>
            <a:r>
              <a:rPr lang="en-US" dirty="0">
                <a:cs typeface="Consolas" panose="020B0609020204030204" pitchFamily="49" charset="0"/>
              </a:rPr>
              <a:t> has the chance to catch it.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257EF72-815C-953C-D423-8004E28F1B82}"/>
              </a:ext>
            </a:extLst>
          </p:cNvPr>
          <p:cNvGrpSpPr/>
          <p:nvPr/>
        </p:nvGrpSpPr>
        <p:grpSpPr>
          <a:xfrm>
            <a:off x="5563611" y="2439320"/>
            <a:ext cx="903890" cy="281952"/>
            <a:chOff x="2385848" y="2511972"/>
            <a:chExt cx="903890" cy="2819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5DFF8A8-15D2-DE2A-8B6F-ABA836C6DF35}"/>
                </a:ext>
              </a:extLst>
            </p:cNvPr>
            <p:cNvCxnSpPr/>
            <p:nvPr/>
          </p:nvCxnSpPr>
          <p:spPr>
            <a:xfrm flipV="1">
              <a:off x="2385848" y="2511972"/>
              <a:ext cx="903890" cy="28195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FC6BD7C3-1E0D-A1C6-6E8A-8A7963D0CFF1}"/>
                </a:ext>
              </a:extLst>
            </p:cNvPr>
            <p:cNvCxnSpPr>
              <a:cxnSpLocks/>
            </p:cNvCxnSpPr>
            <p:nvPr/>
          </p:nvCxnSpPr>
          <p:spPr>
            <a:xfrm>
              <a:off x="2385848" y="2511972"/>
              <a:ext cx="903890" cy="28195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E201D48-21CA-59D0-6B98-8D858EE9CF85}"/>
              </a:ext>
            </a:extLst>
          </p:cNvPr>
          <p:cNvCxnSpPr>
            <a:stCxn id="18" idx="1"/>
            <a:endCxn id="13" idx="3"/>
          </p:cNvCxnSpPr>
          <p:nvPr/>
        </p:nvCxnSpPr>
        <p:spPr>
          <a:xfrm flipH="1" flipV="1">
            <a:off x="6338182" y="3055534"/>
            <a:ext cx="942619" cy="117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14842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96206-0D86-E872-ECFA-FAC153C20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7170C-9AFD-A637-C968-5A6F4F983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5DF4C49-5010-75D4-9C9A-FC2EA79CBA5C}"/>
              </a:ext>
            </a:extLst>
          </p:cNvPr>
          <p:cNvGrpSpPr/>
          <p:nvPr/>
        </p:nvGrpSpPr>
        <p:grpSpPr>
          <a:xfrm>
            <a:off x="5199845" y="4882756"/>
            <a:ext cx="1792309" cy="539958"/>
            <a:chOff x="5055476" y="4635062"/>
            <a:chExt cx="1792309" cy="53995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021E430-C792-89F2-BE22-1B584AA1B020}"/>
                </a:ext>
              </a:extLst>
            </p:cNvPr>
            <p:cNvSpPr txBox="1"/>
            <p:nvPr/>
          </p:nvSpPr>
          <p:spPr>
            <a:xfrm>
              <a:off x="5122954" y="4651800"/>
              <a:ext cx="172483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Call stack</a:t>
              </a: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8FAF7A-6F49-F552-580C-409E89B91965}"/>
                </a:ext>
              </a:extLst>
            </p:cNvPr>
            <p:cNvCxnSpPr/>
            <p:nvPr/>
          </p:nvCxnSpPr>
          <p:spPr>
            <a:xfrm>
              <a:off x="5055476" y="4635062"/>
              <a:ext cx="1702676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BDFB163-149A-9593-8AE3-B24B19C501BF}"/>
              </a:ext>
            </a:extLst>
          </p:cNvPr>
          <p:cNvSpPr txBox="1"/>
          <p:nvPr/>
        </p:nvSpPr>
        <p:spPr>
          <a:xfrm>
            <a:off x="5563611" y="4214232"/>
            <a:ext cx="11753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main()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8E5B8A-B05E-9726-BD06-ECCE4F4E5843}"/>
              </a:ext>
            </a:extLst>
          </p:cNvPr>
          <p:cNvSpPr txBox="1"/>
          <p:nvPr/>
        </p:nvSpPr>
        <p:spPr>
          <a:xfrm>
            <a:off x="5751963" y="3740796"/>
            <a:ext cx="5870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a()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509CDB-BF61-1F50-8AD3-178436B29412}"/>
              </a:ext>
            </a:extLst>
          </p:cNvPr>
          <p:cNvSpPr txBox="1"/>
          <p:nvPr/>
        </p:nvSpPr>
        <p:spPr>
          <a:xfrm>
            <a:off x="5746353" y="3267360"/>
            <a:ext cx="5982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20875A-CC40-5AF5-1BE9-765D37A23AF8}"/>
              </a:ext>
            </a:extLst>
          </p:cNvPr>
          <p:cNvSpPr txBox="1"/>
          <p:nvPr/>
        </p:nvSpPr>
        <p:spPr>
          <a:xfrm>
            <a:off x="5752765" y="2793924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B0DE62-3559-77CE-A840-B0DD5AA6D8E8}"/>
              </a:ext>
            </a:extLst>
          </p:cNvPr>
          <p:cNvSpPr txBox="1"/>
          <p:nvPr/>
        </p:nvSpPr>
        <p:spPr>
          <a:xfrm>
            <a:off x="7364883" y="2067031"/>
            <a:ext cx="3252553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no try/catch block in any of the functions catches the exception, it propagates to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main</a:t>
            </a:r>
            <a:r>
              <a:rPr lang="en-US" dirty="0">
                <a:cs typeface="Consolas" panose="020B0609020204030204" pitchFamily="49" charset="0"/>
              </a:rPr>
              <a:t> and crashes the program.</a:t>
            </a: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AF1C81F4-1BCE-67A3-A84B-EBC6B3CB3A6F}"/>
              </a:ext>
            </a:extLst>
          </p:cNvPr>
          <p:cNvSpPr/>
          <p:nvPr/>
        </p:nvSpPr>
        <p:spPr>
          <a:xfrm>
            <a:off x="6351006" y="3055809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A82883C9-24A9-8A1B-4184-F1D3DC52C7C2}"/>
              </a:ext>
            </a:extLst>
          </p:cNvPr>
          <p:cNvSpPr/>
          <p:nvPr/>
        </p:nvSpPr>
        <p:spPr>
          <a:xfrm>
            <a:off x="6351006" y="3606473"/>
            <a:ext cx="483485" cy="462455"/>
          </a:xfrm>
          <a:custGeom>
            <a:avLst/>
            <a:gdLst>
              <a:gd name="csX0" fmla="*/ 10511 w 483485"/>
              <a:gd name="csY0" fmla="*/ 0 h 462455"/>
              <a:gd name="csX1" fmla="*/ 483476 w 483485"/>
              <a:gd name="csY1" fmla="*/ 304800 h 462455"/>
              <a:gd name="csX2" fmla="*/ 0 w 483485"/>
              <a:gd name="csY2" fmla="*/ 462455 h 4624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3485" h="462455">
                <a:moveTo>
                  <a:pt x="10511" y="0"/>
                </a:moveTo>
                <a:cubicBezTo>
                  <a:pt x="247869" y="113862"/>
                  <a:pt x="485228" y="227724"/>
                  <a:pt x="483476" y="304800"/>
                </a:cubicBezTo>
                <a:cubicBezTo>
                  <a:pt x="481724" y="381876"/>
                  <a:pt x="240862" y="422165"/>
                  <a:pt x="0" y="462455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BFA6F96-5502-4BF3-AE79-BEDFF3A57504}"/>
              </a:ext>
            </a:extLst>
          </p:cNvPr>
          <p:cNvSpPr/>
          <p:nvPr/>
        </p:nvSpPr>
        <p:spPr>
          <a:xfrm>
            <a:off x="6411310" y="4172607"/>
            <a:ext cx="680364" cy="346841"/>
          </a:xfrm>
          <a:custGeom>
            <a:avLst/>
            <a:gdLst>
              <a:gd name="csX0" fmla="*/ 0 w 680364"/>
              <a:gd name="csY0" fmla="*/ 0 h 346841"/>
              <a:gd name="csX1" fmla="*/ 672662 w 680364"/>
              <a:gd name="csY1" fmla="*/ 220717 h 346841"/>
              <a:gd name="csX2" fmla="*/ 304800 w 680364"/>
              <a:gd name="csY2" fmla="*/ 346841 h 34684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80364" h="346841">
                <a:moveTo>
                  <a:pt x="0" y="0"/>
                </a:moveTo>
                <a:cubicBezTo>
                  <a:pt x="310931" y="81455"/>
                  <a:pt x="621862" y="162910"/>
                  <a:pt x="672662" y="220717"/>
                </a:cubicBezTo>
                <a:cubicBezTo>
                  <a:pt x="723462" y="278524"/>
                  <a:pt x="514131" y="312682"/>
                  <a:pt x="304800" y="346841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484F1E2-09DB-BDC9-AB8F-2EA17D21F1CE}"/>
              </a:ext>
            </a:extLst>
          </p:cNvPr>
          <p:cNvSpPr/>
          <p:nvPr/>
        </p:nvSpPr>
        <p:spPr>
          <a:xfrm>
            <a:off x="6771503" y="4609070"/>
            <a:ext cx="758101" cy="766119"/>
          </a:xfrm>
          <a:custGeom>
            <a:avLst/>
            <a:gdLst>
              <a:gd name="csX0" fmla="*/ 0 w 758101"/>
              <a:gd name="csY0" fmla="*/ 0 h 766119"/>
              <a:gd name="csX1" fmla="*/ 729048 w 758101"/>
              <a:gd name="csY1" fmla="*/ 234779 h 766119"/>
              <a:gd name="csX2" fmla="*/ 543697 w 758101"/>
              <a:gd name="csY2" fmla="*/ 766119 h 7661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58101" h="766119">
                <a:moveTo>
                  <a:pt x="0" y="0"/>
                </a:moveTo>
                <a:cubicBezTo>
                  <a:pt x="319216" y="53546"/>
                  <a:pt x="638432" y="107093"/>
                  <a:pt x="729048" y="234779"/>
                </a:cubicBezTo>
                <a:cubicBezTo>
                  <a:pt x="819664" y="362465"/>
                  <a:pt x="681680" y="564292"/>
                  <a:pt x="543697" y="766119"/>
                </a:cubicBezTo>
              </a:path>
            </a:pathLst>
          </a:custGeom>
          <a:noFill/>
          <a:ln>
            <a:solidFill>
              <a:schemeClr val="accent1"/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4486A5A-BAC8-B4F4-CB82-D6891BC4E4DC}"/>
              </a:ext>
            </a:extLst>
          </p:cNvPr>
          <p:cNvSpPr txBox="1"/>
          <p:nvPr/>
        </p:nvSpPr>
        <p:spPr>
          <a:xfrm>
            <a:off x="6834491" y="5439451"/>
            <a:ext cx="84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Crash!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F1A72B4-64FE-1CE7-57D2-CD3E4D789187}"/>
              </a:ext>
            </a:extLst>
          </p:cNvPr>
          <p:cNvSpPr txBox="1"/>
          <p:nvPr/>
        </p:nvSpPr>
        <p:spPr>
          <a:xfrm>
            <a:off x="8310592" y="3712303"/>
            <a:ext cx="23889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correctly called as the exception propagates.</a:t>
            </a:r>
          </a:p>
        </p:txBody>
      </p:sp>
    </p:spTree>
    <p:extLst>
      <p:ext uri="{BB962C8B-B14F-4D97-AF65-F5344CB8AC3E}">
        <p14:creationId xmlns:p14="http://schemas.microsoft.com/office/powerpoint/2010/main" val="2373883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F9659-961F-CD9A-0CD8-269D4483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D5273-8C6A-33F4-F93D-265168B2F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C7E2-F45B-2327-7052-7ECE20EA0D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83F33A-337F-9984-7D56-25725B4DB2A4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an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634273-4B02-0437-E5DE-518DA56A0BA3}"/>
              </a:ext>
            </a:extLst>
          </p:cNvPr>
          <p:cNvSpPr/>
          <p:nvPr/>
        </p:nvSpPr>
        <p:spPr>
          <a:xfrm>
            <a:off x="1343835" y="2209751"/>
            <a:ext cx="3154593" cy="65016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738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1CBEE-9027-0C77-15B2-89B10278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33BBDD-5170-828D-BAB8-C20D83080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9D1010-1226-AC99-B216-8BCC4148C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344861-31ED-2123-DA17-B8B96567C02F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some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4AC0-B958-7D21-581E-ED94F4ACF2FF}"/>
              </a:ext>
            </a:extLst>
          </p:cNvPr>
          <p:cNvSpPr/>
          <p:nvPr/>
        </p:nvSpPr>
        <p:spPr>
          <a:xfrm>
            <a:off x="838200" y="3103917"/>
            <a:ext cx="8158655" cy="1541655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00732E-43F3-C93A-99DE-F7CC5B91B7DF}"/>
              </a:ext>
            </a:extLst>
          </p:cNvPr>
          <p:cNvSpPr txBox="1"/>
          <p:nvPr/>
        </p:nvSpPr>
        <p:spPr>
          <a:xfrm>
            <a:off x="8324193" y="1859755"/>
            <a:ext cx="2356945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try/catch block can handle as many exceptions as you like, doing different things for each one. </a:t>
            </a:r>
          </a:p>
        </p:txBody>
      </p:sp>
    </p:spTree>
    <p:extLst>
      <p:ext uri="{BB962C8B-B14F-4D97-AF65-F5344CB8AC3E}">
        <p14:creationId xmlns:p14="http://schemas.microsoft.com/office/powerpoint/2010/main" val="1125923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CDFEA-2B68-8235-26B2-0AB1E3687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4AF4C-7165-D365-A926-70F9BBA92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4F0773-DFAF-E756-6286-CBA0DC3559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runtime_error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(const 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bad_alloc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&amp; e)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a runtime exception... ";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"Caught some exception... ";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8CB881-523E-6587-4368-54EAFB39961B}"/>
              </a:ext>
            </a:extLst>
          </p:cNvPr>
          <p:cNvSpPr txBox="1"/>
          <p:nvPr/>
        </p:nvSpPr>
        <p:spPr>
          <a:xfrm>
            <a:off x="3710152" y="1169591"/>
            <a:ext cx="3037489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some_function</a:t>
            </a:r>
            <a:r>
              <a:rPr lang="en-US" dirty="0">
                <a:cs typeface="Consolas" panose="020B0609020204030204" pitchFamily="49" charset="0"/>
              </a:rPr>
              <a:t> could throw some exception: we don’t know which one (if any!)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85D7E7-FE9D-D211-5EB2-3F7CE9DF2FF7}"/>
              </a:ext>
            </a:extLst>
          </p:cNvPr>
          <p:cNvSpPr/>
          <p:nvPr/>
        </p:nvSpPr>
        <p:spPr>
          <a:xfrm>
            <a:off x="838201" y="4587940"/>
            <a:ext cx="7013028" cy="1100469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4484F3-1E8F-3422-9B96-FDB56C3843E6}"/>
              </a:ext>
            </a:extLst>
          </p:cNvPr>
          <p:cNvSpPr txBox="1"/>
          <p:nvPr/>
        </p:nvSpPr>
        <p:spPr>
          <a:xfrm>
            <a:off x="8324193" y="1859755"/>
            <a:ext cx="2356945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try/catch block can handle as many exceptions as you like, doing different things for each one.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1DDEE8-7A47-1359-8DA5-39D91292EF2A}"/>
              </a:ext>
            </a:extLst>
          </p:cNvPr>
          <p:cNvSpPr txBox="1"/>
          <p:nvPr/>
        </p:nvSpPr>
        <p:spPr>
          <a:xfrm>
            <a:off x="7961586" y="4765243"/>
            <a:ext cx="2719552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The notation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catch(...)</a:t>
            </a:r>
            <a:r>
              <a:rPr lang="en-US" dirty="0">
                <a:cs typeface="Consolas" panose="020B0609020204030204" pitchFamily="49" charset="0"/>
              </a:rPr>
              <a:t>  will catch any exception.</a:t>
            </a:r>
          </a:p>
        </p:txBody>
      </p:sp>
    </p:spTree>
    <p:extLst>
      <p:ext uri="{BB962C8B-B14F-4D97-AF65-F5344CB8AC3E}">
        <p14:creationId xmlns:p14="http://schemas.microsoft.com/office/powerpoint/2010/main" val="37829597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860011-92A2-227B-E1B9-8C1643E3C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1C902-30C2-3895-EAB4-534CB25A7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B1461-0B4C-2827-2089-074B19DCC6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273F9D-7EBF-A771-B826-FAC9BC8D1973}"/>
              </a:ext>
            </a:extLst>
          </p:cNvPr>
          <p:cNvSpPr txBox="1"/>
          <p:nvPr/>
        </p:nvSpPr>
        <p:spPr>
          <a:xfrm>
            <a:off x="4498429" y="888022"/>
            <a:ext cx="2511971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code has a potential memory leak.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C2C428-61C5-CCB9-7356-00FF0C912B25}"/>
              </a:ext>
            </a:extLst>
          </p:cNvPr>
          <p:cNvSpPr txBox="1"/>
          <p:nvPr/>
        </p:nvSpPr>
        <p:spPr>
          <a:xfrm>
            <a:off x="3904594" y="2772602"/>
            <a:ext cx="3105806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If this throws an exception, then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</a:t>
            </a:r>
            <a:r>
              <a:rPr lang="en-US" dirty="0">
                <a:cs typeface="Consolas" panose="020B0609020204030204" pitchFamily="49" charset="0"/>
              </a:rPr>
              <a:t> doesn’t run, causing a memory leak.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9A263D-6884-A327-3035-88C2E9E75A65}"/>
              </a:ext>
            </a:extLst>
          </p:cNvPr>
          <p:cNvSpPr/>
          <p:nvPr/>
        </p:nvSpPr>
        <p:spPr>
          <a:xfrm>
            <a:off x="838200" y="2859916"/>
            <a:ext cx="2892972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5529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5E7A3-94EC-7E3E-6A24-73C7CF8FE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6924-1C84-78AA-E9C1-89469F4BBF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413F4B-E873-141B-7A15-7FF1D5FDD6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//...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53E978-BEA3-FC87-EFA4-CDE10531482B}"/>
              </a:ext>
            </a:extLst>
          </p:cNvPr>
          <p:cNvSpPr txBox="1"/>
          <p:nvPr/>
        </p:nvSpPr>
        <p:spPr>
          <a:xfrm>
            <a:off x="4498429" y="872154"/>
            <a:ext cx="27852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fixes it, but wrapping every function call in try/catch is impractical.</a:t>
            </a:r>
          </a:p>
        </p:txBody>
      </p:sp>
    </p:spTree>
    <p:extLst>
      <p:ext uri="{BB962C8B-B14F-4D97-AF65-F5344CB8AC3E}">
        <p14:creationId xmlns:p14="http://schemas.microsoft.com/office/powerpoint/2010/main" val="27253627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6BFBA-A84B-38EA-5550-D7517626E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60DEE-FDDB-7931-3465-9DC45269A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02F76-A53F-3ABD-CCA1-C9BE6C3CD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int[5];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try {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 catch (...)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//...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delete[]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F7408-14B9-B2DF-4DB0-D3C3159CACA2}"/>
              </a:ext>
            </a:extLst>
          </p:cNvPr>
          <p:cNvSpPr txBox="1"/>
          <p:nvPr/>
        </p:nvSpPr>
        <p:spPr>
          <a:xfrm>
            <a:off x="4498429" y="872154"/>
            <a:ext cx="2785240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fixes it, but wrapping every function call in try/catch is impractical.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8A9C6B-583B-C8C4-2AFB-69629DB57A74}"/>
              </a:ext>
            </a:extLst>
          </p:cNvPr>
          <p:cNvSpPr txBox="1"/>
          <p:nvPr/>
        </p:nvSpPr>
        <p:spPr>
          <a:xfrm>
            <a:off x="5538952" y="2967335"/>
            <a:ext cx="4593020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C++ recommends a different solution</a:t>
            </a:r>
            <a:r>
              <a:rPr lang="en-US" dirty="0">
                <a:cs typeface="Consolas" panose="020B0609020204030204" pitchFamily="49" charset="0"/>
              </a:rPr>
              <a:t>: use class constructors/destructors to manage memory. C++ promises to call the destructor even if an exception occurs.</a:t>
            </a:r>
          </a:p>
        </p:txBody>
      </p:sp>
    </p:spTree>
    <p:extLst>
      <p:ext uri="{BB962C8B-B14F-4D97-AF65-F5344CB8AC3E}">
        <p14:creationId xmlns:p14="http://schemas.microsoft.com/office/powerpoint/2010/main" val="3146815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A21B4-151E-15FF-81C4-52F6646E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55EB4-4D3D-5EC0-5954-20F17F733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3586D4-6222-0382-8F5F-BD1C67C6F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91AEA65-760E-12AB-77BA-BB658646F1BE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FC0038-FCCB-40C9-11C3-2DB574C74EC0}"/>
              </a:ext>
            </a:extLst>
          </p:cNvPr>
          <p:cNvSpPr txBox="1"/>
          <p:nvPr/>
        </p:nvSpPr>
        <p:spPr>
          <a:xfrm>
            <a:off x="9101959" y="69376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 they go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96879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2DB86-B12A-AD45-7F2F-6CC922CB3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132A3-D362-EDE3-0341-6E1F28A07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80C2C-0A4A-2D67-CCB1-9AE454DF26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4353"/>
            <a:ext cx="374431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struct Mem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int* p;</a:t>
            </a:r>
          </a:p>
          <a:p>
            <a:pPr marL="0" indent="0"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Mem() { 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p = new int[5]; 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~Mem() 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delete[] p;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}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// ...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69E5653-CF5F-320F-56FF-88DF92FD284D}"/>
              </a:ext>
            </a:extLst>
          </p:cNvPr>
          <p:cNvSpPr txBox="1">
            <a:spLocks/>
          </p:cNvSpPr>
          <p:nvPr/>
        </p:nvSpPr>
        <p:spPr>
          <a:xfrm>
            <a:off x="7283669" y="1560123"/>
            <a:ext cx="463769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f()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Mem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might_throw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();</a:t>
            </a:r>
            <a:b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// 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548E9E-8E6E-529A-EAEA-0D07E42C7E6D}"/>
              </a:ext>
            </a:extLst>
          </p:cNvPr>
          <p:cNvSpPr txBox="1"/>
          <p:nvPr/>
        </p:nvSpPr>
        <p:spPr>
          <a:xfrm>
            <a:off x="4265229" y="4553194"/>
            <a:ext cx="2417379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This programming pattern is called </a:t>
            </a:r>
            <a:r>
              <a:rPr lang="en-US" b="1" dirty="0">
                <a:cs typeface="Consolas" panose="020B0609020204030204" pitchFamily="49" charset="0"/>
              </a:rPr>
              <a:t>RAII</a:t>
            </a:r>
            <a:r>
              <a:rPr lang="en-US" dirty="0">
                <a:cs typeface="Consolas" panose="020B0609020204030204" pitchFamily="49" charset="0"/>
              </a:rPr>
              <a:t>: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b="1" dirty="0">
                <a:cs typeface="Consolas" panose="020B0609020204030204" pitchFamily="49" charset="0"/>
              </a:rPr>
              <a:t>R</a:t>
            </a:r>
            <a:r>
              <a:rPr lang="en-US" dirty="0">
                <a:cs typeface="Consolas" panose="020B0609020204030204" pitchFamily="49" charset="0"/>
              </a:rPr>
              <a:t>esource</a:t>
            </a:r>
            <a:r>
              <a:rPr lang="en-US" b="1" dirty="0">
                <a:cs typeface="Consolas" panose="020B0609020204030204" pitchFamily="49" charset="0"/>
              </a:rPr>
              <a:t> A</a:t>
            </a:r>
            <a:r>
              <a:rPr lang="en-US" dirty="0">
                <a:cs typeface="Consolas" panose="020B0609020204030204" pitchFamily="49" charset="0"/>
              </a:rPr>
              <a:t>cquisition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s</a:t>
            </a:r>
            <a:r>
              <a:rPr lang="en-US" b="1" dirty="0">
                <a:cs typeface="Consolas" panose="020B0609020204030204" pitchFamily="49" charset="0"/>
              </a:rPr>
              <a:t> I</a:t>
            </a:r>
            <a:r>
              <a:rPr lang="en-US" dirty="0">
                <a:cs typeface="Consolas" panose="020B0609020204030204" pitchFamily="49" charset="0"/>
              </a:rPr>
              <a:t>nitialization.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8DF9BB-9FBE-26B0-AB2F-2D1EFFE4B275}"/>
              </a:ext>
            </a:extLst>
          </p:cNvPr>
          <p:cNvSpPr txBox="1"/>
          <p:nvPr/>
        </p:nvSpPr>
        <p:spPr>
          <a:xfrm>
            <a:off x="9101959" y="69376"/>
            <a:ext cx="2980997" cy="175432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Destructors are called automatically when the they go out of scope. This is true even when an exception occurs. So this code has </a:t>
            </a:r>
            <a:r>
              <a:rPr lang="en-US" b="1" dirty="0">
                <a:cs typeface="Consolas" panose="020B0609020204030204" pitchFamily="49" charset="0"/>
              </a:rPr>
              <a:t>no memory leak</a:t>
            </a:r>
            <a:r>
              <a:rPr lang="en-US" dirty="0">
                <a:cs typeface="Consolas" panose="020B06090202040302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63303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D3C949-08F2-82CE-79A3-68DEB0094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C4C09-85D7-6F52-CB93-339DBA77B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exception_demo.cpp</a:t>
            </a:r>
            <a:r>
              <a:rPr lang="en-US" dirty="0"/>
              <a:t> in the notes for examples …</a:t>
            </a:r>
          </a:p>
        </p:txBody>
      </p:sp>
    </p:spTree>
    <p:extLst>
      <p:ext uri="{BB962C8B-B14F-4D97-AF65-F5344CB8AC3E}">
        <p14:creationId xmlns:p14="http://schemas.microsoft.com/office/powerpoint/2010/main" val="17874698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7A48D-1F32-1EB2-F5EA-FAF078466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8498F-39FA-FB81-9A18-DBFB7CE036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Exceptions</a:t>
            </a:r>
            <a:r>
              <a:rPr lang="en-US" dirty="0"/>
              <a:t> are objects that represent serious errors</a:t>
            </a:r>
          </a:p>
          <a:p>
            <a:r>
              <a:rPr lang="en-US" dirty="0"/>
              <a:t>They are created with </a:t>
            </a:r>
            <a:r>
              <a:rPr lang="en-US" b="1" dirty="0"/>
              <a:t>throw</a:t>
            </a:r>
          </a:p>
          <a:p>
            <a:r>
              <a:rPr lang="en-US" dirty="0"/>
              <a:t>You can handle them with a </a:t>
            </a:r>
            <a:r>
              <a:rPr lang="en-US" b="1" dirty="0"/>
              <a:t>try/catch block</a:t>
            </a:r>
          </a:p>
          <a:p>
            <a:r>
              <a:rPr lang="en-US" dirty="0"/>
              <a:t>An </a:t>
            </a:r>
            <a:r>
              <a:rPr lang="en-US" b="1" dirty="0"/>
              <a:t>uncaught exception </a:t>
            </a:r>
            <a:r>
              <a:rPr lang="en-US" dirty="0"/>
              <a:t>propagates through all the functions on the call stack, and if none catch it it will crash the program</a:t>
            </a:r>
          </a:p>
          <a:p>
            <a:r>
              <a:rPr lang="en-US" dirty="0"/>
              <a:t>Object </a:t>
            </a:r>
            <a:r>
              <a:rPr lang="en-US" b="1" dirty="0"/>
              <a:t>destructors</a:t>
            </a:r>
            <a:r>
              <a:rPr lang="en-US" dirty="0"/>
              <a:t> are called correctly with exceptions</a:t>
            </a:r>
          </a:p>
          <a:p>
            <a:pPr lvl="1"/>
            <a:r>
              <a:rPr lang="en-US" dirty="0"/>
              <a:t>Use </a:t>
            </a:r>
            <a:r>
              <a:rPr lang="en-US" b="1" dirty="0"/>
              <a:t>RAII</a:t>
            </a:r>
            <a:r>
              <a:rPr lang="en-US" dirty="0"/>
              <a:t> to avoid memory leaks and related errors</a:t>
            </a:r>
          </a:p>
          <a:p>
            <a:pPr lvl="1"/>
            <a:r>
              <a:rPr lang="en-US" dirty="0"/>
              <a:t>Another approach is to use C++’s </a:t>
            </a:r>
            <a:r>
              <a:rPr lang="en-US" b="1" dirty="0"/>
              <a:t>smart pointers </a:t>
            </a:r>
            <a:r>
              <a:rPr lang="en-US" dirty="0"/>
              <a:t>(we won’t cover those)</a:t>
            </a:r>
          </a:p>
        </p:txBody>
      </p:sp>
    </p:spTree>
    <p:extLst>
      <p:ext uri="{BB962C8B-B14F-4D97-AF65-F5344CB8AC3E}">
        <p14:creationId xmlns:p14="http://schemas.microsoft.com/office/powerpoint/2010/main" val="9029081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B5E013-BD19-16D0-2E54-C3B1FC2F0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A69E6D-6699-4822-C3C5-59BE3A6521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40E58F-2653-C1E5-1346-74FB1722C984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7E794E-D930-A02C-4E57-D0299F4D887D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</p:spTree>
    <p:extLst>
      <p:ext uri="{BB962C8B-B14F-4D97-AF65-F5344CB8AC3E}">
        <p14:creationId xmlns:p14="http://schemas.microsoft.com/office/powerpoint/2010/main" val="41195955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671E6-72C6-6C35-49EC-C3073BEAB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98914-9807-AFB7-A7C5-8DB7A27BA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C0A4A5-725B-5F33-B2B5-F51BD0A51911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CFB898-994F-DE47-B358-568607CE10D7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A1E012-E7A9-3E67-4EF1-DC243801F967}"/>
              </a:ext>
            </a:extLst>
          </p:cNvPr>
          <p:cNvSpPr txBox="1"/>
          <p:nvPr/>
        </p:nvSpPr>
        <p:spPr>
          <a:xfrm>
            <a:off x="4276702" y="306566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1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big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sometimes called a </a:t>
            </a:r>
            <a:br>
              <a:rPr lang="en-US" dirty="0"/>
            </a:br>
            <a:r>
              <a:rPr lang="en-US" b="1" dirty="0"/>
              <a:t>monolithic</a:t>
            </a:r>
            <a:r>
              <a:rPr lang="en-US" dirty="0"/>
              <a:t> design.</a:t>
            </a:r>
          </a:p>
          <a:p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structure that’s easy to understand.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to find everything since it’s all in the one file.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need to coordinate accessing the file, e.g. make sure they don’t change the same code at the same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Making changes work together can be very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Tough to test.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Compiling can take a while.</a:t>
            </a:r>
          </a:p>
        </p:txBody>
      </p:sp>
    </p:spTree>
    <p:extLst>
      <p:ext uri="{BB962C8B-B14F-4D97-AF65-F5344CB8AC3E}">
        <p14:creationId xmlns:p14="http://schemas.microsoft.com/office/powerpoint/2010/main" val="29351825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249C3-F5B9-3FC1-9B2B-45D2D4706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DB713-BC75-662A-37C8-1E61E73E3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C5D049-D29C-EDEF-DE94-1C72FDACF604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6FA09B-508E-BB96-648D-CFDAE0BB4736}"/>
              </a:ext>
            </a:extLst>
          </p:cNvPr>
          <p:cNvSpPr txBox="1"/>
          <p:nvPr/>
        </p:nvSpPr>
        <p:spPr>
          <a:xfrm>
            <a:off x="283779" y="438925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How would you organize a really big program?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A03B7F-9341-8786-52E0-C7F1DC436CDF}"/>
              </a:ext>
            </a:extLst>
          </p:cNvPr>
          <p:cNvSpPr txBox="1"/>
          <p:nvPr/>
        </p:nvSpPr>
        <p:spPr>
          <a:xfrm>
            <a:off x="4276702" y="306566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1</a:t>
            </a:r>
            <a:br>
              <a:rPr lang="en-US" dirty="0"/>
            </a:br>
            <a:endParaRPr lang="en-US" dirty="0"/>
          </a:p>
          <a:p>
            <a:r>
              <a:rPr lang="en-US" dirty="0"/>
              <a:t>One big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This is sometimes called a </a:t>
            </a:r>
            <a:br>
              <a:rPr lang="en-US" dirty="0"/>
            </a:br>
            <a:r>
              <a:rPr lang="en-US" b="1" dirty="0"/>
              <a:t>monolithic</a:t>
            </a:r>
            <a:r>
              <a:rPr lang="en-US" dirty="0"/>
              <a:t> design.</a:t>
            </a:r>
          </a:p>
          <a:p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Simple structure that’s easy to understand.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Easy to find everything since it’s all in the one file.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need to coordinate accessing the file, e.g. make sure they don’t change the same code at the same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Making changes work together can be very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Tough to test.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Compiling can take a while.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A6974F-E77B-5D18-1F4A-7DB48CA69EF7}"/>
              </a:ext>
            </a:extLst>
          </p:cNvPr>
          <p:cNvSpPr txBox="1"/>
          <p:nvPr/>
        </p:nvSpPr>
        <p:spPr>
          <a:xfrm>
            <a:off x="8269625" y="306565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2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Multiple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.cpp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files, organized into sensible sub-parts.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can more easily coordinate their 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can be tested on their own.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only need to be re-compiled if they change.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Plug and play with parts, e.g. can swap out old part for a new one.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complex structure.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to be designed ahead of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more tool support.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Risks over-design: small/simple programs can be monolithic</a:t>
            </a:r>
          </a:p>
        </p:txBody>
      </p:sp>
    </p:spTree>
    <p:extLst>
      <p:ext uri="{BB962C8B-B14F-4D97-AF65-F5344CB8AC3E}">
        <p14:creationId xmlns:p14="http://schemas.microsoft.com/office/powerpoint/2010/main" val="18815369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91E15-8C42-D2D1-FE1A-3285A6A98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A083C-CA6D-24E2-D8C2-7C50C59FA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882081" cy="1325563"/>
          </a:xfrm>
        </p:spPr>
        <p:txBody>
          <a:bodyPr/>
          <a:lstStyle/>
          <a:p>
            <a:r>
              <a:rPr lang="en-US" dirty="0"/>
              <a:t>Big Programs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C0841A-6828-CF4B-8F79-8E3B358BBA98}"/>
              </a:ext>
            </a:extLst>
          </p:cNvPr>
          <p:cNvSpPr txBox="1"/>
          <p:nvPr/>
        </p:nvSpPr>
        <p:spPr>
          <a:xfrm>
            <a:off x="380925" y="1690688"/>
            <a:ext cx="3108509" cy="230832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Really Big Program</a:t>
            </a:r>
          </a:p>
          <a:p>
            <a:pPr algn="ctr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thousands of lines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programmers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code from the standard library, and elsewhere, without having the source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0CC64E-4AA0-2573-E57F-43F4CDBF9A41}"/>
              </a:ext>
            </a:extLst>
          </p:cNvPr>
          <p:cNvSpPr txBox="1"/>
          <p:nvPr/>
        </p:nvSpPr>
        <p:spPr>
          <a:xfrm>
            <a:off x="4720281" y="857781"/>
            <a:ext cx="2980997" cy="147732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cs typeface="Consolas" panose="020B0609020204030204" pitchFamily="49" charset="0"/>
              </a:rPr>
              <a:t>We’re going to see a couple of features that help with big programs: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Separate compilation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Namespaces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D88D91-1FA2-49CB-780C-9B24CF91C012}"/>
              </a:ext>
            </a:extLst>
          </p:cNvPr>
          <p:cNvSpPr txBox="1"/>
          <p:nvPr/>
        </p:nvSpPr>
        <p:spPr>
          <a:xfrm>
            <a:off x="8269625" y="306565"/>
            <a:ext cx="3638596" cy="646330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Method 2</a:t>
            </a:r>
            <a:br>
              <a:rPr lang="en-US" dirty="0"/>
            </a:br>
            <a:endParaRPr lang="en-US" dirty="0"/>
          </a:p>
          <a:p>
            <a:r>
              <a:rPr lang="en-US" dirty="0" err="1"/>
              <a:t>Multiple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.cpp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dirty="0"/>
              <a:t>files, organized into sensible sub-parts.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Pros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Programmers can more easily coordinate their work.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can be tested on their own.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Parts only need to be re-compiled if they change.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Plug and play with parts, e.g. can swap out old part for a new one.</a:t>
            </a:r>
          </a:p>
          <a:p>
            <a:endParaRPr lang="en-US" dirty="0"/>
          </a:p>
          <a:p>
            <a:r>
              <a:rPr lang="en-US" b="1" dirty="0"/>
              <a:t>Cons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More complex structure.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to be designed ahead of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more tool support.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Risks over-design: small/simple programs can be monolithic</a:t>
            </a:r>
          </a:p>
        </p:txBody>
      </p:sp>
    </p:spTree>
    <p:extLst>
      <p:ext uri="{BB962C8B-B14F-4D97-AF65-F5344CB8AC3E}">
        <p14:creationId xmlns:p14="http://schemas.microsoft.com/office/powerpoint/2010/main" val="18647319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E26C8-E945-FF60-021B-525208D7E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Separate Compilation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3A6B27-CF4F-887B-3EA5-EF9DE47100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Idea</a:t>
            </a:r>
            <a:r>
              <a:rPr lang="en-US" dirty="0"/>
              <a:t>: split your program into multiple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and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files</a:t>
            </a:r>
          </a:p>
          <a:p>
            <a:pPr lvl="1"/>
            <a:r>
              <a:rPr lang="en-US" dirty="0"/>
              <a:t>Compile 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 separately into object code files</a:t>
            </a:r>
          </a:p>
          <a:p>
            <a:pPr lvl="2"/>
            <a:r>
              <a:rPr lang="en-US" dirty="0"/>
              <a:t>Only re-compile them if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 has changed</a:t>
            </a:r>
          </a:p>
          <a:p>
            <a:pPr lvl="1"/>
            <a:r>
              <a:rPr lang="en-US" dirty="0"/>
              <a:t>To make the executable, link the object code files together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 do this in C++ requires some extra work</a:t>
            </a:r>
          </a:p>
          <a:p>
            <a:pPr lvl="1"/>
            <a:r>
              <a:rPr lang="en-US" dirty="0"/>
              <a:t>Need to organize and write files in a particular way</a:t>
            </a:r>
          </a:p>
        </p:txBody>
      </p:sp>
    </p:spTree>
    <p:extLst>
      <p:ext uri="{BB962C8B-B14F-4D97-AF65-F5344CB8AC3E}">
        <p14:creationId xmlns:p14="http://schemas.microsoft.com/office/powerpoint/2010/main" val="27216064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83EE-ECD3-0378-0161-51690E17B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2A5A3-5337-7C94-6C09-14269EEFB20F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C69BF-54EB-F455-6B9F-0A86438A3DBD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5C4F8F-ED27-5852-FE5B-A587DE38711B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54984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9A733-88F0-7626-9D76-A3A3EBF03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01E40-4CD4-AFF3-0227-7CAFF3F0D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F531ED-FEDB-014F-5448-484C508E9ECD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8CAFC7-922D-5E7D-473C-B33CE185DC98}"/>
              </a:ext>
            </a:extLst>
          </p:cNvPr>
          <p:cNvSpPr txBox="1"/>
          <p:nvPr/>
        </p:nvSpPr>
        <p:spPr>
          <a:xfrm>
            <a:off x="7589458" y="2829911"/>
            <a:ext cx="4602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 {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return x * x;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B8F7BE-F11D-DF2D-8126-0FE6D7F319E3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38BE86-2AE3-6282-C9A6-C352EF56AE14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5ADCB1-5EA8-A14B-335F-9F015E4163D0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FEF1FF9-5D32-15AF-B681-823287A781AA}"/>
              </a:ext>
            </a:extLst>
          </p:cNvPr>
          <p:cNvSpPr txBox="1"/>
          <p:nvPr/>
        </p:nvSpPr>
        <p:spPr>
          <a:xfrm>
            <a:off x="8249155" y="4249956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Header and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Knows what to do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is called.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7015105-7501-9DFC-EC8A-16526867C198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42843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B462B-3C24-DF4E-9392-55B47FD3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BD503-1DDE-909F-5EAA-1B615544E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432726-39BD-F12F-72CB-DF03EC5C8084}"/>
              </a:ext>
            </a:extLst>
          </p:cNvPr>
          <p:cNvSpPr txBox="1"/>
          <p:nvPr/>
        </p:nvSpPr>
        <p:spPr>
          <a:xfrm>
            <a:off x="347830" y="2829911"/>
            <a:ext cx="42347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C78D01-C6E6-525D-B466-C16C0DA1B719}"/>
              </a:ext>
            </a:extLst>
          </p:cNvPr>
          <p:cNvSpPr txBox="1"/>
          <p:nvPr/>
        </p:nvSpPr>
        <p:spPr>
          <a:xfrm>
            <a:off x="7589458" y="2829911"/>
            <a:ext cx="46025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double </a:t>
            </a:r>
            <a:r>
              <a:rPr lang="en-US" sz="2400" b="1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(double x) { 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	return x * x;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7FB34C-874B-F977-9D79-4FBFF98E6C6B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9B2E98-E53A-C7CA-041C-EF179DF17D6A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041C4-318F-B195-9A89-150F07CEAE20}"/>
              </a:ext>
            </a:extLst>
          </p:cNvPr>
          <p:cNvSpPr txBox="1"/>
          <p:nvPr/>
        </p:nvSpPr>
        <p:spPr>
          <a:xfrm>
            <a:off x="689590" y="4249957"/>
            <a:ext cx="2980997" cy="120032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Just the header: no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This is enough for the compiler to know how to call the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function.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33D1ED-4378-323E-A3BF-210A7262BFE2}"/>
              </a:ext>
            </a:extLst>
          </p:cNvPr>
          <p:cNvSpPr txBox="1"/>
          <p:nvPr/>
        </p:nvSpPr>
        <p:spPr>
          <a:xfrm>
            <a:off x="8249155" y="4249956"/>
            <a:ext cx="2980997" cy="9233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Header and body.</a:t>
            </a:r>
            <a:r>
              <a:rPr lang="en-US" dirty="0">
                <a:cs typeface="Consolas" panose="020B0609020204030204" pitchFamily="49" charset="0"/>
              </a:rPr>
              <a:t> </a:t>
            </a:r>
            <a:br>
              <a:rPr lang="en-US" dirty="0">
                <a:cs typeface="Consolas" panose="020B0609020204030204" pitchFamily="49" charset="0"/>
              </a:rPr>
            </a:br>
            <a:r>
              <a:rPr lang="en-US" dirty="0">
                <a:cs typeface="Consolas" panose="020B0609020204030204" pitchFamily="49" charset="0"/>
              </a:rPr>
              <a:t>Knows what to do when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square</a:t>
            </a:r>
            <a:r>
              <a:rPr lang="en-US" dirty="0">
                <a:cs typeface="Consolas" panose="020B0609020204030204" pitchFamily="49" charset="0"/>
              </a:rPr>
              <a:t> is called.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951BCA-2397-4FA8-A521-FC32171CE6D3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2B4551-9284-D943-73B0-80F779B7211C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06B6FA-81BF-8935-7899-085C46190506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6936294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A9DA2-321C-91DE-554C-D369D81C5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71C07-6796-C378-EE91-ED09E902B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B98704-E9F7-72E2-BCAC-2D983BA1D572}"/>
              </a:ext>
            </a:extLst>
          </p:cNvPr>
          <p:cNvSpPr txBox="1"/>
          <p:nvPr/>
        </p:nvSpPr>
        <p:spPr>
          <a:xfrm>
            <a:off x="1031003" y="2839461"/>
            <a:ext cx="23533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E41931-E8F0-2C0C-9CDE-29EDD3875E44}"/>
              </a:ext>
            </a:extLst>
          </p:cNvPr>
          <p:cNvSpPr txBox="1"/>
          <p:nvPr/>
        </p:nvSpPr>
        <p:spPr>
          <a:xfrm>
            <a:off x="8627809" y="2700961"/>
            <a:ext cx="23936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int x, y;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AA24CC-BDA9-2FC1-DF87-48CB9D9BBEB7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859CAD-D16E-57BA-7E3E-5950B927780A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997ED4-B294-A448-2FAC-4C3F31463185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615D68-922B-5170-0D84-D4FDA579B8E5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4559E1-D98C-2D80-3D71-816ED0106531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0185123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BB03C-0FFC-3EC8-4887-9D05E67F4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7B57C-E35E-E9FC-04A3-2D3839095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0A102B-85F8-0969-EABF-CFF100631393}"/>
              </a:ext>
            </a:extLst>
          </p:cNvPr>
          <p:cNvSpPr txBox="1"/>
          <p:nvPr/>
        </p:nvSpPr>
        <p:spPr>
          <a:xfrm>
            <a:off x="838200" y="2839461"/>
            <a:ext cx="2546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extern int n;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B6625F-428D-308A-F31C-19F2A449277A}"/>
              </a:ext>
            </a:extLst>
          </p:cNvPr>
          <p:cNvSpPr txBox="1"/>
          <p:nvPr/>
        </p:nvSpPr>
        <p:spPr>
          <a:xfrm>
            <a:off x="8627809" y="2700961"/>
            <a:ext cx="18838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int n = 0;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C26370-4D83-F1F8-C7AD-895173784904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1468C8-9BE8-919A-A1EC-03EF1ED01630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2E3A47-3B76-59B3-1FCA-0F97C747EDC9}"/>
              </a:ext>
            </a:extLst>
          </p:cNvPr>
          <p:cNvSpPr txBox="1"/>
          <p:nvPr/>
        </p:nvSpPr>
        <p:spPr>
          <a:xfrm>
            <a:off x="8249154" y="5306887"/>
            <a:ext cx="2980997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cs typeface="Consolas" panose="020B0609020204030204" pitchFamily="49" charset="0"/>
              </a:rPr>
              <a:t>A definition is </a:t>
            </a:r>
            <a:r>
              <a:rPr lang="en-US" i="1" dirty="0">
                <a:cs typeface="Consolas" panose="020B0609020204030204" pitchFamily="49" charset="0"/>
              </a:rPr>
              <a:t>also</a:t>
            </a:r>
            <a:r>
              <a:rPr lang="en-US" dirty="0">
                <a:cs typeface="Consolas" panose="020B0609020204030204" pitchFamily="49" charset="0"/>
              </a:rPr>
              <a:t> a declaration.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A18D89-EF9D-8F18-3AB7-04A21F7F0AA1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06097-4FAF-5E20-1927-6663257A9DFE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</p:spTree>
    <p:extLst>
      <p:ext uri="{BB962C8B-B14F-4D97-AF65-F5344CB8AC3E}">
        <p14:creationId xmlns:p14="http://schemas.microsoft.com/office/powerpoint/2010/main" val="2081201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FFB7B-B1EC-FBD1-B9AE-08EEAEE4A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2E412-EC62-735E-40EC-9DE2A9DE7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F3B3A1-2DFD-2426-DE12-29809A0F83D3}"/>
              </a:ext>
            </a:extLst>
          </p:cNvPr>
          <p:cNvSpPr txBox="1"/>
          <p:nvPr/>
        </p:nvSpPr>
        <p:spPr>
          <a:xfrm>
            <a:off x="1031003" y="2839461"/>
            <a:ext cx="23533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Point;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AEC47C-D696-1340-6178-81A3D2B985EF}"/>
              </a:ext>
            </a:extLst>
          </p:cNvPr>
          <p:cNvSpPr txBox="1"/>
          <p:nvPr/>
        </p:nvSpPr>
        <p:spPr>
          <a:xfrm>
            <a:off x="8627809" y="2700961"/>
            <a:ext cx="239360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class Point {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public:</a:t>
            </a:r>
          </a:p>
          <a:p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  int x, y;</a:t>
            </a:r>
            <a:b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  <a:cs typeface="Consolas" panose="020B0609020204030204" pitchFamily="49" charset="0"/>
              </a:rPr>
              <a:t>};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BC3927-1DD4-B769-F21E-D1C5920E825F}"/>
              </a:ext>
            </a:extLst>
          </p:cNvPr>
          <p:cNvSpPr txBox="1"/>
          <p:nvPr/>
        </p:nvSpPr>
        <p:spPr>
          <a:xfrm>
            <a:off x="8249156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Definition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B740ED-F230-C259-3F52-F32D7F8D9E1B}"/>
              </a:ext>
            </a:extLst>
          </p:cNvPr>
          <p:cNvSpPr txBox="1"/>
          <p:nvPr/>
        </p:nvSpPr>
        <p:spPr>
          <a:xfrm>
            <a:off x="689591" y="2027019"/>
            <a:ext cx="2980997" cy="36933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Declaration</a:t>
            </a:r>
            <a:r>
              <a:rPr lang="en-US" dirty="0">
                <a:cs typeface="Consolas" panose="020B0609020204030204" pitchFamily="49" charset="0"/>
              </a:rPr>
              <a:t> of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Point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339F5D-3E3E-C80F-C400-959371E8D75C}"/>
              </a:ext>
            </a:extLst>
          </p:cNvPr>
          <p:cNvSpPr txBox="1"/>
          <p:nvPr/>
        </p:nvSpPr>
        <p:spPr>
          <a:xfrm>
            <a:off x="4469372" y="3725136"/>
            <a:ext cx="2980997" cy="1477328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cs typeface="Consolas" panose="020B0609020204030204" pitchFamily="49" charset="0"/>
              </a:rPr>
              <a:t>Important!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be </a:t>
            </a:r>
            <a:r>
              <a:rPr lang="en-US" b="1" dirty="0">
                <a:cs typeface="Consolas" panose="020B0609020204030204" pitchFamily="49" charset="0"/>
              </a:rPr>
              <a:t>declared</a:t>
            </a:r>
            <a:r>
              <a:rPr lang="en-US" dirty="0">
                <a:cs typeface="Consolas" panose="020B0609020204030204" pitchFamily="49" charset="0"/>
              </a:rPr>
              <a:t> multiple times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cs typeface="Consolas" panose="020B0609020204030204" pitchFamily="49" charset="0"/>
              </a:rPr>
              <a:t>Names can only be </a:t>
            </a:r>
            <a:r>
              <a:rPr lang="en-US" b="1" dirty="0">
                <a:cs typeface="Consolas" panose="020B0609020204030204" pitchFamily="49" charset="0"/>
              </a:rPr>
              <a:t>defined once</a:t>
            </a:r>
            <a:endParaRPr lang="en-US" dirty="0">
              <a:cs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A42ECA5-105A-237B-DA8C-94F861AD411F}"/>
              </a:ext>
            </a:extLst>
          </p:cNvPr>
          <p:cNvSpPr txBox="1"/>
          <p:nvPr/>
        </p:nvSpPr>
        <p:spPr>
          <a:xfrm>
            <a:off x="4330262" y="5450286"/>
            <a:ext cx="35314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the </a:t>
            </a:r>
            <a:r>
              <a:rPr lang="en-US" b="1" dirty="0"/>
              <a:t>single definition rule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names must be defined </a:t>
            </a:r>
            <a:r>
              <a:rPr lang="en-US" i="1" dirty="0"/>
              <a:t>exactly once</a:t>
            </a:r>
            <a:r>
              <a:rPr lang="en-US" dirty="0"/>
              <a:t> in C++.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C1EE8D-8E81-7E66-6C6D-C7769460F503}"/>
              </a:ext>
            </a:extLst>
          </p:cNvPr>
          <p:cNvSpPr txBox="1"/>
          <p:nvPr/>
        </p:nvSpPr>
        <p:spPr>
          <a:xfrm>
            <a:off x="838200" y="4740799"/>
            <a:ext cx="2832388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</a:p>
          <a:p>
            <a:r>
              <a:rPr lang="en-US" dirty="0"/>
              <a:t>Declarations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files.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A347B0-48DF-E78E-2354-734744739246}"/>
              </a:ext>
            </a:extLst>
          </p:cNvPr>
          <p:cNvSpPr txBox="1"/>
          <p:nvPr/>
        </p:nvSpPr>
        <p:spPr>
          <a:xfrm>
            <a:off x="8655118" y="4740799"/>
            <a:ext cx="28323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 of Thumb</a:t>
            </a:r>
          </a:p>
          <a:p>
            <a:r>
              <a:rPr lang="en-US" dirty="0"/>
              <a:t>Definitions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files.</a:t>
            </a:r>
          </a:p>
        </p:txBody>
      </p:sp>
    </p:spTree>
    <p:extLst>
      <p:ext uri="{BB962C8B-B14F-4D97-AF65-F5344CB8AC3E}">
        <p14:creationId xmlns:p14="http://schemas.microsoft.com/office/powerpoint/2010/main" val="293267917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33D89-FC48-B280-6031-EB649B9E7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 and Declarations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9BBD3-37CC-58A6-054C-43D3644E47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declaration</a:t>
            </a:r>
            <a:r>
              <a:rPr lang="en-US" dirty="0"/>
              <a:t> declares a class, function, variable, etc. exists, but does not say how it is implemented.</a:t>
            </a:r>
          </a:p>
          <a:p>
            <a:r>
              <a:rPr lang="en-US" dirty="0"/>
              <a:t>A </a:t>
            </a:r>
            <a:r>
              <a:rPr lang="en-US" b="1" dirty="0"/>
              <a:t>definition</a:t>
            </a:r>
            <a:r>
              <a:rPr lang="en-US" dirty="0"/>
              <a:t> defines how a class, function, variable, etc. works</a:t>
            </a:r>
          </a:p>
          <a:p>
            <a:pPr lvl="1"/>
            <a:r>
              <a:rPr lang="en-US" dirty="0"/>
              <a:t>Definitions are also declarations</a:t>
            </a:r>
          </a:p>
          <a:p>
            <a:r>
              <a:rPr lang="en-US" dirty="0"/>
              <a:t>For separate compilation in C++</a:t>
            </a:r>
          </a:p>
          <a:p>
            <a:pPr lvl="1"/>
            <a:r>
              <a:rPr lang="en-US" dirty="0"/>
              <a:t>Declaration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.h</a:t>
            </a:r>
            <a:r>
              <a:rPr lang="en-US" dirty="0"/>
              <a:t> header files which is #included into a program</a:t>
            </a:r>
          </a:p>
          <a:p>
            <a:pPr lvl="2"/>
            <a:r>
              <a:rPr lang="en-US" dirty="0"/>
              <a:t>Thus it is okay for multiple files to #include the same header</a:t>
            </a:r>
          </a:p>
          <a:p>
            <a:pPr lvl="1"/>
            <a:r>
              <a:rPr lang="en-US" dirty="0"/>
              <a:t>Definitions go in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cpp</a:t>
            </a:r>
            <a:r>
              <a:rPr lang="en-US" dirty="0"/>
              <a:t> files</a:t>
            </a:r>
          </a:p>
          <a:p>
            <a:pPr lvl="2"/>
            <a:r>
              <a:rPr lang="en-US" dirty="0"/>
              <a:t>We must be sure to never to let these definitions be defined elsewhere</a:t>
            </a:r>
          </a:p>
          <a:p>
            <a:r>
              <a:rPr lang="en-US" dirty="0"/>
              <a:t>Let’s step through the creation of a separately </a:t>
            </a:r>
            <a:r>
              <a:rPr lang="en-US"/>
              <a:t>compiled program …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294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2496</Words>
  <Application>Microsoft Macintosh PowerPoint</Application>
  <PresentationFormat>Widescreen</PresentationFormat>
  <Paragraphs>357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Consolas</vt:lpstr>
      <vt:lpstr>Office Theme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Exceptions</vt:lpstr>
      <vt:lpstr>Summary</vt:lpstr>
      <vt:lpstr>Big Programs</vt:lpstr>
      <vt:lpstr>Big Programs</vt:lpstr>
      <vt:lpstr>Big Programs</vt:lpstr>
      <vt:lpstr>Big Programs</vt:lpstr>
      <vt:lpstr>Separate Compilation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  <vt:lpstr>Definitions and Declarations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1</cp:revision>
  <dcterms:created xsi:type="dcterms:W3CDTF">2026-02-12T18:13:11Z</dcterms:created>
  <dcterms:modified xsi:type="dcterms:W3CDTF">2026-02-23T03:54:56Z</dcterms:modified>
</cp:coreProperties>
</file>