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4" r:id="rId8"/>
    <p:sldId id="275" r:id="rId9"/>
    <p:sldId id="279" r:id="rId10"/>
    <p:sldId id="276" r:id="rId11"/>
    <p:sldId id="277" r:id="rId12"/>
    <p:sldId id="278" r:id="rId13"/>
    <p:sldId id="265" r:id="rId14"/>
    <p:sldId id="266" r:id="rId15"/>
    <p:sldId id="267" r:id="rId16"/>
    <p:sldId id="268" r:id="rId17"/>
    <p:sldId id="313" r:id="rId18"/>
    <p:sldId id="270" r:id="rId19"/>
    <p:sldId id="271" r:id="rId20"/>
    <p:sldId id="272" r:id="rId21"/>
    <p:sldId id="273" r:id="rId22"/>
    <p:sldId id="314" r:id="rId23"/>
    <p:sldId id="274" r:id="rId24"/>
    <p:sldId id="258" r:id="rId25"/>
    <p:sldId id="281" r:id="rId26"/>
    <p:sldId id="282" r:id="rId27"/>
    <p:sldId id="283" r:id="rId28"/>
    <p:sldId id="284" r:id="rId29"/>
    <p:sldId id="285" r:id="rId30"/>
    <p:sldId id="31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6" r:id="rId41"/>
    <p:sldId id="295" r:id="rId42"/>
    <p:sldId id="297" r:id="rId43"/>
    <p:sldId id="298" r:id="rId44"/>
    <p:sldId id="299" r:id="rId45"/>
    <p:sldId id="300" r:id="rId46"/>
    <p:sldId id="301" r:id="rId47"/>
    <p:sldId id="303" r:id="rId48"/>
    <p:sldId id="302" r:id="rId49"/>
    <p:sldId id="304" r:id="rId50"/>
    <p:sldId id="305" r:id="rId51"/>
    <p:sldId id="306" r:id="rId52"/>
    <p:sldId id="311" r:id="rId53"/>
    <p:sldId id="312" r:id="rId54"/>
    <p:sldId id="307" r:id="rId55"/>
    <p:sldId id="308" r:id="rId56"/>
    <p:sldId id="309" r:id="rId57"/>
    <p:sldId id="310" r:id="rId58"/>
    <p:sldId id="316" r:id="rId59"/>
    <p:sldId id="318" r:id="rId60"/>
    <p:sldId id="319" r:id="rId61"/>
    <p:sldId id="317" r:id="rId62"/>
    <p:sldId id="320" r:id="rId63"/>
    <p:sldId id="321" r:id="rId64"/>
    <p:sldId id="323" r:id="rId65"/>
    <p:sldId id="325" r:id="rId66"/>
    <p:sldId id="324" r:id="rId67"/>
    <p:sldId id="326" r:id="rId68"/>
    <p:sldId id="327" r:id="rId69"/>
    <p:sldId id="328" r:id="rId70"/>
    <p:sldId id="329" r:id="rId71"/>
    <p:sldId id="330" r:id="rId72"/>
    <p:sldId id="331" r:id="rId73"/>
    <p:sldId id="332" r:id="rId74"/>
    <p:sldId id="333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E7B8F5F-0E4D-0446-A6DE-330DBBB47211}">
          <p14:sldIdLst>
            <p14:sldId id="256"/>
            <p14:sldId id="257"/>
            <p14:sldId id="259"/>
            <p14:sldId id="260"/>
            <p14:sldId id="261"/>
            <p14:sldId id="263"/>
            <p14:sldId id="264"/>
          </p14:sldIdLst>
        </p14:section>
        <p14:section name="Exception propagation" id="{57BB12AD-9DCD-4445-9BD4-FAD0F07AD4BF}">
          <p14:sldIdLst>
            <p14:sldId id="275"/>
            <p14:sldId id="279"/>
            <p14:sldId id="276"/>
            <p14:sldId id="277"/>
            <p14:sldId id="278"/>
          </p14:sldIdLst>
        </p14:section>
        <p14:section name="Catching different kinds of exceptions" id="{3F505F37-87F4-BD4F-B045-0C26196224AF}">
          <p14:sldIdLst>
            <p14:sldId id="265"/>
            <p14:sldId id="266"/>
            <p14:sldId id="267"/>
          </p14:sldIdLst>
        </p14:section>
        <p14:section name="RAII" id="{C5CE1B90-4BFB-B741-AC42-BBF1A0355B43}">
          <p14:sldIdLst>
            <p14:sldId id="268"/>
            <p14:sldId id="313"/>
            <p14:sldId id="270"/>
            <p14:sldId id="271"/>
            <p14:sldId id="272"/>
            <p14:sldId id="273"/>
            <p14:sldId id="314"/>
            <p14:sldId id="274"/>
            <p14:sldId id="258"/>
          </p14:sldIdLst>
        </p14:section>
        <p14:section name="Separate Compilation" id="{45570C37-8D1D-1F43-B25A-506D0DE562E4}">
          <p14:sldIdLst>
            <p14:sldId id="281"/>
            <p14:sldId id="282"/>
            <p14:sldId id="283"/>
            <p14:sldId id="284"/>
            <p14:sldId id="285"/>
            <p14:sldId id="31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Namespaces" id="{CD763310-5AFD-694E-A4B1-483529D5041A}">
          <p14:sldIdLst>
            <p14:sldId id="293"/>
            <p14:sldId id="294"/>
            <p14:sldId id="296"/>
            <p14:sldId id="295"/>
            <p14:sldId id="297"/>
            <p14:sldId id="298"/>
          </p14:sldIdLst>
        </p14:section>
        <p14:section name="Recursion" id="{140FA751-ECFB-5F4B-B282-61BBF4521871}">
          <p14:sldIdLst>
            <p14:sldId id="299"/>
            <p14:sldId id="300"/>
            <p14:sldId id="301"/>
            <p14:sldId id="303"/>
            <p14:sldId id="302"/>
            <p14:sldId id="304"/>
            <p14:sldId id="305"/>
            <p14:sldId id="306"/>
            <p14:sldId id="311"/>
            <p14:sldId id="312"/>
            <p14:sldId id="307"/>
            <p14:sldId id="308"/>
            <p14:sldId id="309"/>
            <p14:sldId id="310"/>
            <p14:sldId id="316"/>
            <p14:sldId id="318"/>
            <p14:sldId id="319"/>
            <p14:sldId id="317"/>
            <p14:sldId id="320"/>
            <p14:sldId id="321"/>
            <p14:sldId id="323"/>
            <p14:sldId id="325"/>
            <p14:sldId id="324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07C9E3-5D4D-2047-AC1A-48E103CA2CF4}" v="151" dt="2026-02-25T01:28:43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6327"/>
  </p:normalViewPr>
  <p:slideViewPr>
    <p:cSldViewPr snapToGrid="0">
      <p:cViewPr varScale="1">
        <p:scale>
          <a:sx n="123" d="100"/>
          <a:sy n="123" d="100"/>
        </p:scale>
        <p:origin x="6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8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modSld sldOrd modSection">
      <pc:chgData name="Toby Donaldson" userId="2e6e5431-bb17-4c41-9985-d39c50d83c73" providerId="ADAL" clId="{F31BC264-820E-54C4-A6D1-F92AF9CC222E}" dt="2026-02-23T22:17:44.595" v="1102"/>
      <pc:docMkLst>
        <pc:docMk/>
      </pc:docMkLst>
      <pc:sldChg chg="modSp mod">
        <pc:chgData name="Toby Donaldson" userId="2e6e5431-bb17-4c41-9985-d39c50d83c73" providerId="ADAL" clId="{F31BC264-820E-54C4-A6D1-F92AF9CC222E}" dt="2026-02-23T18:44:51.915" v="65" actId="20577"/>
        <pc:sldMkLst>
          <pc:docMk/>
          <pc:sldMk cId="3880276282" sldId="256"/>
        </pc:sldMkLst>
        <pc:spChg chg="mod">
          <ac:chgData name="Toby Donaldson" userId="2e6e5431-bb17-4c41-9985-d39c50d83c73" providerId="ADAL" clId="{F31BC264-820E-54C4-A6D1-F92AF9CC222E}" dt="2026-02-23T18:44:51.915" v="65" actId="20577"/>
          <ac:spMkLst>
            <pc:docMk/>
            <pc:sldMk cId="3880276282" sldId="256"/>
            <ac:spMk id="2" creationId="{7C79C49A-AE1E-2DDF-FEC5-0B17A07FA79D}"/>
          </ac:spMkLst>
        </pc:spChg>
      </pc:sldChg>
      <pc:sldChg chg="addSp">
        <pc:chgData name="Toby Donaldson" userId="2e6e5431-bb17-4c41-9985-d39c50d83c73" providerId="ADAL" clId="{F31BC264-820E-54C4-A6D1-F92AF9CC222E}" dt="2026-02-23T20:58:23.715" v="1064"/>
        <pc:sldMkLst>
          <pc:docMk/>
          <pc:sldMk cId="449184484" sldId="261"/>
        </pc:sldMkLst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449184484" sldId="261"/>
            <ac:inkMk id="5" creationId="{49BA7B74-2BB9-BBE7-C438-EB7E46A38C5E}"/>
          </ac:inkMkLst>
        </pc:inkChg>
      </pc:sldChg>
      <pc:sldChg chg="addSp">
        <pc:chgData name="Toby Donaldson" userId="2e6e5431-bb17-4c41-9985-d39c50d83c73" providerId="ADAL" clId="{F31BC264-820E-54C4-A6D1-F92AF9CC222E}" dt="2026-02-23T20:58:23.715" v="1064"/>
        <pc:sldMkLst>
          <pc:docMk/>
          <pc:sldMk cId="3595971976" sldId="263"/>
        </pc:sldMkLst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3595971976" sldId="263"/>
            <ac:inkMk id="5" creationId="{9871608B-107E-FD92-1543-CBF270364924}"/>
          </ac:inkMkLst>
        </pc:inkChg>
      </pc:sldChg>
      <pc:sldChg chg="addSp">
        <pc:chgData name="Toby Donaldson" userId="2e6e5431-bb17-4c41-9985-d39c50d83c73" providerId="ADAL" clId="{F31BC264-820E-54C4-A6D1-F92AF9CC222E}" dt="2026-02-23T20:58:23.715" v="1064"/>
        <pc:sldMkLst>
          <pc:docMk/>
          <pc:sldMk cId="1338973811" sldId="265"/>
        </pc:sldMkLst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1338973811" sldId="265"/>
            <ac:inkMk id="5" creationId="{7B3E0954-744A-E53D-C585-22552E09E764}"/>
          </ac:inkMkLst>
        </pc:inkChg>
      </pc:sldChg>
      <pc:sldChg chg="modSp mod">
        <pc:chgData name="Toby Donaldson" userId="2e6e5431-bb17-4c41-9985-d39c50d83c73" providerId="ADAL" clId="{F31BC264-820E-54C4-A6D1-F92AF9CC222E}" dt="2026-02-23T18:49:12.077" v="70" actId="1076"/>
        <pc:sldMkLst>
          <pc:docMk/>
          <pc:sldMk cId="1125923060" sldId="266"/>
        </pc:sldMkLst>
        <pc:spChg chg="mod">
          <ac:chgData name="Toby Donaldson" userId="2e6e5431-bb17-4c41-9985-d39c50d83c73" providerId="ADAL" clId="{F31BC264-820E-54C4-A6D1-F92AF9CC222E}" dt="2026-02-23T18:49:12.077" v="70" actId="1076"/>
          <ac:spMkLst>
            <pc:docMk/>
            <pc:sldMk cId="1125923060" sldId="266"/>
            <ac:spMk id="6" creationId="{8C00732E-43F3-C93A-99DE-F7CC5B91B7DF}"/>
          </ac:spMkLst>
        </pc:spChg>
      </pc:sldChg>
      <pc:sldChg chg="addSp delSp modSp mod">
        <pc:chgData name="Toby Donaldson" userId="2e6e5431-bb17-4c41-9985-d39c50d83c73" providerId="ADAL" clId="{F31BC264-820E-54C4-A6D1-F92AF9CC222E}" dt="2026-02-23T18:49:34.900" v="73" actId="1076"/>
        <pc:sldMkLst>
          <pc:docMk/>
          <pc:sldMk cId="3782959751" sldId="267"/>
        </pc:sldMkLst>
        <pc:spChg chg="mod">
          <ac:chgData name="Toby Donaldson" userId="2e6e5431-bb17-4c41-9985-d39c50d83c73" providerId="ADAL" clId="{F31BC264-820E-54C4-A6D1-F92AF9CC222E}" dt="2026-02-23T18:49:34.900" v="73" actId="1076"/>
          <ac:spMkLst>
            <pc:docMk/>
            <pc:sldMk cId="3782959751" sldId="267"/>
            <ac:spMk id="5" creationId="{9D1DDEE8-7A47-1359-8DA5-39D91292EF2A}"/>
          </ac:spMkLst>
        </pc:spChg>
        <pc:spChg chg="add mod">
          <ac:chgData name="Toby Donaldson" userId="2e6e5431-bb17-4c41-9985-d39c50d83c73" providerId="ADAL" clId="{F31BC264-820E-54C4-A6D1-F92AF9CC222E}" dt="2026-02-23T18:49:25.488" v="72"/>
          <ac:spMkLst>
            <pc:docMk/>
            <pc:sldMk cId="3782959751" sldId="267"/>
            <ac:spMk id="7" creationId="{C39EBF8E-E8FA-F4BB-DB6E-0373D1A120AD}"/>
          </ac:spMkLst>
        </pc:spChg>
      </pc:sldChg>
      <pc:sldChg chg="addSp delSp modSp mod">
        <pc:chgData name="Toby Donaldson" userId="2e6e5431-bb17-4c41-9985-d39c50d83c73" providerId="ADAL" clId="{F31BC264-820E-54C4-A6D1-F92AF9CC222E}" dt="2026-02-23T20:58:23.715" v="1064"/>
        <pc:sldMkLst>
          <pc:docMk/>
          <pc:sldMk cId="856552977" sldId="268"/>
        </pc:sldMkLst>
        <pc:spChg chg="mod">
          <ac:chgData name="Toby Donaldson" userId="2e6e5431-bb17-4c41-9985-d39c50d83c73" providerId="ADAL" clId="{F31BC264-820E-54C4-A6D1-F92AF9CC222E}" dt="2026-02-23T18:50:15.344" v="114" actId="20577"/>
          <ac:spMkLst>
            <pc:docMk/>
            <pc:sldMk cId="856552977" sldId="268"/>
            <ac:spMk id="4" creationId="{C2273F9D-7EBF-A771-B826-FAC9BC8D1973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856552977" sldId="268"/>
            <ac:inkMk id="5" creationId="{FDC09B87-DC07-9F02-96B4-2965BDFFFA77}"/>
          </ac:inkMkLst>
        </pc:inkChg>
      </pc:sldChg>
      <pc:sldChg chg="addSp modSp mod">
        <pc:chgData name="Toby Donaldson" userId="2e6e5431-bb17-4c41-9985-d39c50d83c73" providerId="ADAL" clId="{F31BC264-820E-54C4-A6D1-F92AF9CC222E}" dt="2026-02-23T20:58:23.715" v="1064"/>
        <pc:sldMkLst>
          <pc:docMk/>
          <pc:sldMk cId="2725362748" sldId="270"/>
        </pc:sldMkLst>
        <pc:spChg chg="mod">
          <ac:chgData name="Toby Donaldson" userId="2e6e5431-bb17-4c41-9985-d39c50d83c73" providerId="ADAL" clId="{F31BC264-820E-54C4-A6D1-F92AF9CC222E}" dt="2026-02-23T18:54:06.164" v="334" actId="207"/>
          <ac:spMkLst>
            <pc:docMk/>
            <pc:sldMk cId="2725362748" sldId="270"/>
            <ac:spMk id="3" creationId="{6B413F4B-E873-141B-7A15-7FF1D5FDD612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2725362748" sldId="270"/>
            <ac:inkMk id="5" creationId="{5C271C77-DB68-A199-263B-A8F1F7483AB7}"/>
          </ac:inkMkLst>
        </pc:inkChg>
      </pc:sldChg>
      <pc:sldChg chg="addSp modSp mod">
        <pc:chgData name="Toby Donaldson" userId="2e6e5431-bb17-4c41-9985-d39c50d83c73" providerId="ADAL" clId="{F31BC264-820E-54C4-A6D1-F92AF9CC222E}" dt="2026-02-23T20:58:23.715" v="1064"/>
        <pc:sldMkLst>
          <pc:docMk/>
          <pc:sldMk cId="3146815153" sldId="271"/>
        </pc:sldMkLst>
        <pc:spChg chg="mod">
          <ac:chgData name="Toby Donaldson" userId="2e6e5431-bb17-4c41-9985-d39c50d83c73" providerId="ADAL" clId="{F31BC264-820E-54C4-A6D1-F92AF9CC222E}" dt="2026-02-23T18:54:21.647" v="336" actId="207"/>
          <ac:spMkLst>
            <pc:docMk/>
            <pc:sldMk cId="3146815153" sldId="271"/>
            <ac:spMk id="3" creationId="{71C02F76-A53F-3ABD-CCA1-C9BE6C3CD12D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3146815153" sldId="271"/>
            <ac:inkMk id="6" creationId="{08CE4CDE-E778-8976-3366-643E1F7E7688}"/>
          </ac:inkMkLst>
        </pc:inkChg>
      </pc:sldChg>
      <pc:sldChg chg="addSp delSp modSp mod">
        <pc:chgData name="Toby Donaldson" userId="2e6e5431-bb17-4c41-9985-d39c50d83c73" providerId="ADAL" clId="{F31BC264-820E-54C4-A6D1-F92AF9CC222E}" dt="2026-02-23T20:58:23.715" v="1064"/>
        <pc:sldMkLst>
          <pc:docMk/>
          <pc:sldMk cId="3296879141" sldId="272"/>
        </pc:sldMkLst>
        <pc:spChg chg="add mod">
          <ac:chgData name="Toby Donaldson" userId="2e6e5431-bb17-4c41-9985-d39c50d83c73" providerId="ADAL" clId="{F31BC264-820E-54C4-A6D1-F92AF9CC222E}" dt="2026-02-23T18:55:06.888" v="352"/>
          <ac:spMkLst>
            <pc:docMk/>
            <pc:sldMk cId="3296879141" sldId="272"/>
            <ac:spMk id="4" creationId="{D11B1B0B-66DB-9EB9-A379-0323D63FFA90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3296879141" sldId="272"/>
            <ac:inkMk id="7" creationId="{19035931-7ADC-2EE7-69E6-8BCFB3211E86}"/>
          </ac:inkMkLst>
        </pc:inkChg>
      </pc:sldChg>
      <pc:sldChg chg="addSp delSp modSp mod">
        <pc:chgData name="Toby Donaldson" userId="2e6e5431-bb17-4c41-9985-d39c50d83c73" providerId="ADAL" clId="{F31BC264-820E-54C4-A6D1-F92AF9CC222E}" dt="2026-02-23T20:58:23.715" v="1064"/>
        <pc:sldMkLst>
          <pc:docMk/>
          <pc:sldMk cId="4146330364" sldId="273"/>
        </pc:sldMkLst>
        <pc:spChg chg="mod">
          <ac:chgData name="Toby Donaldson" userId="2e6e5431-bb17-4c41-9985-d39c50d83c73" providerId="ADAL" clId="{F31BC264-820E-54C4-A6D1-F92AF9CC222E}" dt="2026-02-23T19:18:33.091" v="353" actId="14100"/>
          <ac:spMkLst>
            <pc:docMk/>
            <pc:sldMk cId="4146330364" sldId="273"/>
            <ac:spMk id="2" creationId="{952132A3-D362-EDE3-0341-6E1F28A0720A}"/>
          </ac:spMkLst>
        </pc:spChg>
        <pc:spChg chg="mod">
          <ac:chgData name="Toby Donaldson" userId="2e6e5431-bb17-4c41-9985-d39c50d83c73" providerId="ADAL" clId="{F31BC264-820E-54C4-A6D1-F92AF9CC222E}" dt="2026-02-23T19:18:51.195" v="371" actId="20577"/>
          <ac:spMkLst>
            <pc:docMk/>
            <pc:sldMk cId="4146330364" sldId="273"/>
            <ac:spMk id="6" creationId="{769E5653-CF5F-320F-56FF-88DF92FD284D}"/>
          </ac:spMkLst>
        </pc:spChg>
        <pc:spChg chg="mod">
          <ac:chgData name="Toby Donaldson" userId="2e6e5431-bb17-4c41-9985-d39c50d83c73" providerId="ADAL" clId="{F31BC264-820E-54C4-A6D1-F92AF9CC222E}" dt="2026-02-23T18:54:52.086" v="350" actId="20577"/>
          <ac:spMkLst>
            <pc:docMk/>
            <pc:sldMk cId="4146330364" sldId="273"/>
            <ac:spMk id="7" creationId="{888DF9BB-9FBE-26B0-AB2F-2D1EFFE4B275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4146330364" sldId="273"/>
            <ac:inkMk id="10" creationId="{CF8A8066-03B5-D45B-6DC9-1988AE83B479}"/>
          </ac:inkMkLst>
        </pc:inkChg>
      </pc:sldChg>
      <pc:sldChg chg="addSp modSp mod">
        <pc:chgData name="Toby Donaldson" userId="2e6e5431-bb17-4c41-9985-d39c50d83c73" providerId="ADAL" clId="{F31BC264-820E-54C4-A6D1-F92AF9CC222E}" dt="2026-02-23T20:58:23.715" v="1064"/>
        <pc:sldMkLst>
          <pc:docMk/>
          <pc:sldMk cId="2373883539" sldId="278"/>
        </pc:sldMkLst>
        <pc:spChg chg="mod">
          <ac:chgData name="Toby Donaldson" userId="2e6e5431-bb17-4c41-9985-d39c50d83c73" providerId="ADAL" clId="{F31BC264-820E-54C4-A6D1-F92AF9CC222E}" dt="2026-02-23T18:47:16.260" v="66" actId="113"/>
          <ac:spMkLst>
            <pc:docMk/>
            <pc:sldMk cId="2373883539" sldId="278"/>
            <ac:spMk id="18" creationId="{00B0DE62-3559-77CE-A840-B0DD5AA6D8E8}"/>
          </ac:spMkLst>
        </pc:spChg>
        <pc:spChg chg="mod">
          <ac:chgData name="Toby Donaldson" userId="2e6e5431-bb17-4c41-9985-d39c50d83c73" providerId="ADAL" clId="{F31BC264-820E-54C4-A6D1-F92AF9CC222E}" dt="2026-02-23T18:47:21.696" v="68" actId="14100"/>
          <ac:spMkLst>
            <pc:docMk/>
            <pc:sldMk cId="2373883539" sldId="278"/>
            <ac:spMk id="22" creationId="{7F1A72B4-64FE-1CE7-57D2-CD3E4D789187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2373883539" sldId="278"/>
            <ac:inkMk id="3" creationId="{5FA75F2A-6AEA-2F01-6D93-C0700B800E3D}"/>
          </ac:inkMkLst>
        </pc:inkChg>
      </pc:sldChg>
      <pc:sldChg chg="addSp modSp mod">
        <pc:chgData name="Toby Donaldson" userId="2e6e5431-bb17-4c41-9985-d39c50d83c73" providerId="ADAL" clId="{F31BC264-820E-54C4-A6D1-F92AF9CC222E}" dt="2026-02-23T19:34:34.288" v="688" actId="5793"/>
        <pc:sldMkLst>
          <pc:docMk/>
          <pc:sldMk cId="4119595530" sldId="281"/>
        </pc:sldMkLst>
        <pc:spChg chg="add mod">
          <ac:chgData name="Toby Donaldson" userId="2e6e5431-bb17-4c41-9985-d39c50d83c73" providerId="ADAL" clId="{F31BC264-820E-54C4-A6D1-F92AF9CC222E}" dt="2026-02-23T19:34:34.288" v="688" actId="5793"/>
          <ac:spMkLst>
            <pc:docMk/>
            <pc:sldMk cId="4119595530" sldId="281"/>
            <ac:spMk id="3" creationId="{13E33C1B-2EA7-9321-C032-A90A5C6B71FF}"/>
          </ac:spMkLst>
        </pc:spChg>
      </pc:sldChg>
      <pc:sldChg chg="addSp modSp mod">
        <pc:chgData name="Toby Donaldson" userId="2e6e5431-bb17-4c41-9985-d39c50d83c73" providerId="ADAL" clId="{F31BC264-820E-54C4-A6D1-F92AF9CC222E}" dt="2026-02-23T21:21:36.363" v="1065"/>
        <pc:sldMkLst>
          <pc:docMk/>
          <pc:sldMk cId="1881536964" sldId="283"/>
        </pc:sldMkLst>
        <pc:spChg chg="mod">
          <ac:chgData name="Toby Donaldson" userId="2e6e5431-bb17-4c41-9985-d39c50d83c73" providerId="ADAL" clId="{F31BC264-820E-54C4-A6D1-F92AF9CC222E}" dt="2026-02-23T19:34:51.746" v="689" actId="20577"/>
          <ac:spMkLst>
            <pc:docMk/>
            <pc:sldMk cId="1881536964" sldId="283"/>
            <ac:spMk id="6" creationId="{D2A6974F-E77B-5D18-1F4A-7DB48CA69EF7}"/>
          </ac:spMkLst>
        </pc:spChg>
        <pc:inkChg chg="add">
          <ac:chgData name="Toby Donaldson" userId="2e6e5431-bb17-4c41-9985-d39c50d83c73" providerId="ADAL" clId="{F31BC264-820E-54C4-A6D1-F92AF9CC222E}" dt="2026-02-23T21:21:36.363" v="1065"/>
          <ac:inkMkLst>
            <pc:docMk/>
            <pc:sldMk cId="1881536964" sldId="283"/>
            <ac:inkMk id="7" creationId="{B510348E-CFD2-7A0E-CBB1-9E62D6027007}"/>
          </ac:inkMkLst>
        </pc:inkChg>
      </pc:sldChg>
      <pc:sldChg chg="modSp mod">
        <pc:chgData name="Toby Donaldson" userId="2e6e5431-bb17-4c41-9985-d39c50d83c73" providerId="ADAL" clId="{F31BC264-820E-54C4-A6D1-F92AF9CC222E}" dt="2026-02-23T19:34:58.137" v="690" actId="20577"/>
        <pc:sldMkLst>
          <pc:docMk/>
          <pc:sldMk cId="1864731913" sldId="284"/>
        </pc:sldMkLst>
        <pc:spChg chg="mod">
          <ac:chgData name="Toby Donaldson" userId="2e6e5431-bb17-4c41-9985-d39c50d83c73" providerId="ADAL" clId="{F31BC264-820E-54C4-A6D1-F92AF9CC222E}" dt="2026-02-23T19:34:58.137" v="690" actId="20577"/>
          <ac:spMkLst>
            <pc:docMk/>
            <pc:sldMk cId="1864731913" sldId="284"/>
            <ac:spMk id="6" creationId="{56D88D91-1FA2-49CB-780C-9B24CF91C012}"/>
          </ac:spMkLst>
        </pc:spChg>
      </pc:sldChg>
      <pc:sldChg chg="modSp mod">
        <pc:chgData name="Toby Donaldson" userId="2e6e5431-bb17-4c41-9985-d39c50d83c73" providerId="ADAL" clId="{F31BC264-820E-54C4-A6D1-F92AF9CC222E}" dt="2026-02-23T19:35:34.781" v="698" actId="20577"/>
        <pc:sldMkLst>
          <pc:docMk/>
          <pc:sldMk cId="2721606405" sldId="285"/>
        </pc:sldMkLst>
        <pc:spChg chg="mod">
          <ac:chgData name="Toby Donaldson" userId="2e6e5431-bb17-4c41-9985-d39c50d83c73" providerId="ADAL" clId="{F31BC264-820E-54C4-A6D1-F92AF9CC222E}" dt="2026-02-23T19:35:34.781" v="698" actId="20577"/>
          <ac:spMkLst>
            <pc:docMk/>
            <pc:sldMk cId="2721606405" sldId="285"/>
            <ac:spMk id="3" creationId="{6A3A6B27-CF4F-887B-3EA5-EF9DE4710007}"/>
          </ac:spMkLst>
        </pc:spChg>
      </pc:sldChg>
      <pc:sldChg chg="addSp">
        <pc:chgData name="Toby Donaldson" userId="2e6e5431-bb17-4c41-9985-d39c50d83c73" providerId="ADAL" clId="{F31BC264-820E-54C4-A6D1-F92AF9CC222E}" dt="2026-02-23T21:46:15.491" v="1101"/>
        <pc:sldMkLst>
          <pc:docMk/>
          <pc:sldMk cId="3515498440" sldId="286"/>
        </pc:sldMkLst>
        <pc:inkChg chg="add">
          <ac:chgData name="Toby Donaldson" userId="2e6e5431-bb17-4c41-9985-d39c50d83c73" providerId="ADAL" clId="{F31BC264-820E-54C4-A6D1-F92AF9CC222E}" dt="2026-02-23T21:46:15.491" v="1101"/>
          <ac:inkMkLst>
            <pc:docMk/>
            <pc:sldMk cId="3515498440" sldId="286"/>
            <ac:inkMk id="3" creationId="{5B1C49D0-2E2A-02B4-34B9-B016C20D6B4F}"/>
          </ac:inkMkLst>
        </pc:inkChg>
      </pc:sldChg>
      <pc:sldChg chg="addSp">
        <pc:chgData name="Toby Donaldson" userId="2e6e5431-bb17-4c41-9985-d39c50d83c73" providerId="ADAL" clId="{F31BC264-820E-54C4-A6D1-F92AF9CC222E}" dt="2026-02-23T21:46:15.491" v="1101"/>
        <pc:sldMkLst>
          <pc:docMk/>
          <pc:sldMk cId="484284399" sldId="287"/>
        </pc:sldMkLst>
        <pc:inkChg chg="add">
          <ac:chgData name="Toby Donaldson" userId="2e6e5431-bb17-4c41-9985-d39c50d83c73" providerId="ADAL" clId="{F31BC264-820E-54C4-A6D1-F92AF9CC222E}" dt="2026-02-23T21:46:15.491" v="1101"/>
          <ac:inkMkLst>
            <pc:docMk/>
            <pc:sldMk cId="484284399" sldId="287"/>
            <ac:inkMk id="3" creationId="{2243121D-E4B8-ABE2-9EB0-980CA82ECC23}"/>
          </ac:inkMkLst>
        </pc:inkChg>
      </pc:sldChg>
      <pc:sldChg chg="addSp ord">
        <pc:chgData name="Toby Donaldson" userId="2e6e5431-bb17-4c41-9985-d39c50d83c73" providerId="ADAL" clId="{F31BC264-820E-54C4-A6D1-F92AF9CC222E}" dt="2026-02-23T21:46:15.491" v="1101"/>
        <pc:sldMkLst>
          <pc:docMk/>
          <pc:sldMk cId="2728294500" sldId="292"/>
        </pc:sldMkLst>
        <pc:inkChg chg="add">
          <ac:chgData name="Toby Donaldson" userId="2e6e5431-bb17-4c41-9985-d39c50d83c73" providerId="ADAL" clId="{F31BC264-820E-54C4-A6D1-F92AF9CC222E}" dt="2026-02-23T21:46:15.491" v="1101"/>
          <ac:inkMkLst>
            <pc:docMk/>
            <pc:sldMk cId="2728294500" sldId="292"/>
            <ac:inkMk id="4" creationId="{DF8DDC39-3B63-6E8B-3AF0-F44F47BC7C12}"/>
          </ac:inkMkLst>
        </pc:inkChg>
      </pc:sldChg>
      <pc:sldChg chg="modSp mod">
        <pc:chgData name="Toby Donaldson" userId="2e6e5431-bb17-4c41-9985-d39c50d83c73" providerId="ADAL" clId="{F31BC264-820E-54C4-A6D1-F92AF9CC222E}" dt="2026-02-23T21:28:07.521" v="1100" actId="113"/>
        <pc:sldMkLst>
          <pc:docMk/>
          <pc:sldMk cId="3535584731" sldId="293"/>
        </pc:sldMkLst>
        <pc:spChg chg="mod">
          <ac:chgData name="Toby Donaldson" userId="2e6e5431-bb17-4c41-9985-d39c50d83c73" providerId="ADAL" clId="{F31BC264-820E-54C4-A6D1-F92AF9CC222E}" dt="2026-02-23T21:28:07.521" v="1100" actId="113"/>
          <ac:spMkLst>
            <pc:docMk/>
            <pc:sldMk cId="3535584731" sldId="293"/>
            <ac:spMk id="3" creationId="{75684A98-6E9D-1A63-524B-FA4B392FCF11}"/>
          </ac:spMkLst>
        </pc:spChg>
      </pc:sldChg>
      <pc:sldChg chg="addSp">
        <pc:chgData name="Toby Donaldson" userId="2e6e5431-bb17-4c41-9985-d39c50d83c73" providerId="ADAL" clId="{F31BC264-820E-54C4-A6D1-F92AF9CC222E}" dt="2026-02-23T22:17:44.595" v="1102"/>
        <pc:sldMkLst>
          <pc:docMk/>
          <pc:sldMk cId="2595545194" sldId="295"/>
        </pc:sldMkLst>
      </pc:sldChg>
      <pc:sldChg chg="addSp">
        <pc:chgData name="Toby Donaldson" userId="2e6e5431-bb17-4c41-9985-d39c50d83c73" providerId="ADAL" clId="{F31BC264-820E-54C4-A6D1-F92AF9CC222E}" dt="2026-02-23T22:17:44.595" v="1102"/>
        <pc:sldMkLst>
          <pc:docMk/>
          <pc:sldMk cId="3504844726" sldId="297"/>
        </pc:sldMkLst>
        <pc:inkChg chg="add">
          <ac:chgData name="Toby Donaldson" userId="2e6e5431-bb17-4c41-9985-d39c50d83c73" providerId="ADAL" clId="{F31BC264-820E-54C4-A6D1-F92AF9CC222E}" dt="2026-02-23T22:17:44.595" v="1102"/>
          <ac:inkMkLst>
            <pc:docMk/>
            <pc:sldMk cId="3504844726" sldId="297"/>
            <ac:inkMk id="2" creationId="{FCA9288C-A4DB-FADF-13FD-44D5984D3B98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23T18:53:30.662" v="332" actId="1076"/>
        <pc:sldMkLst>
          <pc:docMk/>
          <pc:sldMk cId="2821547572" sldId="313"/>
        </pc:sldMkLst>
        <pc:spChg chg="add mod">
          <ac:chgData name="Toby Donaldson" userId="2e6e5431-bb17-4c41-9985-d39c50d83c73" providerId="ADAL" clId="{F31BC264-820E-54C4-A6D1-F92AF9CC222E}" dt="2026-02-23T18:52:10.614" v="213" actId="1076"/>
          <ac:spMkLst>
            <pc:docMk/>
            <pc:sldMk cId="2821547572" sldId="313"/>
            <ac:spMk id="10" creationId="{C0714C81-52B7-F36A-503D-F76D2432DED9}"/>
          </ac:spMkLst>
        </pc:spChg>
        <pc:spChg chg="add mod">
          <ac:chgData name="Toby Donaldson" userId="2e6e5431-bb17-4c41-9985-d39c50d83c73" providerId="ADAL" clId="{F31BC264-820E-54C4-A6D1-F92AF9CC222E}" dt="2026-02-23T18:53:30.662" v="332" actId="1076"/>
          <ac:spMkLst>
            <pc:docMk/>
            <pc:sldMk cId="2821547572" sldId="313"/>
            <ac:spMk id="11" creationId="{1C5A8C14-9DD2-5C52-EF1D-1114C7B1CFA8}"/>
          </ac:spMkLst>
        </pc:spChg>
        <pc:cxnChg chg="add">
          <ac:chgData name="Toby Donaldson" userId="2e6e5431-bb17-4c41-9985-d39c50d83c73" providerId="ADAL" clId="{F31BC264-820E-54C4-A6D1-F92AF9CC222E}" dt="2026-02-23T18:50:45.991" v="115" actId="11529"/>
          <ac:cxnSpMkLst>
            <pc:docMk/>
            <pc:sldMk cId="2821547572" sldId="313"/>
            <ac:cxnSpMk id="6" creationId="{4F427F32-B5E9-3B13-C8AD-1491229BF898}"/>
          </ac:cxnSpMkLst>
        </pc:cxnChg>
      </pc:sldChg>
      <pc:sldChg chg="add">
        <pc:chgData name="Toby Donaldson" userId="2e6e5431-bb17-4c41-9985-d39c50d83c73" providerId="ADAL" clId="{F31BC264-820E-54C4-A6D1-F92AF9CC222E}" dt="2026-02-23T19:21:12.001" v="575" actId="2890"/>
        <pc:sldMkLst>
          <pc:docMk/>
          <pc:sldMk cId="318967442" sldId="314"/>
        </pc:sldMkLst>
      </pc:sldChg>
      <pc:sldChg chg="addSp delSp modSp new mod ord">
        <pc:chgData name="Toby Donaldson" userId="2e6e5431-bb17-4c41-9985-d39c50d83c73" providerId="ADAL" clId="{F31BC264-820E-54C4-A6D1-F92AF9CC222E}" dt="2026-02-23T21:46:15.491" v="1101"/>
        <pc:sldMkLst>
          <pc:docMk/>
          <pc:sldMk cId="1914035321" sldId="315"/>
        </pc:sldMkLst>
        <pc:spChg chg="mod">
          <ac:chgData name="Toby Donaldson" userId="2e6e5431-bb17-4c41-9985-d39c50d83c73" providerId="ADAL" clId="{F31BC264-820E-54C4-A6D1-F92AF9CC222E}" dt="2026-02-23T19:42:54.497" v="863" actId="20577"/>
          <ac:spMkLst>
            <pc:docMk/>
            <pc:sldMk cId="1914035321" sldId="315"/>
            <ac:spMk id="2" creationId="{DBCC23B8-A635-0757-90E6-94FDF77428C0}"/>
          </ac:spMkLst>
        </pc:spChg>
        <pc:spChg chg="add mod">
          <ac:chgData name="Toby Donaldson" userId="2e6e5431-bb17-4c41-9985-d39c50d83c73" providerId="ADAL" clId="{F31BC264-820E-54C4-A6D1-F92AF9CC222E}" dt="2026-02-23T19:43:23.034" v="864" actId="1076"/>
          <ac:spMkLst>
            <pc:docMk/>
            <pc:sldMk cId="1914035321" sldId="315"/>
            <ac:spMk id="4" creationId="{EA423F3F-2726-F1D8-9F83-01AAD70E4691}"/>
          </ac:spMkLst>
        </pc:spChg>
        <pc:spChg chg="add mod">
          <ac:chgData name="Toby Donaldson" userId="2e6e5431-bb17-4c41-9985-d39c50d83c73" providerId="ADAL" clId="{F31BC264-820E-54C4-A6D1-F92AF9CC222E}" dt="2026-02-23T19:44:29.367" v="873" actId="1076"/>
          <ac:spMkLst>
            <pc:docMk/>
            <pc:sldMk cId="1914035321" sldId="315"/>
            <ac:spMk id="5" creationId="{F05D8278-43B1-AEF6-1443-91154E33A940}"/>
          </ac:spMkLst>
        </pc:spChg>
        <pc:spChg chg="add mod">
          <ac:chgData name="Toby Donaldson" userId="2e6e5431-bb17-4c41-9985-d39c50d83c73" providerId="ADAL" clId="{F31BC264-820E-54C4-A6D1-F92AF9CC222E}" dt="2026-02-23T19:43:23.034" v="864" actId="1076"/>
          <ac:spMkLst>
            <pc:docMk/>
            <pc:sldMk cId="1914035321" sldId="315"/>
            <ac:spMk id="6" creationId="{D15BA4B5-C854-8B44-6A3B-DDDC09915CA1}"/>
          </ac:spMkLst>
        </pc:spChg>
        <pc:spChg chg="add mod">
          <ac:chgData name="Toby Donaldson" userId="2e6e5431-bb17-4c41-9985-d39c50d83c73" providerId="ADAL" clId="{F31BC264-820E-54C4-A6D1-F92AF9CC222E}" dt="2026-02-23T19:44:29.367" v="873" actId="1076"/>
          <ac:spMkLst>
            <pc:docMk/>
            <pc:sldMk cId="1914035321" sldId="315"/>
            <ac:spMk id="7" creationId="{1C7E44AB-29FD-B21C-EBDA-777F4F598D6A}"/>
          </ac:spMkLst>
        </pc:spChg>
        <pc:spChg chg="add mod">
          <ac:chgData name="Toby Donaldson" userId="2e6e5431-bb17-4c41-9985-d39c50d83c73" providerId="ADAL" clId="{F31BC264-820E-54C4-A6D1-F92AF9CC222E}" dt="2026-02-23T19:43:23.034" v="864" actId="1076"/>
          <ac:spMkLst>
            <pc:docMk/>
            <pc:sldMk cId="1914035321" sldId="315"/>
            <ac:spMk id="8" creationId="{2A9E216A-FC48-9EFB-7885-9D4F5F4CA012}"/>
          </ac:spMkLst>
        </pc:spChg>
        <pc:spChg chg="add mod">
          <ac:chgData name="Toby Donaldson" userId="2e6e5431-bb17-4c41-9985-d39c50d83c73" providerId="ADAL" clId="{F31BC264-820E-54C4-A6D1-F92AF9CC222E}" dt="2026-02-23T19:47:04.444" v="914" actId="1076"/>
          <ac:spMkLst>
            <pc:docMk/>
            <pc:sldMk cId="1914035321" sldId="315"/>
            <ac:spMk id="14" creationId="{1C3EE019-FEF5-C368-97E3-961829D2A8EF}"/>
          </ac:spMkLst>
        </pc:spChg>
        <pc:spChg chg="add mod">
          <ac:chgData name="Toby Donaldson" userId="2e6e5431-bb17-4c41-9985-d39c50d83c73" providerId="ADAL" clId="{F31BC264-820E-54C4-A6D1-F92AF9CC222E}" dt="2026-02-23T19:47:01.216" v="913" actId="1076"/>
          <ac:spMkLst>
            <pc:docMk/>
            <pc:sldMk cId="1914035321" sldId="315"/>
            <ac:spMk id="15" creationId="{A9A77970-1E57-29B3-0092-BBF69F7E43E6}"/>
          </ac:spMkLst>
        </pc:spChg>
        <pc:spChg chg="add mod">
          <ac:chgData name="Toby Donaldson" userId="2e6e5431-bb17-4c41-9985-d39c50d83c73" providerId="ADAL" clId="{F31BC264-820E-54C4-A6D1-F92AF9CC222E}" dt="2026-02-23T19:43:23.034" v="864" actId="1076"/>
          <ac:spMkLst>
            <pc:docMk/>
            <pc:sldMk cId="1914035321" sldId="315"/>
            <ac:spMk id="16" creationId="{2018C9B6-329B-C1B4-477E-0B2C2B52B40F}"/>
          </ac:spMkLst>
        </pc:spChg>
        <pc:spChg chg="add mod">
          <ac:chgData name="Toby Donaldson" userId="2e6e5431-bb17-4c41-9985-d39c50d83c73" providerId="ADAL" clId="{F31BC264-820E-54C4-A6D1-F92AF9CC222E}" dt="2026-02-23T19:48:52.965" v="944" actId="1076"/>
          <ac:spMkLst>
            <pc:docMk/>
            <pc:sldMk cId="1914035321" sldId="315"/>
            <ac:spMk id="21" creationId="{E089317E-A73F-B846-E9FE-5A40E6224696}"/>
          </ac:spMkLst>
        </pc:spChg>
        <pc:spChg chg="add mod">
          <ac:chgData name="Toby Donaldson" userId="2e6e5431-bb17-4c41-9985-d39c50d83c73" providerId="ADAL" clId="{F31BC264-820E-54C4-A6D1-F92AF9CC222E}" dt="2026-02-23T19:44:29.367" v="873" actId="1076"/>
          <ac:spMkLst>
            <pc:docMk/>
            <pc:sldMk cId="1914035321" sldId="315"/>
            <ac:spMk id="22" creationId="{47326D3D-C8B1-219E-7991-999AE2ADBFA3}"/>
          </ac:spMkLst>
        </pc:spChg>
        <pc:spChg chg="add mod">
          <ac:chgData name="Toby Donaldson" userId="2e6e5431-bb17-4c41-9985-d39c50d83c73" providerId="ADAL" clId="{F31BC264-820E-54C4-A6D1-F92AF9CC222E}" dt="2026-02-23T19:48:23.167" v="936" actId="1076"/>
          <ac:spMkLst>
            <pc:docMk/>
            <pc:sldMk cId="1914035321" sldId="315"/>
            <ac:spMk id="30" creationId="{720C6C37-F81A-F64D-2654-A0370FA0E9FD}"/>
          </ac:spMkLst>
        </pc:spChg>
        <pc:spChg chg="add mod">
          <ac:chgData name="Toby Donaldson" userId="2e6e5431-bb17-4c41-9985-d39c50d83c73" providerId="ADAL" clId="{F31BC264-820E-54C4-A6D1-F92AF9CC222E}" dt="2026-02-23T19:48:35.199" v="939" actId="1076"/>
          <ac:spMkLst>
            <pc:docMk/>
            <pc:sldMk cId="1914035321" sldId="315"/>
            <ac:spMk id="31" creationId="{1334D884-5F8D-B896-2155-7FD78F686014}"/>
          </ac:spMkLst>
        </pc:spChg>
        <pc:spChg chg="add mod">
          <ac:chgData name="Toby Donaldson" userId="2e6e5431-bb17-4c41-9985-d39c50d83c73" providerId="ADAL" clId="{F31BC264-820E-54C4-A6D1-F92AF9CC222E}" dt="2026-02-23T19:47:13.275" v="916" actId="1076"/>
          <ac:spMkLst>
            <pc:docMk/>
            <pc:sldMk cId="1914035321" sldId="315"/>
            <ac:spMk id="34" creationId="{F8E87F4F-95D5-BDE9-BB15-F22A625DDC07}"/>
          </ac:spMkLst>
        </pc:spChg>
        <pc:spChg chg="add mod">
          <ac:chgData name="Toby Donaldson" userId="2e6e5431-bb17-4c41-9985-d39c50d83c73" providerId="ADAL" clId="{F31BC264-820E-54C4-A6D1-F92AF9CC222E}" dt="2026-02-23T19:47:08.149" v="915" actId="1076"/>
          <ac:spMkLst>
            <pc:docMk/>
            <pc:sldMk cId="1914035321" sldId="315"/>
            <ac:spMk id="35" creationId="{0A8DD782-5A18-3555-E3F0-A702D763BFEB}"/>
          </ac:spMkLst>
        </pc:spChg>
        <pc:spChg chg="add mod">
          <ac:chgData name="Toby Donaldson" userId="2e6e5431-bb17-4c41-9985-d39c50d83c73" providerId="ADAL" clId="{F31BC264-820E-54C4-A6D1-F92AF9CC222E}" dt="2026-02-23T19:46:43.679" v="912" actId="1076"/>
          <ac:spMkLst>
            <pc:docMk/>
            <pc:sldMk cId="1914035321" sldId="315"/>
            <ac:spMk id="39" creationId="{7BED37FC-85A8-C6DF-C864-C553C3A789DA}"/>
          </ac:spMkLst>
        </pc:spChg>
        <pc:spChg chg="add mod">
          <ac:chgData name="Toby Donaldson" userId="2e6e5431-bb17-4c41-9985-d39c50d83c73" providerId="ADAL" clId="{F31BC264-820E-54C4-A6D1-F92AF9CC222E}" dt="2026-02-23T19:46:08.798" v="904" actId="1076"/>
          <ac:spMkLst>
            <pc:docMk/>
            <pc:sldMk cId="1914035321" sldId="315"/>
            <ac:spMk id="49" creationId="{3F32EE47-F9D7-6ED7-4505-7D029208E93A}"/>
          </ac:spMkLst>
        </pc:spChg>
        <pc:spChg chg="add mod">
          <ac:chgData name="Toby Donaldson" userId="2e6e5431-bb17-4c41-9985-d39c50d83c73" providerId="ADAL" clId="{F31BC264-820E-54C4-A6D1-F92AF9CC222E}" dt="2026-02-23T19:47:58.249" v="931" actId="1076"/>
          <ac:spMkLst>
            <pc:docMk/>
            <pc:sldMk cId="1914035321" sldId="315"/>
            <ac:spMk id="54" creationId="{19F18317-1E41-7B5E-DEBD-E737BAEEC71B}"/>
          </ac:spMkLst>
        </pc:spChg>
        <pc:spChg chg="add mod">
          <ac:chgData name="Toby Donaldson" userId="2e6e5431-bb17-4c41-9985-d39c50d83c73" providerId="ADAL" clId="{F31BC264-820E-54C4-A6D1-F92AF9CC222E}" dt="2026-02-23T19:49:25.251" v="947" actId="1076"/>
          <ac:spMkLst>
            <pc:docMk/>
            <pc:sldMk cId="1914035321" sldId="315"/>
            <ac:spMk id="69" creationId="{9A428D0A-CC01-E3C5-9F20-8B5D674CFD7F}"/>
          </ac:spMkLst>
        </pc:spChg>
        <pc:spChg chg="add mod">
          <ac:chgData name="Toby Donaldson" userId="2e6e5431-bb17-4c41-9985-d39c50d83c73" providerId="ADAL" clId="{F31BC264-820E-54C4-A6D1-F92AF9CC222E}" dt="2026-02-23T19:49:43.332" v="950" actId="1076"/>
          <ac:spMkLst>
            <pc:docMk/>
            <pc:sldMk cId="1914035321" sldId="315"/>
            <ac:spMk id="72" creationId="{DDAA0ABD-EF04-7257-2384-3ED118C6E83B}"/>
          </ac:spMkLst>
        </pc:spChg>
        <pc:spChg chg="add mod">
          <ac:chgData name="Toby Donaldson" userId="2e6e5431-bb17-4c41-9985-d39c50d83c73" providerId="ADAL" clId="{F31BC264-820E-54C4-A6D1-F92AF9CC222E}" dt="2026-02-23T21:26:47.090" v="1071" actId="1076"/>
          <ac:spMkLst>
            <pc:docMk/>
            <pc:sldMk cId="1914035321" sldId="315"/>
            <ac:spMk id="74" creationId="{09CDFBA5-EC49-D391-C85B-4678BDE367BC}"/>
          </ac:spMkLst>
        </pc:spChg>
        <pc:spChg chg="add mod">
          <ac:chgData name="Toby Donaldson" userId="2e6e5431-bb17-4c41-9985-d39c50d83c73" providerId="ADAL" clId="{F31BC264-820E-54C4-A6D1-F92AF9CC222E}" dt="2026-02-23T21:27:21.388" v="1099" actId="1076"/>
          <ac:spMkLst>
            <pc:docMk/>
            <pc:sldMk cId="1914035321" sldId="315"/>
            <ac:spMk id="75" creationId="{959CDEDF-331E-2A27-B50E-A6BDA60E73BC}"/>
          </ac:spMkLst>
        </pc:spChg>
        <pc:inkChg chg="add">
          <ac:chgData name="Toby Donaldson" userId="2e6e5431-bb17-4c41-9985-d39c50d83c73" providerId="ADAL" clId="{F31BC264-820E-54C4-A6D1-F92AF9CC222E}" dt="2026-02-23T21:46:15.491" v="1101"/>
          <ac:inkMkLst>
            <pc:docMk/>
            <pc:sldMk cId="1914035321" sldId="315"/>
            <ac:inkMk id="76" creationId="{24BC855E-0EF4-3305-645B-68E26D00A52A}"/>
          </ac:inkMkLst>
        </pc:inkChg>
        <pc:cxnChg chg="add mod">
          <ac:chgData name="Toby Donaldson" userId="2e6e5431-bb17-4c41-9985-d39c50d83c73" providerId="ADAL" clId="{F31BC264-820E-54C4-A6D1-F92AF9CC222E}" dt="2026-02-23T19:43:23.034" v="864" actId="1076"/>
          <ac:cxnSpMkLst>
            <pc:docMk/>
            <pc:sldMk cId="1914035321" sldId="315"/>
            <ac:cxnSpMk id="10" creationId="{E455385B-EE0F-47D4-DD89-A60F63A320AE}"/>
          </ac:cxnSpMkLst>
        </pc:cxnChg>
        <pc:cxnChg chg="add mod">
          <ac:chgData name="Toby Donaldson" userId="2e6e5431-bb17-4c41-9985-d39c50d83c73" providerId="ADAL" clId="{F31BC264-820E-54C4-A6D1-F92AF9CC222E}" dt="2026-02-23T19:43:23.034" v="864" actId="1076"/>
          <ac:cxnSpMkLst>
            <pc:docMk/>
            <pc:sldMk cId="1914035321" sldId="315"/>
            <ac:cxnSpMk id="11" creationId="{EE35ED27-9D95-7961-366E-8B7C9E4D9508}"/>
          </ac:cxnSpMkLst>
        </pc:cxnChg>
        <pc:cxnChg chg="add mod">
          <ac:chgData name="Toby Donaldson" userId="2e6e5431-bb17-4c41-9985-d39c50d83c73" providerId="ADAL" clId="{F31BC264-820E-54C4-A6D1-F92AF9CC222E}" dt="2026-02-23T19:47:58.249" v="931" actId="1076"/>
          <ac:cxnSpMkLst>
            <pc:docMk/>
            <pc:sldMk cId="1914035321" sldId="315"/>
            <ac:cxnSpMk id="32" creationId="{B9FEEC8F-006A-9F14-613D-43254E19D342}"/>
          </ac:cxnSpMkLst>
        </pc:cxnChg>
        <pc:cxnChg chg="add mod">
          <ac:chgData name="Toby Donaldson" userId="2e6e5431-bb17-4c41-9985-d39c50d83c73" providerId="ADAL" clId="{F31BC264-820E-54C4-A6D1-F92AF9CC222E}" dt="2026-02-23T19:48:31.062" v="938" actId="14100"/>
          <ac:cxnSpMkLst>
            <pc:docMk/>
            <pc:sldMk cId="1914035321" sldId="315"/>
            <ac:cxnSpMk id="33" creationId="{FAE8389D-C52A-1915-70B6-97DB322C4E3B}"/>
          </ac:cxnSpMkLst>
        </pc:cxnChg>
        <pc:cxnChg chg="add mod">
          <ac:chgData name="Toby Donaldson" userId="2e6e5431-bb17-4c41-9985-d39c50d83c73" providerId="ADAL" clId="{F31BC264-820E-54C4-A6D1-F92AF9CC222E}" dt="2026-02-23T19:45:24.963" v="888" actId="14100"/>
          <ac:cxnSpMkLst>
            <pc:docMk/>
            <pc:sldMk cId="1914035321" sldId="315"/>
            <ac:cxnSpMk id="40" creationId="{D7B8B2F8-35BC-2A95-2F1F-E65A24CC26D5}"/>
          </ac:cxnSpMkLst>
        </pc:cxnChg>
        <pc:cxnChg chg="add mod">
          <ac:chgData name="Toby Donaldson" userId="2e6e5431-bb17-4c41-9985-d39c50d83c73" providerId="ADAL" clId="{F31BC264-820E-54C4-A6D1-F92AF9CC222E}" dt="2026-02-23T19:46:15.580" v="906" actId="14100"/>
          <ac:cxnSpMkLst>
            <pc:docMk/>
            <pc:sldMk cId="1914035321" sldId="315"/>
            <ac:cxnSpMk id="43" creationId="{355B9B59-812B-F243-D8BB-7B61014AE709}"/>
          </ac:cxnSpMkLst>
        </pc:cxnChg>
        <pc:cxnChg chg="add mod">
          <ac:chgData name="Toby Donaldson" userId="2e6e5431-bb17-4c41-9985-d39c50d83c73" providerId="ADAL" clId="{F31BC264-820E-54C4-A6D1-F92AF9CC222E}" dt="2026-02-23T19:46:27.115" v="908" actId="14100"/>
          <ac:cxnSpMkLst>
            <pc:docMk/>
            <pc:sldMk cId="1914035321" sldId="315"/>
            <ac:cxnSpMk id="46" creationId="{9FF40875-DE33-5389-D295-B8792107AB1D}"/>
          </ac:cxnSpMkLst>
        </pc:cxnChg>
        <pc:cxnChg chg="add mod">
          <ac:chgData name="Toby Donaldson" userId="2e6e5431-bb17-4c41-9985-d39c50d83c73" providerId="ADAL" clId="{F31BC264-820E-54C4-A6D1-F92AF9CC222E}" dt="2026-02-23T19:46:39.281" v="911" actId="14100"/>
          <ac:cxnSpMkLst>
            <pc:docMk/>
            <pc:sldMk cId="1914035321" sldId="315"/>
            <ac:cxnSpMk id="52" creationId="{DD417452-4991-F8D5-5A38-B8F0D265A416}"/>
          </ac:cxnSpMkLst>
        </pc:cxnChg>
        <pc:cxnChg chg="add mod">
          <ac:chgData name="Toby Donaldson" userId="2e6e5431-bb17-4c41-9985-d39c50d83c73" providerId="ADAL" clId="{F31BC264-820E-54C4-A6D1-F92AF9CC222E}" dt="2026-02-23T19:48:23.167" v="936" actId="1076"/>
          <ac:cxnSpMkLst>
            <pc:docMk/>
            <pc:sldMk cId="1914035321" sldId="315"/>
            <ac:cxnSpMk id="58" creationId="{CD081A8C-6D54-5910-D1A7-08D57C2D5B38}"/>
          </ac:cxnSpMkLst>
        </pc:cxnChg>
        <pc:cxnChg chg="add mod">
          <ac:chgData name="Toby Donaldson" userId="2e6e5431-bb17-4c41-9985-d39c50d83c73" providerId="ADAL" clId="{F31BC264-820E-54C4-A6D1-F92AF9CC222E}" dt="2026-02-23T19:48:52.965" v="944" actId="1076"/>
          <ac:cxnSpMkLst>
            <pc:docMk/>
            <pc:sldMk cId="1914035321" sldId="315"/>
            <ac:cxnSpMk id="63" creationId="{1960DBF3-8CD6-2851-90DB-B9D863CE0FC5}"/>
          </ac:cxnSpMkLst>
        </pc:cxnChg>
        <pc:cxnChg chg="add mod">
          <ac:chgData name="Toby Donaldson" userId="2e6e5431-bb17-4c41-9985-d39c50d83c73" providerId="ADAL" clId="{F31BC264-820E-54C4-A6D1-F92AF9CC222E}" dt="2026-02-23T19:49:25.251" v="947" actId="1076"/>
          <ac:cxnSpMkLst>
            <pc:docMk/>
            <pc:sldMk cId="1914035321" sldId="315"/>
            <ac:cxnSpMk id="68" creationId="{706B0193-148C-D979-E053-E86FE13C7567}"/>
          </ac:cxnSpMkLst>
        </pc:cxnChg>
        <pc:cxnChg chg="add mod">
          <ac:chgData name="Toby Donaldson" userId="2e6e5431-bb17-4c41-9985-d39c50d83c73" providerId="ADAL" clId="{F31BC264-820E-54C4-A6D1-F92AF9CC222E}" dt="2026-02-23T19:49:25.251" v="947" actId="1076"/>
          <ac:cxnSpMkLst>
            <pc:docMk/>
            <pc:sldMk cId="1914035321" sldId="315"/>
            <ac:cxnSpMk id="70" creationId="{34296817-A9C6-07A6-285E-4880C590DFAB}"/>
          </ac:cxnSpMkLst>
        </pc:cxnChg>
        <pc:cxnChg chg="add mod">
          <ac:chgData name="Toby Donaldson" userId="2e6e5431-bb17-4c41-9985-d39c50d83c73" providerId="ADAL" clId="{F31BC264-820E-54C4-A6D1-F92AF9CC222E}" dt="2026-02-23T19:49:43.332" v="950" actId="1076"/>
          <ac:cxnSpMkLst>
            <pc:docMk/>
            <pc:sldMk cId="1914035321" sldId="315"/>
            <ac:cxnSpMk id="71" creationId="{BD002DB4-19B1-1014-A954-79D62B270639}"/>
          </ac:cxnSpMkLst>
        </pc:cxnChg>
        <pc:cxnChg chg="add mod">
          <ac:chgData name="Toby Donaldson" userId="2e6e5431-bb17-4c41-9985-d39c50d83c73" providerId="ADAL" clId="{F31BC264-820E-54C4-A6D1-F92AF9CC222E}" dt="2026-02-23T19:49:43.332" v="950" actId="1076"/>
          <ac:cxnSpMkLst>
            <pc:docMk/>
            <pc:sldMk cId="1914035321" sldId="315"/>
            <ac:cxnSpMk id="73" creationId="{2D477884-2706-2EBE-1B44-47862CF9D6A8}"/>
          </ac:cxnSpMkLst>
        </pc:cxnChg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addSection delSection modSection">
      <pc:chgData name="Toby Donaldson" userId="2e6e5431-bb17-4c41-9985-d39c50d83c73" providerId="ADAL" clId="{7F9681A8-EEE2-56F4-9B39-ECCBEE0471AC}" dt="2026-02-25T01:40:19.917" v="14814" actId="14100"/>
      <pc:docMkLst>
        <pc:docMk/>
      </pc:docMkLst>
      <pc:sldChg chg="modSp mod">
        <pc:chgData name="Toby Donaldson" userId="2e6e5431-bb17-4c41-9985-d39c50d83c73" providerId="ADAL" clId="{7F9681A8-EEE2-56F4-9B39-ECCBEE0471AC}" dt="2026-02-23T00:25:59.787" v="884" actId="20577"/>
        <pc:sldMkLst>
          <pc:docMk/>
          <pc:sldMk cId="2472228800" sldId="257"/>
        </pc:sldMkLst>
        <pc:spChg chg="mod">
          <ac:chgData name="Toby Donaldson" userId="2e6e5431-bb17-4c41-9985-d39c50d83c73" providerId="ADAL" clId="{7F9681A8-EEE2-56F4-9B39-ECCBEE0471AC}" dt="2026-02-23T00:25:59.787" v="884" actId="20577"/>
          <ac:spMkLst>
            <pc:docMk/>
            <pc:sldMk cId="2472228800" sldId="257"/>
            <ac:spMk id="3" creationId="{6FEA659D-6A10-B68E-6A45-05BF8A39C758}"/>
          </ac:spMkLst>
        </pc:spChg>
      </pc:sldChg>
      <pc:sldChg chg="addSp modSp mod">
        <pc:chgData name="Toby Donaldson" userId="2e6e5431-bb17-4c41-9985-d39c50d83c73" providerId="ADAL" clId="{7F9681A8-EEE2-56F4-9B39-ECCBEE0471AC}" dt="2026-02-23T00:28:00.600" v="962" actId="14100"/>
        <pc:sldMkLst>
          <pc:docMk/>
          <pc:sldMk cId="586440292" sldId="259"/>
        </pc:sldMkLst>
        <pc:spChg chg="mod">
          <ac:chgData name="Toby Donaldson" userId="2e6e5431-bb17-4c41-9985-d39c50d83c73" providerId="ADAL" clId="{7F9681A8-EEE2-56F4-9B39-ECCBEE0471AC}" dt="2026-02-23T00:27:06.265" v="954" actId="113"/>
          <ac:spMkLst>
            <pc:docMk/>
            <pc:sldMk cId="586440292" sldId="259"/>
            <ac:spMk id="3" creationId="{FEF84FF9-02FE-27B7-60B6-2E7D425400D5}"/>
          </ac:spMkLst>
        </pc:spChg>
        <pc:spChg chg="mod">
          <ac:chgData name="Toby Donaldson" userId="2e6e5431-bb17-4c41-9985-d39c50d83c73" providerId="ADAL" clId="{7F9681A8-EEE2-56F4-9B39-ECCBEE0471AC}" dt="2026-02-23T00:28:00.600" v="962" actId="14100"/>
          <ac:spMkLst>
            <pc:docMk/>
            <pc:sldMk cId="586440292" sldId="259"/>
            <ac:spMk id="4" creationId="{40B8B000-DDAC-1F47-F430-529290A3E926}"/>
          </ac:spMkLst>
        </pc:spChg>
      </pc:sldChg>
      <pc:sldChg chg="modSp mod">
        <pc:chgData name="Toby Donaldson" userId="2e6e5431-bb17-4c41-9985-d39c50d83c73" providerId="ADAL" clId="{7F9681A8-EEE2-56F4-9B39-ECCBEE0471AC}" dt="2026-02-23T00:29:15.452" v="964" actId="20577"/>
        <pc:sldMkLst>
          <pc:docMk/>
          <pc:sldMk cId="1338973811" sldId="265"/>
        </pc:sldMkLst>
        <pc:spChg chg="mod">
          <ac:chgData name="Toby Donaldson" userId="2e6e5431-bb17-4c41-9985-d39c50d83c73" providerId="ADAL" clId="{7F9681A8-EEE2-56F4-9B39-ECCBEE0471AC}" dt="2026-02-23T00:29:15.452" v="964" actId="20577"/>
          <ac:spMkLst>
            <pc:docMk/>
            <pc:sldMk cId="1338973811" sldId="265"/>
            <ac:spMk id="4" creationId="{7D83F33A-337F-9984-7D56-25725B4DB2A4}"/>
          </ac:spMkLst>
        </pc:spChg>
      </pc:sldChg>
      <pc:sldChg chg="modSp mod">
        <pc:chgData name="Toby Donaldson" userId="2e6e5431-bb17-4c41-9985-d39c50d83c73" providerId="ADAL" clId="{7F9681A8-EEE2-56F4-9B39-ECCBEE0471AC}" dt="2026-02-23T00:29:45.477" v="966" actId="20577"/>
        <pc:sldMkLst>
          <pc:docMk/>
          <pc:sldMk cId="856552977" sldId="268"/>
        </pc:sldMkLst>
        <pc:spChg chg="mod">
          <ac:chgData name="Toby Donaldson" userId="2e6e5431-bb17-4c41-9985-d39c50d83c73" providerId="ADAL" clId="{7F9681A8-EEE2-56F4-9B39-ECCBEE0471AC}" dt="2026-02-23T00:29:45.477" v="966" actId="20577"/>
          <ac:spMkLst>
            <pc:docMk/>
            <pc:sldMk cId="856552977" sldId="268"/>
            <ac:spMk id="4" creationId="{C2273F9D-7EBF-A771-B826-FAC9BC8D1973}"/>
          </ac:spMkLst>
        </pc:spChg>
      </pc:sldChg>
      <pc:sldChg chg="modSp mod">
        <pc:chgData name="Toby Donaldson" userId="2e6e5431-bb17-4c41-9985-d39c50d83c73" providerId="ADAL" clId="{7F9681A8-EEE2-56F4-9B39-ECCBEE0471AC}" dt="2026-02-23T00:30:21.274" v="975" actId="20577"/>
        <pc:sldMkLst>
          <pc:docMk/>
          <pc:sldMk cId="3146815153" sldId="271"/>
        </pc:sldMkLst>
        <pc:spChg chg="mod">
          <ac:chgData name="Toby Donaldson" userId="2e6e5431-bb17-4c41-9985-d39c50d83c73" providerId="ADAL" clId="{7F9681A8-EEE2-56F4-9B39-ECCBEE0471AC}" dt="2026-02-23T00:30:21.274" v="975" actId="20577"/>
          <ac:spMkLst>
            <pc:docMk/>
            <pc:sldMk cId="3146815153" sldId="271"/>
            <ac:spMk id="5" creationId="{A28A9C6B-583B-C8C4-2AFB-69629DB57A7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3T00:32:46.046" v="999" actId="5793"/>
        <pc:sldMkLst>
          <pc:docMk/>
          <pc:sldMk cId="3296879141" sldId="272"/>
        </pc:sldMkLst>
        <pc:spChg chg="mod">
          <ac:chgData name="Toby Donaldson" userId="2e6e5431-bb17-4c41-9985-d39c50d83c73" providerId="ADAL" clId="{7F9681A8-EEE2-56F4-9B39-ECCBEE0471AC}" dt="2026-02-23T00:32:46.046" v="999" actId="5793"/>
          <ac:spMkLst>
            <pc:docMk/>
            <pc:sldMk cId="3296879141" sldId="272"/>
            <ac:spMk id="6" creationId="{891AEA65-760E-12AB-77BA-BB658646F1B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3T00:32:55.022" v="1011" actId="5793"/>
        <pc:sldMkLst>
          <pc:docMk/>
          <pc:sldMk cId="4146330364" sldId="273"/>
        </pc:sldMkLst>
        <pc:spChg chg="mod">
          <ac:chgData name="Toby Donaldson" userId="2e6e5431-bb17-4c41-9985-d39c50d83c73" providerId="ADAL" clId="{7F9681A8-EEE2-56F4-9B39-ECCBEE0471AC}" dt="2026-02-23T00:32:13.533" v="987" actId="113"/>
          <ac:spMkLst>
            <pc:docMk/>
            <pc:sldMk cId="4146330364" sldId="273"/>
            <ac:spMk id="5" creationId="{3B548E9E-8E6E-529A-EAEA-0D07E42C7E6D}"/>
          </ac:spMkLst>
        </pc:spChg>
        <pc:spChg chg="mod">
          <ac:chgData name="Toby Donaldson" userId="2e6e5431-bb17-4c41-9985-d39c50d83c73" providerId="ADAL" clId="{7F9681A8-EEE2-56F4-9B39-ECCBEE0471AC}" dt="2026-02-23T00:32:55.022" v="1011" actId="5793"/>
          <ac:spMkLst>
            <pc:docMk/>
            <pc:sldMk cId="4146330364" sldId="273"/>
            <ac:spMk id="6" creationId="{769E5653-CF5F-320F-56FF-88DF92FD284D}"/>
          </ac:spMkLst>
        </pc:spChg>
        <pc:spChg chg="add mod">
          <ac:chgData name="Toby Donaldson" userId="2e6e5431-bb17-4c41-9985-d39c50d83c73" providerId="ADAL" clId="{7F9681A8-EEE2-56F4-9B39-ECCBEE0471AC}" dt="2026-02-23T00:31:03.800" v="980" actId="1076"/>
          <ac:spMkLst>
            <pc:docMk/>
            <pc:sldMk cId="4146330364" sldId="273"/>
            <ac:spMk id="7" creationId="{888DF9BB-9FBE-26B0-AB2F-2D1EFFE4B275}"/>
          </ac:spMkLst>
        </pc:spChg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3330362474" sldId="275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998227710" sldId="276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721484296" sldId="277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373883539" sldId="278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1703219705" sldId="279"/>
        </pc:sldMkLst>
      </pc:sldChg>
      <pc:sldChg chg="addSp delSp modSp add mod">
        <pc:chgData name="Toby Donaldson" userId="2e6e5431-bb17-4c41-9985-d39c50d83c73" providerId="ADAL" clId="{7F9681A8-EEE2-56F4-9B39-ECCBEE0471AC}" dt="2026-02-23T00:52:21.274" v="2425" actId="21"/>
        <pc:sldMkLst>
          <pc:docMk/>
          <pc:sldMk cId="4119595530" sldId="281"/>
        </pc:sldMkLst>
        <pc:spChg chg="mod">
          <ac:chgData name="Toby Donaldson" userId="2e6e5431-bb17-4c41-9985-d39c50d83c73" providerId="ADAL" clId="{7F9681A8-EEE2-56F4-9B39-ECCBEE0471AC}" dt="2026-02-23T00:45:02.908" v="1495" actId="14100"/>
          <ac:spMkLst>
            <pc:docMk/>
            <pc:sldMk cId="4119595530" sldId="281"/>
            <ac:spMk id="2" creationId="{D7A69E6D-6699-4822-C3C5-59BE3A6521AD}"/>
          </ac:spMkLst>
        </pc:spChg>
        <pc:spChg chg="mod">
          <ac:chgData name="Toby Donaldson" userId="2e6e5431-bb17-4c41-9985-d39c50d83c73" providerId="ADAL" clId="{7F9681A8-EEE2-56F4-9B39-ECCBEE0471AC}" dt="2026-02-23T00:48:16.162" v="1908" actId="14100"/>
          <ac:spMkLst>
            <pc:docMk/>
            <pc:sldMk cId="4119595530" sldId="281"/>
            <ac:spMk id="4" creationId="{5440E58F-2653-C1E5-1346-74FB1722C984}"/>
          </ac:spMkLst>
        </pc:spChg>
        <pc:spChg chg="mod">
          <ac:chgData name="Toby Donaldson" userId="2e6e5431-bb17-4c41-9985-d39c50d83c73" providerId="ADAL" clId="{7F9681A8-EEE2-56F4-9B39-ECCBEE0471AC}" dt="2026-02-23T00:48:18.660" v="1909" actId="1076"/>
          <ac:spMkLst>
            <pc:docMk/>
            <pc:sldMk cId="4119595530" sldId="281"/>
            <ac:spMk id="5" creationId="{9C7E794E-D930-A02C-4E57-D0299F4D887D}"/>
          </ac:spMkLst>
        </pc:spChg>
      </pc:sldChg>
      <pc:sldChg chg="delSp add mod">
        <pc:chgData name="Toby Donaldson" userId="2e6e5431-bb17-4c41-9985-d39c50d83c73" providerId="ADAL" clId="{7F9681A8-EEE2-56F4-9B39-ECCBEE0471AC}" dt="2026-02-23T00:52:35.595" v="2427" actId="21"/>
        <pc:sldMkLst>
          <pc:docMk/>
          <pc:sldMk cId="2935182513" sldId="282"/>
        </pc:sldMkLst>
      </pc:sldChg>
      <pc:sldChg chg="modSp add mod">
        <pc:chgData name="Toby Donaldson" userId="2e6e5431-bb17-4c41-9985-d39c50d83c73" providerId="ADAL" clId="{7F9681A8-EEE2-56F4-9B39-ECCBEE0471AC}" dt="2026-02-23T00:53:25.140" v="2556" actId="20577"/>
        <pc:sldMkLst>
          <pc:docMk/>
          <pc:sldMk cId="1881536964" sldId="283"/>
        </pc:sldMkLst>
        <pc:spChg chg="mod">
          <ac:chgData name="Toby Donaldson" userId="2e6e5431-bb17-4c41-9985-d39c50d83c73" providerId="ADAL" clId="{7F9681A8-EEE2-56F4-9B39-ECCBEE0471AC}" dt="2026-02-23T00:53:25.140" v="2556" actId="20577"/>
          <ac:spMkLst>
            <pc:docMk/>
            <pc:sldMk cId="1881536964" sldId="283"/>
            <ac:spMk id="6" creationId="{D2A6974F-E77B-5D18-1F4A-7DB48CA69EF7}"/>
          </ac:spMkLst>
        </pc:spChg>
      </pc:sldChg>
      <pc:sldChg chg="delSp modSp add mod">
        <pc:chgData name="Toby Donaldson" userId="2e6e5431-bb17-4c41-9985-d39c50d83c73" providerId="ADAL" clId="{7F9681A8-EEE2-56F4-9B39-ECCBEE0471AC}" dt="2026-02-23T00:54:36.776" v="2714" actId="20577"/>
        <pc:sldMkLst>
          <pc:docMk/>
          <pc:sldMk cId="1864731913" sldId="284"/>
        </pc:sldMkLst>
        <pc:spChg chg="mod">
          <ac:chgData name="Toby Donaldson" userId="2e6e5431-bb17-4c41-9985-d39c50d83c73" providerId="ADAL" clId="{7F9681A8-EEE2-56F4-9B39-ECCBEE0471AC}" dt="2026-02-23T00:54:36.776" v="2714" actId="20577"/>
          <ac:spMkLst>
            <pc:docMk/>
            <pc:sldMk cId="1864731913" sldId="284"/>
            <ac:spMk id="5" creationId="{A10CC64E-4AA0-2573-E57F-43F4CDBF9A41}"/>
          </ac:spMkLst>
        </pc:spChg>
      </pc:sldChg>
      <pc:sldChg chg="modSp new mod">
        <pc:chgData name="Toby Donaldson" userId="2e6e5431-bb17-4c41-9985-d39c50d83c73" providerId="ADAL" clId="{7F9681A8-EEE2-56F4-9B39-ECCBEE0471AC}" dt="2026-02-23T00:57:43.898" v="3207" actId="20577"/>
        <pc:sldMkLst>
          <pc:docMk/>
          <pc:sldMk cId="2721606405" sldId="285"/>
        </pc:sldMkLst>
        <pc:spChg chg="mod">
          <ac:chgData name="Toby Donaldson" userId="2e6e5431-bb17-4c41-9985-d39c50d83c73" providerId="ADAL" clId="{7F9681A8-EEE2-56F4-9B39-ECCBEE0471AC}" dt="2026-02-23T00:54:51.934" v="2735" actId="20577"/>
          <ac:spMkLst>
            <pc:docMk/>
            <pc:sldMk cId="2721606405" sldId="285"/>
            <ac:spMk id="2" creationId="{E49E26C8-E945-FF60-021B-525208D7EE73}"/>
          </ac:spMkLst>
        </pc:spChg>
        <pc:spChg chg="mod">
          <ac:chgData name="Toby Donaldson" userId="2e6e5431-bb17-4c41-9985-d39c50d83c73" providerId="ADAL" clId="{7F9681A8-EEE2-56F4-9B39-ECCBEE0471AC}" dt="2026-02-23T00:57:43.898" v="3207" actId="20577"/>
          <ac:spMkLst>
            <pc:docMk/>
            <pc:sldMk cId="2721606405" sldId="285"/>
            <ac:spMk id="3" creationId="{6A3A6B27-CF4F-887B-3EA5-EF9DE4710007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2-23T01:07:36.895" v="3947" actId="21"/>
        <pc:sldMkLst>
          <pc:docMk/>
          <pc:sldMk cId="3515498440" sldId="286"/>
        </pc:sldMkLst>
        <pc:spChg chg="mod">
          <ac:chgData name="Toby Donaldson" userId="2e6e5431-bb17-4c41-9985-d39c50d83c73" providerId="ADAL" clId="{7F9681A8-EEE2-56F4-9B39-ECCBEE0471AC}" dt="2026-02-23T00:58:15.934" v="3242" actId="20577"/>
          <ac:spMkLst>
            <pc:docMk/>
            <pc:sldMk cId="3515498440" sldId="286"/>
            <ac:spMk id="2" creationId="{1DAB83EE-ECD3-0378-0161-51690E17B8FE}"/>
          </ac:spMkLst>
        </pc:spChg>
        <pc:spChg chg="add mod">
          <ac:chgData name="Toby Donaldson" userId="2e6e5431-bb17-4c41-9985-d39c50d83c73" providerId="ADAL" clId="{7F9681A8-EEE2-56F4-9B39-ECCBEE0471AC}" dt="2026-02-23T01:04:12.154" v="3656" actId="113"/>
          <ac:spMkLst>
            <pc:docMk/>
            <pc:sldMk cId="3515498440" sldId="286"/>
            <ac:spMk id="6" creationId="{4F92A5A3-5337-7C94-6C09-14269EEFB20F}"/>
          </ac:spMkLst>
        </pc:spChg>
        <pc:spChg chg="add mod">
          <ac:chgData name="Toby Donaldson" userId="2e6e5431-bb17-4c41-9985-d39c50d83c73" providerId="ADAL" clId="{7F9681A8-EEE2-56F4-9B39-ECCBEE0471AC}" dt="2026-02-23T01:03:48.987" v="3654" actId="1076"/>
          <ac:spMkLst>
            <pc:docMk/>
            <pc:sldMk cId="3515498440" sldId="286"/>
            <ac:spMk id="9" creationId="{4D5C69BF-54EB-F455-6B9F-0A86438A3DBD}"/>
          </ac:spMkLst>
        </pc:spChg>
        <pc:spChg chg="add mod">
          <ac:chgData name="Toby Donaldson" userId="2e6e5431-bb17-4c41-9985-d39c50d83c73" providerId="ADAL" clId="{7F9681A8-EEE2-56F4-9B39-ECCBEE0471AC}" dt="2026-02-23T01:03:48.987" v="3654" actId="1076"/>
          <ac:spMkLst>
            <pc:docMk/>
            <pc:sldMk cId="3515498440" sldId="286"/>
            <ac:spMk id="10" creationId="{1F5C4F8F-ED27-5852-FE5B-A587DE38711B}"/>
          </ac:spMkLst>
        </pc:spChg>
      </pc:sldChg>
      <pc:sldChg chg="delSp add mod">
        <pc:chgData name="Toby Donaldson" userId="2e6e5431-bb17-4c41-9985-d39c50d83c73" providerId="ADAL" clId="{7F9681A8-EEE2-56F4-9B39-ECCBEE0471AC}" dt="2026-02-23T01:08:01.831" v="3950" actId="21"/>
        <pc:sldMkLst>
          <pc:docMk/>
          <pc:sldMk cId="484284399" sldId="287"/>
        </pc:sldMkLst>
      </pc:sldChg>
      <pc:sldChg chg="add">
        <pc:chgData name="Toby Donaldson" userId="2e6e5431-bb17-4c41-9985-d39c50d83c73" providerId="ADAL" clId="{7F9681A8-EEE2-56F4-9B39-ECCBEE0471AC}" dt="2026-02-23T01:07:44.230" v="3948" actId="2890"/>
        <pc:sldMkLst>
          <pc:docMk/>
          <pc:sldMk cId="269362944" sldId="288"/>
        </pc:sldMkLst>
      </pc:sldChg>
      <pc:sldChg chg="delSp modSp add mod">
        <pc:chgData name="Toby Donaldson" userId="2e6e5431-bb17-4c41-9985-d39c50d83c73" providerId="ADAL" clId="{7F9681A8-EEE2-56F4-9B39-ECCBEE0471AC}" dt="2026-02-23T01:09:57.824" v="4031" actId="20577"/>
        <pc:sldMkLst>
          <pc:docMk/>
          <pc:sldMk cId="2018512307" sldId="289"/>
        </pc:sldMkLst>
        <pc:spChg chg="mod">
          <ac:chgData name="Toby Donaldson" userId="2e6e5431-bb17-4c41-9985-d39c50d83c73" providerId="ADAL" clId="{7F9681A8-EEE2-56F4-9B39-ECCBEE0471AC}" dt="2026-02-23T01:08:52.671" v="3978" actId="14100"/>
          <ac:spMkLst>
            <pc:docMk/>
            <pc:sldMk cId="2018512307" sldId="289"/>
            <ac:spMk id="6" creationId="{18B98704-E9F7-72E2-BCAC-2D983BA1D572}"/>
          </ac:spMkLst>
        </pc:spChg>
        <pc:spChg chg="mod">
          <ac:chgData name="Toby Donaldson" userId="2e6e5431-bb17-4c41-9985-d39c50d83c73" providerId="ADAL" clId="{7F9681A8-EEE2-56F4-9B39-ECCBEE0471AC}" dt="2026-02-23T01:09:57.824" v="4031" actId="20577"/>
          <ac:spMkLst>
            <pc:docMk/>
            <pc:sldMk cId="2018512307" sldId="289"/>
            <ac:spMk id="7" creationId="{A4E41931-E8F0-2C0C-9CDE-29EDD3875E44}"/>
          </ac:spMkLst>
        </pc:spChg>
        <pc:spChg chg="mod">
          <ac:chgData name="Toby Donaldson" userId="2e6e5431-bb17-4c41-9985-d39c50d83c73" providerId="ADAL" clId="{7F9681A8-EEE2-56F4-9B39-ECCBEE0471AC}" dt="2026-02-23T01:08:27.699" v="3961" actId="20577"/>
          <ac:spMkLst>
            <pc:docMk/>
            <pc:sldMk cId="2018512307" sldId="289"/>
            <ac:spMk id="8" creationId="{52AA24CC-BDA9-2FC1-DF87-48CB9D9BBEB7}"/>
          </ac:spMkLst>
        </pc:spChg>
        <pc:spChg chg="mod">
          <ac:chgData name="Toby Donaldson" userId="2e6e5431-bb17-4c41-9985-d39c50d83c73" providerId="ADAL" clId="{7F9681A8-EEE2-56F4-9B39-ECCBEE0471AC}" dt="2026-02-23T01:08:24.078" v="3956" actId="20577"/>
          <ac:spMkLst>
            <pc:docMk/>
            <pc:sldMk cId="2018512307" sldId="289"/>
            <ac:spMk id="9" creationId="{03859CAD-D16E-57BA-7E3E-5950B927780A}"/>
          </ac:spMkLst>
        </pc:spChg>
      </pc:sldChg>
      <pc:sldChg chg="modSp add mod ord">
        <pc:chgData name="Toby Donaldson" userId="2e6e5431-bb17-4c41-9985-d39c50d83c73" providerId="ADAL" clId="{7F9681A8-EEE2-56F4-9B39-ECCBEE0471AC}" dt="2026-02-23T01:12:18.836" v="4067" actId="20578"/>
        <pc:sldMkLst>
          <pc:docMk/>
          <pc:sldMk cId="208120144" sldId="290"/>
        </pc:sldMkLst>
        <pc:spChg chg="mod">
          <ac:chgData name="Toby Donaldson" userId="2e6e5431-bb17-4c41-9985-d39c50d83c73" providerId="ADAL" clId="{7F9681A8-EEE2-56F4-9B39-ECCBEE0471AC}" dt="2026-02-23T01:11:19.141" v="4047" actId="14100"/>
          <ac:spMkLst>
            <pc:docMk/>
            <pc:sldMk cId="208120144" sldId="290"/>
            <ac:spMk id="6" creationId="{450A102B-85F8-0969-EABF-CFF100631393}"/>
          </ac:spMkLst>
        </pc:spChg>
        <pc:spChg chg="mod">
          <ac:chgData name="Toby Donaldson" userId="2e6e5431-bb17-4c41-9985-d39c50d83c73" providerId="ADAL" clId="{7F9681A8-EEE2-56F4-9B39-ECCBEE0471AC}" dt="2026-02-23T01:11:29.830" v="4064" actId="20577"/>
          <ac:spMkLst>
            <pc:docMk/>
            <pc:sldMk cId="208120144" sldId="290"/>
            <ac:spMk id="7" creationId="{31B6625F-428D-308A-F31C-19F2A449277A}"/>
          </ac:spMkLst>
        </pc:spChg>
        <pc:spChg chg="mod">
          <ac:chgData name="Toby Donaldson" userId="2e6e5431-bb17-4c41-9985-d39c50d83c73" providerId="ADAL" clId="{7F9681A8-EEE2-56F4-9B39-ECCBEE0471AC}" dt="2026-02-23T01:11:41.542" v="4065" actId="20577"/>
          <ac:spMkLst>
            <pc:docMk/>
            <pc:sldMk cId="208120144" sldId="290"/>
            <ac:spMk id="8" creationId="{5DC26370-4D83-F1F8-C7AD-895173784904}"/>
          </ac:spMkLst>
        </pc:spChg>
        <pc:spChg chg="mod">
          <ac:chgData name="Toby Donaldson" userId="2e6e5431-bb17-4c41-9985-d39c50d83c73" providerId="ADAL" clId="{7F9681A8-EEE2-56F4-9B39-ECCBEE0471AC}" dt="2026-02-23T01:11:21.245" v="4048" actId="20577"/>
          <ac:spMkLst>
            <pc:docMk/>
            <pc:sldMk cId="208120144" sldId="290"/>
            <ac:spMk id="9" creationId="{C51468C8-9BE8-919A-A1EC-03EF1ED0163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1:14:05.243" v="4184" actId="14100"/>
        <pc:sldMkLst>
          <pc:docMk/>
          <pc:sldMk cId="2932679172" sldId="291"/>
        </pc:sldMkLst>
        <pc:spChg chg="add mod">
          <ac:chgData name="Toby Donaldson" userId="2e6e5431-bb17-4c41-9985-d39c50d83c73" providerId="ADAL" clId="{7F9681A8-EEE2-56F4-9B39-ECCBEE0471AC}" dt="2026-02-23T01:14:00.592" v="4183" actId="14100"/>
          <ac:spMkLst>
            <pc:docMk/>
            <pc:sldMk cId="2932679172" sldId="291"/>
            <ac:spMk id="3" creationId="{C0C1EE8D-8E81-7E66-6C6D-C7769460F503}"/>
          </ac:spMkLst>
        </pc:spChg>
        <pc:spChg chg="add mod">
          <ac:chgData name="Toby Donaldson" userId="2e6e5431-bb17-4c41-9985-d39c50d83c73" providerId="ADAL" clId="{7F9681A8-EEE2-56F4-9B39-ECCBEE0471AC}" dt="2026-02-23T01:14:05.243" v="4184" actId="14100"/>
          <ac:spMkLst>
            <pc:docMk/>
            <pc:sldMk cId="2932679172" sldId="291"/>
            <ac:spMk id="4" creationId="{8DA347B0-48DF-E78E-2354-734744739246}"/>
          </ac:spMkLst>
        </pc:spChg>
      </pc:sldChg>
      <pc:sldChg chg="modSp new mod">
        <pc:chgData name="Toby Donaldson" userId="2e6e5431-bb17-4c41-9985-d39c50d83c73" providerId="ADAL" clId="{7F9681A8-EEE2-56F4-9B39-ECCBEE0471AC}" dt="2026-02-23T03:54:48.605" v="5053" actId="27636"/>
        <pc:sldMkLst>
          <pc:docMk/>
          <pc:sldMk cId="2728294500" sldId="292"/>
        </pc:sldMkLst>
        <pc:spChg chg="mod">
          <ac:chgData name="Toby Donaldson" userId="2e6e5431-bb17-4c41-9985-d39c50d83c73" providerId="ADAL" clId="{7F9681A8-EEE2-56F4-9B39-ECCBEE0471AC}" dt="2026-02-23T03:48:45.441" v="4221" actId="20577"/>
          <ac:spMkLst>
            <pc:docMk/>
            <pc:sldMk cId="2728294500" sldId="292"/>
            <ac:spMk id="2" creationId="{DDF33D89-FC48-B280-6031-EB649B9E7B02}"/>
          </ac:spMkLst>
        </pc:spChg>
        <pc:spChg chg="mod">
          <ac:chgData name="Toby Donaldson" userId="2e6e5431-bb17-4c41-9985-d39c50d83c73" providerId="ADAL" clId="{7F9681A8-EEE2-56F4-9B39-ECCBEE0471AC}" dt="2026-02-23T03:54:48.605" v="5053" actId="27636"/>
          <ac:spMkLst>
            <pc:docMk/>
            <pc:sldMk cId="2728294500" sldId="292"/>
            <ac:spMk id="3" creationId="{1AE9BBD3-37CC-58A6-054C-43D3644E4770}"/>
          </ac:spMkLst>
        </pc:spChg>
      </pc:sldChg>
      <pc:sldChg chg="modSp new mod">
        <pc:chgData name="Toby Donaldson" userId="2e6e5431-bb17-4c41-9985-d39c50d83c73" providerId="ADAL" clId="{7F9681A8-EEE2-56F4-9B39-ECCBEE0471AC}" dt="2026-02-23T04:03:23.876" v="5482" actId="2711"/>
        <pc:sldMkLst>
          <pc:docMk/>
          <pc:sldMk cId="3535584731" sldId="293"/>
        </pc:sldMkLst>
        <pc:spChg chg="mod">
          <ac:chgData name="Toby Donaldson" userId="2e6e5431-bb17-4c41-9985-d39c50d83c73" providerId="ADAL" clId="{7F9681A8-EEE2-56F4-9B39-ECCBEE0471AC}" dt="2026-02-23T04:01:14.310" v="5071" actId="20577"/>
          <ac:spMkLst>
            <pc:docMk/>
            <pc:sldMk cId="3535584731" sldId="293"/>
            <ac:spMk id="2" creationId="{4793A76E-0453-AA2C-A1BB-32136F1E33D6}"/>
          </ac:spMkLst>
        </pc:spChg>
        <pc:spChg chg="mod">
          <ac:chgData name="Toby Donaldson" userId="2e6e5431-bb17-4c41-9985-d39c50d83c73" providerId="ADAL" clId="{7F9681A8-EEE2-56F4-9B39-ECCBEE0471AC}" dt="2026-02-23T04:03:23.876" v="5482" actId="2711"/>
          <ac:spMkLst>
            <pc:docMk/>
            <pc:sldMk cId="3535584731" sldId="293"/>
            <ac:spMk id="3" creationId="{75684A98-6E9D-1A63-524B-FA4B392FCF11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14:00.728" v="6125" actId="20577"/>
        <pc:sldMkLst>
          <pc:docMk/>
          <pc:sldMk cId="1637927968" sldId="294"/>
        </pc:sldMkLst>
        <pc:spChg chg="mod">
          <ac:chgData name="Toby Donaldson" userId="2e6e5431-bb17-4c41-9985-d39c50d83c73" providerId="ADAL" clId="{7F9681A8-EEE2-56F4-9B39-ECCBEE0471AC}" dt="2026-02-23T04:08:39.846" v="5610" actId="1076"/>
          <ac:spMkLst>
            <pc:docMk/>
            <pc:sldMk cId="1637927968" sldId="294"/>
            <ac:spMk id="2" creationId="{D5470E13-F4FB-DDF3-7C25-ABDC7C82A6DE}"/>
          </ac:spMkLst>
        </pc:spChg>
        <pc:spChg chg="add mod">
          <ac:chgData name="Toby Donaldson" userId="2e6e5431-bb17-4c41-9985-d39c50d83c73" providerId="ADAL" clId="{7F9681A8-EEE2-56F4-9B39-ECCBEE0471AC}" dt="2026-02-23T04:13:57.599" v="6123" actId="20577"/>
          <ac:spMkLst>
            <pc:docMk/>
            <pc:sldMk cId="1637927968" sldId="294"/>
            <ac:spMk id="6" creationId="{6DACDFAD-06DE-1EAD-4BB5-429322B4BD04}"/>
          </ac:spMkLst>
        </pc:spChg>
        <pc:spChg chg="add mod">
          <ac:chgData name="Toby Donaldson" userId="2e6e5431-bb17-4c41-9985-d39c50d83c73" providerId="ADAL" clId="{7F9681A8-EEE2-56F4-9B39-ECCBEE0471AC}" dt="2026-02-23T04:14:00.728" v="6125" actId="20577"/>
          <ac:spMkLst>
            <pc:docMk/>
            <pc:sldMk cId="1637927968" sldId="294"/>
            <ac:spMk id="7" creationId="{0F83B80E-4BC6-132E-E108-F9CDD6CDBF9F}"/>
          </ac:spMkLst>
        </pc:spChg>
        <pc:spChg chg="add mod">
          <ac:chgData name="Toby Donaldson" userId="2e6e5431-bb17-4c41-9985-d39c50d83c73" providerId="ADAL" clId="{7F9681A8-EEE2-56F4-9B39-ECCBEE0471AC}" dt="2026-02-23T04:08:54.455" v="5611" actId="1076"/>
          <ac:spMkLst>
            <pc:docMk/>
            <pc:sldMk cId="1637927968" sldId="294"/>
            <ac:spMk id="12" creationId="{25DA01F6-FAB2-9E93-9B7E-26AA46DD1A44}"/>
          </ac:spMkLst>
        </pc:spChg>
        <pc:spChg chg="add mod">
          <ac:chgData name="Toby Donaldson" userId="2e6e5431-bb17-4c41-9985-d39c50d83c73" providerId="ADAL" clId="{7F9681A8-EEE2-56F4-9B39-ECCBEE0471AC}" dt="2026-02-23T04:08:54.455" v="5611" actId="1076"/>
          <ac:spMkLst>
            <pc:docMk/>
            <pc:sldMk cId="1637927968" sldId="294"/>
            <ac:spMk id="13" creationId="{425CBBC6-E92F-8D0F-5083-02F4C6B7AE5B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4" creationId="{986A35B1-7504-C44C-65E5-5F41A59CE1EA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5" creationId="{68A5E3BD-F3E8-2189-B981-319D0F91F7AA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6" creationId="{F106C452-E8C1-BA3C-E10C-CE9D8C234A20}"/>
          </ac:spMkLst>
        </pc:spChg>
        <pc:spChg chg="add mod">
          <ac:chgData name="Toby Donaldson" userId="2e6e5431-bb17-4c41-9985-d39c50d83c73" providerId="ADAL" clId="{7F9681A8-EEE2-56F4-9B39-ECCBEE0471AC}" dt="2026-02-23T04:12:31.189" v="6021" actId="12789"/>
          <ac:spMkLst>
            <pc:docMk/>
            <pc:sldMk cId="1637927968" sldId="294"/>
            <ac:spMk id="17" creationId="{E4B6133D-10B4-FCBF-ACD1-D1AC97000C47}"/>
          </ac:spMkLst>
        </pc:spChg>
        <pc:spChg chg="add mod">
          <ac:chgData name="Toby Donaldson" userId="2e6e5431-bb17-4c41-9985-d39c50d83c73" providerId="ADAL" clId="{7F9681A8-EEE2-56F4-9B39-ECCBEE0471AC}" dt="2026-02-23T04:12:31.189" v="6021" actId="12789"/>
          <ac:spMkLst>
            <pc:docMk/>
            <pc:sldMk cId="1637927968" sldId="294"/>
            <ac:spMk id="18" creationId="{DA69620F-9F0A-6AF6-8A72-797FBD37C2FC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4T05:15:56.999" v="10439" actId="20577"/>
        <pc:sldMkLst>
          <pc:docMk/>
          <pc:sldMk cId="2595545194" sldId="295"/>
        </pc:sldMkLst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3" creationId="{9A19181C-8891-948F-8397-845DB93E4521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4" creationId="{BEA99F4D-6AE0-E83D-9DC5-3C3683590D75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5" creationId="{CFF0465F-93C3-B202-BAC9-4FDE3E262ED4}"/>
          </ac:spMkLst>
        </pc:spChg>
        <pc:spChg chg="mod">
          <ac:chgData name="Toby Donaldson" userId="2e6e5431-bb17-4c41-9985-d39c50d83c73" providerId="ADAL" clId="{7F9681A8-EEE2-56F4-9B39-ECCBEE0471AC}" dt="2026-02-23T04:20:16.064" v="6659" actId="20577"/>
          <ac:spMkLst>
            <pc:docMk/>
            <pc:sldMk cId="2595545194" sldId="295"/>
            <ac:spMk id="6" creationId="{970E2DF5-F121-ECA3-7454-0EF7884C54E9}"/>
          </ac:spMkLst>
        </pc:spChg>
        <pc:spChg chg="mod">
          <ac:chgData name="Toby Donaldson" userId="2e6e5431-bb17-4c41-9985-d39c50d83c73" providerId="ADAL" clId="{7F9681A8-EEE2-56F4-9B39-ECCBEE0471AC}" dt="2026-02-23T04:20:13.240" v="6658" actId="5793"/>
          <ac:spMkLst>
            <pc:docMk/>
            <pc:sldMk cId="2595545194" sldId="295"/>
            <ac:spMk id="7" creationId="{B2FB7596-3317-C212-3378-6E81FB0AB1C6}"/>
          </ac:spMkLst>
        </pc:spChg>
        <pc:spChg chg="mod">
          <ac:chgData name="Toby Donaldson" userId="2e6e5431-bb17-4c41-9985-d39c50d83c73" providerId="ADAL" clId="{7F9681A8-EEE2-56F4-9B39-ECCBEE0471AC}" dt="2026-02-24T05:15:56.999" v="10439" actId="20577"/>
          <ac:spMkLst>
            <pc:docMk/>
            <pc:sldMk cId="2595545194" sldId="295"/>
            <ac:spMk id="8" creationId="{59F020EF-5DE1-D09E-D1A9-0E744B08AF78}"/>
          </ac:spMkLst>
        </pc:spChg>
        <pc:spChg chg="mod">
          <ac:chgData name="Toby Donaldson" userId="2e6e5431-bb17-4c41-9985-d39c50d83c73" providerId="ADAL" clId="{7F9681A8-EEE2-56F4-9B39-ECCBEE0471AC}" dt="2026-02-23T04:16:58.854" v="6355" actId="207"/>
          <ac:spMkLst>
            <pc:docMk/>
            <pc:sldMk cId="2595545194" sldId="295"/>
            <ac:spMk id="9" creationId="{3319C17D-B865-E104-F5E6-A257A2273396}"/>
          </ac:spMkLst>
        </pc:spChg>
        <pc:spChg chg="mod">
          <ac:chgData name="Toby Donaldson" userId="2e6e5431-bb17-4c41-9985-d39c50d83c73" providerId="ADAL" clId="{7F9681A8-EEE2-56F4-9B39-ECCBEE0471AC}" dt="2026-02-23T04:16:50.450" v="6353" actId="207"/>
          <ac:spMkLst>
            <pc:docMk/>
            <pc:sldMk cId="2595545194" sldId="295"/>
            <ac:spMk id="10" creationId="{BD7AE61F-786C-78AE-506A-B0502F9EF9FF}"/>
          </ac:spMkLst>
        </pc:spChg>
        <pc:spChg chg="mod">
          <ac:chgData name="Toby Donaldson" userId="2e6e5431-bb17-4c41-9985-d39c50d83c73" providerId="ADAL" clId="{7F9681A8-EEE2-56F4-9B39-ECCBEE0471AC}" dt="2026-02-23T04:16:55.017" v="6354" actId="207"/>
          <ac:spMkLst>
            <pc:docMk/>
            <pc:sldMk cId="2595545194" sldId="295"/>
            <ac:spMk id="11" creationId="{D9E345E2-C44F-B206-FC9F-2D9FD776443B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14" creationId="{BF954F82-CDAC-D3A5-F015-9EF9A56FEA7E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15" creationId="{32269DC9-6F26-14E3-3A13-486156EA4073}"/>
          </ac:spMkLst>
        </pc:spChg>
        <pc:inkChg chg="del">
          <ac:chgData name="Toby Donaldson" userId="2e6e5431-bb17-4c41-9985-d39c50d83c73" providerId="ADAL" clId="{7F9681A8-EEE2-56F4-9B39-ECCBEE0471AC}" dt="2026-02-24T05:15:54.413" v="10433" actId="21"/>
          <ac:inkMkLst>
            <pc:docMk/>
            <pc:sldMk cId="2595545194" sldId="295"/>
            <ac:inkMk id="16" creationId="{9B9D5E53-D742-4FFD-4D0E-710118FE96AA}"/>
          </ac:inkMkLst>
        </pc:inkChg>
      </pc:sldChg>
      <pc:sldChg chg="addSp delSp modSp add mod">
        <pc:chgData name="Toby Donaldson" userId="2e6e5431-bb17-4c41-9985-d39c50d83c73" providerId="ADAL" clId="{7F9681A8-EEE2-56F4-9B39-ECCBEE0471AC}" dt="2026-02-23T04:17:41.347" v="6362"/>
        <pc:sldMkLst>
          <pc:docMk/>
          <pc:sldMk cId="823960119" sldId="296"/>
        </pc:sldMkLst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3" creationId="{9B30C526-F650-020D-8B02-E31B3C474DEB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4" creationId="{C9253005-060E-5ECD-8DC5-8D1399E49575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5" creationId="{48DF5703-5A3B-8FFB-C129-86F071F2FE21}"/>
          </ac:spMkLst>
        </pc:spChg>
        <pc:spChg chg="mod">
          <ac:chgData name="Toby Donaldson" userId="2e6e5431-bb17-4c41-9985-d39c50d83c73" providerId="ADAL" clId="{7F9681A8-EEE2-56F4-9B39-ECCBEE0471AC}" dt="2026-02-23T04:14:22.063" v="6135" actId="207"/>
          <ac:spMkLst>
            <pc:docMk/>
            <pc:sldMk cId="823960119" sldId="296"/>
            <ac:spMk id="6" creationId="{3550AD81-2345-8F9C-02B9-EA2A7DCCEC28}"/>
          </ac:spMkLst>
        </pc:spChg>
        <pc:spChg chg="mod">
          <ac:chgData name="Toby Donaldson" userId="2e6e5431-bb17-4c41-9985-d39c50d83c73" providerId="ADAL" clId="{7F9681A8-EEE2-56F4-9B39-ECCBEE0471AC}" dt="2026-02-23T04:14:26.720" v="6136" actId="207"/>
          <ac:spMkLst>
            <pc:docMk/>
            <pc:sldMk cId="823960119" sldId="296"/>
            <ac:spMk id="7" creationId="{06D70DCE-1DCC-C090-4D91-31E07AC4CFF4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8" creationId="{C8897299-32D9-950D-7A02-8DBBFC74A32F}"/>
          </ac:spMkLst>
        </pc:spChg>
        <pc:spChg chg="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14" creationId="{E41C124D-DECB-40C2-6BA5-5108CAE8CFB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25:08.721" v="6908" actId="1076"/>
        <pc:sldMkLst>
          <pc:docMk/>
          <pc:sldMk cId="3504844726" sldId="297"/>
        </pc:sldMkLst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6" creationId="{1CB27C8C-5199-5027-7414-7651A25704B2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7" creationId="{4CAD7998-764C-D80F-14D1-2B4AD1017869}"/>
          </ac:spMkLst>
        </pc:spChg>
        <pc:spChg chg="mod">
          <ac:chgData name="Toby Donaldson" userId="2e6e5431-bb17-4c41-9985-d39c50d83c73" providerId="ADAL" clId="{7F9681A8-EEE2-56F4-9B39-ECCBEE0471AC}" dt="2026-02-23T04:21:17.419" v="6712" actId="20577"/>
          <ac:spMkLst>
            <pc:docMk/>
            <pc:sldMk cId="3504844726" sldId="297"/>
            <ac:spMk id="8" creationId="{121414DA-045F-9F0D-664D-9B383305040A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9" creationId="{9A3F6B74-2415-EF24-8826-DCAA9902F270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0" creationId="{9993D2BB-D2DC-D7CA-2697-B79CEA45881E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1" creationId="{1D7A5B41-22ED-F678-7B38-33572D8110BF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2" creationId="{90A22ED7-92F7-8D28-495F-AE6744E24623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3" creationId="{6DE7099C-F95B-A5E1-2CA1-08E217026130}"/>
          </ac:spMkLst>
        </pc:spChg>
        <pc:spChg chg="add mod">
          <ac:chgData name="Toby Donaldson" userId="2e6e5431-bb17-4c41-9985-d39c50d83c73" providerId="ADAL" clId="{7F9681A8-EEE2-56F4-9B39-ECCBEE0471AC}" dt="2026-02-23T04:24:22.235" v="6821" actId="1076"/>
          <ac:spMkLst>
            <pc:docMk/>
            <pc:sldMk cId="3504844726" sldId="297"/>
            <ac:spMk id="18" creationId="{12D8491B-471F-41B2-075F-36DF8DBF0B15}"/>
          </ac:spMkLst>
        </pc:spChg>
        <pc:spChg chg="add mod">
          <ac:chgData name="Toby Donaldson" userId="2e6e5431-bb17-4c41-9985-d39c50d83c73" providerId="ADAL" clId="{7F9681A8-EEE2-56F4-9B39-ECCBEE0471AC}" dt="2026-02-23T04:25:08.721" v="6908" actId="1076"/>
          <ac:spMkLst>
            <pc:docMk/>
            <pc:sldMk cId="3504844726" sldId="297"/>
            <ac:spMk id="19" creationId="{D198713B-9630-CD44-4EB4-8C25B3BB26BC}"/>
          </ac:spMkLst>
        </pc:spChg>
      </pc:sldChg>
      <pc:sldChg chg="modSp new mod">
        <pc:chgData name="Toby Donaldson" userId="2e6e5431-bb17-4c41-9985-d39c50d83c73" providerId="ADAL" clId="{7F9681A8-EEE2-56F4-9B39-ECCBEE0471AC}" dt="2026-02-23T04:29:15.413" v="7592" actId="20577"/>
        <pc:sldMkLst>
          <pc:docMk/>
          <pc:sldMk cId="1731031639" sldId="298"/>
        </pc:sldMkLst>
        <pc:spChg chg="mod">
          <ac:chgData name="Toby Donaldson" userId="2e6e5431-bb17-4c41-9985-d39c50d83c73" providerId="ADAL" clId="{7F9681A8-EEE2-56F4-9B39-ECCBEE0471AC}" dt="2026-02-23T04:25:36.859" v="6919" actId="20577"/>
          <ac:spMkLst>
            <pc:docMk/>
            <pc:sldMk cId="1731031639" sldId="298"/>
            <ac:spMk id="2" creationId="{F6FF49EC-0745-4AFD-E6F0-D34496E99D80}"/>
          </ac:spMkLst>
        </pc:spChg>
        <pc:spChg chg="mod">
          <ac:chgData name="Toby Donaldson" userId="2e6e5431-bb17-4c41-9985-d39c50d83c73" providerId="ADAL" clId="{7F9681A8-EEE2-56F4-9B39-ECCBEE0471AC}" dt="2026-02-23T04:29:15.413" v="7592" actId="20577"/>
          <ac:spMkLst>
            <pc:docMk/>
            <pc:sldMk cId="1731031639" sldId="298"/>
            <ac:spMk id="3" creationId="{2BD9E134-6CEA-3A87-43D5-3AAF283B1620}"/>
          </ac:spMkLst>
        </pc:spChg>
      </pc:sldChg>
      <pc:sldChg chg="modSp new mod">
        <pc:chgData name="Toby Donaldson" userId="2e6e5431-bb17-4c41-9985-d39c50d83c73" providerId="ADAL" clId="{7F9681A8-EEE2-56F4-9B39-ECCBEE0471AC}" dt="2026-02-23T04:32:58.735" v="8267" actId="20577"/>
        <pc:sldMkLst>
          <pc:docMk/>
          <pc:sldMk cId="1968145541" sldId="299"/>
        </pc:sldMkLst>
        <pc:spChg chg="mod">
          <ac:chgData name="Toby Donaldson" userId="2e6e5431-bb17-4c41-9985-d39c50d83c73" providerId="ADAL" clId="{7F9681A8-EEE2-56F4-9B39-ECCBEE0471AC}" dt="2026-02-23T04:29:33.707" v="7602" actId="20577"/>
          <ac:spMkLst>
            <pc:docMk/>
            <pc:sldMk cId="1968145541" sldId="299"/>
            <ac:spMk id="2" creationId="{64F1971A-64C7-707E-4D50-BD42D6094C60}"/>
          </ac:spMkLst>
        </pc:spChg>
        <pc:spChg chg="mod">
          <ac:chgData name="Toby Donaldson" userId="2e6e5431-bb17-4c41-9985-d39c50d83c73" providerId="ADAL" clId="{7F9681A8-EEE2-56F4-9B39-ECCBEE0471AC}" dt="2026-02-23T04:32:58.735" v="8267" actId="20577"/>
          <ac:spMkLst>
            <pc:docMk/>
            <pc:sldMk cId="1968145541" sldId="299"/>
            <ac:spMk id="3" creationId="{A14B8A42-9998-84EA-AF4E-A05FAADB6BB2}"/>
          </ac:spMkLst>
        </pc:spChg>
      </pc:sldChg>
      <pc:sldChg chg="modSp new mod">
        <pc:chgData name="Toby Donaldson" userId="2e6e5431-bb17-4c41-9985-d39c50d83c73" providerId="ADAL" clId="{7F9681A8-EEE2-56F4-9B39-ECCBEE0471AC}" dt="2026-02-23T04:34:50.486" v="8469" actId="20577"/>
        <pc:sldMkLst>
          <pc:docMk/>
          <pc:sldMk cId="4196420351" sldId="300"/>
        </pc:sldMkLst>
        <pc:spChg chg="mod">
          <ac:chgData name="Toby Donaldson" userId="2e6e5431-bb17-4c41-9985-d39c50d83c73" providerId="ADAL" clId="{7F9681A8-EEE2-56F4-9B39-ECCBEE0471AC}" dt="2026-02-23T04:34:04.346" v="8277" actId="20577"/>
          <ac:spMkLst>
            <pc:docMk/>
            <pc:sldMk cId="4196420351" sldId="300"/>
            <ac:spMk id="2" creationId="{BF786BD1-E615-16C4-1A91-D620DC12B895}"/>
          </ac:spMkLst>
        </pc:spChg>
        <pc:spChg chg="mod">
          <ac:chgData name="Toby Donaldson" userId="2e6e5431-bb17-4c41-9985-d39c50d83c73" providerId="ADAL" clId="{7F9681A8-EEE2-56F4-9B39-ECCBEE0471AC}" dt="2026-02-23T04:34:50.486" v="8469" actId="20577"/>
          <ac:spMkLst>
            <pc:docMk/>
            <pc:sldMk cId="4196420351" sldId="300"/>
            <ac:spMk id="3" creationId="{2B5F4DA9-E7BF-8391-1E91-9E1357181FEA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43:24.441" v="9173" actId="692"/>
        <pc:sldMkLst>
          <pc:docMk/>
          <pc:sldMk cId="3502180146" sldId="301"/>
        </pc:sldMkLst>
        <pc:spChg chg="mod">
          <ac:chgData name="Toby Donaldson" userId="2e6e5431-bb17-4c41-9985-d39c50d83c73" providerId="ADAL" clId="{7F9681A8-EEE2-56F4-9B39-ECCBEE0471AC}" dt="2026-02-23T04:35:36.573" v="8473" actId="14100"/>
          <ac:spMkLst>
            <pc:docMk/>
            <pc:sldMk cId="3502180146" sldId="301"/>
            <ac:spMk id="2" creationId="{9999A4EC-F6C1-20D6-94ED-F5CC51E18FE8}"/>
          </ac:spMkLst>
        </pc:spChg>
        <pc:spChg chg="add mod">
          <ac:chgData name="Toby Donaldson" userId="2e6e5431-bb17-4c41-9985-d39c50d83c73" providerId="ADAL" clId="{7F9681A8-EEE2-56F4-9B39-ECCBEE0471AC}" dt="2026-02-23T04:42:52.281" v="9170" actId="20577"/>
          <ac:spMkLst>
            <pc:docMk/>
            <pc:sldMk cId="3502180146" sldId="301"/>
            <ac:spMk id="6" creationId="{906DAAC9-7602-AD74-1037-1A87422F78D9}"/>
          </ac:spMkLst>
        </pc:spChg>
        <pc:spChg chg="add mod">
          <ac:chgData name="Toby Donaldson" userId="2e6e5431-bb17-4c41-9985-d39c50d83c73" providerId="ADAL" clId="{7F9681A8-EEE2-56F4-9B39-ECCBEE0471AC}" dt="2026-02-23T04:42:32.452" v="9154" actId="20577"/>
          <ac:spMkLst>
            <pc:docMk/>
            <pc:sldMk cId="3502180146" sldId="301"/>
            <ac:spMk id="7" creationId="{08AD9CF3-FACB-F9B7-CFBC-C17A41352CE5}"/>
          </ac:spMkLst>
        </pc:spChg>
        <pc:spChg chg="add mod">
          <ac:chgData name="Toby Donaldson" userId="2e6e5431-bb17-4c41-9985-d39c50d83c73" providerId="ADAL" clId="{7F9681A8-EEE2-56F4-9B39-ECCBEE0471AC}" dt="2026-02-23T04:43:24.441" v="9173" actId="692"/>
          <ac:spMkLst>
            <pc:docMk/>
            <pc:sldMk cId="3502180146" sldId="301"/>
            <ac:spMk id="8" creationId="{1186F9E2-8242-0AD2-C851-06719FA2B450}"/>
          </ac:spMkLst>
        </pc:spChg>
      </pc:sldChg>
      <pc:sldChg chg="addSp modSp add mod">
        <pc:chgData name="Toby Donaldson" userId="2e6e5431-bb17-4c41-9985-d39c50d83c73" providerId="ADAL" clId="{7F9681A8-EEE2-56F4-9B39-ECCBEE0471AC}" dt="2026-02-23T04:57:04.778" v="9739" actId="12788"/>
        <pc:sldMkLst>
          <pc:docMk/>
          <pc:sldMk cId="1788176936" sldId="302"/>
        </pc:sldMkLst>
        <pc:spChg chg="add mod">
          <ac:chgData name="Toby Donaldson" userId="2e6e5431-bb17-4c41-9985-d39c50d83c73" providerId="ADAL" clId="{7F9681A8-EEE2-56F4-9B39-ECCBEE0471AC}" dt="2026-02-23T04:37:16.075" v="8586" actId="1076"/>
          <ac:spMkLst>
            <pc:docMk/>
            <pc:sldMk cId="1788176936" sldId="302"/>
            <ac:spMk id="3" creationId="{5E4C15F2-B860-1A77-882A-93300DB4D9F9}"/>
          </ac:spMkLst>
        </pc:spChg>
        <pc:spChg chg="add mod">
          <ac:chgData name="Toby Donaldson" userId="2e6e5431-bb17-4c41-9985-d39c50d83c73" providerId="ADAL" clId="{7F9681A8-EEE2-56F4-9B39-ECCBEE0471AC}" dt="2026-02-23T04:37:55.226" v="8590" actId="1076"/>
          <ac:spMkLst>
            <pc:docMk/>
            <pc:sldMk cId="1788176936" sldId="302"/>
            <ac:spMk id="4" creationId="{B5D18466-2BDF-2917-26A3-4770C1E3DFF1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5" creationId="{69203251-6B2A-DAF1-FAB4-1EAF16F12711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7" creationId="{20AABEE0-893B-A619-9D34-9F87DF12F4E9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8" creationId="{DFE39BEB-C046-BDA8-0094-488CF36E7F5D}"/>
          </ac:spMkLst>
        </pc:spChg>
      </pc:sldChg>
      <pc:sldChg chg="addSp modSp add mod">
        <pc:chgData name="Toby Donaldson" userId="2e6e5431-bb17-4c41-9985-d39c50d83c73" providerId="ADAL" clId="{7F9681A8-EEE2-56F4-9B39-ECCBEE0471AC}" dt="2026-02-23T04:43:37.095" v="9174"/>
        <pc:sldMkLst>
          <pc:docMk/>
          <pc:sldMk cId="3926598777" sldId="303"/>
        </pc:sldMkLst>
        <pc:spChg chg="add mod">
          <ac:chgData name="Toby Donaldson" userId="2e6e5431-bb17-4c41-9985-d39c50d83c73" providerId="ADAL" clId="{7F9681A8-EEE2-56F4-9B39-ECCBEE0471AC}" dt="2026-02-23T04:42:08.375" v="9152" actId="2711"/>
          <ac:spMkLst>
            <pc:docMk/>
            <pc:sldMk cId="3926598777" sldId="303"/>
            <ac:spMk id="3" creationId="{8D4912E6-0B97-6A89-893B-42D8352E9012}"/>
          </ac:spMkLst>
        </pc:spChg>
        <pc:spChg chg="mod">
          <ac:chgData name="Toby Donaldson" userId="2e6e5431-bb17-4c41-9985-d39c50d83c73" providerId="ADAL" clId="{7F9681A8-EEE2-56F4-9B39-ECCBEE0471AC}" dt="2026-02-23T04:42:46.747" v="9166" actId="20577"/>
          <ac:spMkLst>
            <pc:docMk/>
            <pc:sldMk cId="3926598777" sldId="303"/>
            <ac:spMk id="6" creationId="{F15C94E1-8920-0C34-0633-7A1FAF471763}"/>
          </ac:spMkLst>
        </pc:spChg>
        <pc:spChg chg="mod">
          <ac:chgData name="Toby Donaldson" userId="2e6e5431-bb17-4c41-9985-d39c50d83c73" providerId="ADAL" clId="{7F9681A8-EEE2-56F4-9B39-ECCBEE0471AC}" dt="2026-02-23T04:41:31.096" v="9035" actId="20577"/>
          <ac:spMkLst>
            <pc:docMk/>
            <pc:sldMk cId="3926598777" sldId="303"/>
            <ac:spMk id="7" creationId="{90E6D179-E745-CB57-7501-868815BC6500}"/>
          </ac:spMkLst>
        </pc:spChg>
        <pc:spChg chg="add mod">
          <ac:chgData name="Toby Donaldson" userId="2e6e5431-bb17-4c41-9985-d39c50d83c73" providerId="ADAL" clId="{7F9681A8-EEE2-56F4-9B39-ECCBEE0471AC}" dt="2026-02-23T04:43:37.095" v="9174"/>
          <ac:spMkLst>
            <pc:docMk/>
            <pc:sldMk cId="3926598777" sldId="303"/>
            <ac:spMk id="8" creationId="{293EBE5B-725A-00DF-CCF1-FB8E4996273A}"/>
          </ac:spMkLst>
        </pc:spChg>
        <pc:cxnChg chg="add">
          <ac:chgData name="Toby Donaldson" userId="2e6e5431-bb17-4c41-9985-d39c50d83c73" providerId="ADAL" clId="{7F9681A8-EEE2-56F4-9B39-ECCBEE0471AC}" dt="2026-02-23T04:42:16.354" v="9153" actId="11529"/>
          <ac:cxnSpMkLst>
            <pc:docMk/>
            <pc:sldMk cId="3926598777" sldId="303"/>
            <ac:cxnSpMk id="5" creationId="{45F4EE21-22EE-B644-59A8-8AF69FA6812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3T04:47:19.263" v="9358" actId="1076"/>
        <pc:sldMkLst>
          <pc:docMk/>
          <pc:sldMk cId="260107413" sldId="304"/>
        </pc:sldMkLst>
        <pc:spChg chg="mod">
          <ac:chgData name="Toby Donaldson" userId="2e6e5431-bb17-4c41-9985-d39c50d83c73" providerId="ADAL" clId="{7F9681A8-EEE2-56F4-9B39-ECCBEE0471AC}" dt="2026-02-23T04:44:46.445" v="9243" actId="2711"/>
          <ac:spMkLst>
            <pc:docMk/>
            <pc:sldMk cId="260107413" sldId="304"/>
            <ac:spMk id="3" creationId="{35E03793-9129-C6AE-1860-B4734B46EEB3}"/>
          </ac:spMkLst>
        </pc:spChg>
        <pc:spChg chg="mod">
          <ac:chgData name="Toby Donaldson" userId="2e6e5431-bb17-4c41-9985-d39c50d83c73" providerId="ADAL" clId="{7F9681A8-EEE2-56F4-9B39-ECCBEE0471AC}" dt="2026-02-23T04:45:27.622" v="9273" actId="20577"/>
          <ac:spMkLst>
            <pc:docMk/>
            <pc:sldMk cId="260107413" sldId="304"/>
            <ac:spMk id="6" creationId="{C9BECF94-4481-9ED6-2F43-8141D97B95DB}"/>
          </ac:spMkLst>
        </pc:spChg>
        <pc:spChg chg="add mod">
          <ac:chgData name="Toby Donaldson" userId="2e6e5431-bb17-4c41-9985-d39c50d83c73" providerId="ADAL" clId="{7F9681A8-EEE2-56F4-9B39-ECCBEE0471AC}" dt="2026-02-23T04:46:26.315" v="9335" actId="1076"/>
          <ac:spMkLst>
            <pc:docMk/>
            <pc:sldMk cId="260107413" sldId="304"/>
            <ac:spMk id="8" creationId="{5EEBB685-6401-CF6B-B3E2-A292642215D7}"/>
          </ac:spMkLst>
        </pc:spChg>
        <pc:spChg chg="add mod">
          <ac:chgData name="Toby Donaldson" userId="2e6e5431-bb17-4c41-9985-d39c50d83c73" providerId="ADAL" clId="{7F9681A8-EEE2-56F4-9B39-ECCBEE0471AC}" dt="2026-02-23T04:47:19.263" v="9358" actId="1076"/>
          <ac:spMkLst>
            <pc:docMk/>
            <pc:sldMk cId="260107413" sldId="304"/>
            <ac:spMk id="12" creationId="{05C8D7F6-A0EF-ADC2-C879-FADBBB9F396F}"/>
          </ac:spMkLst>
        </pc:spChg>
        <pc:cxnChg chg="add mod">
          <ac:chgData name="Toby Donaldson" userId="2e6e5431-bb17-4c41-9985-d39c50d83c73" providerId="ADAL" clId="{7F9681A8-EEE2-56F4-9B39-ECCBEE0471AC}" dt="2026-02-23T04:46:30.321" v="9336" actId="14100"/>
          <ac:cxnSpMkLst>
            <pc:docMk/>
            <pc:sldMk cId="260107413" sldId="304"/>
            <ac:cxnSpMk id="10" creationId="{10F54C10-D80B-1853-67BB-5803D9FA604A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2-23T04:57:50.089" v="9741" actId="20578"/>
        <pc:sldMkLst>
          <pc:docMk/>
          <pc:sldMk cId="2624689420" sldId="305"/>
        </pc:sldMkLst>
        <pc:spChg chg="mod">
          <ac:chgData name="Toby Donaldson" userId="2e6e5431-bb17-4c41-9985-d39c50d83c73" providerId="ADAL" clId="{7F9681A8-EEE2-56F4-9B39-ECCBEE0471AC}" dt="2026-02-23T04:50:16.381" v="9521" actId="1076"/>
          <ac:spMkLst>
            <pc:docMk/>
            <pc:sldMk cId="2624689420" sldId="305"/>
            <ac:spMk id="3" creationId="{1B49BBA9-9F1B-A12C-32DA-201578840440}"/>
          </ac:spMkLst>
        </pc:spChg>
        <pc:spChg chg="mod">
          <ac:chgData name="Toby Donaldson" userId="2e6e5431-bb17-4c41-9985-d39c50d83c73" providerId="ADAL" clId="{7F9681A8-EEE2-56F4-9B39-ECCBEE0471AC}" dt="2026-02-23T04:48:24.498" v="9380" actId="14100"/>
          <ac:spMkLst>
            <pc:docMk/>
            <pc:sldMk cId="2624689420" sldId="305"/>
            <ac:spMk id="4" creationId="{003E1B28-42EF-5B35-7CFA-B2187542836F}"/>
          </ac:spMkLst>
        </pc:spChg>
        <pc:spChg chg="mod">
          <ac:chgData name="Toby Donaldson" userId="2e6e5431-bb17-4c41-9985-d39c50d83c73" providerId="ADAL" clId="{7F9681A8-EEE2-56F4-9B39-ECCBEE0471AC}" dt="2026-02-23T04:49:25.130" v="9429" actId="207"/>
          <ac:spMkLst>
            <pc:docMk/>
            <pc:sldMk cId="2624689420" sldId="305"/>
            <ac:spMk id="6" creationId="{EF318B78-38EA-0732-476B-915EADC08226}"/>
          </ac:spMkLst>
        </pc:spChg>
        <pc:spChg chg="mod">
          <ac:chgData name="Toby Donaldson" userId="2e6e5431-bb17-4c41-9985-d39c50d83c73" providerId="ADAL" clId="{7F9681A8-EEE2-56F4-9B39-ECCBEE0471AC}" dt="2026-02-23T04:49:04.714" v="9425" actId="1076"/>
          <ac:spMkLst>
            <pc:docMk/>
            <pc:sldMk cId="2624689420" sldId="305"/>
            <ac:spMk id="8" creationId="{AD3A87A2-2F08-AAB9-F7B4-7549CD72425D}"/>
          </ac:spMkLst>
        </pc:spChg>
        <pc:cxnChg chg="mod">
          <ac:chgData name="Toby Donaldson" userId="2e6e5431-bb17-4c41-9985-d39c50d83c73" providerId="ADAL" clId="{7F9681A8-EEE2-56F4-9B39-ECCBEE0471AC}" dt="2026-02-23T04:49:11.739" v="9427" actId="14100"/>
          <ac:cxnSpMkLst>
            <pc:docMk/>
            <pc:sldMk cId="2624689420" sldId="305"/>
            <ac:cxnSpMk id="10" creationId="{92A1B89C-A155-C635-2C4E-C4922A18BA3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3T05:09:30.151" v="10302" actId="21"/>
        <pc:sldMkLst>
          <pc:docMk/>
          <pc:sldMk cId="3489250557" sldId="306"/>
        </pc:sldMkLst>
        <pc:spChg chg="mod">
          <ac:chgData name="Toby Donaldson" userId="2e6e5431-bb17-4c41-9985-d39c50d83c73" providerId="ADAL" clId="{7F9681A8-EEE2-56F4-9B39-ECCBEE0471AC}" dt="2026-02-23T05:00:19.654" v="9874" actId="14100"/>
          <ac:spMkLst>
            <pc:docMk/>
            <pc:sldMk cId="3489250557" sldId="306"/>
            <ac:spMk id="3" creationId="{C5570662-7D82-F8FE-597E-FF48AACC3DDA}"/>
          </ac:spMkLst>
        </pc:spChg>
        <pc:spChg chg="add mod">
          <ac:chgData name="Toby Donaldson" userId="2e6e5431-bb17-4c41-9985-d39c50d83c73" providerId="ADAL" clId="{7F9681A8-EEE2-56F4-9B39-ECCBEE0471AC}" dt="2026-02-23T04:59:35.120" v="9819" actId="14100"/>
          <ac:spMkLst>
            <pc:docMk/>
            <pc:sldMk cId="3489250557" sldId="306"/>
            <ac:spMk id="5" creationId="{198CE457-4A65-3D08-331B-80318D0B1B76}"/>
          </ac:spMkLst>
        </pc:spChg>
        <pc:spChg chg="mod">
          <ac:chgData name="Toby Donaldson" userId="2e6e5431-bb17-4c41-9985-d39c50d83c73" providerId="ADAL" clId="{7F9681A8-EEE2-56F4-9B39-ECCBEE0471AC}" dt="2026-02-23T04:58:49.160" v="9811" actId="20577"/>
          <ac:spMkLst>
            <pc:docMk/>
            <pc:sldMk cId="3489250557" sldId="306"/>
            <ac:spMk id="6" creationId="{160EB5A5-4E8B-3258-3099-D4187D831363}"/>
          </ac:spMkLst>
        </pc:spChg>
        <pc:spChg chg="mod">
          <ac:chgData name="Toby Donaldson" userId="2e6e5431-bb17-4c41-9985-d39c50d83c73" providerId="ADAL" clId="{7F9681A8-EEE2-56F4-9B39-ECCBEE0471AC}" dt="2026-02-23T04:58:58.877" v="9815" actId="20577"/>
          <ac:spMkLst>
            <pc:docMk/>
            <pc:sldMk cId="3489250557" sldId="306"/>
            <ac:spMk id="12" creationId="{E83234F0-6A2C-8A5B-CEBF-BF67CC540A1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5:10:09.266" v="10306" actId="13926"/>
        <pc:sldMkLst>
          <pc:docMk/>
          <pc:sldMk cId="1064403315" sldId="307"/>
        </pc:sldMkLst>
        <pc:spChg chg="mod">
          <ac:chgData name="Toby Donaldson" userId="2e6e5431-bb17-4c41-9985-d39c50d83c73" providerId="ADAL" clId="{7F9681A8-EEE2-56F4-9B39-ECCBEE0471AC}" dt="2026-02-23T05:01:13.581" v="9982" actId="20577"/>
          <ac:spMkLst>
            <pc:docMk/>
            <pc:sldMk cId="1064403315" sldId="307"/>
            <ac:spMk id="3" creationId="{167B0AC7-28A7-D272-A2C6-8F8A86D05350}"/>
          </ac:spMkLst>
        </pc:spChg>
        <pc:spChg chg="mod">
          <ac:chgData name="Toby Donaldson" userId="2e6e5431-bb17-4c41-9985-d39c50d83c73" providerId="ADAL" clId="{7F9681A8-EEE2-56F4-9B39-ECCBEE0471AC}" dt="2026-02-23T05:02:08.003" v="10006" actId="14100"/>
          <ac:spMkLst>
            <pc:docMk/>
            <pc:sldMk cId="1064403315" sldId="307"/>
            <ac:spMk id="5" creationId="{DA20BC3A-6B93-DD4D-6231-2058BC4559AC}"/>
          </ac:spMkLst>
        </pc:spChg>
        <pc:spChg chg="mod">
          <ac:chgData name="Toby Donaldson" userId="2e6e5431-bb17-4c41-9985-d39c50d83c73" providerId="ADAL" clId="{7F9681A8-EEE2-56F4-9B39-ECCBEE0471AC}" dt="2026-02-23T05:10:09.266" v="10306" actId="13926"/>
          <ac:spMkLst>
            <pc:docMk/>
            <pc:sldMk cId="1064403315" sldId="307"/>
            <ac:spMk id="6" creationId="{0127F086-3AB4-F6C3-2713-E2AD50CD95FB}"/>
          </ac:spMkLst>
        </pc:spChg>
        <pc:spChg chg="mod">
          <ac:chgData name="Toby Donaldson" userId="2e6e5431-bb17-4c41-9985-d39c50d83c73" providerId="ADAL" clId="{7F9681A8-EEE2-56F4-9B39-ECCBEE0471AC}" dt="2026-02-23T05:01:50.949" v="9999" actId="20577"/>
          <ac:spMkLst>
            <pc:docMk/>
            <pc:sldMk cId="1064403315" sldId="307"/>
            <ac:spMk id="12" creationId="{AB82B3A4-873E-6799-BAFC-ED8F10581F87}"/>
          </ac:spMkLst>
        </pc:spChg>
      </pc:sldChg>
      <pc:sldChg chg="delSp add mod">
        <pc:chgData name="Toby Donaldson" userId="2e6e5431-bb17-4c41-9985-d39c50d83c73" providerId="ADAL" clId="{7F9681A8-EEE2-56F4-9B39-ECCBEE0471AC}" dt="2026-02-23T05:06:29.113" v="10273" actId="21"/>
        <pc:sldMkLst>
          <pc:docMk/>
          <pc:sldMk cId="276851045" sldId="308"/>
        </pc:sldMkLst>
      </pc:sldChg>
      <pc:sldChg chg="delSp add del mod">
        <pc:chgData name="Toby Donaldson" userId="2e6e5431-bb17-4c41-9985-d39c50d83c73" providerId="ADAL" clId="{7F9681A8-EEE2-56F4-9B39-ECCBEE0471AC}" dt="2026-02-23T05:06:43.237" v="10277" actId="21"/>
        <pc:sldMkLst>
          <pc:docMk/>
          <pc:sldMk cId="1971700919" sldId="309"/>
        </pc:sldMkLst>
      </pc:sldChg>
      <pc:sldChg chg="modSp add mod">
        <pc:chgData name="Toby Donaldson" userId="2e6e5431-bb17-4c41-9985-d39c50d83c73" providerId="ADAL" clId="{7F9681A8-EEE2-56F4-9B39-ECCBEE0471AC}" dt="2026-02-23T05:07:54.304" v="10290" actId="20577"/>
        <pc:sldMkLst>
          <pc:docMk/>
          <pc:sldMk cId="2603110389" sldId="310"/>
        </pc:sldMkLst>
        <pc:spChg chg="mod">
          <ac:chgData name="Toby Donaldson" userId="2e6e5431-bb17-4c41-9985-d39c50d83c73" providerId="ADAL" clId="{7F9681A8-EEE2-56F4-9B39-ECCBEE0471AC}" dt="2026-02-23T05:07:54.304" v="10290" actId="20577"/>
          <ac:spMkLst>
            <pc:docMk/>
            <pc:sldMk cId="2603110389" sldId="310"/>
            <ac:spMk id="4" creationId="{6EA84988-302B-B8AD-4D6C-1C290B19DD9E}"/>
          </ac:spMkLst>
        </pc:spChg>
        <pc:spChg chg="mod">
          <ac:chgData name="Toby Donaldson" userId="2e6e5431-bb17-4c41-9985-d39c50d83c73" providerId="ADAL" clId="{7F9681A8-EEE2-56F4-9B39-ECCBEE0471AC}" dt="2026-02-23T05:07:52.910" v="10288" actId="20577"/>
          <ac:spMkLst>
            <pc:docMk/>
            <pc:sldMk cId="2603110389" sldId="310"/>
            <ac:spMk id="10" creationId="{2BF3CF0A-85C3-389E-AA06-A31CD412688B}"/>
          </ac:spMkLst>
        </pc:spChg>
        <pc:spChg chg="mod">
          <ac:chgData name="Toby Donaldson" userId="2e6e5431-bb17-4c41-9985-d39c50d83c73" providerId="ADAL" clId="{7F9681A8-EEE2-56F4-9B39-ECCBEE0471AC}" dt="2026-02-23T05:07:07.880" v="10278" actId="20577"/>
          <ac:spMkLst>
            <pc:docMk/>
            <pc:sldMk cId="2603110389" sldId="310"/>
            <ac:spMk id="16" creationId="{5FEA812F-9391-B16D-ED1B-5D44BED03102}"/>
          </ac:spMkLst>
        </pc:spChg>
      </pc:sldChg>
      <pc:sldChg chg="delSp add mod">
        <pc:chgData name="Toby Donaldson" userId="2e6e5431-bb17-4c41-9985-d39c50d83c73" providerId="ADAL" clId="{7F9681A8-EEE2-56F4-9B39-ECCBEE0471AC}" dt="2026-02-23T05:09:38.363" v="10304" actId="21"/>
        <pc:sldMkLst>
          <pc:docMk/>
          <pc:sldMk cId="2996340326" sldId="311"/>
        </pc:sldMkLst>
      </pc:sldChg>
      <pc:sldChg chg="add">
        <pc:chgData name="Toby Donaldson" userId="2e6e5431-bb17-4c41-9985-d39c50d83c73" providerId="ADAL" clId="{7F9681A8-EEE2-56F4-9B39-ECCBEE0471AC}" dt="2026-02-23T05:09:33.942" v="10303" actId="2890"/>
        <pc:sldMkLst>
          <pc:docMk/>
          <pc:sldMk cId="3196339335" sldId="312"/>
        </pc:sldMkLst>
      </pc:sldChg>
      <pc:sldChg chg="addSp delSp modSp add mod">
        <pc:chgData name="Toby Donaldson" userId="2e6e5431-bb17-4c41-9985-d39c50d83c73" providerId="ADAL" clId="{7F9681A8-EEE2-56F4-9B39-ECCBEE0471AC}" dt="2026-02-25T00:04:22.303" v="10546" actId="1076"/>
        <pc:sldMkLst>
          <pc:docMk/>
          <pc:sldMk cId="68701332" sldId="316"/>
        </pc:sldMkLst>
        <pc:spChg chg="mod">
          <ac:chgData name="Toby Donaldson" userId="2e6e5431-bb17-4c41-9985-d39c50d83c73" providerId="ADAL" clId="{7F9681A8-EEE2-56F4-9B39-ECCBEE0471AC}" dt="2026-02-24T23:59:57.101" v="10508" actId="1076"/>
          <ac:spMkLst>
            <pc:docMk/>
            <pc:sldMk cId="68701332" sldId="316"/>
            <ac:spMk id="3" creationId="{14A1E458-9EA9-978F-BD79-2D3020BF4B22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4" creationId="{66883069-3E94-FA1B-1AE8-D424CED36929}"/>
          </ac:spMkLst>
        </pc:spChg>
        <pc:spChg chg="del">
          <ac:chgData name="Toby Donaldson" userId="2e6e5431-bb17-4c41-9985-d39c50d83c73" providerId="ADAL" clId="{7F9681A8-EEE2-56F4-9B39-ECCBEE0471AC}" dt="2026-02-24T23:59:36.338" v="10443" actId="21"/>
          <ac:spMkLst>
            <pc:docMk/>
            <pc:sldMk cId="68701332" sldId="316"/>
            <ac:spMk id="5" creationId="{44A1A7A8-364E-8D0F-3A88-821118F3AC8F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6" creationId="{01FCBCD0-0602-8D6D-4951-ECCBC883F6B4}"/>
          </ac:spMkLst>
        </pc:spChg>
        <pc:spChg chg="add mod">
          <ac:chgData name="Toby Donaldson" userId="2e6e5431-bb17-4c41-9985-d39c50d83c73" providerId="ADAL" clId="{7F9681A8-EEE2-56F4-9B39-ECCBEE0471AC}" dt="2026-02-25T00:04:13.703" v="10544" actId="1076"/>
          <ac:spMkLst>
            <pc:docMk/>
            <pc:sldMk cId="68701332" sldId="316"/>
            <ac:spMk id="7" creationId="{01624A16-7FD4-A2E9-D0DD-AF8565C3B7D4}"/>
          </ac:spMkLst>
        </pc:spChg>
        <pc:spChg chg="add mod">
          <ac:chgData name="Toby Donaldson" userId="2e6e5431-bb17-4c41-9985-d39c50d83c73" providerId="ADAL" clId="{7F9681A8-EEE2-56F4-9B39-ECCBEE0471AC}" dt="2026-02-25T00:04:22.303" v="10546" actId="1076"/>
          <ac:spMkLst>
            <pc:docMk/>
            <pc:sldMk cId="68701332" sldId="316"/>
            <ac:spMk id="9" creationId="{5D089557-2C8B-1E6E-D7A2-8A6E11DCAECD}"/>
          </ac:spMkLst>
        </pc:spChg>
        <pc:spChg chg="del">
          <ac:chgData name="Toby Donaldson" userId="2e6e5431-bb17-4c41-9985-d39c50d83c73" providerId="ADAL" clId="{7F9681A8-EEE2-56F4-9B39-ECCBEE0471AC}" dt="2026-02-24T23:59:33.612" v="10442" actId="21"/>
          <ac:spMkLst>
            <pc:docMk/>
            <pc:sldMk cId="68701332" sldId="316"/>
            <ac:spMk id="10" creationId="{3B5FD01D-F27E-CD75-61D9-F9EA0FC1815B}"/>
          </ac:spMkLst>
        </pc:spChg>
        <pc:spChg chg="del">
          <ac:chgData name="Toby Donaldson" userId="2e6e5431-bb17-4c41-9985-d39c50d83c73" providerId="ADAL" clId="{7F9681A8-EEE2-56F4-9B39-ECCBEE0471AC}" dt="2026-02-24T23:59:33.612" v="10442" actId="21"/>
          <ac:spMkLst>
            <pc:docMk/>
            <pc:sldMk cId="68701332" sldId="316"/>
            <ac:spMk id="12" creationId="{E83E10B8-F909-9325-8486-D7DBEF81AE2E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14" creationId="{4A9CDEA7-551B-6B3A-A700-3D626BB98866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15" creationId="{72445015-995C-3079-3D84-FF01FC830093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16" creationId="{9BEB5715-A6A8-C75C-CC3A-7D320584C70C}"/>
          </ac:spMkLst>
        </pc:spChg>
        <pc:cxnChg chg="del mod">
          <ac:chgData name="Toby Donaldson" userId="2e6e5431-bb17-4c41-9985-d39c50d83c73" providerId="ADAL" clId="{7F9681A8-EEE2-56F4-9B39-ECCBEE0471AC}" dt="2026-02-24T23:59:36.338" v="10443" actId="21"/>
          <ac:cxnSpMkLst>
            <pc:docMk/>
            <pc:sldMk cId="68701332" sldId="316"/>
            <ac:cxnSpMk id="8" creationId="{96492F97-2D56-DE7E-F4BC-5AB0D8ACCD74}"/>
          </ac:cxnSpMkLst>
        </pc:cxnChg>
        <pc:cxnChg chg="del mod">
          <ac:chgData name="Toby Donaldson" userId="2e6e5431-bb17-4c41-9985-d39c50d83c73" providerId="ADAL" clId="{7F9681A8-EEE2-56F4-9B39-ECCBEE0471AC}" dt="2026-02-24T23:59:33.612" v="10442" actId="21"/>
          <ac:cxnSpMkLst>
            <pc:docMk/>
            <pc:sldMk cId="68701332" sldId="316"/>
            <ac:cxnSpMk id="13" creationId="{F885723D-3AAB-0663-90F6-1C54614069E6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5T00:15:48.963" v="10923" actId="21"/>
        <pc:sldMkLst>
          <pc:docMk/>
          <pc:sldMk cId="1044574607" sldId="317"/>
        </pc:sldMkLst>
        <pc:spChg chg="del mod">
          <ac:chgData name="Toby Donaldson" userId="2e6e5431-bb17-4c41-9985-d39c50d83c73" providerId="ADAL" clId="{7F9681A8-EEE2-56F4-9B39-ECCBEE0471AC}" dt="2026-02-25T00:14:29.627" v="10850" actId="21"/>
          <ac:spMkLst>
            <pc:docMk/>
            <pc:sldMk cId="1044574607" sldId="317"/>
            <ac:spMk id="3" creationId="{E535E012-EFA5-49DC-4C1A-6BDA4A1CD803}"/>
          </ac:spMkLst>
        </pc:spChg>
        <pc:spChg chg="add del mod">
          <ac:chgData name="Toby Donaldson" userId="2e6e5431-bb17-4c41-9985-d39c50d83c73" providerId="ADAL" clId="{7F9681A8-EEE2-56F4-9B39-ECCBEE0471AC}" dt="2026-02-25T00:09:54.032" v="10803" actId="21"/>
          <ac:spMkLst>
            <pc:docMk/>
            <pc:sldMk cId="1044574607" sldId="317"/>
            <ac:spMk id="4" creationId="{6DCCA876-3F0B-6203-5249-0E2AE7BE7902}"/>
          </ac:spMkLst>
        </pc:spChg>
        <pc:spChg chg="add mod">
          <ac:chgData name="Toby Donaldson" userId="2e6e5431-bb17-4c41-9985-d39c50d83c73" providerId="ADAL" clId="{7F9681A8-EEE2-56F4-9B39-ECCBEE0471AC}" dt="2026-02-25T00:15:01.641" v="10917" actId="1076"/>
          <ac:spMkLst>
            <pc:docMk/>
            <pc:sldMk cId="1044574607" sldId="317"/>
            <ac:spMk id="6" creationId="{950EFFC8-3CE8-2765-F12C-3DDB2A45D6C6}"/>
          </ac:spMkLst>
        </pc:spChg>
        <pc:spChg chg="mod">
          <ac:chgData name="Toby Donaldson" userId="2e6e5431-bb17-4c41-9985-d39c50d83c73" providerId="ADAL" clId="{7F9681A8-EEE2-56F4-9B39-ECCBEE0471AC}" dt="2026-02-25T00:13:12.356" v="10836" actId="255"/>
          <ac:spMkLst>
            <pc:docMk/>
            <pc:sldMk cId="1044574607" sldId="317"/>
            <ac:spMk id="7" creationId="{4DB3885F-D018-CDCB-24D1-016567F6E52A}"/>
          </ac:spMkLst>
        </pc:spChg>
        <pc:spChg chg="mod">
          <ac:chgData name="Toby Donaldson" userId="2e6e5431-bb17-4c41-9985-d39c50d83c73" providerId="ADAL" clId="{7F9681A8-EEE2-56F4-9B39-ECCBEE0471AC}" dt="2026-02-25T00:13:27.383" v="10847" actId="20577"/>
          <ac:spMkLst>
            <pc:docMk/>
            <pc:sldMk cId="1044574607" sldId="317"/>
            <ac:spMk id="9" creationId="{720DFCC8-45D2-AB50-1AD1-35247182BC14}"/>
          </ac:spMkLst>
        </pc:spChg>
        <pc:picChg chg="add del mod">
          <ac:chgData name="Toby Donaldson" userId="2e6e5431-bb17-4c41-9985-d39c50d83c73" providerId="ADAL" clId="{7F9681A8-EEE2-56F4-9B39-ECCBEE0471AC}" dt="2026-02-25T00:10:08.571" v="10805" actId="21"/>
          <ac:picMkLst>
            <pc:docMk/>
            <pc:sldMk cId="1044574607" sldId="317"/>
            <ac:picMk id="5" creationId="{34D68AD0-1785-9DDE-9425-A5162140A2F6}"/>
          </ac:picMkLst>
        </pc:picChg>
        <pc:picChg chg="add del">
          <ac:chgData name="Toby Donaldson" userId="2e6e5431-bb17-4c41-9985-d39c50d83c73" providerId="ADAL" clId="{7F9681A8-EEE2-56F4-9B39-ECCBEE0471AC}" dt="2026-02-25T00:15:48.963" v="10923" actId="21"/>
          <ac:picMkLst>
            <pc:docMk/>
            <pc:sldMk cId="1044574607" sldId="317"/>
            <ac:picMk id="14" creationId="{2EE3939C-152B-1B09-D052-9EAF6B8EFAFB}"/>
          </ac:picMkLst>
        </pc:picChg>
        <pc:cxnChg chg="add">
          <ac:chgData name="Toby Donaldson" userId="2e6e5431-bb17-4c41-9985-d39c50d83c73" providerId="ADAL" clId="{7F9681A8-EEE2-56F4-9B39-ECCBEE0471AC}" dt="2026-02-25T00:15:09.358" v="10918" actId="11529"/>
          <ac:cxnSpMkLst>
            <pc:docMk/>
            <pc:sldMk cId="1044574607" sldId="317"/>
            <ac:cxnSpMk id="10" creationId="{A74A621A-F80C-A96E-96A3-B670116E4BCA}"/>
          </ac:cxnSpMkLst>
        </pc:cxnChg>
        <pc:cxnChg chg="add mod">
          <ac:chgData name="Toby Donaldson" userId="2e6e5431-bb17-4c41-9985-d39c50d83c73" providerId="ADAL" clId="{7F9681A8-EEE2-56F4-9B39-ECCBEE0471AC}" dt="2026-02-25T00:15:19.991" v="10921" actId="14100"/>
          <ac:cxnSpMkLst>
            <pc:docMk/>
            <pc:sldMk cId="1044574607" sldId="317"/>
            <ac:cxnSpMk id="11" creationId="{BCA47F04-F2F2-71FD-2935-511BCA349B45}"/>
          </ac:cxnSpMkLst>
        </pc:cxnChg>
      </pc:sldChg>
      <pc:sldChg chg="delSp add mod ord">
        <pc:chgData name="Toby Donaldson" userId="2e6e5431-bb17-4c41-9985-d39c50d83c73" providerId="ADAL" clId="{7F9681A8-EEE2-56F4-9B39-ECCBEE0471AC}" dt="2026-02-25T00:14:22.410" v="10849" actId="21"/>
        <pc:sldMkLst>
          <pc:docMk/>
          <pc:sldMk cId="3204258560" sldId="318"/>
        </pc:sldMkLst>
        <pc:spChg chg="del">
          <ac:chgData name="Toby Donaldson" userId="2e6e5431-bb17-4c41-9985-d39c50d83c73" providerId="ADAL" clId="{7F9681A8-EEE2-56F4-9B39-ECCBEE0471AC}" dt="2026-02-25T00:14:22.410" v="10849" actId="21"/>
          <ac:spMkLst>
            <pc:docMk/>
            <pc:sldMk cId="3204258560" sldId="318"/>
            <ac:spMk id="4" creationId="{8FC133F1-E6A8-9D95-53EF-DCD432111C55}"/>
          </ac:spMkLst>
        </pc:spChg>
      </pc:sldChg>
      <pc:sldChg chg="add">
        <pc:chgData name="Toby Donaldson" userId="2e6e5431-bb17-4c41-9985-d39c50d83c73" providerId="ADAL" clId="{7F9681A8-EEE2-56F4-9B39-ECCBEE0471AC}" dt="2026-02-25T00:14:16.902" v="10848" actId="2890"/>
        <pc:sldMkLst>
          <pc:docMk/>
          <pc:sldMk cId="2370031398" sldId="319"/>
        </pc:sldMkLst>
      </pc:sldChg>
      <pc:sldChg chg="addSp delSp modSp add mod">
        <pc:chgData name="Toby Donaldson" userId="2e6e5431-bb17-4c41-9985-d39c50d83c73" providerId="ADAL" clId="{7F9681A8-EEE2-56F4-9B39-ECCBEE0471AC}" dt="2026-02-25T00:23:04.145" v="10947" actId="1076"/>
        <pc:sldMkLst>
          <pc:docMk/>
          <pc:sldMk cId="891320334" sldId="320"/>
        </pc:sldMkLst>
        <pc:spChg chg="add mod">
          <ac:chgData name="Toby Donaldson" userId="2e6e5431-bb17-4c41-9985-d39c50d83c73" providerId="ADAL" clId="{7F9681A8-EEE2-56F4-9B39-ECCBEE0471AC}" dt="2026-02-25T00:21:52.209" v="10938" actId="207"/>
          <ac:spMkLst>
            <pc:docMk/>
            <pc:sldMk cId="891320334" sldId="320"/>
            <ac:spMk id="3" creationId="{110C77EB-EBE3-45D9-8104-C62AFCFD8898}"/>
          </ac:spMkLst>
        </pc:spChg>
        <pc:spChg chg="add mod">
          <ac:chgData name="Toby Donaldson" userId="2e6e5431-bb17-4c41-9985-d39c50d83c73" providerId="ADAL" clId="{7F9681A8-EEE2-56F4-9B39-ECCBEE0471AC}" dt="2026-02-25T00:21:20.032" v="10934" actId="12788"/>
          <ac:spMkLst>
            <pc:docMk/>
            <pc:sldMk cId="891320334" sldId="320"/>
            <ac:spMk id="4" creationId="{F9DF3E6C-0DAC-F9B1-6B86-6B3EE8FFB8E3}"/>
          </ac:spMkLst>
        </pc:spChg>
        <pc:spChg chg="add mod">
          <ac:chgData name="Toby Donaldson" userId="2e6e5431-bb17-4c41-9985-d39c50d83c73" providerId="ADAL" clId="{7F9681A8-EEE2-56F4-9B39-ECCBEE0471AC}" dt="2026-02-25T00:22:58.078" v="10945" actId="14100"/>
          <ac:spMkLst>
            <pc:docMk/>
            <pc:sldMk cId="891320334" sldId="320"/>
            <ac:spMk id="5" creationId="{EAEBB73D-90A6-656A-BE4B-17DDC8709289}"/>
          </ac:spMkLst>
        </pc:spChg>
        <pc:spChg chg="del">
          <ac:chgData name="Toby Donaldson" userId="2e6e5431-bb17-4c41-9985-d39c50d83c73" providerId="ADAL" clId="{7F9681A8-EEE2-56F4-9B39-ECCBEE0471AC}" dt="2026-02-25T00:20:23.248" v="10925" actId="21"/>
          <ac:spMkLst>
            <pc:docMk/>
            <pc:sldMk cId="891320334" sldId="320"/>
            <ac:spMk id="6" creationId="{9F437C55-D037-8583-6200-5AC48B08D48B}"/>
          </ac:spMkLst>
        </pc:spChg>
        <pc:spChg chg="mod">
          <ac:chgData name="Toby Donaldson" userId="2e6e5431-bb17-4c41-9985-d39c50d83c73" providerId="ADAL" clId="{7F9681A8-EEE2-56F4-9B39-ECCBEE0471AC}" dt="2026-02-25T00:22:00.132" v="10940" actId="207"/>
          <ac:spMkLst>
            <pc:docMk/>
            <pc:sldMk cId="891320334" sldId="320"/>
            <ac:spMk id="7" creationId="{3FD48B90-F34F-E8B3-E440-050E8FA57A41}"/>
          </ac:spMkLst>
        </pc:spChg>
        <pc:spChg chg="add mod">
          <ac:chgData name="Toby Donaldson" userId="2e6e5431-bb17-4c41-9985-d39c50d83c73" providerId="ADAL" clId="{7F9681A8-EEE2-56F4-9B39-ECCBEE0471AC}" dt="2026-02-25T00:23:04.145" v="10947" actId="1076"/>
          <ac:spMkLst>
            <pc:docMk/>
            <pc:sldMk cId="891320334" sldId="320"/>
            <ac:spMk id="8" creationId="{CFC03612-080B-5EEA-D257-326CE727EE74}"/>
          </ac:spMkLst>
        </pc:spChg>
        <pc:spChg chg="mod">
          <ac:chgData name="Toby Donaldson" userId="2e6e5431-bb17-4c41-9985-d39c50d83c73" providerId="ADAL" clId="{7F9681A8-EEE2-56F4-9B39-ECCBEE0471AC}" dt="2026-02-25T00:21:29.003" v="10935" actId="12788"/>
          <ac:spMkLst>
            <pc:docMk/>
            <pc:sldMk cId="891320334" sldId="320"/>
            <ac:spMk id="9" creationId="{E85844FD-D4E0-E8D2-13CF-4756DFBC9826}"/>
          </ac:spMkLst>
        </pc:spChg>
        <pc:cxnChg chg="del mod">
          <ac:chgData name="Toby Donaldson" userId="2e6e5431-bb17-4c41-9985-d39c50d83c73" providerId="ADAL" clId="{7F9681A8-EEE2-56F4-9B39-ECCBEE0471AC}" dt="2026-02-25T00:20:23.248" v="10925" actId="21"/>
          <ac:cxnSpMkLst>
            <pc:docMk/>
            <pc:sldMk cId="891320334" sldId="320"/>
            <ac:cxnSpMk id="10" creationId="{F7EE1665-BE14-4003-3049-4FE231D4EC7A}"/>
          </ac:cxnSpMkLst>
        </pc:cxnChg>
        <pc:cxnChg chg="del mod">
          <ac:chgData name="Toby Donaldson" userId="2e6e5431-bb17-4c41-9985-d39c50d83c73" providerId="ADAL" clId="{7F9681A8-EEE2-56F4-9B39-ECCBEE0471AC}" dt="2026-02-25T00:20:23.248" v="10925" actId="21"/>
          <ac:cxnSpMkLst>
            <pc:docMk/>
            <pc:sldMk cId="891320334" sldId="320"/>
            <ac:cxnSpMk id="11" creationId="{441C2589-D588-DAA4-CA0B-A49430BFACAD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2-25T00:34:34.024" v="11448" actId="20577"/>
        <pc:sldMkLst>
          <pc:docMk/>
          <pc:sldMk cId="3509777442" sldId="321"/>
        </pc:sldMkLst>
        <pc:spChg chg="mod">
          <ac:chgData name="Toby Donaldson" userId="2e6e5431-bb17-4c41-9985-d39c50d83c73" providerId="ADAL" clId="{7F9681A8-EEE2-56F4-9B39-ECCBEE0471AC}" dt="2026-02-25T00:24:27.445" v="10974" actId="20577"/>
          <ac:spMkLst>
            <pc:docMk/>
            <pc:sldMk cId="3509777442" sldId="321"/>
            <ac:spMk id="2" creationId="{77F42859-27D3-A9C8-3769-223D6108F508}"/>
          </ac:spMkLst>
        </pc:spChg>
        <pc:spChg chg="del mod">
          <ac:chgData name="Toby Donaldson" userId="2e6e5431-bb17-4c41-9985-d39c50d83c73" providerId="ADAL" clId="{7F9681A8-EEE2-56F4-9B39-ECCBEE0471AC}" dt="2026-02-25T00:28:04.520" v="11084" actId="21"/>
          <ac:spMkLst>
            <pc:docMk/>
            <pc:sldMk cId="3509777442" sldId="321"/>
            <ac:spMk id="3" creationId="{074EA3ED-EF70-2D3F-306B-6D710D75D82D}"/>
          </ac:spMkLst>
        </pc:spChg>
        <pc:spChg chg="add del mod">
          <ac:chgData name="Toby Donaldson" userId="2e6e5431-bb17-4c41-9985-d39c50d83c73" providerId="ADAL" clId="{7F9681A8-EEE2-56F4-9B39-ECCBEE0471AC}" dt="2026-02-25T00:28:06.681" v="11085" actId="21"/>
          <ac:spMkLst>
            <pc:docMk/>
            <pc:sldMk cId="3509777442" sldId="321"/>
            <ac:spMk id="5" creationId="{B82E2153-2DE6-60CD-F2F2-E1C9FDDF5953}"/>
          </ac:spMkLst>
        </pc:spChg>
        <pc:spChg chg="add mod">
          <ac:chgData name="Toby Donaldson" userId="2e6e5431-bb17-4c41-9985-d39c50d83c73" providerId="ADAL" clId="{7F9681A8-EEE2-56F4-9B39-ECCBEE0471AC}" dt="2026-02-25T00:28:14.396" v="11086"/>
          <ac:spMkLst>
            <pc:docMk/>
            <pc:sldMk cId="3509777442" sldId="321"/>
            <ac:spMk id="6" creationId="{C00EC867-D7EC-1998-3C8B-4C07A3F893D8}"/>
          </ac:spMkLst>
        </pc:spChg>
        <pc:spChg chg="add mod">
          <ac:chgData name="Toby Donaldson" userId="2e6e5431-bb17-4c41-9985-d39c50d83c73" providerId="ADAL" clId="{7F9681A8-EEE2-56F4-9B39-ECCBEE0471AC}" dt="2026-02-25T00:29:53.781" v="11172" actId="1076"/>
          <ac:spMkLst>
            <pc:docMk/>
            <pc:sldMk cId="3509777442" sldId="321"/>
            <ac:spMk id="7" creationId="{C3AFCEFA-8E88-318A-44CC-737F2238B9AC}"/>
          </ac:spMkLst>
        </pc:spChg>
        <pc:spChg chg="add mod">
          <ac:chgData name="Toby Donaldson" userId="2e6e5431-bb17-4c41-9985-d39c50d83c73" providerId="ADAL" clId="{7F9681A8-EEE2-56F4-9B39-ECCBEE0471AC}" dt="2026-02-25T00:31:56.581" v="11311" actId="1076"/>
          <ac:spMkLst>
            <pc:docMk/>
            <pc:sldMk cId="3509777442" sldId="321"/>
            <ac:spMk id="8" creationId="{D3FEE692-0C62-8666-071D-AEE8BBD83E60}"/>
          </ac:spMkLst>
        </pc:spChg>
        <pc:spChg chg="add mod">
          <ac:chgData name="Toby Donaldson" userId="2e6e5431-bb17-4c41-9985-d39c50d83c73" providerId="ADAL" clId="{7F9681A8-EEE2-56F4-9B39-ECCBEE0471AC}" dt="2026-02-25T00:31:34.666" v="11300" actId="14100"/>
          <ac:spMkLst>
            <pc:docMk/>
            <pc:sldMk cId="3509777442" sldId="321"/>
            <ac:spMk id="9" creationId="{78CB9D3A-1BFA-B892-6E24-23966111AC3D}"/>
          </ac:spMkLst>
        </pc:spChg>
        <pc:spChg chg="add mod">
          <ac:chgData name="Toby Donaldson" userId="2e6e5431-bb17-4c41-9985-d39c50d83c73" providerId="ADAL" clId="{7F9681A8-EEE2-56F4-9B39-ECCBEE0471AC}" dt="2026-02-25T00:31:51.881" v="11310" actId="20577"/>
          <ac:spMkLst>
            <pc:docMk/>
            <pc:sldMk cId="3509777442" sldId="321"/>
            <ac:spMk id="10" creationId="{0DED8D2A-2765-C127-2F1B-9FA978FBBEAB}"/>
          </ac:spMkLst>
        </pc:spChg>
        <pc:spChg chg="add mod">
          <ac:chgData name="Toby Donaldson" userId="2e6e5431-bb17-4c41-9985-d39c50d83c73" providerId="ADAL" clId="{7F9681A8-EEE2-56F4-9B39-ECCBEE0471AC}" dt="2026-02-25T00:32:12.432" v="11338" actId="14100"/>
          <ac:spMkLst>
            <pc:docMk/>
            <pc:sldMk cId="3509777442" sldId="321"/>
            <ac:spMk id="11" creationId="{458D140E-C144-B760-649E-786048C52FA2}"/>
          </ac:spMkLst>
        </pc:spChg>
        <pc:spChg chg="add mod">
          <ac:chgData name="Toby Donaldson" userId="2e6e5431-bb17-4c41-9985-d39c50d83c73" providerId="ADAL" clId="{7F9681A8-EEE2-56F4-9B39-ECCBEE0471AC}" dt="2026-02-25T00:33:15.049" v="11412" actId="1076"/>
          <ac:spMkLst>
            <pc:docMk/>
            <pc:sldMk cId="3509777442" sldId="321"/>
            <ac:spMk id="12" creationId="{6B4002BC-2A43-6209-8700-0E73DA3A830F}"/>
          </ac:spMkLst>
        </pc:spChg>
        <pc:spChg chg="add mod">
          <ac:chgData name="Toby Donaldson" userId="2e6e5431-bb17-4c41-9985-d39c50d83c73" providerId="ADAL" clId="{7F9681A8-EEE2-56F4-9B39-ECCBEE0471AC}" dt="2026-02-25T00:33:19.999" v="11413" actId="1076"/>
          <ac:spMkLst>
            <pc:docMk/>
            <pc:sldMk cId="3509777442" sldId="321"/>
            <ac:spMk id="13" creationId="{ADF50D2E-0E2B-02A7-A2C6-2AE545907E02}"/>
          </ac:spMkLst>
        </pc:spChg>
        <pc:spChg chg="add mod">
          <ac:chgData name="Toby Donaldson" userId="2e6e5431-bb17-4c41-9985-d39c50d83c73" providerId="ADAL" clId="{7F9681A8-EEE2-56F4-9B39-ECCBEE0471AC}" dt="2026-02-25T00:34:34.024" v="11448" actId="20577"/>
          <ac:spMkLst>
            <pc:docMk/>
            <pc:sldMk cId="3509777442" sldId="321"/>
            <ac:spMk id="14" creationId="{B0FDD65D-66B8-F28F-235B-250DB6EE3B49}"/>
          </ac:spMkLst>
        </pc:spChg>
      </pc:sldChg>
      <pc:sldChg chg="add del">
        <pc:chgData name="Toby Donaldson" userId="2e6e5431-bb17-4c41-9985-d39c50d83c73" providerId="ADAL" clId="{7F9681A8-EEE2-56F4-9B39-ECCBEE0471AC}" dt="2026-02-25T00:44:46.444" v="11714" actId="2696"/>
        <pc:sldMkLst>
          <pc:docMk/>
          <pc:sldMk cId="2539546466" sldId="322"/>
        </pc:sldMkLst>
      </pc:sldChg>
      <pc:sldChg chg="addSp delSp modSp add mod">
        <pc:chgData name="Toby Donaldson" userId="2e6e5431-bb17-4c41-9985-d39c50d83c73" providerId="ADAL" clId="{7F9681A8-EEE2-56F4-9B39-ECCBEE0471AC}" dt="2026-02-25T00:49:48.068" v="11913" actId="20577"/>
        <pc:sldMkLst>
          <pc:docMk/>
          <pc:sldMk cId="1695079655" sldId="323"/>
        </pc:sldMkLst>
        <pc:spChg chg="add mod">
          <ac:chgData name="Toby Donaldson" userId="2e6e5431-bb17-4c41-9985-d39c50d83c73" providerId="ADAL" clId="{7F9681A8-EEE2-56F4-9B39-ECCBEE0471AC}" dt="2026-02-25T00:49:48.068" v="11913" actId="20577"/>
          <ac:spMkLst>
            <pc:docMk/>
            <pc:sldMk cId="1695079655" sldId="323"/>
            <ac:spMk id="3" creationId="{9768E2BB-E728-2C20-CDB4-664124410C40}"/>
          </ac:spMkLst>
        </pc:spChg>
        <pc:spChg chg="add del mod">
          <ac:chgData name="Toby Donaldson" userId="2e6e5431-bb17-4c41-9985-d39c50d83c73" providerId="ADAL" clId="{7F9681A8-EEE2-56F4-9B39-ECCBEE0471AC}" dt="2026-02-25T00:44:27.973" v="11713" actId="21"/>
          <ac:spMkLst>
            <pc:docMk/>
            <pc:sldMk cId="1695079655" sldId="323"/>
            <ac:spMk id="4" creationId="{D8529DB6-9698-D909-7B5A-A31715B1752C}"/>
          </ac:spMkLst>
        </pc:spChg>
        <pc:spChg chg="del">
          <ac:chgData name="Toby Donaldson" userId="2e6e5431-bb17-4c41-9985-d39c50d83c73" providerId="ADAL" clId="{7F9681A8-EEE2-56F4-9B39-ECCBEE0471AC}" dt="2026-02-25T00:39:38.196" v="11450" actId="21"/>
          <ac:spMkLst>
            <pc:docMk/>
            <pc:sldMk cId="1695079655" sldId="323"/>
            <ac:spMk id="8" creationId="{DC560EC1-F460-DC8F-41A3-902BD3C71A38}"/>
          </ac:spMkLst>
        </pc:spChg>
        <pc:spChg chg="del">
          <ac:chgData name="Toby Donaldson" userId="2e6e5431-bb17-4c41-9985-d39c50d83c73" providerId="ADAL" clId="{7F9681A8-EEE2-56F4-9B39-ECCBEE0471AC}" dt="2026-02-25T00:39:46.193" v="11452" actId="21"/>
          <ac:spMkLst>
            <pc:docMk/>
            <pc:sldMk cId="1695079655" sldId="323"/>
            <ac:spMk id="9" creationId="{AED8D116-B510-A940-9C0C-F1089EF89A7B}"/>
          </ac:spMkLst>
        </pc:spChg>
        <pc:spChg chg="del">
          <ac:chgData name="Toby Donaldson" userId="2e6e5431-bb17-4c41-9985-d39c50d83c73" providerId="ADAL" clId="{7F9681A8-EEE2-56F4-9B39-ECCBEE0471AC}" dt="2026-02-25T00:39:38.196" v="11450" actId="21"/>
          <ac:spMkLst>
            <pc:docMk/>
            <pc:sldMk cId="1695079655" sldId="323"/>
            <ac:spMk id="10" creationId="{6814BF54-2264-3F88-2EEA-13029274D870}"/>
          </ac:spMkLst>
        </pc:spChg>
        <pc:spChg chg="del">
          <ac:chgData name="Toby Donaldson" userId="2e6e5431-bb17-4c41-9985-d39c50d83c73" providerId="ADAL" clId="{7F9681A8-EEE2-56F4-9B39-ECCBEE0471AC}" dt="2026-02-25T00:39:41.588" v="11451" actId="21"/>
          <ac:spMkLst>
            <pc:docMk/>
            <pc:sldMk cId="1695079655" sldId="323"/>
            <ac:spMk id="11" creationId="{7901F534-AB8F-E352-A699-DB8D74DD0B8D}"/>
          </ac:spMkLst>
        </pc:spChg>
        <pc:spChg chg="del">
          <ac:chgData name="Toby Donaldson" userId="2e6e5431-bb17-4c41-9985-d39c50d83c73" providerId="ADAL" clId="{7F9681A8-EEE2-56F4-9B39-ECCBEE0471AC}" dt="2026-02-25T00:39:38.196" v="11450" actId="21"/>
          <ac:spMkLst>
            <pc:docMk/>
            <pc:sldMk cId="1695079655" sldId="323"/>
            <ac:spMk id="12" creationId="{2E57615D-6F8C-7B61-7F11-7FCB97A6A518}"/>
          </ac:spMkLst>
        </pc:spChg>
        <pc:spChg chg="del">
          <ac:chgData name="Toby Donaldson" userId="2e6e5431-bb17-4c41-9985-d39c50d83c73" providerId="ADAL" clId="{7F9681A8-EEE2-56F4-9B39-ECCBEE0471AC}" dt="2026-02-25T00:39:41.588" v="11451" actId="21"/>
          <ac:spMkLst>
            <pc:docMk/>
            <pc:sldMk cId="1695079655" sldId="323"/>
            <ac:spMk id="13" creationId="{96604848-036D-8F90-3E1C-2D3F7C5774B8}"/>
          </ac:spMkLst>
        </pc:spChg>
        <pc:spChg chg="mod">
          <ac:chgData name="Toby Donaldson" userId="2e6e5431-bb17-4c41-9985-d39c50d83c73" providerId="ADAL" clId="{7F9681A8-EEE2-56F4-9B39-ECCBEE0471AC}" dt="2026-02-25T00:40:09.685" v="11483" actId="207"/>
          <ac:spMkLst>
            <pc:docMk/>
            <pc:sldMk cId="1695079655" sldId="323"/>
            <ac:spMk id="14" creationId="{D76A99A5-A180-1495-F3DD-F00C0EFCBAA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5T00:49:37.029" v="11909" actId="20577"/>
        <pc:sldMkLst>
          <pc:docMk/>
          <pc:sldMk cId="3997461333" sldId="324"/>
        </pc:sldMkLst>
        <pc:spChg chg="mod">
          <ac:chgData name="Toby Donaldson" userId="2e6e5431-bb17-4c41-9985-d39c50d83c73" providerId="ADAL" clId="{7F9681A8-EEE2-56F4-9B39-ECCBEE0471AC}" dt="2026-02-25T00:49:37.029" v="11909" actId="20577"/>
          <ac:spMkLst>
            <pc:docMk/>
            <pc:sldMk cId="3997461333" sldId="324"/>
            <ac:spMk id="3" creationId="{15A40CEA-3F55-C7D7-83D3-10CA04AD25E0}"/>
          </ac:spMkLst>
        </pc:spChg>
        <pc:spChg chg="mod">
          <ac:chgData name="Toby Donaldson" userId="2e6e5431-bb17-4c41-9985-d39c50d83c73" providerId="ADAL" clId="{7F9681A8-EEE2-56F4-9B39-ECCBEE0471AC}" dt="2026-02-25T00:46:56.872" v="11791" actId="1076"/>
          <ac:spMkLst>
            <pc:docMk/>
            <pc:sldMk cId="3997461333" sldId="324"/>
            <ac:spMk id="4" creationId="{7F10A919-1601-78EA-C631-35B9FC1F8504}"/>
          </ac:spMkLst>
        </pc:spChg>
        <pc:spChg chg="add mod">
          <ac:chgData name="Toby Donaldson" userId="2e6e5431-bb17-4c41-9985-d39c50d83c73" providerId="ADAL" clId="{7F9681A8-EEE2-56F4-9B39-ECCBEE0471AC}" dt="2026-02-25T00:47:31.718" v="11868" actId="5793"/>
          <ac:spMkLst>
            <pc:docMk/>
            <pc:sldMk cId="3997461333" sldId="324"/>
            <ac:spMk id="10" creationId="{1E98B24F-523C-E31A-33E3-9970B2F6ABCF}"/>
          </ac:spMkLst>
        </pc:spChg>
        <pc:picChg chg="add del mod">
          <ac:chgData name="Toby Donaldson" userId="2e6e5431-bb17-4c41-9985-d39c50d83c73" providerId="ADAL" clId="{7F9681A8-EEE2-56F4-9B39-ECCBEE0471AC}" dt="2026-02-25T00:45:20.644" v="11718" actId="21"/>
          <ac:picMkLst>
            <pc:docMk/>
            <pc:sldMk cId="3997461333" sldId="324"/>
            <ac:picMk id="5" creationId="{6B80A5F9-7E97-4FAE-D4D7-0E7F3A23E9BB}"/>
          </ac:picMkLst>
        </pc:picChg>
        <pc:cxnChg chg="add mod">
          <ac:chgData name="Toby Donaldson" userId="2e6e5431-bb17-4c41-9985-d39c50d83c73" providerId="ADAL" clId="{7F9681A8-EEE2-56F4-9B39-ECCBEE0471AC}" dt="2026-02-25T00:47:01.438" v="11792" actId="14100"/>
          <ac:cxnSpMkLst>
            <pc:docMk/>
            <pc:sldMk cId="3997461333" sldId="324"/>
            <ac:cxnSpMk id="8" creationId="{C8251C2E-E107-6DEF-B4CA-DB8DD171432F}"/>
          </ac:cxnSpMkLst>
        </pc:cxnChg>
      </pc:sldChg>
      <pc:sldChg chg="modSp add mod">
        <pc:chgData name="Toby Donaldson" userId="2e6e5431-bb17-4c41-9985-d39c50d83c73" providerId="ADAL" clId="{7F9681A8-EEE2-56F4-9B39-ECCBEE0471AC}" dt="2026-02-25T00:49:43.729" v="11911" actId="20577"/>
        <pc:sldMkLst>
          <pc:docMk/>
          <pc:sldMk cId="3269826738" sldId="325"/>
        </pc:sldMkLst>
        <pc:spChg chg="mod">
          <ac:chgData name="Toby Donaldson" userId="2e6e5431-bb17-4c41-9985-d39c50d83c73" providerId="ADAL" clId="{7F9681A8-EEE2-56F4-9B39-ECCBEE0471AC}" dt="2026-02-25T00:49:43.729" v="11911" actId="20577"/>
          <ac:spMkLst>
            <pc:docMk/>
            <pc:sldMk cId="3269826738" sldId="325"/>
            <ac:spMk id="3" creationId="{36FDB97B-937B-EB92-961E-B7EC672BA523}"/>
          </ac:spMkLst>
        </pc:spChg>
      </pc:sldChg>
      <pc:sldChg chg="delSp modSp add mod">
        <pc:chgData name="Toby Donaldson" userId="2e6e5431-bb17-4c41-9985-d39c50d83c73" providerId="ADAL" clId="{7F9681A8-EEE2-56F4-9B39-ECCBEE0471AC}" dt="2026-02-25T00:49:28.485" v="11907" actId="20577"/>
        <pc:sldMkLst>
          <pc:docMk/>
          <pc:sldMk cId="4180078141" sldId="326"/>
        </pc:sldMkLst>
        <pc:spChg chg="mod">
          <ac:chgData name="Toby Donaldson" userId="2e6e5431-bb17-4c41-9985-d39c50d83c73" providerId="ADAL" clId="{7F9681A8-EEE2-56F4-9B39-ECCBEE0471AC}" dt="2026-02-25T00:49:28.485" v="11907" actId="20577"/>
          <ac:spMkLst>
            <pc:docMk/>
            <pc:sldMk cId="4180078141" sldId="326"/>
            <ac:spMk id="3" creationId="{982F5D3E-8A11-2B48-BDBE-12EB039B95BD}"/>
          </ac:spMkLst>
        </pc:spChg>
        <pc:spChg chg="del">
          <ac:chgData name="Toby Donaldson" userId="2e6e5431-bb17-4c41-9985-d39c50d83c73" providerId="ADAL" clId="{7F9681A8-EEE2-56F4-9B39-ECCBEE0471AC}" dt="2026-02-25T00:48:17.036" v="11884" actId="21"/>
          <ac:spMkLst>
            <pc:docMk/>
            <pc:sldMk cId="4180078141" sldId="326"/>
            <ac:spMk id="4" creationId="{151F14A1-E64F-E6A5-E0EA-3D8A331B83C7}"/>
          </ac:spMkLst>
        </pc:spChg>
        <pc:spChg chg="del">
          <ac:chgData name="Toby Donaldson" userId="2e6e5431-bb17-4c41-9985-d39c50d83c73" providerId="ADAL" clId="{7F9681A8-EEE2-56F4-9B39-ECCBEE0471AC}" dt="2026-02-25T00:48:20.164" v="11886" actId="21"/>
          <ac:spMkLst>
            <pc:docMk/>
            <pc:sldMk cId="4180078141" sldId="326"/>
            <ac:spMk id="7" creationId="{C49F7FF4-C84D-28FE-9A7B-98EFE7F11F2D}"/>
          </ac:spMkLst>
        </pc:spChg>
        <pc:spChg chg="del mod">
          <ac:chgData name="Toby Donaldson" userId="2e6e5431-bb17-4c41-9985-d39c50d83c73" providerId="ADAL" clId="{7F9681A8-EEE2-56F4-9B39-ECCBEE0471AC}" dt="2026-02-25T00:48:15.171" v="11883" actId="21"/>
          <ac:spMkLst>
            <pc:docMk/>
            <pc:sldMk cId="4180078141" sldId="326"/>
            <ac:spMk id="10" creationId="{1AFBD1DF-934C-59F0-72AE-61141F79CAC7}"/>
          </ac:spMkLst>
        </pc:spChg>
        <pc:spChg chg="mod">
          <ac:chgData name="Toby Donaldson" userId="2e6e5431-bb17-4c41-9985-d39c50d83c73" providerId="ADAL" clId="{7F9681A8-EEE2-56F4-9B39-ECCBEE0471AC}" dt="2026-02-25T00:48:06.489" v="11881" actId="1076"/>
          <ac:spMkLst>
            <pc:docMk/>
            <pc:sldMk cId="4180078141" sldId="326"/>
            <ac:spMk id="14" creationId="{EB94ADC6-729F-643D-B3CE-CC31A19AACA6}"/>
          </ac:spMkLst>
        </pc:spChg>
        <pc:cxnChg chg="del">
          <ac:chgData name="Toby Donaldson" userId="2e6e5431-bb17-4c41-9985-d39c50d83c73" providerId="ADAL" clId="{7F9681A8-EEE2-56F4-9B39-ECCBEE0471AC}" dt="2026-02-25T00:48:18.529" v="11885" actId="21"/>
          <ac:cxnSpMkLst>
            <pc:docMk/>
            <pc:sldMk cId="4180078141" sldId="326"/>
            <ac:cxnSpMk id="8" creationId="{73C90865-F3A0-8785-931E-F99DE33D72C4}"/>
          </ac:cxnSpMkLst>
        </pc:cxnChg>
      </pc:sldChg>
      <pc:sldChg chg="addSp modSp add mod">
        <pc:chgData name="Toby Donaldson" userId="2e6e5431-bb17-4c41-9985-d39c50d83c73" providerId="ADAL" clId="{7F9681A8-EEE2-56F4-9B39-ECCBEE0471AC}" dt="2026-02-25T00:54:03.574" v="12394" actId="113"/>
        <pc:sldMkLst>
          <pc:docMk/>
          <pc:sldMk cId="3993124709" sldId="327"/>
        </pc:sldMkLst>
        <pc:spChg chg="add mod">
          <ac:chgData name="Toby Donaldson" userId="2e6e5431-bb17-4c41-9985-d39c50d83c73" providerId="ADAL" clId="{7F9681A8-EEE2-56F4-9B39-ECCBEE0471AC}" dt="2026-02-25T00:51:38.312" v="12049" actId="20577"/>
          <ac:spMkLst>
            <pc:docMk/>
            <pc:sldMk cId="3993124709" sldId="327"/>
            <ac:spMk id="4" creationId="{C05E2A96-31C7-EB2C-FA14-2DD22829547C}"/>
          </ac:spMkLst>
        </pc:spChg>
        <pc:spChg chg="add mod">
          <ac:chgData name="Toby Donaldson" userId="2e6e5431-bb17-4c41-9985-d39c50d83c73" providerId="ADAL" clId="{7F9681A8-EEE2-56F4-9B39-ECCBEE0471AC}" dt="2026-02-25T00:52:16.171" v="12145" actId="113"/>
          <ac:spMkLst>
            <pc:docMk/>
            <pc:sldMk cId="3993124709" sldId="327"/>
            <ac:spMk id="8" creationId="{F2AF5B35-D4C7-7E7B-10BC-9FC0917EB6C2}"/>
          </ac:spMkLst>
        </pc:spChg>
        <pc:spChg chg="add mod">
          <ac:chgData name="Toby Donaldson" userId="2e6e5431-bb17-4c41-9985-d39c50d83c73" providerId="ADAL" clId="{7F9681A8-EEE2-56F4-9B39-ECCBEE0471AC}" dt="2026-02-25T00:54:03.574" v="12394" actId="113"/>
          <ac:spMkLst>
            <pc:docMk/>
            <pc:sldMk cId="3993124709" sldId="327"/>
            <ac:spMk id="15" creationId="{CEF12946-DA8B-1C00-498E-6E207B69E63A}"/>
          </ac:spMkLst>
        </pc:spChg>
        <pc:cxnChg chg="add mod">
          <ac:chgData name="Toby Donaldson" userId="2e6e5431-bb17-4c41-9985-d39c50d83c73" providerId="ADAL" clId="{7F9681A8-EEE2-56F4-9B39-ECCBEE0471AC}" dt="2026-02-25T00:52:24.008" v="12147" actId="14100"/>
          <ac:cxnSpMkLst>
            <pc:docMk/>
            <pc:sldMk cId="3993124709" sldId="327"/>
            <ac:cxnSpMk id="5" creationId="{A1A5597E-9E27-A3DA-53B7-2DC74B771D1B}"/>
          </ac:cxnSpMkLst>
        </pc:cxnChg>
        <pc:cxnChg chg="add mod">
          <ac:chgData name="Toby Donaldson" userId="2e6e5431-bb17-4c41-9985-d39c50d83c73" providerId="ADAL" clId="{7F9681A8-EEE2-56F4-9B39-ECCBEE0471AC}" dt="2026-02-25T00:52:31.641" v="12150" actId="14100"/>
          <ac:cxnSpMkLst>
            <pc:docMk/>
            <pc:sldMk cId="3993124709" sldId="327"/>
            <ac:cxnSpMk id="11" creationId="{D6C872E5-D50F-2B4E-C938-5F779FAF4E6C}"/>
          </ac:cxnSpMkLst>
        </pc:cxnChg>
      </pc:sldChg>
      <pc:sldChg chg="modSp new mod">
        <pc:chgData name="Toby Donaldson" userId="2e6e5431-bb17-4c41-9985-d39c50d83c73" providerId="ADAL" clId="{7F9681A8-EEE2-56F4-9B39-ECCBEE0471AC}" dt="2026-02-25T01:00:53.553" v="13167" actId="20577"/>
        <pc:sldMkLst>
          <pc:docMk/>
          <pc:sldMk cId="2460270636" sldId="328"/>
        </pc:sldMkLst>
        <pc:spChg chg="mod">
          <ac:chgData name="Toby Donaldson" userId="2e6e5431-bb17-4c41-9985-d39c50d83c73" providerId="ADAL" clId="{7F9681A8-EEE2-56F4-9B39-ECCBEE0471AC}" dt="2026-02-25T00:55:10.724" v="12448" actId="20577"/>
          <ac:spMkLst>
            <pc:docMk/>
            <pc:sldMk cId="2460270636" sldId="328"/>
            <ac:spMk id="2" creationId="{091DD2F6-B20C-743C-349F-9B7D84963C23}"/>
          </ac:spMkLst>
        </pc:spChg>
        <pc:spChg chg="mod">
          <ac:chgData name="Toby Donaldson" userId="2e6e5431-bb17-4c41-9985-d39c50d83c73" providerId="ADAL" clId="{7F9681A8-EEE2-56F4-9B39-ECCBEE0471AC}" dt="2026-02-25T01:00:53.553" v="13167" actId="20577"/>
          <ac:spMkLst>
            <pc:docMk/>
            <pc:sldMk cId="2460270636" sldId="328"/>
            <ac:spMk id="3" creationId="{193E8AFE-D242-A0A1-C142-EFA132B40431}"/>
          </ac:spMkLst>
        </pc:spChg>
      </pc:sldChg>
      <pc:sldChg chg="addSp modSp add mod">
        <pc:chgData name="Toby Donaldson" userId="2e6e5431-bb17-4c41-9985-d39c50d83c73" providerId="ADAL" clId="{7F9681A8-EEE2-56F4-9B39-ECCBEE0471AC}" dt="2026-02-25T01:05:21.200" v="13730" actId="20577"/>
        <pc:sldMkLst>
          <pc:docMk/>
          <pc:sldMk cId="1954137213" sldId="329"/>
        </pc:sldMkLst>
        <pc:spChg chg="mod">
          <ac:chgData name="Toby Donaldson" userId="2e6e5431-bb17-4c41-9985-d39c50d83c73" providerId="ADAL" clId="{7F9681A8-EEE2-56F4-9B39-ECCBEE0471AC}" dt="2026-02-25T01:01:52.297" v="13281" actId="20577"/>
          <ac:spMkLst>
            <pc:docMk/>
            <pc:sldMk cId="1954137213" sldId="329"/>
            <ac:spMk id="3" creationId="{62284297-E883-0AEC-03FB-FB9E8A8D4960}"/>
          </ac:spMkLst>
        </pc:spChg>
        <pc:spChg chg="add mod">
          <ac:chgData name="Toby Donaldson" userId="2e6e5431-bb17-4c41-9985-d39c50d83c73" providerId="ADAL" clId="{7F9681A8-EEE2-56F4-9B39-ECCBEE0471AC}" dt="2026-02-25T01:03:01.180" v="13358" actId="1076"/>
          <ac:spMkLst>
            <pc:docMk/>
            <pc:sldMk cId="1954137213" sldId="329"/>
            <ac:spMk id="4" creationId="{05E2C7B9-FBDD-08C5-746D-5F252D80143F}"/>
          </ac:spMkLst>
        </pc:spChg>
        <pc:spChg chg="add mod">
          <ac:chgData name="Toby Donaldson" userId="2e6e5431-bb17-4c41-9985-d39c50d83c73" providerId="ADAL" clId="{7F9681A8-EEE2-56F4-9B39-ECCBEE0471AC}" dt="2026-02-25T01:04:17.001" v="13550" actId="113"/>
          <ac:spMkLst>
            <pc:docMk/>
            <pc:sldMk cId="1954137213" sldId="329"/>
            <ac:spMk id="7" creationId="{361DE7D8-F6C7-AE98-6B70-4F8F4B15EBCD}"/>
          </ac:spMkLst>
        </pc:spChg>
        <pc:spChg chg="add mod">
          <ac:chgData name="Toby Donaldson" userId="2e6e5431-bb17-4c41-9985-d39c50d83c73" providerId="ADAL" clId="{7F9681A8-EEE2-56F4-9B39-ECCBEE0471AC}" dt="2026-02-25T01:05:21.200" v="13730" actId="20577"/>
          <ac:spMkLst>
            <pc:docMk/>
            <pc:sldMk cId="1954137213" sldId="329"/>
            <ac:spMk id="8" creationId="{FF8B1F56-A22D-0DEE-E5C8-0E769D2C4270}"/>
          </ac:spMkLst>
        </pc:spChg>
        <pc:cxnChg chg="add mod">
          <ac:chgData name="Toby Donaldson" userId="2e6e5431-bb17-4c41-9985-d39c50d83c73" providerId="ADAL" clId="{7F9681A8-EEE2-56F4-9B39-ECCBEE0471AC}" dt="2026-02-25T01:03:01.180" v="13358" actId="1076"/>
          <ac:cxnSpMkLst>
            <pc:docMk/>
            <pc:sldMk cId="1954137213" sldId="329"/>
            <ac:cxnSpMk id="6" creationId="{5EDB75AD-9CD5-17F7-AB8F-68EA18FD853F}"/>
          </ac:cxnSpMkLst>
        </pc:cxnChg>
        <pc:cxnChg chg="add mod">
          <ac:chgData name="Toby Donaldson" userId="2e6e5431-bb17-4c41-9985-d39c50d83c73" providerId="ADAL" clId="{7F9681A8-EEE2-56F4-9B39-ECCBEE0471AC}" dt="2026-02-25T01:05:12.691" v="13704" actId="20577"/>
          <ac:cxnSpMkLst>
            <pc:docMk/>
            <pc:sldMk cId="1954137213" sldId="329"/>
            <ac:cxnSpMk id="9" creationId="{360FB309-D8EF-696F-7C3E-527314F6355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5T01:08:39.194" v="13893" actId="20577"/>
        <pc:sldMkLst>
          <pc:docMk/>
          <pc:sldMk cId="1183487625" sldId="330"/>
        </pc:sldMkLst>
        <pc:spChg chg="mod">
          <ac:chgData name="Toby Donaldson" userId="2e6e5431-bb17-4c41-9985-d39c50d83c73" providerId="ADAL" clId="{7F9681A8-EEE2-56F4-9B39-ECCBEE0471AC}" dt="2026-02-25T01:06:00.914" v="13739" actId="14100"/>
          <ac:spMkLst>
            <pc:docMk/>
            <pc:sldMk cId="1183487625" sldId="330"/>
            <ac:spMk id="3" creationId="{FD691B74-5B4A-FDB4-4630-267F3B02274C}"/>
          </ac:spMkLst>
        </pc:spChg>
        <pc:spChg chg="del">
          <ac:chgData name="Toby Donaldson" userId="2e6e5431-bb17-4c41-9985-d39c50d83c73" providerId="ADAL" clId="{7F9681A8-EEE2-56F4-9B39-ECCBEE0471AC}" dt="2026-02-25T01:05:38.498" v="13732" actId="21"/>
          <ac:spMkLst>
            <pc:docMk/>
            <pc:sldMk cId="1183487625" sldId="330"/>
            <ac:spMk id="4" creationId="{8DBC7E3F-605F-E556-C97B-614F792927A1}"/>
          </ac:spMkLst>
        </pc:spChg>
        <pc:spChg chg="add mod">
          <ac:chgData name="Toby Donaldson" userId="2e6e5431-bb17-4c41-9985-d39c50d83c73" providerId="ADAL" clId="{7F9681A8-EEE2-56F4-9B39-ECCBEE0471AC}" dt="2026-02-25T01:08:39.194" v="13893" actId="20577"/>
          <ac:spMkLst>
            <pc:docMk/>
            <pc:sldMk cId="1183487625" sldId="330"/>
            <ac:spMk id="5" creationId="{BD716CC9-DA71-B943-AA9E-C1E13C201F5D}"/>
          </ac:spMkLst>
        </pc:spChg>
        <pc:spChg chg="del">
          <ac:chgData name="Toby Donaldson" userId="2e6e5431-bb17-4c41-9985-d39c50d83c73" providerId="ADAL" clId="{7F9681A8-EEE2-56F4-9B39-ECCBEE0471AC}" dt="2026-02-25T01:05:38.498" v="13732" actId="21"/>
          <ac:spMkLst>
            <pc:docMk/>
            <pc:sldMk cId="1183487625" sldId="330"/>
            <ac:spMk id="7" creationId="{544E053F-FB92-90AB-8431-B5767823C108}"/>
          </ac:spMkLst>
        </pc:spChg>
        <pc:spChg chg="del">
          <ac:chgData name="Toby Donaldson" userId="2e6e5431-bb17-4c41-9985-d39c50d83c73" providerId="ADAL" clId="{7F9681A8-EEE2-56F4-9B39-ECCBEE0471AC}" dt="2026-02-25T01:05:38.498" v="13732" actId="21"/>
          <ac:spMkLst>
            <pc:docMk/>
            <pc:sldMk cId="1183487625" sldId="330"/>
            <ac:spMk id="8" creationId="{2D5770CD-D67D-73DB-4AEB-800C25DB67DD}"/>
          </ac:spMkLst>
        </pc:spChg>
        <pc:spChg chg="add mod">
          <ac:chgData name="Toby Donaldson" userId="2e6e5431-bb17-4c41-9985-d39c50d83c73" providerId="ADAL" clId="{7F9681A8-EEE2-56F4-9B39-ECCBEE0471AC}" dt="2026-02-25T01:08:28.564" v="13890" actId="1076"/>
          <ac:spMkLst>
            <pc:docMk/>
            <pc:sldMk cId="1183487625" sldId="330"/>
            <ac:spMk id="10" creationId="{C46CFC3F-30A2-561C-F716-E4D6DE6EFBA8}"/>
          </ac:spMkLst>
        </pc:spChg>
        <pc:cxnChg chg="del">
          <ac:chgData name="Toby Donaldson" userId="2e6e5431-bb17-4c41-9985-d39c50d83c73" providerId="ADAL" clId="{7F9681A8-EEE2-56F4-9B39-ECCBEE0471AC}" dt="2026-02-25T01:05:42.068" v="13733" actId="21"/>
          <ac:cxnSpMkLst>
            <pc:docMk/>
            <pc:sldMk cId="1183487625" sldId="330"/>
            <ac:cxnSpMk id="6" creationId="{3AC60405-C962-5270-5F3A-0EE74D036804}"/>
          </ac:cxnSpMkLst>
        </pc:cxnChg>
        <pc:cxnChg chg="del mod">
          <ac:chgData name="Toby Donaldson" userId="2e6e5431-bb17-4c41-9985-d39c50d83c73" providerId="ADAL" clId="{7F9681A8-EEE2-56F4-9B39-ECCBEE0471AC}" dt="2026-02-25T01:05:42.068" v="13733" actId="21"/>
          <ac:cxnSpMkLst>
            <pc:docMk/>
            <pc:sldMk cId="1183487625" sldId="330"/>
            <ac:cxnSpMk id="9" creationId="{574F2D2A-77D8-9190-0705-CE2EFBD532C0}"/>
          </ac:cxnSpMkLst>
        </pc:cxnChg>
        <pc:cxnChg chg="add">
          <ac:chgData name="Toby Donaldson" userId="2e6e5431-bb17-4c41-9985-d39c50d83c73" providerId="ADAL" clId="{7F9681A8-EEE2-56F4-9B39-ECCBEE0471AC}" dt="2026-02-25T01:08:34.139" v="13891" actId="11529"/>
          <ac:cxnSpMkLst>
            <pc:docMk/>
            <pc:sldMk cId="1183487625" sldId="330"/>
            <ac:cxnSpMk id="12" creationId="{732F5CC5-A090-432F-E4A6-C4843CE0DA9E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25T01:10:29.895" v="14148" actId="20577"/>
        <pc:sldMkLst>
          <pc:docMk/>
          <pc:sldMk cId="4122577373" sldId="331"/>
        </pc:sldMkLst>
        <pc:spChg chg="mod">
          <ac:chgData name="Toby Donaldson" userId="2e6e5431-bb17-4c41-9985-d39c50d83c73" providerId="ADAL" clId="{7F9681A8-EEE2-56F4-9B39-ECCBEE0471AC}" dt="2026-02-25T01:10:29.895" v="14148" actId="20577"/>
          <ac:spMkLst>
            <pc:docMk/>
            <pc:sldMk cId="4122577373" sldId="331"/>
            <ac:spMk id="10" creationId="{9A0B6A9B-B6F0-0B82-00D2-B892B909C7DA}"/>
          </ac:spMkLst>
        </pc:spChg>
        <pc:cxnChg chg="del mod">
          <ac:chgData name="Toby Donaldson" userId="2e6e5431-bb17-4c41-9985-d39c50d83c73" providerId="ADAL" clId="{7F9681A8-EEE2-56F4-9B39-ECCBEE0471AC}" dt="2026-02-25T01:09:28.485" v="13896" actId="21"/>
          <ac:cxnSpMkLst>
            <pc:docMk/>
            <pc:sldMk cId="4122577373" sldId="331"/>
            <ac:cxnSpMk id="12" creationId="{CFD707CD-2515-1135-B5F8-F1C3592044C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5T01:28:11.076" v="14689" actId="1076"/>
        <pc:sldMkLst>
          <pc:docMk/>
          <pc:sldMk cId="3396961717" sldId="332"/>
        </pc:sldMkLst>
        <pc:spChg chg="del mod">
          <ac:chgData name="Toby Donaldson" userId="2e6e5431-bb17-4c41-9985-d39c50d83c73" providerId="ADAL" clId="{7F9681A8-EEE2-56F4-9B39-ECCBEE0471AC}" dt="2026-02-25T01:21:07.988" v="14590" actId="21"/>
          <ac:spMkLst>
            <pc:docMk/>
            <pc:sldMk cId="3396961717" sldId="332"/>
            <ac:spMk id="2" creationId="{E1BFB58B-5F0E-E353-6FAE-AE7B7005E7CE}"/>
          </ac:spMkLst>
        </pc:spChg>
        <pc:spChg chg="mod">
          <ac:chgData name="Toby Donaldson" userId="2e6e5431-bb17-4c41-9985-d39c50d83c73" providerId="ADAL" clId="{7F9681A8-EEE2-56F4-9B39-ECCBEE0471AC}" dt="2026-02-25T01:24:18.444" v="14664" actId="20577"/>
          <ac:spMkLst>
            <pc:docMk/>
            <pc:sldMk cId="3396961717" sldId="332"/>
            <ac:spMk id="3" creationId="{E5067C9F-02A7-4ED2-E5DD-9912875C8F14}"/>
          </ac:spMkLst>
        </pc:spChg>
        <pc:spChg chg="mod">
          <ac:chgData name="Toby Donaldson" userId="2e6e5431-bb17-4c41-9985-d39c50d83c73" providerId="ADAL" clId="{7F9681A8-EEE2-56F4-9B39-ECCBEE0471AC}" dt="2026-02-25T01:28:02.538" v="14688" actId="20577"/>
          <ac:spMkLst>
            <pc:docMk/>
            <pc:sldMk cId="3396961717" sldId="332"/>
            <ac:spMk id="5" creationId="{4DADB27B-9638-4E4A-5D08-EB954A6CAEE4}"/>
          </ac:spMkLst>
        </pc:spChg>
        <pc:spChg chg="add del mod">
          <ac:chgData name="Toby Donaldson" userId="2e6e5431-bb17-4c41-9985-d39c50d83c73" providerId="ADAL" clId="{7F9681A8-EEE2-56F4-9B39-ECCBEE0471AC}" dt="2026-02-25T01:21:10.588" v="14591" actId="21"/>
          <ac:spMkLst>
            <pc:docMk/>
            <pc:sldMk cId="3396961717" sldId="332"/>
            <ac:spMk id="6" creationId="{592E7D85-26B2-396A-A527-4DB6AD93A7B0}"/>
          </ac:spMkLst>
        </pc:spChg>
        <pc:spChg chg="mod">
          <ac:chgData name="Toby Donaldson" userId="2e6e5431-bb17-4c41-9985-d39c50d83c73" providerId="ADAL" clId="{7F9681A8-EEE2-56F4-9B39-ECCBEE0471AC}" dt="2026-02-25T01:28:11.076" v="14689" actId="1076"/>
          <ac:spMkLst>
            <pc:docMk/>
            <pc:sldMk cId="3396961717" sldId="332"/>
            <ac:spMk id="10" creationId="{097BAB1E-3137-5E26-1E6D-C8D5471768C2}"/>
          </ac:spMkLst>
        </pc:spChg>
      </pc:sldChg>
      <pc:sldChg chg="addSp modSp add mod">
        <pc:chgData name="Toby Donaldson" userId="2e6e5431-bb17-4c41-9985-d39c50d83c73" providerId="ADAL" clId="{7F9681A8-EEE2-56F4-9B39-ECCBEE0471AC}" dt="2026-02-25T01:40:19.917" v="14814" actId="14100"/>
        <pc:sldMkLst>
          <pc:docMk/>
          <pc:sldMk cId="3071577580" sldId="333"/>
        </pc:sldMkLst>
        <pc:spChg chg="add mod">
          <ac:chgData name="Toby Donaldson" userId="2e6e5431-bb17-4c41-9985-d39c50d83c73" providerId="ADAL" clId="{7F9681A8-EEE2-56F4-9B39-ECCBEE0471AC}" dt="2026-02-25T01:28:43.270" v="14690"/>
          <ac:spMkLst>
            <pc:docMk/>
            <pc:sldMk cId="3071577580" sldId="333"/>
            <ac:spMk id="2" creationId="{D929B9B3-8B75-920F-0F06-92F62000FB89}"/>
          </ac:spMkLst>
        </pc:spChg>
        <pc:spChg chg="mod">
          <ac:chgData name="Toby Donaldson" userId="2e6e5431-bb17-4c41-9985-d39c50d83c73" providerId="ADAL" clId="{7F9681A8-EEE2-56F4-9B39-ECCBEE0471AC}" dt="2026-02-25T01:40:19.917" v="14814" actId="14100"/>
          <ac:spMkLst>
            <pc:docMk/>
            <pc:sldMk cId="3071577580" sldId="333"/>
            <ac:spMk id="10" creationId="{9A9A0805-1671-284D-BE26-E905C4A7DCEA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0:08.5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2769 6209 24575,'43'0'0,"-5"0"0,-6 0 0,2 0 0,-2 0 0,1 0 0,6 0 0,2 0 0,-5 0 0,2 0 0,-2 0 0,3 0 0,0 0 0,-2 0 0,2 0 0,-5 0 0,-4 0 0,-3 0 0,7 0 0,-1 0 0,4 0 0,-5 1 0,3-2 0,-3-7 0,0 0 0,1 6 0,-1 0 0,2-6 0,-1 1 0,4 7 0,6 0 0,-23 0 0,19 0 0,-18 0 0,7 0 0,3 0 0,-27-24 0,12 18 0,-16-17 0,0 23 0</inkml:trace>
  <inkml:trace contextRef="#ctx0" brushRef="#br0" timeOffset="2850">3475 8132 24575,'0'45'0,"0"-20"0,0 1 0,0 11 0,0-4 0,0 0 0,0 9 0,0 4 0,0 6 0,0-11 0,0 2-320,-1-1 0,0 3 1,3-1 319,5-2 0,2 0 0,-2 0 0,-5 1 0,-2 2 0,4-2 0,8-2 0,4 0 0,-5 0 0,-7 0 0,-5 1 0,2-1 0,3 0 0,2 1 0,0-2 0,2-3 0,1-1 0,-2-1-54,-5 0 1,-1 0 0,1-1 53,11 11 0,-2-2 0,-10-3 0,-2 1 0,1 2 0,0 0 0,0-2 0,0-2 0,0-7 0,0 1 475,0 9 1,0-2-476,0 1 84,-1-7 0,2-1-84,15 4 0,-12 6 0,11 0 0,-15-21 0,0 17 0,0-35 0,0 35 0,0-33 0,0 18 0</inkml:trace>
  <inkml:trace contextRef="#ctx0" brushRef="#br0" timeOffset="5966">3687 11501 24575,'45'0'0,"-6"0"0,4 0 0,-2 0 0,2 0 0,-8 0 0,2 0 0,-1 0 0,-2 0 0,1 0 0,0 0-728,4 0 0,1 0 1,0 0 727,4 0 0,1 0 0,2 0 0,-8 0 0,0 0 0,2 0 0,0 0-504,6 0 1,0 0-1,2 0 1,-2 0 503,0 0 0,0 0 0,0 0 0,1 0 0,1 0 0,1 0 0,-1 0 0,-1 0 15,-9 0 0,0 0 0,-2 0 0,0 0-15,13 0 0,-1 0 0,-4 0-47,-2 0 1,-2 0 46,-7 0 0,0 0 0,0 0 0,6 0 0,0 0 471,4 0 0,0 0-471,-3 1 0,-1-2 0,3-11 0,0 0 1054,-11 9 0,1 0-1054,5-9 0,0 1 531,-2 9 1,-1 4-532,-7-2 0,0 0 58,8 0 1,-5 0-59,-9 0 0,17 0 0,-35 0 0,35 0 0,-33 0 0,17 0 0</inkml:trace>
  <inkml:trace contextRef="#ctx0" brushRef="#br0" timeOffset="14700">10442 12047 24575,'43'0'0,"-1"0"0,1 0 0,-4 0 0,3 0 0,0 0 0,3 0 0,0 0 0,2 0 0,2 0 0,0 0 0,0 0-547,-7 0 1,0 0 0,1 0 0,-1 0 0,1 0 0,-2 0 146,6 0 1,0 0-1,-1 0 1,0 0-1,-1 0 400,0 0 0,1 0 0,-2 0 0,0 0 0,-1 0-33,2 0 1,-2 0-1,-1 0 1,0 0 32,1 0 0,-1 0 0,0 0 0,0 0 0,-1 0 0,0 0 0,0 0 0,-1 0 0,5 0 0,0 0 0,0 0 134,2 0 0,0 0 0,0 0-134,-3 0 0,0 0 0,-1 0 0,-2 0 0,-1 0 0,3 0 0,-4 0 0,1 0 0,2 0 0,-1 0-470,2 0 1,-1 0 0,1 0 0,2 0 469,-2 0 0,2 0 0,1 0 0,0 0 0,1 0-137,-5 0 1,-1 0-1,2 0 1,-1 0-1,1 0 1,1 0 136,3 0 0,1 0 0,0 0 0,1 0 0,1 0 0,0 0-377,-4 0 1,1 0 0,1 0-1,-1 0 1,2 0 0,0 0-1,0 0 377,-1 0 0,1 0 0,0 0 0,1 0 0,0 0 0,0 0 0,-1 0 0,0 0 0,-3 0 0,0 0 0,0 0 0,-1 0 0,0 0 0,0 0 0,1 0 0,0 0-246,0 0 0,1 0 0,1 0 0,-1 0 0,0 0 0,0 0 0,-1 0 0,0 0 246,3 0 0,-1 0 0,0 0 0,-1 0 0,0 0 0,-1 0 0,0 0-69,2 0 0,-1 0 0,0 0 0,-1 0 0,0 0 0,0 0 69,0 0 0,0 0 0,-1 0 0,1 0 0,-2 0 0,0 0 168,3 0 0,0 0 1,-2 0-1,0 0 0,-2 0-168,2 0 0,-2 0 0,-1 0 0,1 0 701,-1 0 1,0 0 0,-1 0 0,-4 0-702,12 0 0,-6 0 1638,-3 0 0,-3 0-1538,-9-1 1,-5 2 2857,-2 15-2958,19-12 2039,-37 12-2039,29-16 594,11 0-594,-12 0 0,3 0 0,8 0 0,4 0 0,-12 0 0,1 0 0,0 0-289,0 0 1,1 0 0,1 0 288,3 0 0,2 0 0,-1 0 0,0 0 0,-1 0 0,2 0 0,7 0 0,1 0 0,-2 0 0,-4 0 0,-2 0 0,2 0 0,5 0 0,0 0 0,0 0 0,-7 0 0,-1 0 0,-1 0 0,-3 0 0,-1 0 0,-1 0 0,1 0 0,-1 0 0,-2 0 0,0 0 0,-1 0 0,-2 0 0,-2 0 0,16 0 0,-7 0 0,6 0 0,0 0 432,-13 0 1,1 0-433,0 0 0,2 0 0,10 0 0,1 0 0,-4 0 0,0 0 0,4 0 0,0 0 0,-3 0 0,-1 0 0,-4 0 0,-2 0 0,-6 0 0,-3 0 0,2 0 0,13 0 0,-19 0 0,7 0 0,3 0 0,-4 0 0,11 0 0,-11-16 0,4 12 0,-3-12 0,-7 16 0,19 0 0,-13 0 0,-5 0 0,17 0 0,-20 0 0,1 0 0,-4 0 0,-16 0 0,0 0 0</inkml:trace>
  <inkml:trace contextRef="#ctx0" brushRef="#br0" timeOffset="32716">3528 13000 24575,'0'34'0,"0"0"0,0-1 0,0-1 0,0 4 0,0-1 0,0-8 0,0-1 0,0 17 0,0-24 0,0 21 0,0-35 0,-2 25 0,4 3 0,13-7 0,-11 19 0,-4 8 0,8-12 0,0 2-395,-6 3 0,-3 5 1,0-1 394,1-7 0,0 0 0,0 0 0,0 6 0,0 2 0,0-4 0,0-9 0,0-2 0,0-2 0,0 7 0,0-2 0,0-4 0,0-3 0,0-5 0,0-1 0,0 1 0,0 1 0,-1-2 0,2 1 0,10 6 0,2 0 0,-10-1 0,-1 1 0,6 0 0,1 3 0,-2-1 0,-6 7 0,-2 0 0,1-8 0,0 1 0,0-2 0,0 8 0,0-2 592,0 6 0,0-1-592,0-12 0,0 0 0,0 11 0,0-3 0,0 1 0,7 1 0,2-2 0,-5-14 0,4 4 0,-1-6 0,-7-20 0,0 12 0,0-16 0</inkml:trace>
  <inkml:trace contextRef="#ctx0" brushRef="#br0" timeOffset="38566">8484 15610 24575,'38'0'0,"-1"0"0,-2 0 0,6 0 0,3 0 0,4 0 0,1 0 0,-6 0 0,1 0 0,1 0 0,3 0 0,1 0 0,1 0 0,2 0 0,1 0-253,-9 0 1,0 0 0,2 0 0,1 0 0,0 0 0,2 0 0,0 0 0,1 0 0,0 0 0,1 0 0,-1 0 0,0 0 0,1 0 33,-4 0 1,0 0-1,1 0 1,0 0-1,0 0 1,0 0-1,1 0 1,0 0-1,0 0 1,0 0 0,0 0-1,0 0 1,0 0-1,0 0 1,0 0-1,0 0 1,0 0-1,1 0 1,0 0-1,0 0 1,0 0-1,0 0 1,0 0-1,0 0 1,-1 0 0,0 0-1,0 0 1,0 0-1,-2 0 1,1 0-35,1 0 1,0 0 0,0 0 0,-1 0 0,1 0 0,-1 0 0,-1 0 0,0 0 0,-1 0 0,0 0 0,-1 0 0,0 0 0,-2 0 211,10 0 0,-2 0 0,0 0 0,-1 0 0,-1 0 1,-1 0-1,-1 0 0,-1 0 0,-2 0 257,10 0 0,-2 0 1,-1 0-1,-2 0 1,-3 0-1,-4 0-216,11 0 0,-5 0 0,-4 0 0,11 0 0,-12 0 0,-23 0 0,-5 0 0,-15 0 0</inkml:trace>
  <inkml:trace contextRef="#ctx0" brushRef="#br0" timeOffset="47917">2646 17745 24575,'29'0'0,"1"0"0,1 0 0,2 0 0,12 0 0,-1 0 0,4 0 0,-13 0 0,-15 0 0,-31 0 0,-17 0 0,-2 0 0,-4 0 0,0 0 0,-1 1 0,0-2 0,-12-6 0,2-2 0,10 1 0,-1-2 0,3 1 0,-9-1 0,3-2 0,2-9 0,4 3 0,-5 14 0,15-12 0,62 16 0,10 0 0,-13 0 0,5 0 0,2 0-476,1 0 1,1 0 0,1 0 475,-7 0 0,2 0 0,0 0 0,-1 0 0,-2 0 0,0 0 0,0 0 0,-1 0-226,5 0 1,-2 0 0,1 0 225,0 1 0,0 0 0,-3-3 0,1-5 0,-2-1 0,3 6 0,-4 0 0,8-14 0,-25 16 1375,-3 0-1375,-47 0 727,-1 0-727,6 0 0,-1 0 0,-16 0 0,0 0 0,6 0 0,10-11 0,3-2 0,2 8 0,-17-19 0,35 24 0,-27 0 0,27 0 0,-35 0 0,33 0 0,-33 0 0,50 0 0,-22 0 0,50 0 0,-18 0 0,7 0 0,-1 0 0,1 0 0,-3 0 0,8 0 0,1 0 0,3 0 0,6 0 0,-23 0 0,19 0 0,-33 0 0,17 0 0</inkml:trace>
  <inkml:trace contextRef="#ctx0" brushRef="#br0" timeOffset="54450">4568 8855 24575,'43'0'0,"-1"0"0,1 0 0,-3 0 0,0 0 0,3 0 0,2 0 0,-5 0 0,1 0 0,1 0 0,2 0 0,0 0 0,0 0-547,4 0 1,1 0 0,0 0 0,1 0 0,0 0 0,0 0 77,-5 0 1,1 0 0,0 0 0,0 0 0,0 0 0,0 0 0,-1 0 289,4 0 0,1 0 1,0 0-1,-2 0 1,0 0-1,-1 0 262,1 0 1,0 0-1,-2 0 1,-1 0 0,-1 0-84,0 0 0,-1 0 0,-2 0 0,-3 0 506,0 0 1,-3 0 0,-4 0-507,2 0 0,-5 0 0,0 0 0,-13 0 3276,1 0-2673,11 0 1206,11 0-1809,5 0 0,-24 0 0,-3 0 0,-16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1:12.4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7338 11448 24575,'29'0'0,"10"0"0,-11 0 0,3 0 0,10 0 0,2 0 0,-7 0 0,1 0 0,-2 0 0,11 0 0,-4 0 0,-10 0 0,-3 0 0,14 0 0,0 0 0,-5 0 0,5 0 0,-14 0 0,1 0 0,19 0 0,-1 0 0,4 0 0,-8 0 0,4 0-502,-11 0 0,4 1 0,1-1 0,0-1 502,1-2 0,0-2 0,0 0 0,1 2 0,2 2 0,1 1 0,1 0 0,-1-3 0,1-4 0,1-2 0,-2 0 0,-1 3 0,5 3 0,-3 3 0,-2-1-49,-9-4 1,-1-1 0,-1 1 48,17 4 0,-6 2 0,-5-1 0,-6 0 0,-3 0 0,-11 0 0,18-23 1992,-19 17-1992,0-18 161,19 24-161,-18-16 0,4 14 0,1 1 0,12-15 0,-11 16 0,-11 0 0</inkml:trace>
  <inkml:trace contextRef="#ctx0" brushRef="#br0" timeOffset="1834">20602 11412 24575,'45'0'0,"-2"0"0,-13 0 0,-1 0 0,12 0 0,2 0 0,-27 0 0,-16 0 0,0 0 0,0 0 0</inkml:trace>
  <inkml:trace contextRef="#ctx0" brushRef="#br0" timeOffset="32317">4022 8396 24575,'-30'0'0,"1"0"0,-16 0 0,-6 0 0,12 0 0,-4 0 0,-3 0 0,-1 0-656,1 0 1,-2-1-1,-3 1 1,0 0 0,-1 1 186,8 0 1,-1 0 0,0 1 0,-1-1 0,-1 2 0,0 0 0,1 2 52,-2 1 0,-1 1 0,0 1 0,1 1 1,-1 1-1,1-1 0,0 1 416,2-2 0,1 1 0,0 0 0,0 0 0,1 1 0,0 1 0,1 1 0,-4 4 0,1 1 0,0 2 0,1-1 0,1 0 0,2-2 223,-8 1 1,2-1 0,2-1 0,2 2-224,4-1 0,2 2 0,2-1 0,3-2 0,-11 5 0,7-2 0,15-5 0,1 1 1464,1 3 1,1-3-1465,-2-10 3276,-7 36-2852,0-23 0,1 3 334,14 6 1,1 3-759,-8-3 0,-4 1 0,1-4 0,-14 10 0,22-2 0,2-7 0,-2-20 0,-1 28 0,12-5 0,-12-5 0,16 17 0,-23-35 0,17 27 0,-17-4 0,23 11 0,0-13 0,0 1 0,0 11 0,0 2 0,0 4 0,0-9 0,0 1 0,0 2 0,0 5 0,0-2-181,0-4 0,0 0 1,0 0 180,-1 5 0,0 1 0,3-1 0,4-5 0,4 0 0,-3-1 0,-5 0 0,-2 0 0,4-1 0,7 1 0,4 0 0,-2-1 0,-2 12 0,-2 0 0,-3-6 0,-1 1 0,3-2 0,5-8 0,1-1 0,-1 1 0,-6 8 0,-1 2 0,2-2 0,6-7 0,2-2 0,-3 1 0,-3 17 0,0 0 0,9-5 0,1 0 0,-10-3 0,2 0 0,3-10 0,4 0 0,-2-2 0,-6 5 0,-1-1 0,8 10 0,3-2 0,1-11 0,-1-1 0,-1 15 0,2 0 0,3-15 0,4-2 0,-1 1-270,-6 2 0,-3 1 0,5-1 270,8-1 0,5-2 0,-3 0 0,-5 3 0,-2 0 0,2 0 0,4-2 0,2 0 0,-1-1 0,-7-4 0,-1-1 0,1 1 0,3 4 0,0 3 0,-2-2-95,4 6 0,1-1 95,-5-11 0,1 0 0,-4 1 0,-3 13 0,-3-3 257,2-12 1,1-3-258,18 11 0,-34-13 0,33-15 823,-35 0-823,27 0 204,-27 0-204,35 0 0,-17 16 0,3-14 0,1 0 0,-5 14 0,3-16 0,-24 0 0,0 23 0,-24-17 0,4 4 0,-5 4 0,-5-1 0,-6 1 0,-2-2-591,3-5 1,-2-3-1,-2 2 1,-1 2 590,1 5 0,-1 4 0,-1 2 0,-1-1 0,0-3 0,0-2 0,-1-2 0,-1-1 0,1 1 0,0 1 0,0 4 0,-1 1 0,2 0 0,0 2 0,1-1 0,-2 2 0,1 0 0,0 1 0,1-2 0,-1-3 0,1 0 0,0-1 0,2 3-173,5 2 0,3 2 0,0-1 0,0-2 173,-7-4 0,2-4 0,2 4 0,6 7 0,3 3 0,1-5 0,-3-9 0,3-1 0,3 14 0,-3-24 2272,48 0-2272,-3-10 0,3-4 0,18-3 0,4-3 0,-11 3 0,1-2 0,1 0-296,-4 2 0,2 0 1,0 0-1,1 0 296,1-1 0,1 1 0,0-1 0,0 0 0,2-2 0,0-1 0,1 1 0,-1 1 0,-2 2 0,0 1 0,-1 0 0,1 0-231,-1-1 0,0-1 0,-1 1 1,1 2 230,6 1 0,-1 2 0,-2 1-7,7-4 0,-2 3 7,8 2 0,-8 4 0,-19 6 0,1 0 0,1 0 1865,-1 0-1865,-5-16 1021,17 12-1021,-35-11 16,11 15-16,1 0 0,-12 0 0,-4-24 0,-4 3 0,-11-3 0,-1-3 0,14-11 0,0-1 0,-17 2 0,-1-2 0,9-9 0,0 0 0,-11 3 0,1 4 0,10 12 0,2 1 0,0-8 0,3 5 0,6 9 0,-24-1 0,18 7 0,-17 12 0,23-35 0,0 33 0,0-17 0,-16 7 0,12 12 0,-12-11 0</inkml:trace>
  <inkml:trace contextRef="#ctx0" brushRef="#br0" timeOffset="34884">3951 9155 24575,'0'35'0,"0"-6"0,0 1 0,0 11 0,0-8 0,0 0 0,0 5 0,0-13 0,0 1 0,0-1 0,0 3 0,0 5 0,0 5 0,0 0-474,0 2 1,0-1 0,0 4 473,0-2 0,0 4 0,0-1 0,0 0 0,0-3 0,0 0 0,0-1 0,0-1 0,0 8 0,0-2 0,0-2 0,0-6 0,0-1 0,0-5 0,0 14 0,0-21 0,0-24 0</inkml:trace>
  <inkml:trace contextRef="#ctx0" brushRef="#br0" timeOffset="42900">7973 11201 24575,'29'0'0,"1"0"0,3 0 0,5 0 0,5 0 0,1 0 0,-3 0 0,3 0 0,2 0 0,1 0 0,2 0 0,1 0-410,-5 0 0,1 0 1,1 0-1,1 0 1,1 0-1,1 0 0,1 0 1,1 0 111,-8 0 0,1 0 0,1 0 0,0 0 0,1 0 0,1 0 0,0 0 0,-1 0 1,1 0-1,-1 0 0,0 0 0,0 0 0,-1 0 0,0 0 0,0 0 0,0 0 0,1 0 0,-1 0 0,1 0 1,-1 0-1,1 0 0,1 0 24,-2 0 1,0 0 0,0 0 0,1 0 0,0 0 0,0 0 0,0 0 0,0 0 0,0 0 0,1 0 0,-1 0 0,0 0 169,2 0 0,-1 0 0,0 0 0,1 0 0,0 0 0,-1 0 0,1 0 1,0 0-1,0 0 0,0 0 0,1 0 0,-1 0 104,-1 0 0,-1 0 0,1 0 0,0 0 0,0 0 0,0 0 0,0 0 0,0 0 0,1 0 0,-1 0 0,1 0 0,0 0 0,0 0-145,-1 0 0,0 0 0,1 0 0,-1 1 0,1-1 0,-1 1 0,1-1 1,0 0-1,0 1 0,0-1 0,0-1 0,1 1 0,-1-1 0,-1 0 145,2-1 0,-1 0 0,1 0 0,-1-1 0,0 1 0,1-1 0,0 0 0,-1 0 0,1-1 0,-1 1 0,0 0 0,1 0 0,-1-1 0,0 1 0,0 1 0,0-1 0,0 1 0,0-1 0,-1 1 0,1 0 0,0-1 0,0 1 0,-1-1 0,1 0 0,-1 0 0,0-1 0,-1 0 0,0-1 0,2 0 0,-1 0 0,-1-1 0,1 0 0,-1-1 0,0 0 0,0 0 0,0 0 0,0 0 0,-1 0 0,1 0 0,-1-1 0,0 1 0,2 0 0,-1-1 0,1 0 0,-1-1 0,1 1 0,-1 0 0,-1 0 0,1-1 0,0 1 0,-1 0 0,0 1 0,-1-1 0,2 1 0,0-1 0,-1 1 0,0 0 0,0 1 0,0-1 0,-1 0 0,0 0 0,0 1 0,0-1 0,-1 0 0,7-2 0,-1 0 0,-1 0 0,1 0 0,-1 0 0,-1 0 0,1 1 0,0 0 0,-1 1 63,-1 1 0,-1 0 1,1 1-1,0 0 0,-1 0 1,-1 1-1,1 0 0,-2 0 1,0 0-64,4 0 0,-1 1 0,-1 0 0,0 1 0,-1-1 0,0 1 0,1-1 179,-1 1 1,1-1 0,-1 1 0,0-1 0,0 1 0,-2 0 0,-2 1-180,3 0 0,-2 1 0,-1 0 0,0 1 0,0-1 443,3 0 1,0 0 0,-1 0 0,0 0 0,-3 0-444,10 0 0,-2 0 0,-1 0 1092,2 0 0,1 0 0,-2 0-1034,-6 0 1,-1 0 0,-1 0-59,2 0 0,-1 0 0,0 0 0,0 0 0,0 0 0,0 0 0,3 0 0,0 0 0,0 0 0,-2 0 0,-1 0 0,1 0 0,2 0 0,-1 0 0,1 0 0,3 0 0,0 0 0,-1 0 0,-4 0 0,0 0 0,1 0 0,5 0 0,2 0 0,-1 0 0,-2 0 0,0 0 0,0 0 648,-8-1 1,1 1 0,0 0 0,0 1-649,9 3 0,-1 1 0,0 1 0,1 0 0,1-1 0,-2 4 0,-6 4 0,-1 3 0,-1-2 727,-3-6 0,-1-2 0,-1 2-727,1 5 0,-1 2 0,-2-4 719,1-10 0,-3 2-719,-1 16 0,-2 1 894,16-14-894,-7 17 1363,-10-23-1363,5 16 413,-28-12-413,35 12 0,-33-1 0,33-11 0,-18 16 0,1 0 0,19-15 0,1 8 0,-2-2 0,-14-11 0,6 0 0,-1 0 0,-10 0 0,7 0 0,-13 0 0,-15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4:36.4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14940 12118 24575,'0'45'0,"0"-19"0,0-1 0,0 12 0,16 6 0,-14-14 0,0 1 0,6-5 0,-1-1 0,-5 7 0,-4-1 0,2 13 0,0-23 0,0 19 0,0-18 0,0 7 0,0 3 0,24-3 0,-18 9 0,5-4 0,1 0 0,4 9 0,-16-9 0,4 0 0,16-13 0,-1-3 0,-13 11 0,18 3 0,-24-27 0,0 12 0,0 7 0,0-17 0,0 18 0,0-24 0,0 0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5:32.5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4286 9737 24575,'36'0'0,"7"0"0,-14 0 0,2 0 0,12 0 0,3 0 0,-12 0 0,3 0 0,-1 0-509,5 0 0,0 0 0,1 0 509,-1 0 0,0 0 0,0 0 0,1 0 0,-1 0 0,0 0 0,-5-1 0,0 0 0,0 3 94,-1 2 1,0 2 0,-2-1-95,13-4 0,-3 2 0,-4 17 0,2-1 0,-8-15 0,2-5 0,-1 4 0,8 17 0,0 0 0,-8-17 0,2-3 0,-2 0 0,11 9 0,-2-2 151,-2-7 1,-1 0-152,3 8 0,0 0 0,-10-6 0,-1 0 0,-2 6 0,0-1 386,5-7 0,-3 0-386,9 24 84,0-21 0,0 0-84,1 20 0,-3-20 0,4-6 0,-10 2 0,-1 2 0,0 7 0,0 0 0,2-6 0,-1 0 0,-6 6 0,-1 0 0,1-7 0,1-2 0,-1 1 0,-1 0 0,17 0 0,-14 0 0,0 0 0,20 0 0,-11 0 0,1 0 0,-4 0 0,0 0 0,5 0 0,1 0 0,3 0 0,0 0 0,-4 0 0,0 0 0,3 0 0,1 0 0,-4 1 0,0-2 0,3-7 0,2 0 0,-11 6 0,1 2 0,0-2-301,0-3 0,1-1 0,1 1 301,8 4 0,2 2 0,0-1 0,-2 0 0,0 0 0,0 0 0,2 1 0,1 0 0,-2-3 0,-1-4 0,-1-4 0,-1 3 0,-6 4 0,-2 3 0,0-3-148,14-9 1,-2 0 147,-13 11 0,1 3 0,-2-3 0,10-6 0,-1-1 0,2 6 0,0 0 0,-5-6 0,-2 0 0,-1 8 0,-1 0 0,-3-7 0,1-2 0,5 7 0,0 1 444,-2-8 1,-1 2-445,-7 6 0,0 2 154,7-1 1,-3 0-155,5 0 0,-4 0 0,1 0 0,7 0 0,-1 0 0,2 0 0,-9 0 0,-1 0 0,12 1 0,0-2 0,-4-11 0,1 0 0,-9 9 0,3 3 0,-1-3-147,2-3 1,0-3-1,0 1 147,-2 2 0,0 0 0,0 2 0,3 3 0,0 0 0,-1-1 0,5-6 0,-2 1 0,5 6 0,0 2 0,-9-6 0,0-1 0,-1 1 0,13 3 0,-2 0 0,4-6 0,-2 0 0,-3 7 0,-1 2 0,-2-1 0,-2 0 0,-7 0 0,1 0 0,8 0 0,0 0 0,-9 0 0,1 0 0,7 0 0,0 0 0,-4 0 0,-1 0 220,-8 0 0,-1 0-220,0 0 0,-1 0 0,12 0 0,-4 0 0,0 0 0,9 0 0,-10 0 0,2 0 0,-7 0 0,-1 0 0,9 0 0,1 0 0,-9 0 0,3 0 0,3 0 0,5 0 0,-4 0 0,-3 0 0,1 0 0,7 0 0,5 0 0,-2 0-260,-5 0 1,-2 0-1,1 0 260,5 0 0,1-1 0,1 2 0,0 4 0,1 1 0,0-1 0,2-4 0,0-1 0,1 3-384,-9 4 1,-1 2 0,1 0-1,0-3 384,11-3 0,-1-3 0,0 1 0,-3 4 0,-2 1 0,0-1-105,-2-4 1,-1-2 0,-1 1 104,7 0 0,0 0 0,-7 0 0,2 0 0,-1 0 0,6 0 0,0 0 0,-7 0 0,2 0 0,-2 0 0,3 0 0,1 0 0,-2 0 0,2 0 0,-2 0 0,-1 0 0,-2 0 0,-1 0 0,1 0 0,-3 0 0,-2 0 0,-1 0 0,6 0 0,0 0 352,-3 0 1,1 0-353,4 0 0,0 0 783,-8 0 1,1 0-784,8 0 0,0 0 177,-8 0 0,-1 0-177,7 0 0,2 0 0,3 0 0,-2 0 0,-9 0 0,-1 0 0,6 0 0,1 0 0,-4 0 0,0 0 0,5 0 0,0 0 0,5 0 0,-1 0 0,-12 0 0,0 0 0,10 0 0,-1 0 0,-9 0 0,0 0 0,8 0 0,1 0 0,1 0 0,2 0 0,3 0 0,2 0-170,-14 0 1,2 0 0,-1 0 169,-1 0 0,1 0 0,1 0 0,2 0 0,1 0 0,0 0 0,-4 0 0,0 0 0,0 0 0,4 0 0,1 0 0,1 0 0,6 0 0,2 0 0,-1 0-417,-11 0 1,0 1 0,0-1 0,1-1 416,3-2 0,-1-2 0,2 1 0,0 0 0,4 3 0,1 1 0,0 0 0,-1-3 0,-5-3 0,-2-3 0,0 0 0,3 2-402,-4 5 1,3 2-1,0 1 1,-1-1-1,0-3 402,7-5 0,-1-2 0,0-2 0,-1 3 0,-2 3 0,-1 1 0,0 0 0,0-1-172,-1 0 0,0-2 0,-2 1 0,-1 1 172,-2 0 0,-2 0 0,0 2 132,1 3 1,-1 2 0,-2-1-133,0 0 0,-1 0 728,2 2 0,-1-4-728,-2-9 0,-2-1 2150,20 6-2150,-8-6 0,1 0 0,-15 11 0,2 2 0,6-1 0,4 0 0,-3 0 0,3 0 0,1 0 0,-5 0 0,3 0 0,-2 0 0,5 0 0,-1 0 432,4 0 1,0 0-433,-11 0 0,-1 0 0,-2 0 0,-2 0 0,16 0 0,-7 0 0,-4 0 0,0 0 0,9 0 0,-9 0 0,0 0 0,4 0 0,7 0 0,-1 0 0,-6 0 0,-12 0 0,1 0 0,11 0 0,6 0 0,0 0 0,-21 0 0,17 0 0,-35 0 0,27 0 0,-3 0 0,-7 0 0,19 0 0,-13 0 0,10 0 0,6 0 0,0 0 0,-16 0 0,-1 0 0,2 0 0,-1 0 0,10 0 0,3 0 0,-36 0 0,35 0 0,-33 0 0,33 0 0,-35 24 0,11-18 0,1 17 0,-12-23 0,35 16 0,-17-12 0,0 15 0,-1 1 0,-1-14 0,19 17 0,-33-23 0,33 16 0,-12-12 0,-5 12 0,17-16 0,-35 0 0,12 0 0,-1 0 0,-11 0 0,12 0 0,7 0 0,-17 0 0,18 0 0,-9 0 0,13 0 0,9 0 0,-4 0 0,1 0 0,-6 0 0,1 0 0,13 0 0,2 0 0,-3 1 0,-2-2 0,-6-7 0,-1 0 0,4 7 0,-5-2 0,-10-13 0,3-7 0,-24 17 0,0-18 0</inkml:trace>
  <inkml:trace contextRef="#ctx0" brushRef="#br0" timeOffset="4683">4198 7303 24575,'43'0'0,"-6"0"0,3 0 0,4 0 0,4 0-920,-4 0 1,3 0-1,1 0 920,-11 0 0,0 0 0,1 0 0,1 0 0,2 0 0,1 0 0,1 0 0,-1 0 0,1 0 0,-1 0 0,0 0 0,0 0 0,-4 0 0,0 0 0,-1 0 0,1 0 0,3 0 0,1 0 0,-1 0 0,-3 0 0,-1-1 0,-3 2 0,1-1 191,15 0 0,3-1 1,-7 2-192,-14-2 0,-1 2 0,3 3 0,3 2 0,-2-1 0,5-3 0,0 0 0,5 5 0,2 2 0,-7-1 0,1 1 0,-2-3 0,3-3 0,0 0 0,-1 9 0,3 4 0,-3-5 0,-2-8 0,0-2 0,-4 4 0,3 0 0,-1 1 0,11 2 0,0 0 0,-13-7 0,1-1 0,1 3 0,6 8 0,2 5 0,-2-4 0,-9-9 0,0-3 0,0 3 0,8 9 0,1 3 0,-3-3 0,3-10 0,-2 0 0,-6 9 0,0 5 0,-1-4 0,11-9 0,-1 0 0,-4 8 0,0 1 0,2-3 0,2-2 0,4-6 0,0 2 0,-2 13 0,0-1 0,-11-12 0,0-3 0,-1 1 0,11 7 0,-2 0 261,-2-7 1,-1-2-262,-4 1 0,-2 0 0,-7 0 0,-1 0 0,8 0 0,-1 0 1412,8 0-1412,0 0 0,0 0 250,0 0-250,-7 0 0,-1 0 0,4 0 0,-9 0 0,11 0 0,-2 0 0,-10 0 0,1 0 0,6 0 0,1 0 0,0 0 0,0 0 0,5 0 0,1 0 0,2 0 0,2 0 0,-12 0 0,2 0 0,1 0-379,4 0 0,1 0 1,1 0 378,-5 0 0,1 0 0,1 0 0,-2 0 0,7 0 0,-2 0 0,1 0 0,6 0 0,0 0 0,-4 0-45,3 0 0,-3 0 45,3 0 0,0 0 0,-11 0 0,-4 0 0,4 0 0,3 0 0,-37 0 1130,29 0-1130,-28 0 96,35 0-96,-18 0 0,5 0 0,-1 0 0,-3 0 0,17 0 0,-35 0 0,27 0 0,-27 0 0,12 0 0,-16 0 0</inkml:trace>
  <inkml:trace contextRef="#ctx0" brushRef="#br0" timeOffset="35733">10195 11959 24575,'24'-19'0,"-3"3"0,22 16 0,-14 0 0,1 0 0,9 0 0,3 0 0,3 0 0,2 0-472,-9 0 1,2 0 0,1 0 471,2 0 0,1 0 0,1 0 0,2 0 0,1 0 0,2 0-270,-8 0 1,3 0-1,-1 0 1,-1 0 269,6 0 0,-1 0 0,0 0 0,2 0 0,0 0 0,-3 0-73,-10 0 0,-1 0 0,-1 0 73,14 0 0,-2 0 0,-10 0 0,-4 0 0,-5 1 0,-3-2 489,1-10 1,-1-2-490,13 7 741,-6-6 0,2 1-741,-6 10 0,1 2 0,13-1 0,2 0 0,4 1 0,0-2 0,-2-7 0,0 0-77,-6 6 0,1 2 0,-2-2 77,7-6 0,0 1 0,-11 5 0,1 3 0,-3 0 0,0-1 0,-1 0 0,1 0 0,0 0 0,-6 1 0,-1-2 0,2-11 0,-1 0 0,-1 9 0,1 0 0,7-9 0,-1 1 481,8 11-481,-8 0 0,0 0 0,5 0 0,5-16 0,-14 14 0,1 0 0,11-13 0,-8 13 0,0 4 0,5-2 0,-11 0 0,12-16 0,-17 12 0,21-12 0,0 16 0,-17 1 0,1-2 0,6-10 0,5-1 0,-1 8 0,4 4 0,0-2-314,-3-5 1,-1-2 0,2 1 313,9 2 0,2 1 0,-1 1 0,-7 2 0,-1 2 0,-1-2 0,-4-3 0,0 0 0,0-1 0,4 0 0,1 1 0,-2 0-101,7 3 0,0 0 101,-11-3 0,0-1 0,-1 2 0,-2 3 0,0 2 0,11-1 0,-3 0 0,1 0 0,-12 0 0,0 0 929,15 0-929,-7 0 106,-12 0 1,1 0-107,0 0 0,1 0 0,0 0 0,1 0 0,-2 0 0,0 0 0,0 0 0,-1 0 0,2 0 0,-1 0 0,1 0 0,1 0 0,7 0 0,-1 0 0,-6 0 0,-1 0 0,-1 0 0,1 0 0,-1 0 0,-1 0 0,12 0 0,-5 0 0,2 0 0,-6 0 0,1 0 0,13 0 0,3 0 0,-5 0 0,0 0 0,4-1 0,0 2 0,-3 6 0,-2 1 0,-2-6 0,-3 0 0,-7 6 0,-1 0 0,0-7 0,-1-2 0,12 1 0,-9 0 0,3 0 0,-4 0 0,-5 0 0,17 16 0,4-12 0,-2 11 0,-8-13 0,1-4 0,-7 2 0,-1 0 0,1-1 0,1 2 0,10 11 0,0 0 0,11-6 0,-19 6 0,-1-1 0,14-11 0,-17 8 0,1 0 0,1-6 0,-1 0 0,10 14 0,2-16 0,-35 15 0,12-11 0,-16 12 0,0-16 0,0 0 0</inkml:trace>
  <inkml:trace contextRef="#ctx0" brushRef="#br0" timeOffset="64549">26529 8731 24575,'0'43'0,"0"-17"0,0 1 0,0 1 0,0-1 0,0-1 0,0 1 0,0 7 0,0-1 0,0 8 0,0-2 0,0 4 0,0-3 0,0 1 0,0 4 0,0 2 0,0-13 0,0 2 0,0-2 0,0 6 0,0 0 0,0 3 0,0 0 0,0-2 0,0-2 0,0-6 0,0-1 0,0 9 0,0 0 0,0-8 0,0-1 0,0 0 0,0 1 0,0 16 0,0 0 0,0-15 0,0 0 0,0-1 0,0 3 0,0-1 0,0 0 0,0 0 0,0-1 0,0 12 0,0 0 0,0 2 0,0 0 0,0-11 0,0 1 0,0-3 0,0-4 0,0 1 0,0 2 0,0 3 0,0-2 0,0-2 0,0-2 0,0 1 0,0 1 0,0 8 0,0 0 0,0-12 0,0-1 0,1 7 0,-2 1 0,-10 2 0,-2 0 0,10-5 0,0-1 0,-9 3 0,1 0 0,10 0 0,2-1 0,-1-7 0,0 1 0,0 10 0,0 0 0,0-5 0,0-1 0,0 4 0,0-2 0,0-6 0,0-3 0,0 19 0,1-15 0,-2 0 0,-7-4 0,0-1 0,6 7 0,0-1 0,-13 13 0,15 0 0,0-5 0,0 5 0,0 0 0,0-6 0,0-12 0,0 1 0,0 11 0,0-9 0,0 3 0,0-27 0,0 35 0,0-33 0,0 18 0,0-9 0,0-11 0,0 35 0,0-33 0,0 18 0,0-24 0,0 15 0,0-11 0,15 28 0,-11-28 0,12 35 0,-16-33 0,0 33 0,0-20 0,23 25 0,-17-23 0,18 3 0,-24-9 0,0-11 0,0 12 0,0-16 0,0 23 0,0-17 0,0 18 0</inkml:trace>
  <inkml:trace contextRef="#ctx0" brushRef="#br0" timeOffset="72182">6597 13970 24575,'35'0'0,"-6"0"0,1 0 0,1 0 0,3 0 0,-2 0 0,4 0 0,0 0-436,-1 0 0,1 0 0,0 0 436,5 0 0,0 0 0,1 0 0,-1-1 0,0 0 0,0 3 0,1 5 0,-1 2 0,0-1 0,-5-6 0,0-1 0,0 1 0,-1 5 0,0 2 0,-2-1 213,13 1 1,-3-2-214,-10-6 0,-2 2 108,4 5 0,-3-1-108,5-7 0,-4 0 0,1 0 0,7 0 332,-12 0 1,1 0-333,13 0 0,-6 0 0,-11 0 0,-1 0 0,-3 0 0,17 0 0,-35 0 0,27 0 0,-3 0 0,-7 0 0,18 0 0,-19 0 0,0 0 0,19 0 0,-33 0 0,33 0 0,-12 0 0,-5 0 0,17 0 0,-35 0 0,27 0 0,-27 0 0,35 0 0,-33 0 0,33 0 0,-19 0 0,23 0 0,-6 0 0,-9 0 0,11 0 0,-33 0 0,33 0 0,-35 0 0,12 0 0,-16 0 0,15 0 0,-11 0 0,12 0 0,-16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7:56.8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8555 6632 24575,'45'0'0,"-2"0"0,-14 0 0,1 0 0,1 0 0,3 0 0,9 2 0,2-4 0,-1-9 0,0-1 0,-4 9 0,0 0 0,4-9 0,-1 0 0,-15 11 0,0 2 0,14-1 0,-1 0 0,8 0 0,-11 0 0,0 0 0,-10 1 0,-1-2 0,0-6 0,-1-1 0,17 4 0,0-12 0,-6 16 0,-9 0 0,-13 0 0,9 0 0,-18 0 0,33 0 0,4 0 0,-2 0 0,-11 0 0,-1 0 0,14 0 0,-21 0 0,1 0 0,-23 16 0,0-12 0,0 11 0,0-15 0,0 24 0,0-18 0,0 17 0,0-23 0,0 0 0,0 16 0,0-12 0,0 12 0,0 7 0,0-17 0,0 17 0,16-23 0,-12 0 0,-4-23 0,-4 17 0,-12-17 0,16 23 0</inkml:trace>
  <inkml:trace contextRef="#ctx0" brushRef="#br0" timeOffset="299">9948 6668 24575,'0'0'0</inkml:trace>
  <inkml:trace contextRef="#ctx0" brushRef="#br0" timeOffset="15333">2981 9895 24575,'35'0'0,"-1"0"0,1 0 0,-1 1 0,1-1 0,4-1 0,-3-1 0,3 0 0,3-2 0,0 0 0,1 1-656,2-1 1,2 2-1,0-2 1,1 0 0,2-2 186,-10 0 1,2-2 0,0 0 0,1-1 0,0 0 0,0-1 0,0 1 80,1 1 0,1-1 0,0 0 1,0 0-1,0 0 0,0-1 1,-1 0 387,0-2 0,1 1 0,-1-2 0,0 1 0,-1-2 0,1 1 0,0-1 0,0 0 0,-1 0 0,1-1 0,-1 0 0,1 0 0,-1 0 0,0 0 0,-1-1 0,0 1 0,-1 0 0,1-1 0,-1 1 0,1-1 0,0 1 0,0-1 0,0 1 0,0-1 0,1 1 0,-1-1 0,-1 1 0,1 0-127,3-2 0,-1 1 0,1 0 0,-1 0 0,1 0 0,0 1 127,-3 2 0,0 0 0,1 0 0,0 1 0,0 0 0,0 0 0,-1 1 0,4-1 0,-2 1 0,1 0 0,-1 1 0,1-1 0,0 1 0,0-1 0,0 0 0,1 0 0,-1 1 0,0 1 0,-1 0-259,3 2 0,0 1 0,-1 1 0,0 0 0,-1 1 259,-2 0 0,0 0 0,0 1 0,-1 0 0,-1 1 286,6 1 1,0 1-1,-1 1 1,-2-1-287,-5 0 0,-1 0 0,-1 0 0,0 0 743,13 0 0,-1 0 0,-1 0-743,-5 1 0,-2-1 0,1-1 0,-3-3 0,0-3 0,-2 3 1436,12 2 1,-2 0-1437,-13-3 0,1-2 0,-2 3 0,9 3 0,0 2 0,-3-1 0,2 0 0,-1 0 0,6 0 0,0 0 0,-7 0 0,2 0 0,-1 0 0,7 0 0,-2 0 1089,-4 0 1,-2 0-1090,-3 0 0,-5 0 1600,-10 0-1600,18 0 1001,-35 16-1001,12-12 297,-16 11-297,0-15 0,0 16 0,0-12 0,0 11 0,0-15 0</inkml:trace>
  <inkml:trace contextRef="#ctx0" brushRef="#br0" timeOffset="18535">10319 9102 24575,'34'8'0,"1"-1"0,0 1 0,11 9 0,0 3 0,-11-3 0,1 2 0,-3 0 0,-1 8 0,0-1 0,11-4 0,-3-1 0,-20 1 0,1-1 0,20-3 0,0 2 0,-20 13 0,-1 0 0,22-13 0,-1 1 0,-21 20 0,1 1 0,19-17 0,2-1 0,-16 5 0,-3 3 0,7 2 0,1-2 0,-9-11 0,-1-1 0,1 9 0,-1 1 0,-3-1 0,1 1 0,6 2 0,1 1 0,1-2 0,-1 2 0,2 8 0,-1 1 0,-1-9 0,1-2 0,6 1 0,1 1 0,-13-5 0,0 1 0,1-4 0,11-4 0,-1-1 0,-2 13 0,-1 1 0,1-7 0,-2-1 0,-8 2 0,2-1 0,18-1 0,2 1 0,-17 5 0,-1 2 0,0-12 0,3-1 0,-2 1 0,4 9 0,-3 3 0,0 7 0,1 0 0,7-9 0,-1 1 0,-12 6 0,-1 2 0,1-12 0,2 0 0,0-1-336,3 12 1,1 1 335,-5-8 0,2 2 0,0 1-371,2-1 0,1 1 0,0 0 371,-5-5 0,0 0 0,0 0 0,1 0 0,2 0 0,1 0 0,0-1 0,1 1 0,-1 2 0,1 0 0,0 0 0,0 0-391,0-2 0,0 1 0,0-1 0,0 0 391,3 2 0,1 0 0,-1-1 0,-1 1 0,-5-2 0,-2 1 0,1-1 0,0-1-322,9 6 0,0-1 0,0 2 322,-3 2 0,0 1 0,-1 0 0,-1-4 0,-1 0 0,1 0 0,-5-6 0,1 1 0,-1 0 0,0 0 0,5 11 0,-1 0 0,1-2 0,2-3 0,0-1 0,-1-1 182,-5-7 1,-1-2-1,-2 0-182,3 9 0,-1-3 497,0-14 1,-5 1-498,-14 7 0,-2-1 1617,15-4-1617,-1 19 1155,-11-36-1155,12 27 0,-16-27 0,0 12 0</inkml:trace>
  <inkml:trace contextRef="#ctx0" brushRef="#br0" timeOffset="20616">13176 13300 24575,'30'0'0,"-1"0"0,3 0 0,1 0 0,-1 0 0,0 0 0,10 0 0,-1 0 0,-8 0 0,-2 0 0,1 0 0,1 0 0,9 0 0,-2 0 0,2 0 0,-9 7 0,0 1 0,4-4 0,-12 4 0,1 0 0,0-8 0,1 0 0,8 11 0,1 2 0,4-11 0,0 1 0,-7 9 0,-1 0 0,2-3 0,-1-2 0,4-3 0,-15 15 0,-1 1 0,-2-14 0,3 13 0,-4 1 0,-12-16 0,17 11 0,-23-30 0,0 11 0,-23-35 0,17-6 0,-13 3 0,-2-5 0,14 13 0,2-3 0,-2 1-364,-7-5 1,-2 0 0,3-1 363,5-4 0,2-2 0,-2 3 0,-5 7 0,-2 2 0,4-2 0,8-7 0,5-2 0,-5 4 0,-9 10 0,-3 4 0,3-1 0,8-11 0,2 1 0,-10 6 0,0 2 0,12-5 0,0 9 0,0 13 1090,0-9-1090,0 18 0,0-33 0,0 19-820,0-23 1,0 22 0,0-3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9:22.8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1182 5838 24575,'19'0'0,"13"0"0,-5 0 0,10 0 0,-12 0 0,1 0 0,1 0 0,-1 0 0,2 0 0,-1 0 0,0 0 0,-1 0 0,17 0 0,0 0 0,-13 0 0,1 0 0,1 2 0,1-4 0,2-9 0,0-1 0,0 9 0,-1 0 0,1-9 0,0 1 0,5 9 0,1 4 0,3-2 0,0 0 0,-4 0 0,0 0 0,4 0 0,-1 0 0,-2 0 0,-2 0 0,-5 0 0,-3 0 0,12 0 0,-4 0 0,-33 0 0,17 0 0,-46-16 0,1-4 0,-9-7 0,-4-5 0,2 0 0,1 0 0,-1 0 0,1-1 0,2-1 0,2 1 0,5 14 0,2 1 0,0-9 0,-18 11 0,19-7 0,0 17 0,-19-18 0,33 9 0,-33 11 0,12-28 0,5 5 0,-1 5 0,7-1 0,28 23 0,-24 23 0,51-17 0,-17 33 0,2-28 0,3-2 0,-1 11 0,1 3 0,0-4 0,0-1 0,8 8 0,-1-1 0,-7-6 0,1-1 0,10 5 0,0-2 0,-12-12 0,-3 1 0,0 11 0,-3-3 0,12-12 0,-28 33 0,11-35 0,-15 12 0,0-16 0,0 24 0,0-19 0,0 19 0,0-24 0,0 16 0,0-12 0,0 27 0,0-27 0,-15 12 0,11 7 0,-12-17 0,16 17 0,-16-23 0,13 16 0,-13-12 0,16 12 0,-24-1 0,18-11 0,-14 14 0,1 4 0,15-1 0,-11 7 0,15-13 0,-24 9 0,18-3 0,-33 7 0,35 3 0,-11-27 0,-1 35 0,12-33 0,-12 33 0,16-35 0,-23 12 0,17 0 0,-18-13 0,24 37 0,0-34 0,0 17 0,0-23 0,0 0 0</inkml:trace>
  <inkml:trace contextRef="#ctx0" brushRef="#br0" timeOffset="10250">3863 11659 24575,'40'0'0,"0"0"0,-5 0 0,3 0 0,-1 0 0,1 0 0,1 0 0,2 0-820,-4 0 1,3 0 0,1 0 0,-1 0 780,4 0 1,0 0 0,0 0 0,1 0 38,0 0 0,0-1 0,-1 1 0,0 1 0,-3 4 0,-1 1 0,0 0 0,0 1 59,10 0 1,0-1 0,-3 2-60,-10 1 0,-1 0 0,-1 1 0,-1 1 0,1 1 0,-1-4 0,1-6 0,0-3 0,-1 4 222,-2 9 1,-2 3 0,0-3-223,19-9 0,-2 0 0,-3 17 0,-1-1 0,-3-16 0,0-2 0,-7 6 0,-1 2 0,3 3 0,-4-1 1718,-9-5-1718,17 18 759,-19-24-759,23 16 106,-22-13-106,19 13 0,-13 0 0,-5-12 0,17 11 0,-35-15 0,27 0 0,-27 0 0,12 0 0,-16 0 0,0 0 0</inkml:trace>
  <inkml:trace contextRef="#ctx0" brushRef="#br0" timeOffset="15950">2681 15981 24575,'41'0'0,"-1"0"0,1 0 0,0 0 0,6 0 0,0 0 0,3 0 0,2 0 0,-8 0 0,2 0 0,1 0 0,2 0 0,1 0 0,2 0-365,-11 0 1,2 0 0,0 0 0,1 0 0,1 0 0,1 0 0,0 0 0,1 0 0,0 0 66,-4 0 0,2 0 0,0 0 0,1 0 0,0 0 0,0 0 0,1 0 0,0 0 1,0 0-1,1 0 0,-1 0 24,0 0 1,0 0 0,0 0 0,1 0 0,0 0 0,0 0 0,1 0 0,-1 0 0,0 0 0,0 0 0,-1 0 0,1 0-25,1 0 0,0 0 0,0 0 0,1 0 0,-2 0 0,1 0 0,0 0 0,-1 0 1,0 0-1,0 0 0,0 0 202,1 0 1,1-1-1,0 1 1,-1 0 0,0-1-1,0 1 1,-1 0-1,0 0 1,-1 1 0,0 0 95,-1 0 0,1 2 0,-1-1 0,-1 1 0,0 0 0,-1 0 0,1 0 0,-1 0 0,-1-1-159,3 1 1,0-1-1,-1 0 1,0 0 0,0 1-1,-1 0 1,-1 0 0,0 1 158,8 2 0,-1 0 0,0 2 0,-2-1 0,-1 1 0,-1 0 401,1 1 1,-2 0 0,-1 0-1,-2 0 1,-2-2-402,8 1 0,-3-2 0,-5 2 1638,-3 5 0,-4-3-1503,-3-10 0,-5 0 3141,-3 16-2628,10-14 1,2 0 2627,8 14-3035,-1-15 0,0-2 1203,0 1-1444,2 0 0,-4 0 0,-33 0 0,18 0 0,-8 0 0,-13 23 0,13-17 0,-16 17 0,24-7 0,-18-12 0,17 27 0,-23-27 0,0 12 0,0-16 0,0 0 0</inkml:trace>
  <inkml:trace contextRef="#ctx0" brushRef="#br0" timeOffset="27267">9560 6579 24575,'45'0'0,"-13"0"0,3 0 0,4 0 0,2 0 0,5 0 0,0 0 0,-11 0 0,-1 0 0,1 0 0,0-1 0,0 0 0,-1 3 0,13 10 0,-2 0 0,4-10 0,-2 2 0,-3 14 0,-1 3 0,-3-7 0,0-1 0,4 5 0,0 2 0,-4 1 0,0 1-669,-7-7 1,1-1-1,1 0 669,5-1 0,1-1 0,2 0-545,-3 0 0,2 1 1,1 0-1,0 0 545,-4-3 0,-1 1 0,2-1 0,0 0 0,-1 2 0,3 1 0,1 1 0,-1 0 0,1 1 0,-1-1-270,1 2 0,-1 0 1,1 0-1,-1 0 0,0 1 270,-1 0 0,-1 1 0,1 0 0,0 0 0,0-1 0,0-1 0,2 0 0,-1-1 0,0 1 0,-1 1 0,-2 3 0,-1 0 0,-1 2 0,0-1 0,0-2 0,0-1 0,1-2 0,-1 0 0,-1 1 0,1 1 0,-1 1 0,-1 1 0,0 1 0,0 1 0,-2-1-373,5 5 1,-3 1-1,1-1 1,0-1 372,1-1 0,1-1 0,-1 0 0,-2-1 71,3 6 0,-3-1 0,0-1-71,0-2 0,0-2 0,-1-2 0,6 0 0,0-2 0,-4-4 0,2 0 0,-2 1 0,3 6 0,0 1 0,2-5 0,3 0 0,-3 2 0,-12-1 0,-3 1 0,3-1 0,10 0 0,2-1 0,-1 1 0,-9-1 0,-1 1 0,1-2 0,3-3 0,1-1 0,0 0 0,-1 2 0,1 0 0,-1 1 0,-3-1 0,-1 1 0,2-1 0,2-2 0,2 0 0,-3 1 870,9 12 1,-3 1-871,-3-7 0,-2-1 1189,-6 5 0,-3-2-1189,18-2 985,-21 2 0,-1-3-985,17-12 361,-12 14 0,-1-1-361,-4-15 0,18 12 0,-35-16 0,12 0 0,-32 0 0,-11 0 0,-10 0 0,4 0 0,-1 0 0,3 0 0,-3 0 0,2 0 0,-3 0 0,-2 0 0,-2 0 0,-3 0 0,0 0-384,5 0 1,0 1-1,-2-1 1,1-1 383,-2-2 0,0-2 0,0 1 0,-1 0 0,-2 4 0,-2 0 0,1 0 0,2-4 0,-3-7 0,3-5 0,0 4-4,0 9 0,1 3 0,4-3 4,1-9 0,1 1 0,-3 9 0,0 4 0,6-1 0,-1-2 0,-10-7 0,0 0 0,15 6 0,-1 0 766,-14-6 1,4 1-767,14 7 13,-15 0-13,40 0 0,40 0 0,1 0 0,-7 0 0,2 0 0,-9 0 0,-1 0 0,7 0 0,1 0 0,5 0 0,2 0 0,-6 0 0,1 0 0,1 0-350,3 0 1,2 0 0,-1 0 349,0 0 0,0 0 0,1 0 0,1 0 0,1 0 0,0 0 0,-1-1 0,-1 0 0,-1 3-49,-5 2 0,0 2 1,-1-1 48,0-3 0,-1-2 0,-1 2 0,9 6 0,-3 0 0,-7-7 0,0-2 0,2 1 0,-1 0 0,-6 0 0,-1 0 520,1 0 0,1 0-520,-2 0 0,1 0 77,-1 0 0,-1 0-77,12 0 0,6 0 0,0 0 0,-21 23 0,1-17 0,-7 18 0,-12-24 0,11-24 0,-15 3 0,2-11 0,-4-3 0,-13-6 0,14 1 0,-2-2 0,-17 9 0,1 1 0,15-12 0,2 0 0,-17 3 0,-1 1 0,9 4 0,2 2 0,-1 6 0,0 3 0,-5-3 0,15 13 0,0 15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50:36.86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3687 12876 24575,'34'0'0,"0"0"0,-2 0 0,1 0 0,9 0 0,2 0 0,4 0 0,0 0 0,-2 0 0,0 0 0,-11 0 0,0 0 0,-1 0 0,7 0 0,-2 0 0,5 0 0,-1 0 0,-3 0 0,0 0 0,3 0 0,2 0 0,-11 0 0,2 0 0,-2 0 0,12 0 0,0 0-463,-7 0 1,2 0 0,-1 0 462,-4 0 0,0 0 0,0 0 0,0 0 0,1 0 0,-3 0 225,7 0 1,-1 0-226,3 0 0,-4 0 230,2 0-230,-7 0 0,-1 0 0,4 0 0,6 0 706,0-15-706,-6 11 0,7-12 0,-1 16 0,-14 0 0,2 0 0,2 0 0,-1 0 0,3 0 0,1 0 0,-2 0 0,0 0 0,1 0 0,1 0 0,4 0 0,0 0 0,-7 0 0,-1 0 0,2 0 0,-1 0 0,-7 0 0,0 0 0,9 0 0,1 0 0,4 0 0,0 0 0,5 0 0,-1 0 0,-12 0 0,0 0 0,11 0 0,-3 0 0,1 0 0,0 0 0,0 0 0,0 0 0,-7 0 0,-1 0 0,4 0 0,-11 0 0,-1 0 0,-3 0 0,1 0 0,-23 0 0</inkml:trace>
  <inkml:trace contextRef="#ctx0" brushRef="#br0" timeOffset="-104613.73">1517 6121 24575,'29'0'0,"1"0"0,11 0 0,-8 0 0,1 0 0,3 0 0,-10 0 0,5 0 0,-5 0 0,10 0 0,-9 0 0,3 0 0,-27 0 0,35 0 0,-33 0 0,33 0 0,-35 0 0,35 0 0,-17 0 0,5 0 0,5 0 0,-28 0 0,11 0 0,-15 0 0,24 0 0,-18 0 0,17 23 0,-7-17 0,-12 18 0,12-24 0,-1 0 0,-11 0 0,12 0 0,-16 0 0,0 0 0,-16-24 0,12 18 0,-11-14 0,-1 1 0,12 15 0,-35-12 0,33 16 0,-33-15 0,35 11 0,-12-15 0,0-1 0,12 14 0,-11-33 0,-9 35 0,18-12 0,-17 16 0,23 0 0,0 0 0</inkml:trace>
  <inkml:trace contextRef="#ctx0" brushRef="#br0" timeOffset="-97513.73">8678 6579 24575,'48'0'0,"0"0"0,-1 0 0,-8 0 0,-1 0 0,2 0 0,0 0 0,8 0 0,3 0 0,-1 0 0,-3 0-316,4 0 0,-3 0 0,-2 0 316,-7 0 0,-1 0 0,-5 0 155,-4 0 1,-5 0-156,3 0 157,-11 0-157,0 0 0,11 0 0,10 0 240,-4 0 0,1 0-240,-2 0 0,1 0 0,0 0 0,-2 0 0,12 0 0,-11 0 0,-28 0 0,35 0 0,-33 24 0,17-18 0,-23 17 0,0-23 0</inkml:trace>
  <inkml:trace contextRef="#ctx0" brushRef="#br0" timeOffset="-90347.73">3828 12259 24575,'31'-29'0,"-10"15"0,5 4 0,10 7 0,6 5 0,0-1-591,-5-1 1,0 0 0,2 0 590,10 0 0,1 0 0,-2 0 0,-10 0 0,-3 0 0,0 0 270,14 0 1,-2 0-271,-3 0 0,-2 0 0,-2 0 0,1 0 0,3 0 0,0 0 0,-5 0 0,2 0 0,-5 0 0,2 0 0,-2 0 0,3 0 0,0 0 0,1 0 0,4 0 0,-2 0-87,-6 0 0,-1 0 1,2 0 86,4-1 0,2 0 0,-2 3 0,-4 5 0,-2 2 0,1-1 0,-1-7 0,-1-1 0,-1 5 0,8 14 0,-2 1 0,-6-17 0,-1-2 0,1 7 0,0-1 439,-6-7 0,-1 0-439,2 8 0,-1 0 12,-1-6 1,1 0-13,7 6 0,-1 0 587,8-8-587,-8 0 0,1 0 0,3 0 0,6 0 0,0 0 0,-6 23 0,-10-20 0,-3 0 0,-2 21 0,17-24 0,-35 0 0,12 0 0,-1 0 0,13 0 0,-7 0 0,18 0 0,-35 0 0,12 0 0</inkml:trace>
  <inkml:trace contextRef="#ctx0" brushRef="#br0" timeOffset="-82712.73">2064 14305 24575,'0'30'0,"0"9"0,0-35 0,0 27 0,0-27 0,0 35 0,0-2 0,0-10 0,0 1 0,0 11 0,0-1 0,0 11 0,0-20 0,0 0 0,0 1 0,0-1 0,0 3 0,0 1 0,0-1 0,0 1 0,0 8 0,0 0 0,0-8 0,0-1 0,0 1 0,0-2 0,0 12 0,0-3 0,0-35 0,0 35 0,0-21 0,0 1 0,0 19 0,0-33 0,0 33 0,0-19 0,0 23 0,0-14 0,0 3 0,0 0 0,0 0 0,0 5 0,0-3 0,0 3 0,0 2 0,0-35 0,0 12 0</inkml:trace>
  <inkml:trace contextRef="#ctx0" brushRef="#br0" timeOffset="-66013.73">8396 6756 24575,'20'0'0,"19"0"0,-10 0 0,3 0 0,11 0 0,6 0-927,-5 0 1,3 0 0,1 0 926,-11 0 0,1 0 0,0 0 0,0 0 0,11 0 0,0 0 0,-2 0 294,-9 0 0,-3 0 0,0 0-294,9 0 0,-6 0 457,-1 0-457,-11 0 0,-1 0 0,12 0 0,-9 0 1440,-12 0-1440,-1 0 0,-11 0 0,12 0 0,-16 15 0,23-11 0,-17 12 0,33-16 0,-35 0 0,28 0 0,-28 0 0,11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51:21.4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4498 8308 24575,'47'0'0,"0"0"0,-12 0 0,2 0 0,-1 0 0,-3 0 0,1 0 0,1 0-478,8 0 0,3 0 1,-2 0 477,-9 0 0,-2 0 0,1 0 0,2 0 0,1 0 0,-2 0 233,9 0 0,-2 0-233,-3 0 0,-2 0 237,12 0-237,-1 7 0,2 2 0,-16-7 0,1 0-141,3 1 0,4 3 0,-3 0 141,8 6 0,-1 0 0,-8-9 0,3-3 0,-1 3 0,-4 4 0,0 2 0,0-2 0,4-5 0,2-3 0,-1 0 0,1 1 0,-1 0 0,0 0 0,-5 0 0,0-1 0,0 2 0,-1 4 0,1 1 0,-3-1 357,-1-3 0,0 0-357,11 6 0,-3-1 0,1-7 0,0 0 0,0 0 0,0 0 0,-1 0 0,2 0 219,-9 0 1,-1 0-220,11 0 0,2 0 0,-10 0 0,0 0 0,-1 0 0,13 0 0,-2 0 0,4 0 0,-2 0 0,-2 0 0,-3 0 0,-14 0 0,0 0 0,13 0 0,1 0 0,-10 0 0,0 0 0,12 0 0,1 0 0,0 0 0,-2 0 0,-10 0 0,-1 0 0,-3 0 0,0 0 0,0 0 0,1 0 0,9-1 0,2 2 0,-6 6 0,1 2 0,1-1-383,3-5 0,1-3 0,2 3 383,5 4 0,1 1 0,1 0 0,-2-1 0,-1-2 0,3-1 0,-7-2 0,1-2 0,0 0 0,-1 2 0,6 3 0,-1 1 0,0-1 0,2-4 0,-1-2 0,-1 1 0,-6 0 0,0 0 0,-2 0-178,-4-1 0,-1 1 1,1 1 177,4 3 0,0 2 0,0-1 0,-4-4 0,0-1 0,0 3 0,0 9 0,-1 3 0,2-3 0,2-8 0,2-4 0,-2 2 0,8 10 0,-2 0 0,-4-11 0,-1-2 0,2 1 0,-2 0 0,9 0 0,-18 0 0,-1 0 1116,-3 0-1116,-11 0 566,-16 0-566,0-24 0,0 18 0,0-33 0,0 35 0,0-11 0</inkml:trace>
  <inkml:trace contextRef="#ctx0" brushRef="#br0" timeOffset="1700">4110 6544 24575,'19'0'0,"7"0"0,9 0 0,10 0 0,0 0-940,-5 0 1,0 0 0,2 0 939,-1 0 0,3 0 0,1 0 0,-1 0 0,2 0 0,1 0 0,-1 0 0,0 0 0,-7 0 0,0 0 0,0 0 0,0 0 0,6 0 0,0 0 0,1 0 0,-3 0 0,3 0 0,-2 0 0,1 0 0,2 0 0,0 0 0,0 0 0,2 0 0,1 0 0,-2 0 0,-5 0 0,-1 0 0,0 0 23,5 0 0,0 0 0,-1 0-23,-9 0 0,-2 0 0,0 0 0,2 0 0,-1 0 0,-5 0 650,18 0-650,-18 0 0,-7 0 0,-20 0 0,12 0 0</inkml:trace>
  <inkml:trace contextRef="#ctx0" brushRef="#br0" timeOffset="6484">22066 9278 24575,'43'0'0,"-1"0"0,1 0 0,-7 0 0,2 0 0,1 0 0,1 0 0,7 0 0,2 0 0,1 0 0,0 0-656,-10 0 1,1 0-1,-1 0 1,1 0 0,0 0 387,1 0 1,1 0 0,-1 0 0,0 0 0,-1 0 267,7 0 0,-1 0 0,0 0 0,-1 0-169,0 0 1,1 0-1,-1 0 1,-1 0 168,-1 0 0,0 0 0,-1 0 0,1 0 0,2 0 0,0 0 0,0 0 0,0 0 0,-3 0 0,0 0 0,0 0 0,1 0 0,3 0 0,2 0 0,-1 0 0,-2 0 0,3 0 0,-1 0 0,0 0 30,1 0 1,0 0 0,0 0-31,0 0 0,0 0 0,0 0 0,-6 0 0,0 0 0,0 0 0,6 1 0,1 0 0,-2-3 0,-6-5 0,-1-2 0,-1 2-153,2 5 0,0 2 0,-2-4 153,-4-8 0,0-4 0,0 4 0,3 10 0,2 3 0,-2-3 0,-3-8 0,-1-2 0,2 2 372,11 7 0,2 3 0,-1-1-372,-5-4 0,-2-1 0,1 2 0,6 2 0,0 3 0,0 0 0,-2-1 0,-1 0 0,1 0 0,-10 0 0,1 0 0,0 0 0,-1 0 0,12 0 0,-1 0 0,1 0 0,0 0 0,0 0 0,0 0 0,-7 0 0,0 0 0,-3 0 806,8 0 0,-2 0-806,-4 0 0,-5 0 1247,-9 0-1247,12 0 581,-33 0-581,18 0 1098,-24-24-1098,0 18 0,0-17 0,0 7 0,0 12 0,0-12 0</inkml:trace>
  <inkml:trace contextRef="#ctx0" brushRef="#br0" timeOffset="19784">22243 10989 24575,'15'-20'0,"26"10"0,16 5 0,-20 3 0,3 2 0,3 0 0,2 1 0,2 0-469,-3-1 1,3 0 0,1 0 0,1 0 0,2 0 0,0 0 0,0 0 103,-7 0 1,1 0 0,1 0 0,0 0 0,0 0 0,0 0 0,1 0 0,-1 0 0,0 0-34,4 0 1,1 0-1,-1 0 1,0 0-1,1 0 1,-2 0-1,1 0 1,-2 0 397,-3 0 0,0 0 0,-1 0 0,0 0 0,0 0 0,-1 0 0,0 0 0,0 0-65,3 0 1,0 0 0,0 0 0,-1 0-1,-1 0 1,0 0 0,-1 0 64,1 0 0,-1 0 0,-1 0 0,-1 0 0,1 0 0,-1 0 217,6 0 0,0 0 1,0 0-1,-3 0 0,-2 0-217,7 0 0,-5 0 0,-2 0 0,7 0 0,-6 0 0,-15 0 0,-5 0 3276,-1 0-2748,4 0 0,3 0 2748,18 0-3239,-9-1 0,4 2-37,-4 3 0,2 2 0,2-1-190,1-3 0,2-1 1,2 0 189,-10 2 0,3 1 0,1-1 0,0 1 0,0-2 0,9-1 0,-1-1 0,1-1 0,1 1 0,-9 0 0,1 0 0,0 0 0,-1 0 0,-1 0 0,3 0 0,-1 0 0,-1 0 0,-2 0-89,3 0 0,-2 0 0,-2 0 89,-3 0 0,-2 0 0,-2 0 0,2 0 0,-3 0 0,0 0 0,-1 0 0,13 0 0,-15 0 0,3 0 0,7 0 0,4 0 0,-2 0 0,4 0 0,3 0-332,-6 0 0,3 0 0,1 0 0,2 0 1,0 0 331,-5 0 0,1 0 0,1 0 0,1 0 0,0 0 0,0 0 0,-2 0 0,1 0 0,1 0 0,0 0 0,0 0 0,0 0 0,0 0 0,0 0 0,0 0 0,1 0 0,-1 0 0,0 0 0,-1 0 0,0 0 0,2 0 0,-1 0 0,0 0 0,-1 0 0,0 0 0,0 0 0,-1 0 0,1 0 0,-1 0 0,0 0 0,-1 0 0,-2 0-199,9 0 1,-1 0-1,-2 0 1,-1 0 198,6 0 0,-2 0 0,-2 0 0,-10 0 0,-2 0 0,-3 0 0,2 0 0,-4 0 0,14 0 0,-5 0 3276,-33 0-3235,17 0 1,-23 0 0,0 0-1</inkml:trace>
  <inkml:trace contextRef="#ctx0" brushRef="#br0" timeOffset="27867">22154 10619 24575,'-29'0'0,"0"0"0,-3 6 0,-1 3 0,-6 4 0,-2 2-283,4-4 0,-1 1 0,3 2 283,-4 7 0,-1 1 0,1-2 0,-4 0 0,0-1-473,2-3 0,0-1 0,0 3 473,8-1 0,1 3 0,0 0 0,-1-1 0,-3-1 0,-2-2 0,1 1 0,1 3 0,4 2 0,2 3 0,0 0 0,-1-1-287,-5-1 0,-2-1 0,1 0 0,1 3 287,3 4 0,2 2 0,0 0 0,-4-2 0,-5-4 0,-5-4 0,1 1 0,3 2 0,7 1 0,3 2 0,-1 0 0,0-2 0,-4-4 0,-1-1 0,-1-1 0,2 1 0,0 2 0,1 0 0,0 0 0,1-2-291,-3 0 0,0-2 0,0 1 291,3 1 0,-2 1 0,2 1 0,2-3 0,-7 6 0,2-1 173,-3 8 1,4-3-174,13-15 0,2-1 571,-1 3 1,1 0-572,0 11 1752,-18-5-1752,11 17 1047,-9-19-1047,4 0 0,-1 3 0,6-5 0,-1 1 0,2 2 0,-2 3 0,-1-2 0,-10-2 0,0 1 0,10 5 0,1 3 0,0-2-260,-12-2 0,1-1 260,12 1 0,0 2 0,-2-2 0,-1-6 0,-2-2 0,1 1 0,1 4 0,1 2 0,-1-1 0,-3 1 0,-1-1 0,0 1 0,0-3 0,-1 0 0,3 1 0,-1 10 0,0-3-7,1-13 0,-2-3 0,5 1 7,4 8 0,3-1 0,-8-1 0,1-3 0,8-3 0,1 0 0,-1 1 0,1 1 0,-17 12 519,11-7-519,-4 3 22,27-24-22,-12 0 0,16 0 0,0 0 0,0 15 0,-24-11 0,19 12 0,-19-16 0,24 0 0,0 0 0,0-16 0,0 12 0,0-11 0,0 15 0</inkml:trace>
  <inkml:trace contextRef="#ctx0" brushRef="#br0" timeOffset="29667">18221 13053 24575,'0'-40'0,"0"0"0,0 0 0,0-4 0,0-2 0,0 1 0,0 1 0,0 1 0,0 1 0,0 5 0,0 1 0,0 5 0,0-12 0,0 43 0,0 27 0,0 10 0,0 6 0,0-13 0,0-1 0,0 20 0,0 0 0,0 2 0,0-17 0,0 1 0,0-3 0,0 3 0,0 0 0,0 13 0,0 0 0,0-2 0,0 0 0,0-12 0,0 1 0,0 0-150,0-1 0,0 1 0,0 0 150,0 0 0,0 1 0,0 0 0,0 5 0,0 1 0,0-1 0,0-4 0,0-1 0,0-1 0,0 7 0,0-4 0,0 5 0,16-27 0,-12-16 0,11-16 0,1 12 450,-12-11-450,35-1 0,-17-12 0,10 10 0,2-1 0,-14-2 0,1-1 0,18-1 0,5 3 0,-4 2 0,0-1-147,-10 2 0,1-1 0,0 2 147,4 2 0,1 2 0,-3 1 0,1-4 0,-3 2 0,12-3 0,-12 16 0,-27 0 0,12 0 0</inkml:trace>
  <inkml:trace contextRef="#ctx0" brushRef="#br0" timeOffset="38867">2346 10495 24575,'0'30'0,"0"-1"0,0 2 0,0 3 0,0-1 0,0 2 0,0 0 0,0 12 0,0-1 0,0 2 0,0 0 0,0-5 0,0 0 0,0-3 0,0 0 0,0-6 0,0 0 0,0 2-955,0 4 1,0 1 0,0 2 954,0-4 0,0 3 0,0 1 0,0-1 0,0 1 0,0 0 0,0 0 0,0 1 0,0 2 0,0 1 0,0-1 0,0-1 0,0-6 0,0-1 0,0-1 0,0 0 0,0 6 0,0-2 0,0-2 453,0 7 1,0-4-454,0-2 0,0-3 235,0-10 1,0 1-236,0 10 0,0 0 0,0 11 0,0-8 0,0 0 742,-1-12 1,2-1-743,10 15 0,1 1 0,-9-11 0,0-2 0,9 0 0,0-1 0,-3 4 0,-2-1 0,-4 8 0,6-10 0,-2-3 0,-7-9 0,0 20 0,16-33 0,-12 33 0,35-35 0,-17 36 0,2-29 0,2-1 0,-7 11 0,0 1 0,12 1 0,4-3 0,5-1 0,1 0 0,-12-5 0,1 1 0,3-1-363,10 1 1,3-1 0,0 0 362,-2-1 0,0-1 0,3 0-531,-9-2 1,1 1 0,2-1 0,0 1 0,0-2 530,2 0 0,-1-1 0,1-1 0,1 0 0,0-1 0,1 1 0,1-1 0,1-1 0,-1 0 0,1 0 0,1-1 0,1 0 0,0-1 0,-1-1 0,1 0 0,-1-1 0,-1 0 0,1-2 0,0 1 0,0-1-489,-5 1 1,1 0 0,0 0 0,0 0 0,1 0 0,0 0 488,1 0 0,1 0 0,1 0 0,-1 0 0,0 0 0,0 0 0,-2 0 0,0 0 0,0 0 0,0 0 0,-1 0 0,0 0 0,0 0 0,-1 0 0,0 0 0,-1 0 0,0 0 0,-1 0-247,3 0 0,0 0 1,-2 0-1,-1 0 0,0 0 247,3 1 0,-1 0 0,-1-1 0,-3-2 96,4-1 0,-2-3 0,-1 0-96,3-3 0,0 0 0,-4-1 0,1-1 0,-1 1 646,-3 2 1,1 0 0,0 0-647,3-1 0,0 3 0,3 3 0,2 2 0,-11-4 0,0 0 0,2-1 664,4-2 1,1 0-1,1 0-664,-5 3 0,1 1 0,0-2 0,0 0 0,2-4 0,0-1 0,0 0 0,1 0-27,6 0 0,1 0 1,0 0-1,-1 1 27,-3 0 0,-1 1 0,-1 0 0,2-1 0,2 0 0,1-1 0,-1 0 0,-1 0 0,-6 1 0,-2 0 0,0-1 0,1-1 0,3-2 0,0-2 0,0 1 0,-2-1-67,6-1 1,-3 1 0,1 0 66,1 1 0,0 1 0,-1 0 0,-7 2 0,-1 1 0,-2 3 54,8 5 0,-2 2-54,5-6 0,-1-2 0,-4-3 0,2 1 0,-7 9 0,1 2 0,0-4 0,-4-8 0,-2-4 0,3 5 0,7 7 0,2 6 0,-2-4 83,-3-7 1,-1-3-1,2 1-83,11 3 0,2 0 0,-1-3 102,-12-2 1,-1-3-1,0-1 1,0 2-103,2 2 0,1 2 0,-1-1 0,-2-1 0,7-7 0,-2-1 0,-1 3 242,-4 11 0,-1 2 0,-2-2-242,-1-13 0,0 1 0,17 16 0,0 0 0,-14-15 0,-1-3 0,-1 7 0,4 1 0,-3-4 0,-6-2 0,-1-3 0,-2-1 0,-1-2 0,0-2 0,-1-2 37,3-6 0,0-2 0,-2 0-37,-7 2 0,-1 1 0,0 1 0,4 2 0,2 1 0,-5-1 714,-7-21 0,-1 6-714,12 25 0,-2 0 26,-15-11 0,-3-2-26,11 8 0,0-1 0,-11-13 0,-2-6 0,4 8 0,1-3 0,1-2 0,-1 2 0,-3-6 0,0 2 0,1-2 46,1 4 1,2-1 0,-1 0 0,-1 4-47,-1-10 0,-4 4 0,-5 10 0,-1 2 0,7-1 0,-2 1 0,-16 6 0,-2 1 0,11 1 0,-1-1 0,-9 1 0,-3 1 0,1 7 0,1-1 357,2-2 0,0-1-357,-5-1 0,-3 3 0,2 9 0,-2 0 0,-8-8 0,-1-1 0,-4 6 0,0 1 0,7-5 0,1-1 0,-9-3 0,0 0 0,1 0 0,-1 1-430,-3 2 0,-4 1 430,5 4 0,-4 0 0,2-1 0,8 0 0,1 1 0,-3 0-400,1 4 0,-3 1 0,-1 1 0,1-2 400,2-2 0,1-2 0,0 1 0,0 1 0,-4 1 0,-1 3 0,1-1 0,0-1 0,4 0 0,0-1 0,0 0 0,1 0-264,-10-4 0,0 0 0,2 2 264,8 5 0,2 2 0,-1-1 0,-3-6 0,-2-1 0,2 1 0,3 6 0,0 2 0,0-2 0,-5-7 0,-1-2 0,2 3 0,3 5 0,1 2 0,1-2-142,0-5 1,1-2 0,-1 4 141,1 8 0,-1 3 0,0-1 0,0-4 0,-1-1 0,-1 1 0,-10 5 0,-2 1 0,-2-2-293,10-3 1,-1-3 0,0 0 0,-1 2 292,-5 3 0,-1 1 0,0 1 0,-1-3 0,5-3 0,0-2 0,-1-1 0,0 0 0,0 2 0,3 2 0,-1 2 0,1 0 0,0-1 0,1-1 0,0-2 0,1-2 0,1-1 0,-1 1 0,1 1 0,-8 1 0,-1 2 0,2 1 0,1-2 0,5 0 0,1 0 0,1-1 0,-2 3 0,-6 2 0,-1 2 0,-1 1 0,3 0 33,-4-1 0,1 0 0,-1 0-33,4 0 0,-2 0 0,0 0 0,4 0 0,-1 1 0,3-1 0,-1-1 135,-1-4 1,-1-1 0,3 1-136,-7 4 0,2-2 204,3-4 0,2-1-204,10-1 0,-1 2 0,1 6 0,-3 2 0,2-5 0,-5-15 0,0-1 0,-1 16 0,-3 4 0,3-2 0,5-10 0,0 0 1008,-17 11 1,4 2-1009,6-1 760,7 0 1,1 0-761,-4 0 196,4 0 1,-1 0-197,6 0 0,-1 0 0,-13 0 0,-2 0 0,3 0 0,2 0 0,6 0 0,1 0 0,-10 0 0,2 0 0,-2 0 0,2-1 0,-2 2 0,9 11 0,1 0 0,0-9 0,0 0 0,-3 8 0,3 1 0,-5 4 0,12-15 0,-1 2 0,0 13 0,-1-1 0,-1-13 0,1 0 0,-1 18 0,3-1 0,-2-13 0,-5 18 0,29-24 0,-13 0 0,-8 0 0,3 16 0,-4-15 0,-1 1 0,-11 30 0,15-18 0,0-1 0,-21 9 0,25-1 0,-1-3 0,-24-14 0,23 12 0,5-16 0,-9 0 0,18 0 0,-17 0 0,7 23 0,-11-17 0,9 14 0,-2-1 0,-23-15 0,24 27 0,-20-27 0,33 36 0,-18-35 0,8 35 0,-3-36 0,-1 27 0,-19-4 0,17-9 0,-1 2 0,-1 5 0,-1 1 0,-5-8 0,1 1 0,7 2 0,1 1 0,2 1 0,1-3 0,-10 2 0,13 1 0,15-23 0</inkml:trace>
  <inkml:trace contextRef="#ctx0" brushRef="#br0" timeOffset="70867">30092 8343 24575,'0'34'0,"0"1"0,0 14 0,0-8 0,0 0 0,0-13 0,0 1 0,0 12 0,0 4 0,0-6 0,0 1 0,0 1-499,0-4 0,0 0 1,0 2 498,0 0 0,0 2 0,0 1 0,0-1-268,0-3 0,0 0 1,0-1-1,0 1 268,0 1 0,1 1 0,-1 0 0,-1 2 0,-4 4 0,-1 2 0,-1 0 0,1 0-494,4-1 0,1-1 1,1 1-1,-2 1 494,-2-6 0,-1 0 0,0 0 0,0 1 0,0 0 0,1-1 0,1 1 0,-1-1 0,2 1 0,-1-2 0,2 7 0,1-1 0,-1 0 0,-1-1-195,-1-1 0,-2 0 1,1-1-1,1-3 195,2 0 0,1-2 0,1-2 444,-1 13 0,0-5-444,0-17 0,0-4 1284,0 4-1284,0 11 2148,0-17-2148,0 5 250,0 4 0,0-27 0,0 12 1</inkml:trace>
  <inkml:trace contextRef="#ctx0" brushRef="#br0" timeOffset="-79363.73">4957 11924 24575,'37'0'0,"0"0"0,1 0 0,4 0 0,1 0 0,-2 0 0,1 0 0,2 0 0,2 0-656,-2 0 1,1 1-1,1 0 1,1-2 0,-2 0 277,-1-2 1,-2-2-1,1 0 1,0-1-1,1 1 378,4 1 0,1 0 0,1 0 0,-1 0 0,-2-1 0,-6 0 0,-1 0 0,0-1 0,-1 1 0,1-2 8,2 0 1,1-2 0,0 0 0,-2 1-1,-2 2-8,6 3 0,-3 3 0,0-3 382,2-4 0,-1-3 0,-5 4-382,-8 5 0,-3 2 0,7-1 0,-1 0 0,4 0 1290,-11 0 1,-1 0-1291,12 0 697,-4 1 1,1-2-698,-7-7 0,3 0 0,4 6 0,5 2 0,-3-2 0,3-5 0,1-1 0,0 1 0,4 2 0,-3 1 0,2 3 0,-1-2 0,-8-9 0,1-3 0,-1 3 0,12 8 0,-3 2 0,-10-10 0,-2 0 0,4 11 0,-3 2 0,5-1 0,-9 0 0,3 0 0,-27 0 0,12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53:00.96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16739 14358 24575,'42'-12'0,"1"1"0,-5 8 0,0 0 0,3-10 0,-2 2 0,-8 11 0,-3 0 0,15-16 0,-5 13 0,5-13 0,-15 15 0,2 2 0,2-1 0,1 0 0,11 0 0,0 0 0,-11 0 0,-1 0 0,-2 0 0,-1 0 0,14 0 0,-22 0 0,19 0 0,-13 0 0,10 0 0,6 0 0,-23 0 0,19 0 0,-17 0 0,5 0 0,12 0 0,-33 0 0,34 0 0,-21 0 0,24 0 0,-21 0 0,1 0 0,-23 0 0,0 0 0</inkml:trace>
  <inkml:trace contextRef="#ctx0" brushRef="#br0" timeOffset="11001">6297 8643 24575,'37'0'0,"1"0"0,0 0 0,3 0 0,3 0 0,-3 0 0,1 0 0,2 0 0,2 0-656,-3 0 1,2 0-1,1 0 1,1 0 0,-1 0 172,1 0 1,1 0 0,0 0 0,0 0 0,0 0 482,-1 0 0,-1 0 0,1 0 0,0 0 0,-1 0 0,2 0 0,0 0 0,0 0 0,-1 0 0,-3 0 48,1 0 0,-1 0 1,-2 0-1,0 0-48,-1 0 0,1 0 0,-1 0 0,-2 0 156,3 0 1,-2 0 0,1 0-157,0 0 0,0 0 0,0 0 0,1 0 0,-1 0 0,0 0 0,0 0 0,1 0 0,-2 0 0,-3 0 0,-1 0 0,-1 0-41,0 0 0,0 0 0,-1 0 41,11 0 0,-2 0 1354,-3 0 1,1 0-1355,2 0 0,0 0 0,-3 0 0,0 0 0,4 0 0,0 0 0,-3 0 0,-1 0 669,-3 0 1,-4 0-670,5 0 937,1 0-937,-12 0 81,-2 0 1,3 0-82,6 0 0,3 0 0,2 0 0,2 0 0,3 0 0,0 0 0,-3 0 0,-1 0 0,-4 0 0,-2 0 0,-6 0 0,-3 0 0,2 0 0,5 0 0,-28 0 0,35 0 0,-33 0 0,17 0 0,-23 16 0,0-12 0,0 11 0</inkml:trace>
  <inkml:trace contextRef="#ctx0" brushRef="#br0" timeOffset="27733">24306 9013 24575,'38'0'0,"-1"0"0,4 0 0,2 0 0,-3 0 0,2 0 0,0 0-370,-6 0 1,-1 0-1,1 0 370,5 0 0,0 0 0,-3 0 0,1 0 0,-2 0 181,3 0 1,-3 0-182,6 0 184,-23 0-184,19 0 0,-18 0 0,7 0 562,11 0-562,-33 0 0,17 0 0,-23 0 0,16 0 0,-12 24 0,27-18 0,-3 17 0,9-23 0,-5 0 0,3 0 0,-3 0 0,0 0 0,8 0 0,1 0 0,-5 0 0,-2 0 0,-6 0 0,-3 0 0,3 0 0,-13 0 0,-15 0 0,0 16 0,0-12 0,0 12 0</inkml:trace>
  <inkml:trace contextRef="#ctx0" brushRef="#br0" timeOffset="63483">3404 9278 24575,'30'0'0,"-1"0"0,9 0 0,4 0 0,0 0 0,2 0 0,2 0-1032,1 0 1,1 0 0,2 0 1031,-8 0 0,2 0 0,0 0 0,0 0 0,0 0 0,-1 0 0,1 0 0,2 0-365,-4 0 0,2 0 0,0 0 0,0 0 1,-1 0 364,4 0 0,-1 0 0,0 0 0,1 0 0,-2 0 0,3 0 0,-1 0 0,0 0 0,-4 0 92,9 0 1,-4 0 0,1 0-93,1 0 0,0 0 0,-3 0 0,-10 0 0,-2 0 0,-4 0 0,18 0 0,-9 0 0</inkml:trace>
  <inkml:trace contextRef="#ctx0" brushRef="#br0" timeOffset="64749">3528 12753 24575,'34'0'0,"1"0"0,0 0 0,5 0 0,1 0 0,1 0 0,-5 0 0,1 0 0,0 0 0,0 0-707,11 0 1,-1 0 0,0 0 706,2 0 0,0 0 0,-3 0 0,-9 0 0,-2 0 0,-2 0 340,7 0 1,-2 0-341,-3 0 0,-5 0 350,-10 0-350,3 0 0,-24 0 0,0 0 0</inkml:trace>
  <inkml:trace contextRef="#ctx0" brushRef="#br0" timeOffset="111466">21114 11324 24575,'-30'0'0,"-9"0"0,-4 0 0,12-8 0,-3 0 0,2 9 0,-4 4 0,0 1-687,1 1 1,0 2 0,-2 3 686,-2 4 0,-2 3 0,-1 3 0,1 1-388,7-3 0,-1 1 1,1 1-1,-1 0 1,1 1 387,-4 1 0,0 1 0,0 0 0,0 0 0,1-1 0,-6 4 0,1-2 0,0 1 0,3 0-235,6-1 0,3 2 0,0-2 0,-1-2 235,-9-1 0,-1-2 0,3 0-123,6 1 1,3 2 0,-2-4 122,-3-5 0,-1-4 0,0 1 0,0 1 0,0 2 0,1 0 0,3 0 0,0 0 0,1-2 627,-12-3 1,3 1-628,9 10 0,2-2 606,-15-16 0,21 13 1,-2-16-1</inkml:trace>
  <inkml:trace contextRef="#ctx0" brushRef="#br0" timeOffset="113283">19173 12206 24575,'0'-43'0,"24"6"0,-18-6 0,17 0 0,-7 21 0,-12-2 0,12 48 0,-32-18 0,14 21 0,0 1 0,-14-20 0,3 17 0,3 4 0,4-7 0,-18 5 0,24 13 0,0-19 0,-15 22 0,7-14 0,-4 1 0,-16 9 0,-3 2-257,14-6 1,2 2 0,-2-1 256,-3 1 0,-1-1 0,2-1 0,-3 11 0,1-4 0,-2-10 0,2-3 0,0 14 0,-3-23 0,48-5 0,-18-15 0,33 0 769,-19 0-769,7 0 0,4 0 0,1 1 0,1-2 0,11-6 0,0-1 0,-4 6 0,1 0 0,-5-3 0,2-2 0,-3 3 0,-3 3 0,-1 2 0,4-1 0,3 0 0,-5 0 0,8 0 0,-10 0 0,-3 0 0,-9 0 0,-3 0 0,-16 0 0</inkml:trace>
  <inkml:trace contextRef="#ctx0" brushRef="#br0" timeOffset="128149">4868 11871 24575,'43'0'0,"-14"0"0,3 0 0,11 0 0,2 0 0,-10 0 0,1 0 0,1 0-356,4 0 1,1 0 0,-1 0 355,-5 0 0,-1 0 0,1 0 0,4 0 0,0 0 0,0 0 0,0 0 0,1 0 0,1 0-575,-2 0 1,2 0 0,0 0 0,1 0 574,3 0 0,1 0 0,0 0 0,1 0 0,-6 0 0,1 0 0,0 0 0,0 0 0,-2 0 0,4 0 0,-2 0 0,0 0 0,-2 0 92,10 0 0,-1 0 0,-4 0-92,-9 0 0,-2 0 0,-3 0 0,2 0 0,-3 0 0,-1 0 0,-1 0 471,14 0-471,-6 0 1016,-11 0 1,-1 0-1017,12 0 583,-9 0-583,3 0 0,-27 23 0,12-17 0,7 18 0,14-24 0,-3 0 0,3 0 0,3 0 0,0 0 0,5 0 0,-1 0 0,-11 0 0,-2 0 0,-1 0 0,-1 0 0,14 0 0,-13 0 0,1 0 0,0 0 0,3 0 0,0-1 0,3 1 0,1 1-268,1 3 1,0 3 0,1-2 267,4-4 0,2 0 0,-1 0 0,2 4 0,0 0 0,-2 1 0,-8 0 0,-1-1 0,-1 0 0,1-4 0,-1 0 0,-2 1 0,0 6 0,-1-1 0,3-6 0,-4-2 0,-9 1 0,17 0 0,-35 0 802,27 0-802,12 0 0,-1 0 0,-2 0 0,2 0 0,7 0 0,-19 12 0,1 0 0,12-6 0,-24 17 0,-3-23 0,-16 0 0</inkml:trace>
  <inkml:trace contextRef="#ctx0" brushRef="#br0" timeOffset="140999">19597 8431 24575,'29'0'0,"1"0"0,1 0 0,2 0 0,11 0 0,0 0 0,-3 0 0,-1 0 0,4 0 0,-2 0 0,-8 0 0,-3 0 0,14 0 0,-6 0 0,-35 0 0,27 0 0,-3 0 0,-7 0 0,3 0 0,-9 0 0,13 0 0,9 24 0,-4-22 0,1 2 0,-14 15 0,1 1 0,19-17 0,2-2 0,-9 13 0,-1 3 0,7-2 0,2-2 0,-8-6 0,2-1 0,-1 2-254,2 5 0,-1 2 1,2-4 253,4-7 0,2-5 0,-2 2 0,-4 4 0,-1 2 0,-1-3-106,-1-3 1,0-1-1,0-1 106,14 1 0,0 0 0,-10 0 0,1 0 0,0 0 0,-5 0 0,0 0 0,0 0 0,16 0 0,-6 0 0,-7 0 0,2 0 0,-35 0 0,12 0 749,-16 0-749,0-16 329,-16 12-329,12-11 0,-35-9 0,17 3 0,2-10 0,-3-5 0,-6 4 0,0-1 0,4-7 0,1 0 0,-8 3 0,3 3 0,1-3 0,13 14 0,15 23 0,0 0 0,0 23 0,0-17 0,15 33 0,-11-35 0,12 28 0,7-28 0,-17 11 0,34 9 0,-37-3 0,37 7 0,-22-8 0,1-1 0,8-8 0,1-1 0,0 10 0,-3 4 0,-11-3 0,-1 1 0,19 15 0,-29-10 0,17-9 0,0-4 0,-14-10 0,17 11 0,-23-15 0,0 24 0,-23-18 0,17 17 0,-18-23 0,8 16 0,13-12 0,-13 15 0,0 1 0,12-14 0,-35 17 0,33-7 0,-33-12 0,35 12 0,-27-16 0,3 15 0,-9-11 0,11 16 0,1 0 0,3-15 0,-1 19 0,23-24 0,-16 16-820,12-12 1,-11 11 0,15-15 0</inkml:trace>
  <inkml:trace contextRef="#ctx0" brushRef="#br0" timeOffset="143299">5874 8343 24575,'44'0'0,"0"0"0,-10 0 0,1 0 0,0 0 0,0 0 0,1 0 0,1 0-734,3 0 1,1 0 0,1 0 733,6 0 0,2 0 0,-1 0 0,-1 0 0,0 0 0,1 0 0,-6 0 0,1 0 0,1 0 0,-2 0 0,6 0 0,-1 0 0,0 0 0,2 0 0,1 0 0,-5 0 353,-3 0 0,-2 0-353,2 0 0,-4 0 363,-2 0-363,7 0 0,-1 0 0,-6 0 1131,6 0-1131,0 24 0,-13-22 0,1 2 0,0 15 0,3 1 0,8-17 0,2-2 0,-11 7 0,-2-1 0,1-6 0,-3-2 0,14 1 0,0 24 0,-5-18 0,-11 17 0,-11-23 0,-16 16 0,15-12 0,13 12 0,-7-16 0,19 0 0,-36 0 0,11 0 0,9 0 0,-18 0 0,17 0 0,-7 0 0,-12 0 0,11 0 0,1 15 0,-12-11 0,12 12 0,-16-16 0,0 0 0,-16 0 0,12-16 0,-12 12 0,16-11 0,0 15 0,0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16:58.7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24007 14728 24575,'40'0'0,"0"0"0,-5 0 0,0 0 0,4 0 0,-1 0 0,-6 0 0,1 0 0,9 0 0,2 0 0,-5 0 0,2 0 0,-6 0 0,0 0 0,-1 0 0,0 0 0,1 0 0,14 0 0,0 0 0,-17 0 0,0 0 0,1 1 0,3 0 0,-1-3-149,1-2 1,0-2 0,0 1 148,0 4 0,0 1 0,0-3 0,0-9 0,-1-4 0,-2 5 0,0 8 0,-2 0 0,1-10 0,-5 2 0,-7 11 0,19 0 0,-18 0 0,7 0 445,11 0-445,-17 0 0,21 0 0,0 0 0,-6 0 0,6 0 0,0 0 0,-5 0 0,-13 0 0,1 0 0,11 0 0,6 0 0,0 0 0,-6 0 0,6 0 0,0 0 0,-12 1 0,-1-2 0,-6-6 0,1-1 0,16 5 0,1 2 0,-10-7 0,0 0 0,0 7 0,1 2 0,9-1 0,-2 0 0,1 0 0,-11 0 0,-1 0 0,14 0 0,-5 0 0,-11 0 0,12 0 0,-17 0 0,21 0 0,0 0 0,-6 0 0,6 0 0,0 0 0,-5 0 0,-13 0 0,1 0 0,0 0 0,1 0 0,7 1 0,2-2 0,4-10 0,0-2 0,5 11 0,-1-1 0,-4-10 0,0 2 0,4 10 0,-2 2 0,-9-1 0,-1 0 0,7 0 0,-2 0 0,-9 0 0,-1 0 0,0 0 0,-1 0 0,17 0 0,0 0 0,-5 0 0,-5 0 0,0 0 0,8 0 0,-7 0 0,-1 0 0,4 0 0,6 0 0,1 0 0,-7 0 0,-12 0 0,1 0 0,11 0 0,6 0 0,-13 0 0,-1 0 0,12 0 0,0 0 0,0 0 0,8 0 0,-12 0 0,3 0 0,3 0 0,0 0 0,-1 0 0,0 0 0,3 0 0,-2 0 0,-11 0 0,-3 0 0,14 0 0,-23 0 0,-4 0 0,-16 0 0,23 24 0,-17-19 0,18 19 0,-9-24 0,-11 0 0,35 16 0,-33-12 0,18 11 0,-9-15 0,-11 24 0,12-18 0,0 17 0,27-23 0,-2 0 0,-9 0 0,5 0 0,0 0 0,5 0 0,2 0-249,3 0 1,4 0 0,-2 0 248,-11 0 0,-1 0 0,0 0 0,4 0 0,0 0 0,-4 0 0,-2 0 0,-5 0 0,13 0 0,-27 0 0,-16 0 0</inkml:trace>
  <inkml:trace contextRef="#ctx0" brushRef="#br0" timeOffset="2083">23795 16369 24575,'43'0'0,"-13"0"0,1 0 0,0 0 0,2 0 0,-1 0 0,3 0 0,0 0 0,6 0 0,2 0 0,-3 0 0,5 0 0,0 0 0,-9 0 0,1 0 0,-4 0 0,-6 0 0,-1 0 0,1 0 0,1 0 0,10 0 0,0 0 0,11 0 0,-14 1 0,5 0 0,-1-3 0,8-10 0,2 0-303,-4 9 0,3 3 0,0-3 303,-4-4 0,0-2 0,-1 2 0,-6 5 0,0 3 0,-3 0 0,8-1 0,-4 0 0,-6 0 0,-5 0 0,-7 0 0,19 0 0,-18-16 0,4 14 0,1 0 909,12-13-909,5-1 0,-24 12 0,-3-12 0,-16 16 0</inkml:trace>
  <inkml:trace contextRef="#ctx0" brushRef="#br0" timeOffset="5016">25523 17251 24575,'38'0'0,"-1"0"0,4 0 0,2 0 0,-3 0 0,3 0 0,-2 0 0,6 0 0,-2 0 0,2 0 0,-2 0 0,-17 0 0,-1 0 0,11 0 0,0 0 0,-7 0 0,3 0 0,10 0 0,6 0 0,-3 0 0,1 0 0,-2 0 0,-10 1 0,0 0 0,-4-3 0,-3-10 0,-3 0 0,17 6 0,-6-13 0,6-1 0,-1 17 0,3 4 0,0-3 0,-6-7 0,-1-4 0,-2 4 0,10 7 0,-4 0 0,-11-6 0,-7 0 0,-4 8 0,8 0 0,3 0 0,10 0 0,1 0 0,-2 0 0,-14 0 0,4 0 0,2 0 0,6 0 0,6 0 0,6 0 0,-17 0 0,1 0 0,1 0-196,8 0 1,2 0 0,-2 0 195,-6 0 0,-1 0 0,-1 0 0,14 0 0,-2 0 0,-11 0 0,-2 0 0,1 0 0,-1 0 0,-7 0 0,1 0 0,10 0 0,0 0 0,-6 0 0,1 0 0,9 0 0,2 0 0,-4 0 0,1 0 0,3 0 0,0 0 293,-11 0 0,-2 0-293,-1 0 0,-1 0 0,0 0 0,1 0 0,2 0 0,1 0 0,10 0 0,2 0 0,-4 0 0,-2 0 0,-2 0 0,-3 0 0,3 0 0,2 0 0,-35 0 0,12 0 0,-16 0 0,23 0 0,-1 0 0,10 0 0,3 0 0,6 0 0,0 0 0,0 0 0,0 0 0,-8 0 0,1 0 0,-8 0 0,1 0 0,7 0 0,2 0 0,11 0 0,2 0 0,-14 0 0,1 0 0,1 0-426,10 0 0,3 0 0,0 0 426,-2 1 0,-1 0 0,3-3 0,-4-2 0,3-3 0,0 0 0,-3 2 0,5 2 0,-3 3 0,2-3 0,-7-2 0,1-2 0,0 0 0,-4 2 0,-4 4 0,-3 2 0,0-1 0,16 0 0,-4 0 0,-17 0 0,-3 0 0,2 0 0,-11 0 0,-1 0 0,-11 0 1278,35 0-1278,-33-15 0,34 11 0,-37-12-820,13 16 1,-16 0 0,0 0 0</inkml:trace>
  <inkml:trace contextRef="#ctx0" brushRef="#br0" timeOffset="43283">12806 3687 24575,'39'0'0,"0"0"0,0 0 0,0 0 0,1 0 0,4 0 0,1 0 0,3 0 0,-8 0 0,3 0 0,1 0 0,1 0 0,1 0 0,2 0 0,0 0 0,1 0-328,-3-1 0,1 0 0,1-1 1,0 1-1,2-1 0,0 0 1,0 0-1,1 0 0,0 1 1,0-1 53,-6 1 1,1 0 0,-1 0 0,1 0 0,0 0 0,1 0 0,0 0 0,1 0 0,0-1 0,1-1 0,1 0 0,1-1 80,-7 0 0,2-1 0,1 0 1,1-1-1,1 0 0,0-1 0,1 0 1,0 0-1,0 0 0,0-1 0,0 0 1,-1 1-1,0-1 0,-1 1 0,-1-1 1,-1 1-1,-1 1-81,7-2 1,-1 0 0,-2 0 0,-1 1 0,-1-1 0,0 1 0,0-1 0,1 0 0,-1 1 0,1-2 0,2 1 0,0 0 248,-3-1 1,0 1-1,2-1 1,1 1-1,0-2 1,1 1-1,-1 0 1,1 0-1,-1-1 1,0 1-1,-2 0 1,0 1-1,-2-1 1,-1 1-1,-2 0-5,10-2 1,-2 1-1,-1-1 1,-3 1-1,0 0 1,-1 1 0,0 0-1,0 1 1,0 1 29,1 0 0,0 2 0,-1 0 0,0 1 0,0 0 0,-1 0 0,0 1 0,-1-1-151,2 0 1,-1 1 0,0-1 0,-1 1 0,0 0 0,-2 0 0,0 1 150,7 0 0,0 2 0,-2 0 0,-1-1 0,-2-1 622,1-4 0,-2-2 1,-1 0-1,-4 2-622,0 3 0,-2 1 0,-2-2 1092,0-3 0,-1-3 0,-2 1-705,2-1 1,-1 2 1250,7 5 0,2 0-1081,2-6 1,1 0-558,-4 8 0,0 0 1535,5 0 1,-2 0-1536,-10 0 0,-1 0 395,-2 0 0,-1 0-395,14 0 0,-6 0 0,-4 2 0,1-4 0,7-13 0,2 11 0,-4-12 0,-33 16 0,17 0 0,-23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36:44.1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1976 5574 24575,'43'0'0,"-7"0"0,4 0 0,5 0 0,2 0-400,-7 0 0,2 0 0,0 0 400,-6 0 0,-1 0 0,1 0 0,4 0 0,0 0 0,0 0 0,-4 0 0,0 0 0,0 0 0,0 0 0,0 0 0,0 0 0,-1 0 0,0 0 0,-1 0 96,6 0 0,0 0-96,-7 0 0,1 0 0,1 0 0,5 0 0,1 0 0,1 0-356,5 0 1,2 0 0,0 0 355,-9 0 0,0 0 0,0 0 0,-1 0 0,9 0 0,-1 0 0,-1 0 0,-6 0 0,-1 0 0,-2 0 0,5 0 0,-4 0 112,-6 0 1,-5 0 0,-7 0 0,-5 0 0</inkml:trace>
  <inkml:trace contextRef="#ctx0" brushRef="#br0" timeOffset="1517">8520 5415 24575,'34'0'0,"1"0"0,-1 0 0,6 0 0,1 0 0,2 0 0,-3 1 0,2 0 0,1-1 0,-1-2-506,-5-3 0,1-1 0,-2-1 1,1 2 505,14 3 0,-1 2 0,-4-4 0,-9-8 0,-3-4 0,-1 5 325,12 8 1,-1 2-326,-4-7 0,0 0 167,4 7 0,-2 2-167,-8-1 0,-3 0 0,14 0 0,-6 0 1038,-35 0-1038,12 0 0,-16 0 0,15 0 0,28 0 0,-12 0 0,3 0 0,-1 0 0,3 0 0,-1 0 0,12 0 0,-2 0 0,-4 0 0,-2 0 0,-3 0 0,-5 0 0,-9 0 0,1 0 0</inkml:trace>
  <inkml:trace contextRef="#ctx0" brushRef="#br0" timeOffset="7817">3528 9066 24575,'37'0'0,"0"0"0,1 0 0,3 0 0,4 0 0,1 0 0,3 0 0,2 0 0,-1 0-820,-5 0 1,-1 0 0,0 0 0,1 0 762,-5 0 1,2 0 0,0 0-1,-2 0 1,-2 0 56,7 0 0,-4 0 0,0 0 201,1 0 0,-1 0 0,0 0-201,-6 1 0,-1 0 0,1-3 0,0-4 0,-1-2 0,1-1 0,10-2 0,2 0 0,-8 2 0,1-1 0,0 2 0,-4 1 0,0 2 0,0 1 0,5 3 0,1 2 0,-2-1 0,-3 1 0,-2-1 0,1-1 0,4-3 0,1-3 0,-2 3 0,7 2 0,0 0 0,-7-3 0,1-2 0,0 3 0,1 3 0,0 1 0,1 1-138,-5-1 1,1 1 0,0 0 0,0-3 137,10-5 0,1-2 0,-1 1 0,2 6 0,0 2 0,-3-3-113,-10-4 0,-1-2 0,-1 1 113,0 2 0,0 0 0,-1 2 0,10 3 0,0-2 0,-5-5 0,2 1 0,-1 5 0,3 3 0,0 0 113,-4-1 0,1 0 1,2 0-114,0 0 0,2 0 0,1 0 0,-2 0 0,7 0 0,-2 0 0,0 0 0,1 0 0,0 0 0,0 0-40,-7 0 0,0 0 1,-3 0 39,8 0 0,-2 0 618,-6 0 0,-1 0-618,-4 0 0,-2 0 369,9 0-369,-7 0 0,-1 0 1442,4 0-1442,-4 0 0,1 0 288,-6 0 0,1 0-288,13 0 0,2 0 0,-4 0 0,0 0 0,6 0 0,-4 0 0,7 0 0,-17 0 0,-9 0 0,-19 0 0,12 0 0,-16 0 0,0 0 0</inkml:trace>
  <inkml:trace contextRef="#ctx0" brushRef="#br0" timeOffset="46467">3316 12718 24575,'30'0'0,"-1"0"0,9 0 0,4 0 0,0 0 0,3 0 0,0 0-816,-3 0 0,1 0 1,1 0 815,-5 0 0,2 0 0,1 0 0,-1 0 0,-4 0 0,0 1 0,0-1 0,3-1-441,-2-2 1,1-2-1,2 0 1,0-1-1,-1 1 441,0 1 0,0 0 0,0 1 0,0-2 0,0 0 0,3-3 0,0-1 0,0-1 0,-1 1 0,-1 1-11,3 3 0,-2 1 1,0 0-1,-1-2 11,-3-3 0,-1-1 0,0-1 0,-2 2 0,2 1 0,-1 2 0,-2-2 0,7-6 0,-1 1 518,1 4 1,0 2-519,-9-1 0,1 0 1163,6 7 0,2-2-1163,2-16 0,0-1 0,-3 17 0,1 0 0,3-15 0,0-3 0,-4 6 0,0 3 0,3 1 0,0 0 665,-2-1 0,-1 1-665,-8 2 0,0 2 0,3 5 0,-3 0 0,5-14 0,6 16 0,1 0 0,-18 0 0,0 0 0,1 0 0,1 0 0,10 1 0,1-2 0,-7-6 0,0-1 0,11 6 0,1 0 0,-3-6 0,-2 0 0,-6 7 0,-1 2 0,2 1 0,-2-4 0,6-21 0,-5 19 0,0 2 0,8-22 0,-1 22 0,3 4 0,-10-2 0,-2 0 0,2 0 0,-1 0 0,0 0 0,-5 0 0,-8 0 0,21 0 0,-58 0 0,36 0 0,-42 0 0,24 0 0</inkml:trace>
  <inkml:trace contextRef="#ctx0" brushRef="#br0" timeOffset="88884">16193 5115 24575,'0'-19'0,"39"3"0,10 16 0,-18 0 0,5 0 0,1 0-286,-2 0 1,1 0 0,0 0 285,0 0 0,0 0 0,0 0 0,-1 0 0,0 0 0,-1 0 0,7 0 0,-2 0 0,4 1 0,1-2 0,3-9 0,2-4 0,-15 7 0,2 0 0,1 0-427,11-2 1,2 0 0,-1-1 426,-5-1 0,-2 0 0,2 2 0,4 7 0,2 3 0,-1-4 0,-12-5 0,0-3 0,0-1 0,-1 4 0,7 4 0,-1 4 0,2-2 0,-4-3 0,1-2 0,0 0 0,0 3 0,-3 2 0,0 3 0,-1 0 0,1-1 0,10-5 0,0-1 0,1 1 0,0 3 0,1 2 0,-2-2 170,-10-3 1,-3-1 0,0 1-171,7 5 0,-4 0 0,5 0 0,-27 0 0,-16 0 0</inkml:trace>
  <inkml:trace contextRef="#ctx0" brushRef="#br0" timeOffset="96567">15699 8184 24575,'37'0'0,"0"0"0,-3 0 0,1 0 0,-2 0 0,3 0 0,-1 0 0,9 0 0,0 0 0,-10 0 0,1 0 0,0 0 0,10 0 0,2 0-407,-8 0 0,1 0 1,0 0 406,-4 0 0,0 0 0,0 0 0,5 0 0,0 0 0,1 0 0,-1 1 0,0 0 0,0-3 0,1-4 0,-1-4 0,0 3 0,-5 4 0,-1 3 0,1-3 0,4-4 0,-1-2 0,2 2 0,2 0 0,1 2 0,0 1-420,-1 3 0,-1 0 0,3-1 420,-6-5 0,3-2 0,-1 0 0,-1 3 0,4 3 0,-2 3 0,0-1 123,0-4 0,-1-2 0,-1 3-123,7 3 0,-6 2 0,4-1 0,-5 0 573,-21 0-573,24 0 1294,-6 0-1294,7 0 244,-1 0-244,-22 0 0,3 0 0,-24 0 0,0 0 0</inkml:trace>
  <inkml:trace contextRef="#ctx0" brushRef="#br0" timeOffset="113634">15610 11836 24575,'44'0'0,"-8"0"0,4 0 0,-6 0 0,2 0 0,2 0-615,-2 0 1,2 0-1,1 0 1,-1 0 614,10 0 0,0 0 0,1 0 0,0 0 0,1 0 0,-2 0 0,-6 0 0,-1 0 0,-1 0 14,-4 0 0,0 0 1,0 0-15,4 0 0,1 0 0,-2 0 0,7 0 0,0 0 0,-12 0 0,1 0 0,0 0 0,9 0 0,0 0 0,-4 0 0,0 0 0,-7 0 0,2 0 0,-1 0 0,8 0 0,0 0 191,-7 0 1,1 0 0,-3 0-192,0 0 0,-1 0 0,3 0 0,-4 0 0,-9 0 1231,2 0-1231,-9 0 609,-11 0-609,27 0 0,-27 0 0,36 0 0,-19 0 0,11 0 0,3 0 0,6 0 0,-6 0 0,-3 0 0,-11 0 0,18 0 0,-35 0 0,12 0 0,-16 0 0,23 0 0,-1 0 0,10 1 0,3-2 0,-7-11 0,0 0 0,8 9 0,-1 0 0,-8-9 0,-1 1 0,1 9 0,-3 4 0,-3-2 0,3 0 0</inkml:trace>
  <inkml:trace contextRef="#ctx0" brushRef="#br0" timeOffset="120384">21484 8220 24575,'31'0'0,"-1"0"0,8 0 0,5 0 0,1 0 0,4 0 0,2 0 0,1 0-820,-4 0 1,3 0 0,0 0 0,-1 0 569,2 0 1,-1 0-1,1 0 1,-3 0 249,-6 0 0,-2 0 0,0 0 0,1 0-137,2 0 0,0 0 0,1 0 1,-2 0 136,-2 0 0,0 0 0,-1 0 0,1 0 0,0 0 0,0 1 0,0-1 0,1-1 0,2-2 0,2-2 0,-1 1 0,-2 0 0,8 2 0,-3 2 0,1-2 305,3-3 0,-1-1 0,-4 1-305,-3 5 0,-1 0 0,9 0 0,-4 0 0,-6 0 0,-9-11 0,2-1 0,4 9 0,1 0 0,5-9 0,4 1 171,-2 8 0,5 4 0,-1 1-171,-2-2 0,0 0 0,1 0 0,-6 0 0,1 0 0,0 0 0,-1 0 0,7 0 0,-1 0 0,-3 0 500,-8 0 1,-2 0 0,-2 0-501,11 0 0,-8 0 48,-15 0 0,2 0 0,-24 0 0</inkml:trace>
  <inkml:trace contextRef="#ctx0" brushRef="#br0" timeOffset="122733">21696 4780 24575,'43'0'0,"-8"0"0,6 0 0,4 0 0,5 0 0,2 0-656,-12 0 1,2 0-1,2 0 1,0 0 0,2 0 129,-2 0 1,2 0 0,0 0 0,1 0-1,0 0 1,-1 0 525,0 0 0,1 0 0,-1 0 0,0 0 0,0 0 0,0 0 0,-1 0 0,-1 0 0,1 0 0,-1 0 0,2 0 0,0 0 0,0 0 0,1 0 0,2 0 0,-1 0 0,0 0 0,-3 0 0,-3 0 0,11 0 0,-5 0 0,-1 0 0,1 0 270,-3 0 1,2 0-1,-1 0 1,-4 0 0,-8 0-271,-2 0 0,-5 0 1137,16 0-1137,-21 0 0,1 0 0,-23 24 3276,0-18-3124,16 17 359,-12-23-511,35 0 0,-18 0 0,23 0 0,-1 0 0,-6 16 0,6-12 0,-23 27 0,-5-27 0,-15 12 0,0-16 0,0 0 0</inkml:trace>
  <inkml:trace contextRef="#ctx0" brushRef="#br0" timeOffset="131901">21819 11871 24575,'31'0'0,"-1"0"0,4 0 0,3 0 0,10 0 0,2 0 0,-4 0 0,2 0-694,-9 0 1,2 0 0,1 0 693,3 0 0,0 0 0,0 0 0,-1 0 0,-1 0 0,2 0 0,5 0 0,1 0 0,-2 0 0,-11 0 0,-1 0 0,-1 0 334,15 0 1,-4 0-335,1 0 171,-18 11 1,-3 1-172,-5-6 0,7 18 0,-3-23 0,5-2 0,1 8 0,2 2 0,12-7 0,2-1 0,-12 4 0,1 2 0,-3-3 534,0-3 0,-1-2-534,10 1 0,-2 0 0,1 0 0,-10 0 0,-3 0 0,-8 0 0,19 0 0,-33 0 0,17 0 0,-7 0 0,27 0 0,-12 0 0,3 0 0,9 0 0,2 0 0,-10 0 0,1 0 0,-3 0 0,2 0 0,-1 0 0,6 0 0,-6 0 0,-14 0 0,-5 0 0,-15 0 0</inkml:trace>
  <inkml:trace contextRef="#ctx0" brushRef="#br0" timeOffset="152333">13688 17374 24575,'37'0'0,"0"0"0,-4 0 0,3 0 0,3 0 0,6 0 0,5 0 0,2 0 0,1 0-547,-12 0 1,1 0 0,2 0 0,-1 0 0,2 0 0,-1 0-1,2 0 1,0 0 0,0 0 0,1 0 0,0 0 0,1 0 504,-5 0 0,1 0 0,1 0 0,-1 0 0,0 0 0,-1 0 0,-2 0 42,7 0 0,-2 0 0,-1 0 0,-1 0 0,0 0 286,8 0 0,1 0 0,-3 0 1,-5 0-287,-6 0 0,-4 0 0,-1 0 628,11 0 0,-8 0-628,-15 0 0,17 0 0,-35 0 3276,27 0-2933,12 0-343,-5 0 0,5 0 0,-2 0 0,4 0 0,0 0-70,-2 0 0,0 0 0,0 0 70,6 0 0,0 0 0,0 0 0,1 0 0,-1 0 0,-1 0 0,-5 0 0,0 0 0,1 0 0,-5 1 0,2 1 0,1-2 0,-2-3-383,-2-4 0,0-4 1,-1 0-1,1 1 383,2 4 0,1 1 0,-1 0 0,0-4 0,-2-6 0,-1-3 0,1 0 0,0 2 0,2 5 0,2 2 0,0 1 0,-4-1-170,2-6 0,-3 0 0,0 2 170,5 5 0,0 2 0,-6 0 0,11-10 0,-17 15 0,-5 2 929,-20-1-929,19 0 1567,-8 0-1567,-12 0 583,35 0-583,-18 0 0,7 0 0,-13 0 0,-15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40:41.37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1182 9437 24575,'39'0'0,"0"0"0,0 0 0,0 0 0,1 0 0,3 0 0,-4 0 0,3 0 0,2 0 0,0 0 0,1 0-656,-1 0 1,0 0-1,1 0 1,1 0 0,0 0 187,-3 0 1,1 0-1,1 0 1,0 0-1,0 0 1,-1 0 467,7 0 0,-1 0 0,0 0 0,-1 0 0,0 0-135,-2 0 1,-1 1-1,0-1 1,-1 0 0,-1-1 134,6-2 0,-2-2 0,0 1 0,0 0 15,-4 3 0,1 2 0,-2-2 1,1-2-16,0-5 0,0-3 0,0-1 0,-1 4-331,5 5 1,0 2 0,1-1 330,-7-3 0,3-1 0,-2 0 0,-3 0 718,-3 0 0,-3 0 1,1 2-719,7 2 0,0 2 0,-1-2 0,8-5 0,-2-2 0,-12 4 0,1-1 0,1 2 346,6 3 1,1 1-1,1-3-346,1-9 0,0-3 0,3 3-5,-7 8 1,2 4-1,0 1 1,0-4 4,-3-5 0,0-3 0,0 0 0,1 1 0,5 4 0,1 1 0,1 1 0,-3 0 0,4-2 0,-3 0 0,1-2 151,-11-1 1,1-2 0,-1 0 0,-2 3-152,2 5 0,-2 3 0,1-3 0,4-9 0,0-3 0,-1 3 0,7 9 0,0 2 87,-11-4 0,0-1 1,-1 1-88,7 5 0,-2 0 0,4 0 0,1 0 0,4 0 0,0 0 0,-2 0 0,0 0 0,-12 0 0,1 0 0,0 0 0,0 0 0,-1 0 0,1 0 0,10 0 0,2 0 0,-8 0 0,2 0 0,-2 0 0,7 0 0,0 0 0,-6 0 0,1 0 0,-2 0 0,8 0 0,-2 0 0,3 0 0,0 0 0,-4 0 0,-2 0 0,-2 0 0,1 0 0,3 0 0,0 0 491,-12 0 1,1 0-492,8 0 0,0 0 0,-13 0 0,1 0 0,5 0 0,5 0 0,-3 0 0,3 0 0,1 0 0,0 0 0,2 0 0,1 0 280,-2 0 1,0 0-1,1 0-280,0 0 0,1-1 0,1 2 0,-3 2 0,3 2 0,-1 0 0,0-2-267,5-1 1,0-2 0,1 2 266,-6 1 0,1 2 0,0 0 0,-1-2 0,6-3 0,-1-2 0,0 4-272,2 4 0,-1 4 1,-1-3 271,-6-5 0,-1-2 0,0 4 0,0 8 0,0 4 0,0-5-96,-5-8 1,0-3-1,0 1 96,-1 4 0,0 1 0,-1-1 0,10-4 0,0-2 0,-4 0 0,0 2 0,3 6 0,1 2 0,-4-7 0,0-1 0,3 8 0,2-2 0,-11-7 0,2-1 0,-2 2 0,8 11 0,0 0 0,-1-9 0,2-3 0,-1 3 0,-8 4 0,-1 2 0,2-2 0,7-5 0,3-3 0,-1 0 48,-3 0 0,0 1 1,0 1-49,0 4 0,0 1 0,1-1 0,6-3 0,2-2 0,-1 2 0,-5 3 0,-2 1 0,1-2 0,1-2 0,0-3 0,-1 0 0,-2 1 0,0 0 0,-3 0 546,4 0 0,0 0-546,-1 5 0,2 1 0,-1-1 0,-8-3 0,0-2 0,0 2 0,1 3 0,2 1 0,-2-1 0,0-4 0,0-2 0,-3 1 476,2 0 0,-3 0-476,0 0 0,-1 0 324,13 0-324,-24 0 829,21 0-829,-19 23 187,10-19 0,5-2-187,-4 10 0,1 0 0,-1-11 0,0-2 0,-2 1 0,-1 0 0,14 0 0,-21 0 0,17 0 0,-35 0 0,35 0 0,-33 0 0,17 0 0,-23 0 0</inkml:trace>
  <inkml:trace contextRef="#ctx0" brushRef="#br0" timeOffset="28649">1517 9190 24575,'20'0'0,"11"0"0,12 0 0,-5 0 0,4 0 0,3 0 0,2 0-317,-8 0 0,2 0 0,-1 0 317,-4 0 0,0 0 0,0 0 0,-1 0 0,1 0 0,1 0 0,10 0 0,3 0 0,-4 0 0,-1 0 0,0 0 0,3 0 0,4 0 0,-3 0 0,-14 0 0,-3 0 0,3 0 0,12 0 0,3 0 0,0 0-268,-13 0 1,1 0-1,0 0 1,0 0 267,10 0 0,0 0 0,1 0-187,-8 0 0,1 0 0,-1 0 0,-3 0 187,12 0 0,-4 0 0,-8 0 0,1 0 0,-8 0 0,1 0 321,-4 0 0,-2 0-321,-4 0 0,5 0 0,-11 0 0</inkml:trace>
  <inkml:trace contextRef="#ctx0" brushRef="#br0" timeOffset="29865">5327 9102 24575,'30'0'0,"1"0"0,6 0 0,5 0 0,4 0 0,-3 0 0,4 0 0,2 0 0,3 0 0,0 0-469,-6 0 1,2 0 0,1 0 0,1 0 0,0 0 0,1 0 0,0 0 58,-4 0 0,0 0 1,1 0-1,0 0 1,0 0-1,1 0 0,1 0 1,1 0 136,-3 0 1,2 0 0,2 0 0,0 0 0,0 0 0,1 0 0,-2 0 0,-2 0 0,-1 0 0,-3 0 272,8 0 0,-3 0 0,-3 0 0,0 0 0,-1 0 0,3 0 0,-3 0 0,3 0 0,0 0 0,0 0 0,-3 0 0,-4 0 0,-6 0 415,5 0 1,-7 0 0,-5 0 0,14 0 0,-27 0 0</inkml:trace>
  <inkml:trace contextRef="#ctx0" brushRef="#br0" timeOffset="31832">10866 9225 24575,'45'0'0,"-2"0"0,0 0 0,-22 0 0,19 0 0,-36 0 0,27 0 0,2 11 0,1 2 0,-3-7 0,12 7 0,-8-3 0,-31-10 0,12 16 0,-16-12 0,0 11 0,0-15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41:55.2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21273 9402 24575,'42'0'0,"0"0"0,3 0 0,2 0 0,-8 0 0,3 0 0,0 0-904,6 0 1,2 0 0,-1 0 903,-1 0 0,0 0 0,1 0 0,-6 0 0,2 0 0,-1 0 0,-1 0 0,6 0 0,-1 0 0,0 0 0,1 0 0,1 0 0,-2 0 0,-6 0 0,-1 0 0,-1 0 84,-3-1 1,-2 0-1,1 3-84,4 2 0,1 2 0,-2-1 0,7-3 0,0 0 0,2 5 0,0 2 0,-4 3 0,-2-1 292,-9-9 1,-1 2-293,6 16 0,0-1 0,-10-16 0,-1-2 0,7 7 0,1 0 684,0-7 1,0-2-685,-2 1 0,-1 0 251,-2 0 1,1 0-252,3 0 0,-2 0 0,9 0 0,-11 0 0,-1 0 0,14 0 0,-5 0 0,2 0 0,2 0 0,-16 0 0,1 0 0,10 0 0,2 0 0,-4 0 0,-3 0 0,9 0 0,0 0 0,0 0 0,0 0 0,0 0 0,1 0 0,7 0 0,-19 0 0,1 0 0,3 0 0,-2 0 0,9 0 0,1 2 0,-1-4 0,0-14 0,-1 15 0,2-2 0,-9-16 0,-1-1 0,7 16 0,2 2 0,2-10 0,0 1 0,5 10 0,0 2 0,-2-9 0,1 0-146,-8 7 1,2 2-1,-2-5 146,-7-8 0,-3-3 0,2 3 0,3 9 0,1 3 0,0-3 0,0-9 0,0-3 0,-1 3 0,12 9 0,0 2 0,2-6 0,0-2 0,-11 4 0,0-1 0,-1 2 0,3 2 0,0 0 0,2-3 0,3-2 0,-3 3 0,1 4 0,0 0 0,-3-7 0,2-2 0,-1 2 0,6 4 0,0 0 0,-12-4 0,1-2 0,0 1 0,10-1 0,-2 2 0,-10 6 0,-2-1 0,0-7 0,-3 2 0,15 7 0,-13 0 0,1 0 0,1 0 0,1 0 0,2 0 0,0 0 218,0 0 1,-1 0-219,1 0 0,0 0 0,5 1 0,1-2 0,3-7 0,0 0 0,-3 6 0,-2 0 0,-3-6 0,-1 1 0,4 6 0,-2 2 0,12-1 0,-8 0 0,1 0 0,-10 0 0,0 0 0,0 0 0,1 0 0,9 0 0,-2 0 0,1 0 0,-11 0 0,-1 0 0,14 0 0,-5 0 0,-11 0 0,12 0 0,-17 0 0,5 0 0,5 0 0,-5 0 0,10 0 0,6-24 0,1 18 0,-7-17 0,-4 21 0,0 4 0,9-2 0,-9 0 0,0 0 0,4 0 0,7 0 0,-1 0 0,-14 0 0,2 0 0,1 0 0,1 0 0,10 0 0,0 0 0,-3 0 0,1 0 0,3 0 0,0 0 0,-4 0 0,0 0 0,3 0 0,0 0 0,-2 0 0,-1 0 0,-7 0 0,-2 0 0,3 0 0,-1 0 0,-6 0 0,-1 0 0,1 0 0,1 0 0,-2 0 0,1 0 0,-1 0 0,-1 0 0,12 0 0,6 0 0,-13 0 0,-1 0 0,12 0 0,-1 0 0,2 0 0,-9 0 0,-1 0 0,0-2 0,1 4 0,8 9 0,0 1 0,-9-9 0,1 0 0,0 4 0,2 3 0,1-3-142,-1-6 0,1-2 0,0 1 142,0 0 0,0 0 0,0 0 0,0 0 0,-1 0 0,-2 0 0,0 0 0,-1 0 0,10 0 0,-2 0 0,1 0 0,2 0 0,-3 0 0,-19 0 426,22 0-426,0 0 0,-5 0 0,-5 0 0,0 0 0,8 0 0,2 0 0,-3 0 0,-34 15 0,17-11 0,-23 12 0,16-16 0,3 0 0,24 0 0,-16 0 0,-1 0 0,1-1 0,1 2 0,10 6 0,1 2 0,-7-7 0,0-1 0,10 8 0,3-2 0,2-6 0,2-2 0,-4 1 0,2 0 0,-13 0 0,1 0 0,0 0 0,10 0 0,-2 0 0,-10 0 0,-1 0 0,-2-2 0,-2 4 0,15 22 0,-21-18 0,2 17 0,-24-23 0,0 0 0</inkml:trace>
  <inkml:trace contextRef="#ctx0" brushRef="#br0" timeOffset="11999">794 9648 24575,'42'0'0,"0"0"0,-8 0 0,4 0 0,4 0 0,1 0 0,2 0 0,-4 0 0,3 0 0,0 0 0,2 0 0,2 0 0,1 0 0,2 0-298,-8 0 0,1 0 0,1 0 0,2 0 0,0 0 0,1 0 0,1 0 0,0 0 1,0 0-1,1 0 0,-1 0 24,-1 1 1,1-1 0,0 0 0,0 0 0,1 0 0,0 0 0,0 1 0,1-1 0,0 0 0,-1-1 0,1 1 0,0-1 38,-5 1 1,1-1 0,-1 1 0,1-1 0,0 0 0,0 0 0,0 0 0,0 0 0,0 0 0,0 0 0,0-1 0,0 1 0,0-1 0,-1 0-19,3-1 1,-1 1 0,1-1 0,-1 0 0,0 0 0,0 0 0,0 0 0,1-1 0,-1 0 0,0 1 0,0-1 0,0 0 0,0 0 156,1 0 0,-1-1 0,1 1 0,-1 0 0,1-1 0,-1 1 0,1-1 1,-1 0-1,1 0 0,-1-1 0,0 0 0,0 0 0,0 0 96,-1-1 0,0 0 0,-1 0 0,1-1 0,-1 0 0,0 0 0,0-1 0,0 1 0,1-1 0,-1 1 0,0 0 0,1-1 0,0 1-157,1 0 1,1 0 0,-1-1 0,1 1 0,0 0 0,0 0 0,0-1 0,1 1 0,-2 0 0,1 0 0,0-1 0,-1 1 0,0-1 156,2 0 0,-1 1 0,1-1 0,-1 0 0,0-1 0,-1 1 0,1 0 0,0 0 0,-1 0 0,1 0 0,0 0 0,0 1 0,0-1 0,0 0 0,1 0 0,-1 0 0,1 0 0,-1 0 0,0 1 0,0-1 0,0 0 0,-1 1 0,0 0 0,-1 0 0,4-1 0,-1 1 0,0-1 0,0 1 0,-1 0 0,-1 0 0,1 0 0,-1 1 0,1-1 0,-1 0 26,-2 1 1,0 0 0,1 0 0,-1 0 0,-1 0-1,1 0 1,-1 0 0,0 0 0,-1 0 0,1 0-27,5-2 0,0 1 0,0-1 0,-1 0 0,0 0 0,-1 0 0,1 1 0,-1 0 0,0 1 0,-1 0 0,0 1 0,1-1 0,-1 1 0,0-1 0,0 0 0,1-1 0,-5 1 0,1-2 0,0 0 0,0 0 0,1 0 0,-1 0 0,0 0 0,0 1 0,0 1 0,4-1 0,0 2 0,0-1 0,0 1 0,0 1 0,0-1 0,0 1 0,0-1 70,-1 0 0,1 0 0,-1 1 0,1-1 0,-1 1 0,0 0 0,0 0 0,0 0-70,-2 0 0,-1 1 0,0 0 0,0 0 0,-1 0 0,1 1 0,-1-1 0,1 0 0,4 0 0,0 0 0,0 0 0,0 0 0,0 0 0,0 1 0,-1-1 131,-1 1 0,0 0 0,0 0 0,-1 1 0,1-1 0,-1-1 0,0 0-131,0 0 0,-1-2 0,0 0 0,0 0 0,0 0 0,0 0 0,-1 1 0,5 1 0,-1 0 0,0 1 0,0 0 0,-1 1 0,1-1 0,0-1 0,-1 1 0,1 0 0,0-1 0,-1 1 0,2 0 0,0 0 0,1 1 0,0-1 0,1 1 0,0-1 0,1 0 0,-8 1 0,0-2 0,1 1 0,1 0 0,-1 0 0,1 0 0,-1 0 0,-1 1 0,4 0 0,-1 2 0,0-1 0,0 1 0,0 0 0,2-1 0,3-1 0,-7-1 0,4 0 0,1-1 0,1-1 0,0 0 0,1 0 0,-1 1 0,-2 0 0,-2 0 0,-2 2 0,8 0 0,-2 1 0,-3 1 0,0 0 0,0 0 0,2-1 0,-1-1 0,2 0 0,2-1 0,-1 0 0,-2 1 0,-3-1 0,-5 2 931,14 1 1,-7 0 0,-4 0-932,-2 0 0,-4 0 1638,-2 0 0,-5 0-1427,-10 0 3065,3 0-2611,-24 16 2611,-24 11-2367,3-5-678,-7 17-231,-3-19 0,4-1 0,5-3 0,-17-16 0,11 0 0,-9 0 0,4 11 0,0 1 0,-9-6 0,3 6 0,-4 0 0,-2-10 0,-6-4-744,8-3 1,-4-1-1,-3-1 1,0 1 743,5 4 0,-2 2 0,0 0 0,-2-1 0,0-2-547,2-1 1,-1-3 0,-1 0 0,-1-1 0,1 1 0,0 1 516,-1 2 0,0 1 0,0 1 0,0-1 0,1 0 0,0-1 30,3-2 0,1-2 0,0 0 0,0 0 0,1 1 0,0 0-283,-5 2 1,0 1 0,1 0 0,1 0-1,1 0 283,-3-2 0,2-1 0,1 0 0,4 3 0,3 3 0,3 2 0,3-1 0,2 0 0,3 0 2147,-11 0-2147,57-15 0,-36 11 0,42-12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46:05.0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10195 11659 24575,'45'0'0,"-2"0"0,1 0 0,-18 0 0,1 0 0,0 0 0,0 0 0,0 0 0,-1 0 0,9 0 0,-3 0 0,-7 0 0,6 0 0,-7 0 0,-20 0 0,35 0 0,-33 0 0,33 0 0,-35 0 0,20 0 0,7 0 0,18 0 0,-9-1 0,1 2 0,-5 11 0,-2 0 0,-7-9 0,-1 0 0,8 9 0,-1-1 0,8-11 0,-8 0 0,1 0 0,3 0 0,6 0 0,0 0 0,-6 0 0,-11 0 0,-1 0 0,12 0 0,7 16 0,-1-12 0,-6 12 0,6-16 0,-23 0 0,19 0 0,-33 0 0,33 0 0,-35 0 0,12 0 0,7 0 0,-1 0 0,5 0 0,4 0 0,-27 0 0,12 0 0,-16 0 0,0 0 0</inkml:trace>
  <inkml:trace contextRef="#ctx0" brushRef="#br0" timeOffset="3102">9490 13600 24575,'29'0'0,"1"0"0,0 0 0,4 0 0,4 0 0,4 0 0,-2 0 0,8 0 0,0 0 0,-8 0 0,2 0 0,-5 0 0,-3 0 0,-3 0 0,-1 0 0,-1 0 0,14 0 0,-6 0 0,-12 0 0,1 0 0,0 0 0,1 0 0,0 0 0,1 0 0,6 0 0,1 0 0,-8 0 0,0 0 0,0 0 0,-1 0 0,0 0 0,-1 0 0,2 0 0,-1 0 0,1 0 0,1 0 0,6 0 0,1 0 0,-8 0 0,1 0 0,9-2 0,2 4 0,-7 5 0,1 1 0,2-6 0,0 0 0,-1 6 0,1 0 0,11-7 0,2-2 0,-9 0 0,0 2 0,8 10 0,0 1 0,-7-9 0,-3 0 0,-13 9 0,1 0 0,16-3 0,0-3 0,0-2 0,0 5 0,1-2 0,-1-7 0,-8-1 0,0 2 0,5 15 0,5-12 0,0 11 0,-6-15 0,6 0 0,0 0 0,-5 0 0,-5-2 0,0 4 0,8 22 0,-7-21 0,-1 0 0,4 20 0,6-23 0,0 0 0,-5 0 0,-13 0 0,1 0 0,11 0 0,6 0 0,0 16 0,-6-12 0,-10 4 0,-3 0 0,-2-8 0,17 0 0,-35 0 0,12 0 0,-16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2:14:34.4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15399 16034 24575,'40'0'0,"-1"0"0,1 0 0,1 0 0,2 0 0,2 0 0,1 0 0,-3 0 0,1 0 0,1 0 0,1 0 0,1 0-547,-2 0 1,2 0 0,1 0 0,0 0 0,-1 0 0,0 0-1,-2 0 1,-1 0 0,0 1 0,0-1 0,2 0 0,0-1 531,0-1 1,1-2 0,2 0-1,-1 0 1,1 0 0,-1 1 0,-2 0-161,2 2 0,-1 0 0,-1 1 1,0-1-1,0 0 0,-1-1 175,0-1 0,-1-1 0,0-1 0,0 0 0,-2 1 0,-2 2 204,8 1 1,-3 1 0,-1 0 0,-3 1-205,2-1 0,-4 0 0,-1 0-64,8 0 0,0 0 64,-11 0 0,0 0 0,-1 0 0,9 0 0,2 0 0,1 0 0,3 0 0,-1 0 0,-8 0 0,-2 0 0,2 0 561,-1 0 1,4 1 0,-1-1 0,-4-1-562,1-4 0,-4-1 0,-1 1 1339,6 3 1,1 0-1340,-4-2 0,3-1 0,-4-1 0,0-3 0,1 2 264,-1 5 0,5 3 0,1 0 0,-2-5-264,-1-8 0,-2-3 0,0 3 0,0 8 0,-1 4 0,-1-2 92,9-11 0,-6 2-92,0 11 846,-11 0-846,-11 0 0,23 0 0,10 0 0,-11 0 0,4 0 0,-1 0 0,2 0 0,-1 0 0,3 0 0,0 0 0,-5 0 0,1 0 0,-3 0 0,0 0 0,-5 0 0,4 0 0,0-7 0,5-1 0,-8 6 0,2 3 0,1-4 0,6-9 0,2-3 0,1 3 0,-7 8 0,2 3 0,1 2 0,-2-3 0,11-5 0,-2-2 0,-2 1 0,-11 2 0,-1 1 0,0 0 0,8 4 0,1 1 0,-5-2 0,-10-7 0,-2 2 0,14 7 0,1 0 0,-9-8 0,-2 0 0,18 4 0,-21-4 0,-1 1 0,16 7 0,-6 0 0,7 0 0,2 0 0,5 0 0,-1 0 0,-11 0 0,0 0 0,0 0 0,11 0 0,1 0 0,-9 0 0,7 0 0,-9 0 0</inkml:trace>
  <inkml:trace contextRef="#ctx0" brushRef="#br0" timeOffset="2966">15699 16828 24575,'49'0'0,"0"0"0,-13 0 0,3 0 0,3 0 0,1 0 0,2 0 0,3 0 0,1 0 0,2 0 0,-1 0-547,-3 0 1,0 0 0,1 0 0,1 0 0,1 0 0,1 0 518,-4 0 0,1 0 1,1 0-1,2 0 1,-1 0-1,-1 0 1,-2 0-1,-2 0-304,3 0 0,-3 0 1,-1 0-1,-1 0 0,0 0 1,1 0 331,2 0 0,2 0 0,0 0 0,-2 0 0,-3 0 0,-4 0 0,8 0 0,-6 0 0,-3 0 607,4 0 1,-4 0-608,-5 0 0,-1 0 0,2 0 0,-1 0 0,4 0 1591,-10 0-1591,12 0 2682,-33 15-2682,18-11 0,7 12 0,-1-14 0,6-3 0,0 0 0,0 1 0,0 0 0,2 0 0,7 0 0,1 0 0,-6 0 0,-7 0 0,-5 0 0,11 0 0,-19 0 0,23 0 0,-9 0 0,6 0 0,1 0 0,-3 0 0,1 0 0,1 0 0,0 0 0,4 0 0,0 1 0,1-1 0,-1-1 0,-3-2 0,0-2 0,0 1 0,-2 0 0,8 3 0,-1 0 0,-3-1 0,5-6 0,0 1-305,-5 5 0,4 3 1,-2 0 304,-9-1 0,-1 0 0,2 0 0,6 0 0,2 0 0,-2 0 0,-8 0 0,-2 0 0,1 0 0,3 0 0,2 0 0,-5 0 0,-5 0 0,-2 0 0,14 0 0,1 0 0,-2 0 0,0 0 0,-2 0 0,1 0 0,1 0 0,-4 0 914,-9 0-914,-11 0 0,8 0 0,-3 0 0,22 0 0,0 0 0,-6-1 0,3 2 0,6 6 0,0 1 0,-4-6 0,0 0 0,-4 3 0,1 1 0,-2-1 0,-2-5 0,-2 0 0,11 0 0,1 0 0,-5 0 0,-4 0 0,-5 0 0,-4 0 0,1 0 0,2 0 0,1 0 0,6 0 0,3 0 0,7 1 0,2-2 0,-5-7 0,-2 0 0,-9 6 0,-2 0 0,0-6 0,-1 1 0,4 5 0,-1 4 0,8-2 0,-10 0 0,-3 0 0,-9 0 0,-3 0 0,-16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5C29D-8A7E-D8E0-FCF2-F0E7C033BC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C5868-64E1-C26A-7A12-F3C188C60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1D835-BADF-6017-76EA-C13DC2F2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8E38B-D2BA-1E61-3E3D-22FD7E570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95499-0781-9335-8527-2CF09352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8FCDA-7675-BB19-6550-CE968C6D3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9516D-2110-2A40-99FC-11A45F88B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255A5-3FF2-4DC4-1736-D34337E9D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7D40B-80E7-59C3-AB00-AA17E321D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B7055-A93D-34FE-A55F-34A7EA8F6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106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2CFE2-70CA-D2DC-F615-2AA4CE52D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CBCF0-1A51-7789-4B2C-6DFC39BD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1C8BD-BFF3-C95D-0ED0-945F8F165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D5177-0A92-98E9-D9F2-B95EFE8F1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EA26-EF55-3958-7B57-8A206370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35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F4A4B-5489-1C71-1044-1AE150D99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402F8-F3AE-30D1-24EF-FDB2F886FF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3F3F0-B12A-99BC-CBBF-1D70D509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E323E-35AF-E170-F688-2982C2747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6D63E-9ECC-FB2F-B544-C8F3FEB4F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59BA17-1FC0-A84E-0A83-DFF6DF1F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539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6F410-C744-FAF3-FE82-D03ABCFD4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0C216-9601-605E-151D-7F1E5E1D9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A0D7D9-DFB2-8C57-D90D-919BC9D8C7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E54907-6BC2-952F-FD2B-C8FCD578FC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446FEA-B661-56B3-6E7C-1C2873D0A0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0FC6AB-4ADC-776B-3D56-37E3FA396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5942E7-325E-C442-E405-1F58F6004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260706-DDB1-FE69-8827-506C98565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5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820DB-42AC-E50B-D122-69A943755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2A1F48-3798-4AAF-6FAE-3DA0A3851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63747E-2354-CC22-B496-7A479B87A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CC433-A6D6-27A5-7A6F-492AD6DF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313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824CA6-621C-79C7-F4CD-71B010180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B86CF-0D8E-7DE8-A581-D95DA13B9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C3E96-D001-7DB9-5C04-5E42169AE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4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7D7D7-6295-8043-2C18-DB41F979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6E8D3-99EB-1064-AD7E-BF04E7123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43F990-0019-1476-334E-D6562765D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F1BBB7-C55C-880D-F3EF-8909E37F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C0EF5-7469-F2A1-5137-81A92D4E5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FC826-2C53-957B-4932-942BF6590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705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5B05-BE32-980C-84BA-78CC03DC3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E57C65-6B34-8CA0-5265-1C107B4DEC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93A27-D464-54A9-56CB-766B344A38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A3968-ADBE-93D3-5FBD-12C7CD61D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BC69-D605-21C7-C24F-4E826F79B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90A5F7-D139-9904-161E-7D05860D1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280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F016-237C-51CB-2E0A-26290603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E1412-B0C3-BF8D-A437-026226FAB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2ADA6D-7030-FB38-E3D0-3AE95F18B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1B38-1174-6C37-153E-92AC3FD3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2F78C-79F2-1D9E-0E8E-6A868C7CF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134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9DF9F9-F194-4124-1802-4520308F2B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5066B-5091-7A32-5750-7DB86023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B414F-5824-0CDE-924A-E55101D71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0275C-E850-EF6C-BBFA-436949C6E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3130E-58BF-8621-12C2-B085CD2EF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0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1E833D-A81F-5CAF-56E8-1D82B1EC3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9A464-2FF3-AD96-2DFA-041DD1EFC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D237D-BFA5-E8AE-2E53-38C44EFDF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D8524-B740-FE40-9C95-2E78C2A43739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7D7E8-AA12-DB84-2D54-FAFE302C9C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1585-FED3-929D-22F1-3E9DA5FB9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9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9C49A-AE1E-2DDF-FEC5-0B17A07FA7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Exceptions, Separate Compilation, Namespaces, and Recursion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FC2B7D-60D2-56F3-7279-ADE5D9EB9A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CMPT 125, Spring 2026</a:t>
            </a:r>
          </a:p>
          <a:p>
            <a:r>
              <a:rPr lang="en-US" dirty="0"/>
              <a:t>SFU Surrey</a:t>
            </a:r>
          </a:p>
        </p:txBody>
      </p:sp>
    </p:spTree>
    <p:extLst>
      <p:ext uri="{BB962C8B-B14F-4D97-AF65-F5344CB8AC3E}">
        <p14:creationId xmlns:p14="http://schemas.microsoft.com/office/powerpoint/2010/main" val="388027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DC2D7-F47D-2C97-E52C-1001370C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A659D-6A10-B68E-6A45-05BF8A39C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errors so bad the program might not be able to continue</a:t>
            </a:r>
          </a:p>
        </p:txBody>
      </p:sp>
    </p:spTree>
    <p:extLst>
      <p:ext uri="{BB962C8B-B14F-4D97-AF65-F5344CB8AC3E}">
        <p14:creationId xmlns:p14="http://schemas.microsoft.com/office/powerpoint/2010/main" val="2472228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B8492-0FC3-C35E-C801-797617F1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6F4A1-A91D-4239-6F06-BF2726DA9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84FF9-02FE-27B7-60B6-2E7D42540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errors so bad the program might not be able to continue</a:t>
            </a:r>
          </a:p>
          <a:p>
            <a:r>
              <a:rPr lang="en-US" dirty="0"/>
              <a:t>Exceptions are usually created inside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b="1" dirty="0"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statement</a:t>
            </a:r>
            <a:b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B8B000-DDAC-1F47-F430-529290A3E926}"/>
              </a:ext>
            </a:extLst>
          </p:cNvPr>
          <p:cNvSpPr txBox="1"/>
          <p:nvPr/>
        </p:nvSpPr>
        <p:spPr>
          <a:xfrm>
            <a:off x="8818179" y="365125"/>
            <a:ext cx="3037491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You can create your own exception classes, which can help in large programs. But in this course we’ll stick to exceptions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644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97D0-85ED-4A77-6905-1B54AF89D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B153-A824-789D-6890-AB48D679A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786CA-C74F-FACC-5D2E-AE135E400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code after is skipped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/>
              <a:t>An exception jumps out of the function it was thrown in, skipping any code that comes afterwards</a:t>
            </a:r>
          </a:p>
          <a:p>
            <a:pPr lvl="1"/>
            <a:r>
              <a:rPr lang="en-US" dirty="0"/>
              <a:t>Except for destructors: those are called properly!</a:t>
            </a:r>
          </a:p>
          <a:p>
            <a:r>
              <a:rPr lang="en-US" dirty="0"/>
              <a:t>A thrown exception </a:t>
            </a:r>
            <a:r>
              <a:rPr lang="en-US" b="1" dirty="0"/>
              <a:t>propagates</a:t>
            </a:r>
            <a:r>
              <a:rPr lang="en-US" dirty="0"/>
              <a:t> up the call stack</a:t>
            </a:r>
          </a:p>
          <a:p>
            <a:pPr lvl="1"/>
            <a:r>
              <a:rPr lang="en-US" dirty="0"/>
              <a:t>The exception is given to the function that called it, and then to the function that call that one, and so on out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922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9281-D76A-6ABA-7AA2-E40EDF17E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A538-11D7-62EB-5C09-24AAD78D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0F0E4-DD60-C89D-4C4C-FB747B13F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F525-0B85-E8E5-683A-35709C169471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9BA7B74-2BB9-BBE7-C438-EB7E46A38C5E}"/>
                  </a:ext>
                </a:extLst>
              </p14:cNvPr>
              <p14:cNvContentPartPr/>
              <p14:nvPr/>
            </p14:nvContentPartPr>
            <p14:xfrm>
              <a:off x="844560" y="2203560"/>
              <a:ext cx="6299640" cy="4185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9BA7B74-2BB9-BBE7-C438-EB7E46A38C5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5200" y="2194200"/>
                <a:ext cx="6318360" cy="420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9184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F827C-D931-18B2-9A2E-215B5858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869D7-8F80-8C2C-59BF-3DFF76F2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9B0A6-3399-29B9-DCF1-F04DC264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13F8E-E56B-293A-6DC4-386B7EBC1BAB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E1891E-A364-980F-5E29-6126F6F69B80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B90661-E9FE-A288-4D41-FF982D74F01A}"/>
              </a:ext>
            </a:extLst>
          </p:cNvPr>
          <p:cNvSpPr/>
          <p:nvPr/>
        </p:nvSpPr>
        <p:spPr>
          <a:xfrm>
            <a:off x="1210110" y="3697263"/>
            <a:ext cx="7056559" cy="4761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93F52F-08E4-7EC1-7087-E3AF7F2B509E}"/>
              </a:ext>
            </a:extLst>
          </p:cNvPr>
          <p:cNvCxnSpPr>
            <a:stCxn id="6" idx="1"/>
          </p:cNvCxnSpPr>
          <p:nvPr/>
        </p:nvCxnSpPr>
        <p:spPr>
          <a:xfrm flipH="1">
            <a:off x="8241957" y="3935334"/>
            <a:ext cx="1170058" cy="31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871608B-107E-FD92-1543-CBF270364924}"/>
                  </a:ext>
                </a:extLst>
              </p14:cNvPr>
              <p14:cNvContentPartPr/>
              <p14:nvPr/>
            </p14:nvContentPartPr>
            <p14:xfrm>
              <a:off x="450720" y="3022200"/>
              <a:ext cx="7055280" cy="1677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871608B-107E-FD92-1543-CBF2703649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1360" y="3012840"/>
                <a:ext cx="7074000" cy="1695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9597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E578-A345-C077-9AF9-00CB1BE12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97C7A-C0F6-313E-DB93-FFD6E7EE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25DA-57E6-FA31-58A8-C89360E2F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86CD9-5B87-D2CB-A156-C70A814B65E4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790FD-89BB-D771-4BE7-3BCD2B76610C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4E15DE-BFCC-EFB8-53AA-3184074BE168}"/>
              </a:ext>
            </a:extLst>
          </p:cNvPr>
          <p:cNvSpPr/>
          <p:nvPr/>
        </p:nvSpPr>
        <p:spPr>
          <a:xfrm>
            <a:off x="1490979" y="4595599"/>
            <a:ext cx="7432304" cy="9755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CF195-64D0-93A5-7695-B14C12559ACB}"/>
              </a:ext>
            </a:extLst>
          </p:cNvPr>
          <p:cNvSpPr txBox="1"/>
          <p:nvPr/>
        </p:nvSpPr>
        <p:spPr>
          <a:xfrm>
            <a:off x="8765628" y="5422680"/>
            <a:ext cx="307164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When you catch an exception you typically print an error message, or sometimes recover form the error.</a:t>
            </a:r>
          </a:p>
        </p:txBody>
      </p:sp>
    </p:spTree>
    <p:extLst>
      <p:ext uri="{BB962C8B-B14F-4D97-AF65-F5344CB8AC3E}">
        <p14:creationId xmlns:p14="http://schemas.microsoft.com/office/powerpoint/2010/main" val="207814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02016-372E-EDD4-B078-DBBE52A9A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5A6-910C-7363-078A-EFD82C23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E484824-0380-F376-59D9-51C4B655DA8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2B5CAB-943F-8541-5DC8-2AC5701F708B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2BEDFC0-D338-C52A-F27B-065C33E01863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AC40DA-99A6-8ED6-9BB7-29B82392D4F9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071A0-EF99-47A7-6A1D-AE8280FEF740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06DD90-A30D-6509-E587-C79C71DA1CD4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3E543F-6238-E16C-3EF6-0A80FE6ABD9F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A87772-E9B6-F578-1239-01C39DE4561A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FE4DE-AD04-C1BA-0B13-A61E90B3387F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7CDD4C-16F4-F537-2804-88F78529F217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0362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C5834-B1E6-7952-03C3-A9C8F0FA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57D44-60D4-E644-2D89-494C06CD3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BCCB72C-A3CF-98B1-755C-6C0D92301213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6F4069C-9317-1B8F-62DC-A9478E2E5643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A86890-9147-6A83-37D3-96882860323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71095F4-354D-4237-7DEA-D0F01B028FDE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3845B3-8A5B-E2AC-0A03-0CC926216D81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83ECB1-CD68-2891-E0C7-2F2D97EC68B3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82CF3E-9ABB-202B-23EE-9000E20A6770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73DD90-FEFD-2D37-1E77-8BF753C995F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2A77E-6977-6AE4-029D-99B70405289A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7C1F6A-5888-C618-4B58-E06FFAF58E63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0E2F8C0-F79B-B566-9838-1D580BADD2C0}"/>
              </a:ext>
            </a:extLst>
          </p:cNvPr>
          <p:cNvSpPr txBox="1"/>
          <p:nvPr/>
        </p:nvSpPr>
        <p:spPr>
          <a:xfrm>
            <a:off x="7510040" y="915248"/>
            <a:ext cx="266397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there’s a try/catch block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that catches the exception,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continues as usual.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A6D78C-7F8E-855D-87C1-14B656125609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344594" y="2114340"/>
            <a:ext cx="1165446" cy="467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21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3FE5-E74F-8B22-6FD8-D5E9CE72F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DB88-D3E4-2E2F-EC94-258FBFE24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AA289EC-40FA-A3B1-5664-D913AA845BE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D0CF59-25C1-6882-B54B-CE174651FB44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B5AB5BA-960E-DD43-5872-D1715A165D27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D4F51B-D30F-BE5A-9F7A-E1EA883B694D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462BD-B20A-2713-FE7C-CB77066E01C5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5BF426-5004-899E-68F0-6D7B79175181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2698B7-215F-63F5-7B08-824E23639477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679E37-F8F5-0A13-8757-331DB9898ECF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6AD5F1-8A22-8A81-2EA7-B24424BCDB26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2C750E2-A7A3-BC23-1988-C6D232ADD3E8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FC9A874-BEB9-268A-2B46-84A1C648C597}"/>
              </a:ext>
            </a:extLst>
          </p:cNvPr>
          <p:cNvSpPr txBox="1"/>
          <p:nvPr/>
        </p:nvSpPr>
        <p:spPr>
          <a:xfrm>
            <a:off x="7312332" y="2402570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But if the exception is not caught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it propagates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. Any destructors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are correctly called.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F93B91E-E18A-83DF-81F7-C1BAAE61D9B4}"/>
              </a:ext>
            </a:extLst>
          </p:cNvPr>
          <p:cNvSpPr/>
          <p:nvPr/>
        </p:nvSpPr>
        <p:spPr>
          <a:xfrm>
            <a:off x="6411310" y="2638097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227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219A-8B3A-BE60-381A-6E7E8600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AA3C-734E-50B5-C429-ABBD713EC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FF4EBEC-F57F-C5B9-D195-E33B154BA5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AFCD346-F837-9AA9-9D11-4967C97C3EDC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AFD20C-28BA-E062-0E0F-B581B48A008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922894-8F9D-5A52-76EA-31CB3DF3AE35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3F62D7-D1FA-9F58-40A6-0F6662222F67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86DA0-2890-A343-1285-869F3248F41C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FEF193-D7EF-8409-24A4-B0F0ED9F5905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B3FC06-D16A-720A-2307-9EA8D8C5E94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21E0A-D535-B634-D127-D4FD27A340C0}"/>
              </a:ext>
            </a:extLst>
          </p:cNvPr>
          <p:cNvSpPr txBox="1"/>
          <p:nvPr/>
        </p:nvSpPr>
        <p:spPr>
          <a:xfrm>
            <a:off x="7280801" y="2605640"/>
            <a:ext cx="325255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After the exception leaves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is pop from the stack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 has the chance to catch it.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257EF72-815C-953C-D423-8004E28F1B82}"/>
              </a:ext>
            </a:extLst>
          </p:cNvPr>
          <p:cNvGrpSpPr/>
          <p:nvPr/>
        </p:nvGrpSpPr>
        <p:grpSpPr>
          <a:xfrm>
            <a:off x="5563611" y="2439320"/>
            <a:ext cx="903890" cy="281952"/>
            <a:chOff x="2385848" y="2511972"/>
            <a:chExt cx="903890" cy="2819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5DFF8A8-15D2-DE2A-8B6F-ABA836C6DF35}"/>
                </a:ext>
              </a:extLst>
            </p:cNvPr>
            <p:cNvCxnSpPr/>
            <p:nvPr/>
          </p:nvCxnSpPr>
          <p:spPr>
            <a:xfrm flipV="1"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C6BD7C3-1E0D-A1C6-6E8A-8A7963D0CFF1}"/>
                </a:ext>
              </a:extLst>
            </p:cNvPr>
            <p:cNvCxnSpPr>
              <a:cxnSpLocks/>
            </p:cNvCxnSpPr>
            <p:nvPr/>
          </p:nvCxnSpPr>
          <p:spPr>
            <a:xfrm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E201D48-21CA-59D0-6B98-8D858EE9CF85}"/>
              </a:ext>
            </a:extLst>
          </p:cNvPr>
          <p:cNvCxnSpPr>
            <a:stCxn id="18" idx="1"/>
            <a:endCxn id="13" idx="3"/>
          </p:cNvCxnSpPr>
          <p:nvPr/>
        </p:nvCxnSpPr>
        <p:spPr>
          <a:xfrm flipH="1" flipV="1">
            <a:off x="6338182" y="3055534"/>
            <a:ext cx="942619" cy="117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1484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96206-0D86-E872-ECFA-FAC153C2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7170C-9AFD-A637-C968-5A6F4F983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5DF4C49-5010-75D4-9C9A-FC2EA79CBA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21E430-C792-89F2-BE22-1B584AA1B020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FAF7A-6F49-F552-580C-409E89B91965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BDFB163-149A-9593-8AE3-B24B19C501BF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8E5B8A-B05E-9726-BD06-ECCE4F4E5843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09CDB-BF61-1F50-8AD3-178436B29412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0875A-CC40-5AF5-1BE9-765D37A23AF8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B0DE62-3559-77CE-A840-B0DD5AA6D8E8}"/>
              </a:ext>
            </a:extLst>
          </p:cNvPr>
          <p:cNvSpPr txBox="1"/>
          <p:nvPr/>
        </p:nvSpPr>
        <p:spPr>
          <a:xfrm>
            <a:off x="7364883" y="2067031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no try/catch block in any of the functions catches the exception, it </a:t>
            </a:r>
            <a:r>
              <a:rPr lang="en-US" b="1" dirty="0">
                <a:cs typeface="Consolas" panose="020B0609020204030204" pitchFamily="49" charset="0"/>
              </a:rPr>
              <a:t>propagates</a:t>
            </a:r>
            <a:r>
              <a:rPr lang="en-US" dirty="0">
                <a:cs typeface="Consolas" panose="020B0609020204030204" pitchFamily="49" charset="0"/>
              </a:rPr>
              <a:t>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>
                <a:cs typeface="Consolas" panose="020B0609020204030204" pitchFamily="49" charset="0"/>
              </a:rPr>
              <a:t> and crashes the program.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AF1C81F4-1BCE-67A3-A84B-EBC6B3CB3A6F}"/>
              </a:ext>
            </a:extLst>
          </p:cNvPr>
          <p:cNvSpPr/>
          <p:nvPr/>
        </p:nvSpPr>
        <p:spPr>
          <a:xfrm>
            <a:off x="6351006" y="3055809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A82883C9-24A9-8A1B-4184-F1D3DC52C7C2}"/>
              </a:ext>
            </a:extLst>
          </p:cNvPr>
          <p:cNvSpPr/>
          <p:nvPr/>
        </p:nvSpPr>
        <p:spPr>
          <a:xfrm>
            <a:off x="6351006" y="3606473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BFA6F96-5502-4BF3-AE79-BEDFF3A57504}"/>
              </a:ext>
            </a:extLst>
          </p:cNvPr>
          <p:cNvSpPr/>
          <p:nvPr/>
        </p:nvSpPr>
        <p:spPr>
          <a:xfrm>
            <a:off x="6411310" y="4172607"/>
            <a:ext cx="680364" cy="346841"/>
          </a:xfrm>
          <a:custGeom>
            <a:avLst/>
            <a:gdLst>
              <a:gd name="csX0" fmla="*/ 0 w 680364"/>
              <a:gd name="csY0" fmla="*/ 0 h 346841"/>
              <a:gd name="csX1" fmla="*/ 672662 w 680364"/>
              <a:gd name="csY1" fmla="*/ 220717 h 346841"/>
              <a:gd name="csX2" fmla="*/ 304800 w 680364"/>
              <a:gd name="csY2" fmla="*/ 346841 h 3468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80364" h="346841">
                <a:moveTo>
                  <a:pt x="0" y="0"/>
                </a:moveTo>
                <a:cubicBezTo>
                  <a:pt x="310931" y="81455"/>
                  <a:pt x="621862" y="162910"/>
                  <a:pt x="672662" y="220717"/>
                </a:cubicBezTo>
                <a:cubicBezTo>
                  <a:pt x="723462" y="278524"/>
                  <a:pt x="514131" y="312682"/>
                  <a:pt x="304800" y="346841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484F1E2-09DB-BDC9-AB8F-2EA17D21F1CE}"/>
              </a:ext>
            </a:extLst>
          </p:cNvPr>
          <p:cNvSpPr/>
          <p:nvPr/>
        </p:nvSpPr>
        <p:spPr>
          <a:xfrm>
            <a:off x="6771503" y="4609070"/>
            <a:ext cx="758101" cy="766119"/>
          </a:xfrm>
          <a:custGeom>
            <a:avLst/>
            <a:gdLst>
              <a:gd name="csX0" fmla="*/ 0 w 758101"/>
              <a:gd name="csY0" fmla="*/ 0 h 766119"/>
              <a:gd name="csX1" fmla="*/ 729048 w 758101"/>
              <a:gd name="csY1" fmla="*/ 234779 h 766119"/>
              <a:gd name="csX2" fmla="*/ 543697 w 758101"/>
              <a:gd name="csY2" fmla="*/ 766119 h 7661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58101" h="766119">
                <a:moveTo>
                  <a:pt x="0" y="0"/>
                </a:moveTo>
                <a:cubicBezTo>
                  <a:pt x="319216" y="53546"/>
                  <a:pt x="638432" y="107093"/>
                  <a:pt x="729048" y="234779"/>
                </a:cubicBezTo>
                <a:cubicBezTo>
                  <a:pt x="819664" y="362465"/>
                  <a:pt x="681680" y="564292"/>
                  <a:pt x="543697" y="766119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486A5A-BAC8-B4F4-CB82-D6891BC4E4DC}"/>
              </a:ext>
            </a:extLst>
          </p:cNvPr>
          <p:cNvSpPr txBox="1"/>
          <p:nvPr/>
        </p:nvSpPr>
        <p:spPr>
          <a:xfrm>
            <a:off x="6834491" y="5439451"/>
            <a:ext cx="84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Crash!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1A72B4-64FE-1CE7-57D2-CD3E4D789187}"/>
              </a:ext>
            </a:extLst>
          </p:cNvPr>
          <p:cNvSpPr txBox="1"/>
          <p:nvPr/>
        </p:nvSpPr>
        <p:spPr>
          <a:xfrm>
            <a:off x="8310592" y="3712303"/>
            <a:ext cx="2536084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correctly called as the exception </a:t>
            </a:r>
            <a:r>
              <a:rPr lang="en-US" b="1" dirty="0">
                <a:cs typeface="Consolas" panose="020B0609020204030204" pitchFamily="49" charset="0"/>
              </a:rPr>
              <a:t>propagates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FA75F2A-6AEA-2F01-6D93-C0700B800E3D}"/>
                  </a:ext>
                </a:extLst>
              </p14:cNvPr>
              <p14:cNvContentPartPr/>
              <p14:nvPr/>
            </p14:nvContentPartPr>
            <p14:xfrm>
              <a:off x="5378400" y="4362480"/>
              <a:ext cx="64080" cy="3369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FA75F2A-6AEA-2F01-6D93-C0700B800E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9040" y="4353120"/>
                <a:ext cx="82800" cy="35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73883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F9659-961F-CD9A-0CD8-269D4483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5273-8C6A-33F4-F93D-265168B2F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C7E2-F45B-2327-7052-7ECE20EA0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3F33A-337F-9984-7D56-25725B4DB2A4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an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634273-4B02-0437-E5DE-518DA56A0BA3}"/>
              </a:ext>
            </a:extLst>
          </p:cNvPr>
          <p:cNvSpPr/>
          <p:nvPr/>
        </p:nvSpPr>
        <p:spPr>
          <a:xfrm>
            <a:off x="1343835" y="2209751"/>
            <a:ext cx="3154593" cy="65016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B3E0954-744A-E53D-C585-22552E09E764}"/>
                  </a:ext>
                </a:extLst>
              </p14:cNvPr>
              <p14:cNvContentPartPr/>
              <p14:nvPr/>
            </p14:nvContentPartPr>
            <p14:xfrm>
              <a:off x="1511280" y="2628720"/>
              <a:ext cx="8039880" cy="24325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B3E0954-744A-E53D-C585-22552E09E7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01920" y="2619360"/>
                <a:ext cx="8058600" cy="2451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38973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1CBEE-9027-0C77-15B2-89B1027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3BBDD-5170-828D-BAB8-C20D83080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D1010-1226-AC99-B216-8BCC4148C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344861-31ED-2123-DA17-B8B96567C02F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4AC0-B958-7D21-581E-ED94F4ACF2FF}"/>
              </a:ext>
            </a:extLst>
          </p:cNvPr>
          <p:cNvSpPr/>
          <p:nvPr/>
        </p:nvSpPr>
        <p:spPr>
          <a:xfrm>
            <a:off x="838200" y="3103917"/>
            <a:ext cx="8158655" cy="154165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0732E-43F3-C93A-99DE-F7CC5B91B7DF}"/>
              </a:ext>
            </a:extLst>
          </p:cNvPr>
          <p:cNvSpPr txBox="1"/>
          <p:nvPr/>
        </p:nvSpPr>
        <p:spPr>
          <a:xfrm>
            <a:off x="9217572" y="3103917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</p:spTree>
    <p:extLst>
      <p:ext uri="{BB962C8B-B14F-4D97-AF65-F5344CB8AC3E}">
        <p14:creationId xmlns:p14="http://schemas.microsoft.com/office/powerpoint/2010/main" val="1125923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DFEA-2B68-8235-26B2-0AB1E3687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AF4C-7165-D365-A926-70F9BBA92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F0773-DFAF-E756-6286-CBA0DC355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8CB881-523E-6587-4368-54EAFB39961B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85D7E7-FE9D-D211-5EB2-3F7CE9DF2FF7}"/>
              </a:ext>
            </a:extLst>
          </p:cNvPr>
          <p:cNvSpPr/>
          <p:nvPr/>
        </p:nvSpPr>
        <p:spPr>
          <a:xfrm>
            <a:off x="838201" y="4587940"/>
            <a:ext cx="7013028" cy="110046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1DDEE8-7A47-1359-8DA5-39D91292EF2A}"/>
              </a:ext>
            </a:extLst>
          </p:cNvPr>
          <p:cNvSpPr txBox="1"/>
          <p:nvPr/>
        </p:nvSpPr>
        <p:spPr>
          <a:xfrm>
            <a:off x="990600" y="5846544"/>
            <a:ext cx="2719552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notation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catch(...)</a:t>
            </a:r>
            <a:r>
              <a:rPr lang="en-US" dirty="0">
                <a:cs typeface="Consolas" panose="020B0609020204030204" pitchFamily="49" charset="0"/>
              </a:rPr>
              <a:t>  will catch any exception.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EBF8E-E8FA-F4BB-DB6E-0373D1A120AD}"/>
              </a:ext>
            </a:extLst>
          </p:cNvPr>
          <p:cNvSpPr txBox="1"/>
          <p:nvPr/>
        </p:nvSpPr>
        <p:spPr>
          <a:xfrm>
            <a:off x="9217572" y="3103917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</p:spTree>
    <p:extLst>
      <p:ext uri="{BB962C8B-B14F-4D97-AF65-F5344CB8AC3E}">
        <p14:creationId xmlns:p14="http://schemas.microsoft.com/office/powerpoint/2010/main" val="3782959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60011-92A2-227B-E1B9-8C1643E3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C902-30C2-3895-EAB4-534CB25A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B1461-0B4C-2827-2089-074B19DCC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273F9D-7EBF-A771-B826-FAC9BC8D1973}"/>
              </a:ext>
            </a:extLst>
          </p:cNvPr>
          <p:cNvSpPr txBox="1"/>
          <p:nvPr/>
        </p:nvSpPr>
        <p:spPr>
          <a:xfrm>
            <a:off x="4498429" y="888022"/>
            <a:ext cx="251197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Do you see the problem with this code?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DC09B87-DC07-9F02-96B4-2965BDFFFA77}"/>
                  </a:ext>
                </a:extLst>
              </p14:cNvPr>
              <p14:cNvContentPartPr/>
              <p14:nvPr/>
            </p14:nvContentPartPr>
            <p14:xfrm>
              <a:off x="1073160" y="2355840"/>
              <a:ext cx="4096080" cy="2508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DC09B87-DC07-9F02-96B4-2965BDFFFA7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3800" y="2346480"/>
                <a:ext cx="4114800" cy="2527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56552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1002E-FFF8-92E2-68E6-9096E35FF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507EC-DC10-59DE-6C73-1CDF8F532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64E98-AB98-55B1-F3C4-66E671EB0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B1DD1A-928F-497C-9119-BE5AAC161B00}"/>
              </a:ext>
            </a:extLst>
          </p:cNvPr>
          <p:cNvSpPr txBox="1"/>
          <p:nvPr/>
        </p:nvSpPr>
        <p:spPr>
          <a:xfrm>
            <a:off x="4498429" y="888022"/>
            <a:ext cx="251197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code has a potential memory leak.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DB897B-4895-E893-57C1-C9ED7A9DCC10}"/>
              </a:ext>
            </a:extLst>
          </p:cNvPr>
          <p:cNvSpPr/>
          <p:nvPr/>
        </p:nvSpPr>
        <p:spPr>
          <a:xfrm>
            <a:off x="838200" y="2859916"/>
            <a:ext cx="2892972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F427F32-B5E9-3B13-C8AD-1491229BF898}"/>
              </a:ext>
            </a:extLst>
          </p:cNvPr>
          <p:cNvCxnSpPr/>
          <p:nvPr/>
        </p:nvCxnSpPr>
        <p:spPr>
          <a:xfrm>
            <a:off x="3489434" y="3506247"/>
            <a:ext cx="1881352" cy="11498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714C81-52B7-F36A-503D-F76D2432DED9}"/>
              </a:ext>
            </a:extLst>
          </p:cNvPr>
          <p:cNvSpPr txBox="1"/>
          <p:nvPr/>
        </p:nvSpPr>
        <p:spPr>
          <a:xfrm>
            <a:off x="5370786" y="4656083"/>
            <a:ext cx="275370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it throws an exception,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/>
              <a:t> is never called.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5A8C14-9DD2-5C52-EF1D-1114C7B1CFA8}"/>
              </a:ext>
            </a:extLst>
          </p:cNvPr>
          <p:cNvSpPr txBox="1"/>
          <p:nvPr/>
        </p:nvSpPr>
        <p:spPr>
          <a:xfrm>
            <a:off x="8597461" y="4517583"/>
            <a:ext cx="3478925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a major issue in real world code: exceptions are common and cannot just be ignored.</a:t>
            </a:r>
          </a:p>
        </p:txBody>
      </p:sp>
    </p:spTree>
    <p:extLst>
      <p:ext uri="{BB962C8B-B14F-4D97-AF65-F5344CB8AC3E}">
        <p14:creationId xmlns:p14="http://schemas.microsoft.com/office/powerpoint/2010/main" val="28215475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5E7A3-94EC-7E3E-6A24-73C7CF8FE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6924-1C84-78AA-E9C1-89469F4BB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13F4B-E873-141B-7A15-7FF1D5FDD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3E978-BEA3-FC87-EFA4-CDE10531482B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C271C77-DB68-A199-263B-A8F1F7483AB7}"/>
                  </a:ext>
                </a:extLst>
              </p14:cNvPr>
              <p14:cNvContentPartPr/>
              <p14:nvPr/>
            </p14:nvContentPartPr>
            <p14:xfrm>
              <a:off x="425520" y="1886040"/>
              <a:ext cx="4877640" cy="3988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C271C77-DB68-A199-263B-A8F1F7483AB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6160" y="1876680"/>
                <a:ext cx="4896360" cy="40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25362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6BFBA-A84B-38EA-5550-D7517626E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60DEE-FDDB-7931-3465-9DC45269A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02F76-A53F-3ABD-CCA1-C9BE6C3CD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F7408-14B9-B2DF-4DB0-D3C3159CACA2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C6B-583B-C8C4-2AFB-69629DB57A74}"/>
              </a:ext>
            </a:extLst>
          </p:cNvPr>
          <p:cNvSpPr txBox="1"/>
          <p:nvPr/>
        </p:nvSpPr>
        <p:spPr>
          <a:xfrm>
            <a:off x="5538952" y="2967335"/>
            <a:ext cx="459302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C++ recommends a different solution</a:t>
            </a:r>
            <a:r>
              <a:rPr lang="en-US" dirty="0">
                <a:cs typeface="Consolas" panose="020B0609020204030204" pitchFamily="49" charset="0"/>
              </a:rPr>
              <a:t>: use class constructors/destructors to manage memory. C++ promises to call the destructor even if an exception occurs.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8CE4CDE-E778-8976-3366-643E1F7E7688}"/>
                  </a:ext>
                </a:extLst>
              </p14:cNvPr>
              <p14:cNvContentPartPr/>
              <p14:nvPr/>
            </p14:nvContentPartPr>
            <p14:xfrm>
              <a:off x="546120" y="2146320"/>
              <a:ext cx="3035520" cy="35182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8CE4CDE-E778-8976-3366-643E1F7E768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760" y="2136960"/>
                <a:ext cx="3054240" cy="3537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468151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A21B4-151E-15FF-81C4-52F6646E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55EB4-4D3D-5EC0-5954-20F17F733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586D4-6222-0382-8F5F-BD1C67C6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91AEA65-760E-12AB-77BA-BB658646F1BE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1B1B0B-66DB-9EB9-A379-0323D63FFA90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their object goes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9035931-7ADC-2EE7-69E6-8BCFB3211E86}"/>
                  </a:ext>
                </a:extLst>
              </p14:cNvPr>
              <p14:cNvContentPartPr/>
              <p14:nvPr/>
            </p14:nvContentPartPr>
            <p14:xfrm>
              <a:off x="831960" y="2355840"/>
              <a:ext cx="10001880" cy="2642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9035931-7ADC-2EE7-69E6-8BCFB3211E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2600" y="2346480"/>
                <a:ext cx="10020600" cy="2660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968791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2DB86-B12A-AD45-7F2F-6CC922CB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132A3-D362-EDE3-0341-6E1F28A07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77359" cy="1325563"/>
          </a:xfrm>
        </p:spPr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80C2C-0A4A-2D67-CCB1-9AE454DF2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69E5653-CF5F-320F-56FF-88DF92FD284D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548E9E-8E6E-529A-EAEA-0D07E42C7E6D}"/>
              </a:ext>
            </a:extLst>
          </p:cNvPr>
          <p:cNvSpPr txBox="1"/>
          <p:nvPr/>
        </p:nvSpPr>
        <p:spPr>
          <a:xfrm>
            <a:off x="4265229" y="4553194"/>
            <a:ext cx="241737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programming pattern is called </a:t>
            </a:r>
            <a:r>
              <a:rPr lang="en-US" b="1" dirty="0">
                <a:cs typeface="Consolas" panose="020B0609020204030204" pitchFamily="49" charset="0"/>
              </a:rPr>
              <a:t>RAII</a:t>
            </a:r>
            <a:r>
              <a:rPr lang="en-US" dirty="0">
                <a:cs typeface="Consolas" panose="020B0609020204030204" pitchFamily="49" charset="0"/>
              </a:rPr>
              <a:t>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R</a:t>
            </a:r>
            <a:r>
              <a:rPr lang="en-US" dirty="0">
                <a:cs typeface="Consolas" panose="020B0609020204030204" pitchFamily="49" charset="0"/>
              </a:rPr>
              <a:t>esource</a:t>
            </a:r>
            <a:r>
              <a:rPr lang="en-US" b="1" dirty="0">
                <a:cs typeface="Consolas" panose="020B0609020204030204" pitchFamily="49" charset="0"/>
              </a:rPr>
              <a:t> A</a:t>
            </a:r>
            <a:r>
              <a:rPr lang="en-US" dirty="0">
                <a:cs typeface="Consolas" panose="020B0609020204030204" pitchFamily="49" charset="0"/>
              </a:rPr>
              <a:t>cquisition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s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nitialization.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DF9BB-9FBE-26B0-AB2F-2D1EFFE4B275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their object goes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F8A8066-03B5-D45B-6DC9-1988AE83B479}"/>
                  </a:ext>
                </a:extLst>
              </p14:cNvPr>
              <p14:cNvContentPartPr/>
              <p14:nvPr/>
            </p14:nvContentPartPr>
            <p14:xfrm>
              <a:off x="1225440" y="2959200"/>
              <a:ext cx="8020440" cy="22100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F8A8066-03B5-D45B-6DC9-1988AE83B47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6080" y="2949840"/>
                <a:ext cx="8039160" cy="222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46330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F4BF1-8A01-01FD-64A1-425D219B7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12D9-4243-53ED-0AC0-A12838160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77359" cy="1325563"/>
          </a:xfrm>
        </p:spPr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8AAEC-BFB8-77B4-27C2-975B3C1670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7A0DEC-7769-5883-1DC7-F882180E6770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6D625-6699-D8B4-D685-5EFC26D33F17}"/>
              </a:ext>
            </a:extLst>
          </p:cNvPr>
          <p:cNvSpPr txBox="1"/>
          <p:nvPr/>
        </p:nvSpPr>
        <p:spPr>
          <a:xfrm>
            <a:off x="4265229" y="4553194"/>
            <a:ext cx="241737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programming pattern is called </a:t>
            </a:r>
            <a:r>
              <a:rPr lang="en-US" b="1" dirty="0">
                <a:cs typeface="Consolas" panose="020B0609020204030204" pitchFamily="49" charset="0"/>
              </a:rPr>
              <a:t>RAII</a:t>
            </a:r>
            <a:r>
              <a:rPr lang="en-US" dirty="0">
                <a:cs typeface="Consolas" panose="020B0609020204030204" pitchFamily="49" charset="0"/>
              </a:rPr>
              <a:t>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R</a:t>
            </a:r>
            <a:r>
              <a:rPr lang="en-US" dirty="0">
                <a:cs typeface="Consolas" panose="020B0609020204030204" pitchFamily="49" charset="0"/>
              </a:rPr>
              <a:t>esource</a:t>
            </a:r>
            <a:r>
              <a:rPr lang="en-US" b="1" dirty="0">
                <a:cs typeface="Consolas" panose="020B0609020204030204" pitchFamily="49" charset="0"/>
              </a:rPr>
              <a:t> A</a:t>
            </a:r>
            <a:r>
              <a:rPr lang="en-US" dirty="0">
                <a:cs typeface="Consolas" panose="020B0609020204030204" pitchFamily="49" charset="0"/>
              </a:rPr>
              <a:t>cquisition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s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nitialization.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B67BB0-661B-CA13-F780-A24DC6EDA43C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their object goes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A1743-4795-EF9D-B524-CCB8152EB93E}"/>
              </a:ext>
            </a:extLst>
          </p:cNvPr>
          <p:cNvSpPr txBox="1"/>
          <p:nvPr/>
        </p:nvSpPr>
        <p:spPr>
          <a:xfrm>
            <a:off x="4424855" y="196368"/>
            <a:ext cx="3149838" cy="132343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cs typeface="Consolas" panose="020B0609020204030204" pitchFamily="49" charset="0"/>
              </a:rPr>
              <a:t>Detail</a:t>
            </a:r>
            <a:r>
              <a:rPr lang="en-US" sz="1600" dirty="0">
                <a:cs typeface="Consolas" panose="020B0609020204030204" pitchFamily="49" charset="0"/>
              </a:rPr>
              <a:t>: if a thrown exception leaves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cs typeface="Consolas" panose="020B0609020204030204" pitchFamily="49" charset="0"/>
              </a:rPr>
              <a:t> (i.e. is unhandled), then the compiler might not call the destructor. So catching exceptions in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cs typeface="Consolas" panose="020B0609020204030204" pitchFamily="49" charset="0"/>
              </a:rPr>
              <a:t> may be need.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B850E87-CE4B-B161-A183-CDB446D95072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7574693" y="858088"/>
            <a:ext cx="1527266" cy="88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967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3C949-08F2-82CE-79A3-68DEB0094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C4C09-85D7-6F52-CB93-339DBA77B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exception_demo.cpp</a:t>
            </a:r>
            <a:r>
              <a:rPr lang="en-US" dirty="0"/>
              <a:t> in the notes for examples …</a:t>
            </a:r>
          </a:p>
        </p:txBody>
      </p:sp>
    </p:spTree>
    <p:extLst>
      <p:ext uri="{BB962C8B-B14F-4D97-AF65-F5344CB8AC3E}">
        <p14:creationId xmlns:p14="http://schemas.microsoft.com/office/powerpoint/2010/main" val="1787469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7A48D-1F32-1EB2-F5EA-FAF07846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8498F-39FA-FB81-9A18-DBFB7CE03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Exceptions</a:t>
            </a:r>
            <a:r>
              <a:rPr lang="en-US" dirty="0"/>
              <a:t> are objects that represent serious errors</a:t>
            </a:r>
          </a:p>
          <a:p>
            <a:r>
              <a:rPr lang="en-US" dirty="0"/>
              <a:t>They are created with </a:t>
            </a:r>
            <a:r>
              <a:rPr lang="en-US" b="1" dirty="0"/>
              <a:t>throw</a:t>
            </a:r>
          </a:p>
          <a:p>
            <a:r>
              <a:rPr lang="en-US" dirty="0"/>
              <a:t>You can handle them with a </a:t>
            </a:r>
            <a:r>
              <a:rPr lang="en-US" b="1" dirty="0"/>
              <a:t>try/catch block</a:t>
            </a:r>
          </a:p>
          <a:p>
            <a:r>
              <a:rPr lang="en-US" dirty="0"/>
              <a:t>An </a:t>
            </a:r>
            <a:r>
              <a:rPr lang="en-US" b="1" dirty="0"/>
              <a:t>uncaught exception </a:t>
            </a:r>
            <a:r>
              <a:rPr lang="en-US" dirty="0"/>
              <a:t>propagates through all the functions on the call stack, and if none catch it it will crash the program</a:t>
            </a:r>
          </a:p>
          <a:p>
            <a:r>
              <a:rPr lang="en-US" dirty="0"/>
              <a:t>Object </a:t>
            </a:r>
            <a:r>
              <a:rPr lang="en-US" b="1" dirty="0"/>
              <a:t>destructors</a:t>
            </a:r>
            <a:r>
              <a:rPr lang="en-US" dirty="0"/>
              <a:t> are called correctly with exceptions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RAII</a:t>
            </a:r>
            <a:r>
              <a:rPr lang="en-US" dirty="0"/>
              <a:t> to avoid memory leaks and related errors</a:t>
            </a:r>
          </a:p>
          <a:p>
            <a:pPr lvl="1"/>
            <a:r>
              <a:rPr lang="en-US" dirty="0"/>
              <a:t>Another approach is to use C++’s </a:t>
            </a:r>
            <a:r>
              <a:rPr lang="en-US" b="1" dirty="0"/>
              <a:t>smart pointers </a:t>
            </a:r>
            <a:r>
              <a:rPr lang="en-US" dirty="0"/>
              <a:t>(we won’t cover those)</a:t>
            </a:r>
          </a:p>
        </p:txBody>
      </p:sp>
    </p:spTree>
    <p:extLst>
      <p:ext uri="{BB962C8B-B14F-4D97-AF65-F5344CB8AC3E}">
        <p14:creationId xmlns:p14="http://schemas.microsoft.com/office/powerpoint/2010/main" val="9029081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5E013-BD19-16D0-2E54-C3B1FC2F0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69E6D-6699-4822-C3C5-59BE3A652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0E58F-2653-C1E5-1346-74FB1722C984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7E794E-D930-A02C-4E57-D0299F4D887D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E33C1B-2EA7-9321-C032-A90A5C6B71FF}"/>
              </a:ext>
            </a:extLst>
          </p:cNvPr>
          <p:cNvSpPr txBox="1"/>
          <p:nvPr/>
        </p:nvSpPr>
        <p:spPr>
          <a:xfrm>
            <a:off x="283778" y="5324575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E.g. a web browser, operating system, word processor, …</a:t>
            </a:r>
          </a:p>
        </p:txBody>
      </p:sp>
    </p:spTree>
    <p:extLst>
      <p:ext uri="{BB962C8B-B14F-4D97-AF65-F5344CB8AC3E}">
        <p14:creationId xmlns:p14="http://schemas.microsoft.com/office/powerpoint/2010/main" val="41195955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71E6-72C6-6C35-49EC-C3073BEAB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98914-9807-AFB7-A7C5-8DB7A27BA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C0A4A5-725B-5F33-B2B5-F51BD0A51911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FB898-994F-DE47-B358-568607CE10D7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1E012-E7A9-3E67-4EF1-DC243801F967}"/>
              </a:ext>
            </a:extLst>
          </p:cNvPr>
          <p:cNvSpPr txBox="1"/>
          <p:nvPr/>
        </p:nvSpPr>
        <p:spPr>
          <a:xfrm>
            <a:off x="4276702" y="306566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1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big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sometimes called a </a:t>
            </a:r>
            <a:br>
              <a:rPr lang="en-US" dirty="0"/>
            </a:br>
            <a:r>
              <a:rPr lang="en-US" b="1" dirty="0"/>
              <a:t>monolithic</a:t>
            </a:r>
            <a:r>
              <a:rPr lang="en-US" dirty="0"/>
              <a:t> design.</a:t>
            </a:r>
          </a:p>
          <a:p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structure that’s easy to understand.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find everything since it’s all in the one file.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need to coordinate accessing the file, e.g. make sure they don’t change the same code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changes work together can be very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Tough to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Compiling can take a while.</a:t>
            </a:r>
          </a:p>
        </p:txBody>
      </p:sp>
    </p:spTree>
    <p:extLst>
      <p:ext uri="{BB962C8B-B14F-4D97-AF65-F5344CB8AC3E}">
        <p14:creationId xmlns:p14="http://schemas.microsoft.com/office/powerpoint/2010/main" val="2935182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249C3-F5B9-3FC1-9B2B-45D2D470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DB713-BC75-662A-37C8-1E61E73E3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C5D049-D29C-EDEF-DE94-1C72FDACF604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6FA09B-508E-BB96-648D-CFDAE0BB4736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A03B7F-9341-8786-52E0-C7F1DC436CDF}"/>
              </a:ext>
            </a:extLst>
          </p:cNvPr>
          <p:cNvSpPr txBox="1"/>
          <p:nvPr/>
        </p:nvSpPr>
        <p:spPr>
          <a:xfrm>
            <a:off x="4276702" y="306566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1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big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sometimes called a </a:t>
            </a:r>
            <a:br>
              <a:rPr lang="en-US" dirty="0"/>
            </a:br>
            <a:r>
              <a:rPr lang="en-US" b="1" dirty="0"/>
              <a:t>monolithic</a:t>
            </a:r>
            <a:r>
              <a:rPr lang="en-US" dirty="0"/>
              <a:t> design.</a:t>
            </a:r>
          </a:p>
          <a:p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structure that’s easy to understand.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find everything since it’s all in the one file.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need to coordinate accessing the file, e.g. make sure they don’t change the same code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changes work together can be very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Tough to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Compiling can take a while.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A6974F-E77B-5D18-1F4A-7DB48CA69EF7}"/>
              </a:ext>
            </a:extLst>
          </p:cNvPr>
          <p:cNvSpPr txBox="1"/>
          <p:nvPr/>
        </p:nvSpPr>
        <p:spPr>
          <a:xfrm>
            <a:off x="8269625" y="306565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2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Multiple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files, organized into sensible sub-parts.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can more easily coordinate their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can be tested on their 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only need to be re-compiled if they change.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 with parts, e.g. can swap out old part for a new one.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structure.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to be designed ahead of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more tool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Risks over-design: small/simple programs can be monolithic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510348E-CFD2-7A0E-CBB1-9E62D6027007}"/>
                  </a:ext>
                </a:extLst>
              </p14:cNvPr>
              <p14:cNvContentPartPr/>
              <p14:nvPr/>
            </p14:nvContentPartPr>
            <p14:xfrm>
              <a:off x="4610160" y="1104840"/>
              <a:ext cx="6553440" cy="51066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510348E-CFD2-7A0E-CBB1-9E62D602700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00800" y="1095480"/>
                <a:ext cx="6572160" cy="5125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815369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91E15-8C42-D2D1-FE1A-3285A6A98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A083C-CA6D-24E2-D8C2-7C50C59FA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C0841A-6828-CF4B-8F79-8E3B358BBA98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0CC64E-4AA0-2573-E57F-43F4CDBF9A41}"/>
              </a:ext>
            </a:extLst>
          </p:cNvPr>
          <p:cNvSpPr txBox="1"/>
          <p:nvPr/>
        </p:nvSpPr>
        <p:spPr>
          <a:xfrm>
            <a:off x="4720281" y="857781"/>
            <a:ext cx="2980997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We’re going to see a couple of features that help with big programs: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Separate compilation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88D91-1FA2-49CB-780C-9B24CF91C012}"/>
              </a:ext>
            </a:extLst>
          </p:cNvPr>
          <p:cNvSpPr txBox="1"/>
          <p:nvPr/>
        </p:nvSpPr>
        <p:spPr>
          <a:xfrm>
            <a:off x="8269625" y="306565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2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Multiple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files, organized into sensible sub-parts.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can more easily coordinate their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can be tested on their 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only need to be re-compiled if they change.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 with parts, e.g. can swap out old part for a new one.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structure.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to be designed ahead of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more tool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Risks over-design: small/simple programs can be monolithic</a:t>
            </a:r>
          </a:p>
        </p:txBody>
      </p:sp>
    </p:spTree>
    <p:extLst>
      <p:ext uri="{BB962C8B-B14F-4D97-AF65-F5344CB8AC3E}">
        <p14:creationId xmlns:p14="http://schemas.microsoft.com/office/powerpoint/2010/main" val="18647319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E26C8-E945-FF60-021B-525208D7E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A6B27-CF4F-887B-3EA5-EF9DE4710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Idea</a:t>
            </a:r>
            <a:r>
              <a:rPr lang="en-US" dirty="0"/>
              <a:t>: split your program into multiple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files</a:t>
            </a:r>
          </a:p>
          <a:p>
            <a:pPr lvl="1"/>
            <a:r>
              <a:rPr lang="en-US" dirty="0"/>
              <a:t>Compile 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 separately into object code files</a:t>
            </a:r>
          </a:p>
          <a:p>
            <a:pPr lvl="2"/>
            <a:r>
              <a:rPr lang="en-US" dirty="0"/>
              <a:t>Only re-compile them if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 has changed</a:t>
            </a:r>
          </a:p>
          <a:p>
            <a:pPr lvl="1"/>
            <a:r>
              <a:rPr lang="en-US" dirty="0"/>
              <a:t>To make the executable, link the object code files together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do this in C++ requires us to do extra work</a:t>
            </a:r>
          </a:p>
          <a:p>
            <a:pPr lvl="1"/>
            <a:r>
              <a:rPr lang="en-US" dirty="0"/>
              <a:t>Need to organize and write files in a particular way</a:t>
            </a:r>
          </a:p>
        </p:txBody>
      </p:sp>
    </p:spTree>
    <p:extLst>
      <p:ext uri="{BB962C8B-B14F-4D97-AF65-F5344CB8AC3E}">
        <p14:creationId xmlns:p14="http://schemas.microsoft.com/office/powerpoint/2010/main" val="2721606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C23B8-A635-0757-90E6-94FDF7742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423F3F-2726-F1D8-9F83-01AAD70E4691}"/>
              </a:ext>
            </a:extLst>
          </p:cNvPr>
          <p:cNvSpPr txBox="1"/>
          <p:nvPr/>
        </p:nvSpPr>
        <p:spPr>
          <a:xfrm>
            <a:off x="532240" y="1609764"/>
            <a:ext cx="932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audio.h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5D8278-43B1-AEF6-1443-91154E33A940}"/>
              </a:ext>
            </a:extLst>
          </p:cNvPr>
          <p:cNvSpPr txBox="1"/>
          <p:nvPr/>
        </p:nvSpPr>
        <p:spPr>
          <a:xfrm>
            <a:off x="5538463" y="2504860"/>
            <a:ext cx="118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audio.cpp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5BA4B5-C854-8B44-6A3B-DDDC09915CA1}"/>
              </a:ext>
            </a:extLst>
          </p:cNvPr>
          <p:cNvSpPr txBox="1"/>
          <p:nvPr/>
        </p:nvSpPr>
        <p:spPr>
          <a:xfrm>
            <a:off x="2679844" y="1594611"/>
            <a:ext cx="109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plugins.h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7E44AB-29FD-B21C-EBDA-777F4F598D6A}"/>
              </a:ext>
            </a:extLst>
          </p:cNvPr>
          <p:cNvSpPr txBox="1"/>
          <p:nvPr/>
        </p:nvSpPr>
        <p:spPr>
          <a:xfrm>
            <a:off x="7536411" y="2504860"/>
            <a:ext cx="1344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plugins.cpp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E216A-FC48-9EFB-7885-9D4F5F4CA012}"/>
              </a:ext>
            </a:extLst>
          </p:cNvPr>
          <p:cNvSpPr txBox="1"/>
          <p:nvPr/>
        </p:nvSpPr>
        <p:spPr>
          <a:xfrm>
            <a:off x="1082802" y="2795777"/>
            <a:ext cx="1932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web_browser.cpp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55385B-EE0F-47D4-DD89-A60F63A320AE}"/>
              </a:ext>
            </a:extLst>
          </p:cNvPr>
          <p:cNvCxnSpPr>
            <a:stCxn id="4" idx="2"/>
          </p:cNvCxnSpPr>
          <p:nvPr/>
        </p:nvCxnSpPr>
        <p:spPr>
          <a:xfrm>
            <a:off x="998586" y="1979096"/>
            <a:ext cx="466345" cy="720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E35ED27-9D95-7961-366E-8B7C9E4D950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2754499" y="1963943"/>
            <a:ext cx="473765" cy="8318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3EE019-FEF5-C368-97E3-961829D2A8EF}"/>
              </a:ext>
            </a:extLst>
          </p:cNvPr>
          <p:cNvSpPr txBox="1"/>
          <p:nvPr/>
        </p:nvSpPr>
        <p:spPr>
          <a:xfrm>
            <a:off x="2872352" y="2545435"/>
            <a:ext cx="861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#include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77970-1E57-29B3-0092-BBF69F7E43E6}"/>
              </a:ext>
            </a:extLst>
          </p:cNvPr>
          <p:cNvSpPr txBox="1"/>
          <p:nvPr/>
        </p:nvSpPr>
        <p:spPr>
          <a:xfrm>
            <a:off x="406404" y="2430513"/>
            <a:ext cx="861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#include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18C9B6-329B-C1B4-477E-0B2C2B52B40F}"/>
              </a:ext>
            </a:extLst>
          </p:cNvPr>
          <p:cNvSpPr txBox="1"/>
          <p:nvPr/>
        </p:nvSpPr>
        <p:spPr>
          <a:xfrm>
            <a:off x="1082802" y="4065240"/>
            <a:ext cx="1677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web_browser.o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89317E-A73F-B846-E9FE-5A40E6224696}"/>
              </a:ext>
            </a:extLst>
          </p:cNvPr>
          <p:cNvSpPr txBox="1"/>
          <p:nvPr/>
        </p:nvSpPr>
        <p:spPr>
          <a:xfrm>
            <a:off x="5669395" y="3882366"/>
            <a:ext cx="925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audio.o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326D3D-C8B1-219E-7991-999AE2ADBFA3}"/>
              </a:ext>
            </a:extLst>
          </p:cNvPr>
          <p:cNvSpPr txBox="1"/>
          <p:nvPr/>
        </p:nvSpPr>
        <p:spPr>
          <a:xfrm>
            <a:off x="7663849" y="3875539"/>
            <a:ext cx="10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plugins.o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0C6C37-F81A-F64D-2654-A0370FA0E9FD}"/>
              </a:ext>
            </a:extLst>
          </p:cNvPr>
          <p:cNvSpPr txBox="1"/>
          <p:nvPr/>
        </p:nvSpPr>
        <p:spPr>
          <a:xfrm>
            <a:off x="5662407" y="1371001"/>
            <a:ext cx="932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audio.h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34D884-5F8D-B896-2155-7FD78F686014}"/>
              </a:ext>
            </a:extLst>
          </p:cNvPr>
          <p:cNvSpPr txBox="1"/>
          <p:nvPr/>
        </p:nvSpPr>
        <p:spPr>
          <a:xfrm>
            <a:off x="7656379" y="1368089"/>
            <a:ext cx="109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plugins.h</a:t>
            </a:r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FEEC8F-006A-9F14-613D-43254E19D342}"/>
              </a:ext>
            </a:extLst>
          </p:cNvPr>
          <p:cNvCxnSpPr>
            <a:cxnSpLocks/>
            <a:stCxn id="5" idx="2"/>
            <a:endCxn id="54" idx="0"/>
          </p:cNvCxnSpPr>
          <p:nvPr/>
        </p:nvCxnSpPr>
        <p:spPr>
          <a:xfrm>
            <a:off x="6128753" y="2874192"/>
            <a:ext cx="0" cy="279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E8389D-C52A-1915-70B6-97DB322C4E3B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208774" y="1718142"/>
            <a:ext cx="1" cy="786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8E87F4F-95D5-BDE9-BB15-F22A625DDC07}"/>
              </a:ext>
            </a:extLst>
          </p:cNvPr>
          <p:cNvSpPr txBox="1"/>
          <p:nvPr/>
        </p:nvSpPr>
        <p:spPr>
          <a:xfrm>
            <a:off x="8322652" y="2122760"/>
            <a:ext cx="861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#include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8DD782-5A18-3555-E3F0-A702D763BFEB}"/>
              </a:ext>
            </a:extLst>
          </p:cNvPr>
          <p:cNvSpPr txBox="1"/>
          <p:nvPr/>
        </p:nvSpPr>
        <p:spPr>
          <a:xfrm>
            <a:off x="6128753" y="2122760"/>
            <a:ext cx="861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#include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ED37FC-85A8-C6DF-C864-C553C3A789DA}"/>
              </a:ext>
            </a:extLst>
          </p:cNvPr>
          <p:cNvSpPr txBox="1"/>
          <p:nvPr/>
        </p:nvSpPr>
        <p:spPr>
          <a:xfrm>
            <a:off x="4888657" y="5834448"/>
            <a:ext cx="165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./</a:t>
            </a:r>
            <a:r>
              <a:rPr lang="en-US" dirty="0" err="1"/>
              <a:t>web_browser</a:t>
            </a:r>
            <a:endParaRPr lang="en-US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7B8B2F8-35BC-2A95-2F1F-E65A24CC26D5}"/>
              </a:ext>
            </a:extLst>
          </p:cNvPr>
          <p:cNvCxnSpPr>
            <a:cxnSpLocks/>
          </p:cNvCxnSpPr>
          <p:nvPr/>
        </p:nvCxnSpPr>
        <p:spPr>
          <a:xfrm>
            <a:off x="2754499" y="4434572"/>
            <a:ext cx="688219" cy="624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55B9B59-812B-F243-D8BB-7B61014AE709}"/>
              </a:ext>
            </a:extLst>
          </p:cNvPr>
          <p:cNvCxnSpPr>
            <a:cxnSpLocks/>
          </p:cNvCxnSpPr>
          <p:nvPr/>
        </p:nvCxnSpPr>
        <p:spPr>
          <a:xfrm flipH="1">
            <a:off x="4238577" y="4203545"/>
            <a:ext cx="1484760" cy="875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FF40875-DE33-5389-D295-B8792107AB1D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4238577" y="4206061"/>
            <a:ext cx="3495615" cy="1057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F32EE47-F9D7-6ED7-4505-7D029208E93A}"/>
              </a:ext>
            </a:extLst>
          </p:cNvPr>
          <p:cNvSpPr txBox="1"/>
          <p:nvPr/>
        </p:nvSpPr>
        <p:spPr>
          <a:xfrm>
            <a:off x="3507992" y="5078723"/>
            <a:ext cx="730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linker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D417452-4991-F8D5-5A38-B8F0D265A416}"/>
              </a:ext>
            </a:extLst>
          </p:cNvPr>
          <p:cNvCxnSpPr>
            <a:cxnSpLocks/>
          </p:cNvCxnSpPr>
          <p:nvPr/>
        </p:nvCxnSpPr>
        <p:spPr>
          <a:xfrm>
            <a:off x="4211742" y="5475800"/>
            <a:ext cx="688219" cy="4755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9F18317-1E41-7B5E-DEBD-E737BAEEC71B}"/>
              </a:ext>
            </a:extLst>
          </p:cNvPr>
          <p:cNvSpPr txBox="1"/>
          <p:nvPr/>
        </p:nvSpPr>
        <p:spPr>
          <a:xfrm>
            <a:off x="5592388" y="3153874"/>
            <a:ext cx="1072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compiler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D081A8C-6D54-5910-D1A7-08D57C2D5B38}"/>
              </a:ext>
            </a:extLst>
          </p:cNvPr>
          <p:cNvCxnSpPr>
            <a:cxnSpLocks/>
            <a:stCxn id="30" idx="2"/>
            <a:endCxn id="5" idx="0"/>
          </p:cNvCxnSpPr>
          <p:nvPr/>
        </p:nvCxnSpPr>
        <p:spPr>
          <a:xfrm>
            <a:off x="6128753" y="1740333"/>
            <a:ext cx="0" cy="764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960DBF3-8CD6-2851-90DB-B9D863CE0FC5}"/>
              </a:ext>
            </a:extLst>
          </p:cNvPr>
          <p:cNvCxnSpPr>
            <a:cxnSpLocks/>
            <a:stCxn id="54" idx="2"/>
            <a:endCxn id="21" idx="0"/>
          </p:cNvCxnSpPr>
          <p:nvPr/>
        </p:nvCxnSpPr>
        <p:spPr>
          <a:xfrm>
            <a:off x="6128753" y="3523206"/>
            <a:ext cx="3494" cy="35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06B0193-148C-D979-E053-E86FE13C7567}"/>
              </a:ext>
            </a:extLst>
          </p:cNvPr>
          <p:cNvCxnSpPr>
            <a:cxnSpLocks/>
            <a:endCxn id="69" idx="0"/>
          </p:cNvCxnSpPr>
          <p:nvPr/>
        </p:nvCxnSpPr>
        <p:spPr>
          <a:xfrm>
            <a:off x="8208774" y="2876794"/>
            <a:ext cx="0" cy="279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9A428D0A-CC01-E3C5-9F20-8B5D674CFD7F}"/>
              </a:ext>
            </a:extLst>
          </p:cNvPr>
          <p:cNvSpPr txBox="1"/>
          <p:nvPr/>
        </p:nvSpPr>
        <p:spPr>
          <a:xfrm>
            <a:off x="7672409" y="3156476"/>
            <a:ext cx="1072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compiler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4296817-A9C6-07A6-285E-4880C590DFAB}"/>
              </a:ext>
            </a:extLst>
          </p:cNvPr>
          <p:cNvCxnSpPr>
            <a:cxnSpLocks/>
            <a:stCxn id="69" idx="2"/>
          </p:cNvCxnSpPr>
          <p:nvPr/>
        </p:nvCxnSpPr>
        <p:spPr>
          <a:xfrm>
            <a:off x="8208774" y="3525808"/>
            <a:ext cx="3494" cy="35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D002DB4-19B1-1014-A954-79D62B270639}"/>
              </a:ext>
            </a:extLst>
          </p:cNvPr>
          <p:cNvCxnSpPr>
            <a:cxnSpLocks/>
            <a:endCxn id="72" idx="0"/>
          </p:cNvCxnSpPr>
          <p:nvPr/>
        </p:nvCxnSpPr>
        <p:spPr>
          <a:xfrm>
            <a:off x="2030704" y="3149318"/>
            <a:ext cx="0" cy="279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DDAA0ABD-EF04-7257-2384-3ED118C6E83B}"/>
              </a:ext>
            </a:extLst>
          </p:cNvPr>
          <p:cNvSpPr txBox="1"/>
          <p:nvPr/>
        </p:nvSpPr>
        <p:spPr>
          <a:xfrm>
            <a:off x="1494339" y="3429000"/>
            <a:ext cx="1072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compiler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D477884-2706-2EBE-1B44-47862CF9D6A8}"/>
              </a:ext>
            </a:extLst>
          </p:cNvPr>
          <p:cNvCxnSpPr>
            <a:cxnSpLocks/>
            <a:stCxn id="72" idx="2"/>
          </p:cNvCxnSpPr>
          <p:nvPr/>
        </p:nvCxnSpPr>
        <p:spPr>
          <a:xfrm>
            <a:off x="2030704" y="3798332"/>
            <a:ext cx="3494" cy="35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09CDFBA5-EC49-D391-C85B-4678BDE367BC}"/>
              </a:ext>
            </a:extLst>
          </p:cNvPr>
          <p:cNvSpPr txBox="1"/>
          <p:nvPr/>
        </p:nvSpPr>
        <p:spPr>
          <a:xfrm>
            <a:off x="8881137" y="4340059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.o</a:t>
            </a:r>
            <a:r>
              <a:rPr lang="en-US" dirty="0">
                <a:cs typeface="Consolas" panose="020B0609020204030204" pitchFamily="49" charset="0"/>
              </a:rPr>
              <a:t> files only need to be re-compiled if some file it depends on changes.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9CDEDF-331E-2A27-B50E-A6BDA60E73BC}"/>
              </a:ext>
            </a:extLst>
          </p:cNvPr>
          <p:cNvSpPr txBox="1"/>
          <p:nvPr/>
        </p:nvSpPr>
        <p:spPr>
          <a:xfrm>
            <a:off x="9400347" y="5628219"/>
            <a:ext cx="1942575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.o</a:t>
            </a:r>
            <a:r>
              <a:rPr lang="en-US" dirty="0">
                <a:cs typeface="Consolas" panose="020B0609020204030204" pitchFamily="49" charset="0"/>
              </a:rPr>
              <a:t> files are </a:t>
            </a:r>
            <a:r>
              <a:rPr lang="en-US" b="1" dirty="0">
                <a:cs typeface="Consolas" panose="020B0609020204030204" pitchFamily="49" charset="0"/>
              </a:rPr>
              <a:t>object code </a:t>
            </a:r>
            <a:r>
              <a:rPr lang="en-US" dirty="0">
                <a:cs typeface="Consolas" panose="020B0609020204030204" pitchFamily="49" charset="0"/>
              </a:rPr>
              <a:t>files.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24BC855E-0EF4-3305-645B-68E26D00A52A}"/>
                  </a:ext>
                </a:extLst>
              </p14:cNvPr>
              <p14:cNvContentPartPr/>
              <p14:nvPr/>
            </p14:nvContentPartPr>
            <p14:xfrm>
              <a:off x="711360" y="1720800"/>
              <a:ext cx="8160120" cy="45352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24BC855E-0EF4-3305-645B-68E26D00A5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2000" y="1711440"/>
                <a:ext cx="8178840" cy="455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14035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83EE-ECD3-0378-0161-51690E17B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2A5A3-5337-7C94-6C09-14269EEFB20F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C69BF-54EB-F455-6B9F-0A86438A3DBD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5C4F8F-ED27-5852-FE5B-A587DE38711B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B1C49D0-2E2A-02B4-34B9-B016C20D6B4F}"/>
                  </a:ext>
                </a:extLst>
              </p14:cNvPr>
              <p14:cNvContentPartPr/>
              <p14:nvPr/>
            </p14:nvContentPartPr>
            <p14:xfrm>
              <a:off x="425520" y="3263400"/>
              <a:ext cx="3822840" cy="134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B1C49D0-2E2A-02B4-34B9-B016C20D6B4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6160" y="3254040"/>
                <a:ext cx="3841560" cy="15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154984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9A733-88F0-7626-9D76-A3A3EBF03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1E40-4CD4-AFF3-0227-7CAFF3F0D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F531ED-FEDB-014F-5448-484C508E9ECD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8CAFC7-922D-5E7D-473C-B33CE185DC98}"/>
              </a:ext>
            </a:extLst>
          </p:cNvPr>
          <p:cNvSpPr txBox="1"/>
          <p:nvPr/>
        </p:nvSpPr>
        <p:spPr>
          <a:xfrm>
            <a:off x="7589458" y="2829911"/>
            <a:ext cx="4602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 {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return x * x;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8F7BE-F11D-DF2D-8126-0FE6D7F319E3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38BE86-2AE3-6282-C9A6-C352EF56AE14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5ADCB1-5EA8-A14B-335F-9F015E4163D0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EF1FF9-5D32-15AF-B681-823287A781AA}"/>
              </a:ext>
            </a:extLst>
          </p:cNvPr>
          <p:cNvSpPr txBox="1"/>
          <p:nvPr/>
        </p:nvSpPr>
        <p:spPr>
          <a:xfrm>
            <a:off x="8249155" y="4249956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Header and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Knows what to do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is called.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015105-7501-9DFC-EC8A-16526867C198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243121D-E4B8-ABE2-9EB0-980CA82ECC23}"/>
                  </a:ext>
                </a:extLst>
              </p14:cNvPr>
              <p14:cNvContentPartPr/>
              <p14:nvPr/>
            </p14:nvContentPartPr>
            <p14:xfrm>
              <a:off x="285840" y="3022560"/>
              <a:ext cx="11259000" cy="451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243121D-E4B8-ABE2-9EB0-980CA82ECC2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6480" y="3013200"/>
                <a:ext cx="11277720" cy="47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842843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B462B-3C24-DF4E-9392-55B47FD3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D503-1DDE-909F-5EAA-1B615544E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32726-39BD-F12F-72CB-DF03EC5C8084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C78D01-C6E6-525D-B466-C16C0DA1B719}"/>
              </a:ext>
            </a:extLst>
          </p:cNvPr>
          <p:cNvSpPr txBox="1"/>
          <p:nvPr/>
        </p:nvSpPr>
        <p:spPr>
          <a:xfrm>
            <a:off x="7589458" y="2829911"/>
            <a:ext cx="4602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 {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return x * x;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FB34C-874B-F977-9D79-4FBFF98E6C6B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B2E98-E53A-C7CA-041C-EF179DF17D6A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041C4-318F-B195-9A89-150F07CEAE20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33D1ED-4378-323E-A3BF-210A7262BFE2}"/>
              </a:ext>
            </a:extLst>
          </p:cNvPr>
          <p:cNvSpPr txBox="1"/>
          <p:nvPr/>
        </p:nvSpPr>
        <p:spPr>
          <a:xfrm>
            <a:off x="8249155" y="4249956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Header and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Knows what to do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is called.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951BCA-2397-4FA8-A521-FC32171CE6D3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2B4551-9284-D943-73B0-80F779B7211C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06B6FA-81BF-8935-7899-085C46190506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693629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A9DA2-321C-91DE-554C-D369D81C5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71C07-6796-C378-EE91-ED09E902B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B98704-E9F7-72E2-BCAC-2D983BA1D572}"/>
              </a:ext>
            </a:extLst>
          </p:cNvPr>
          <p:cNvSpPr txBox="1"/>
          <p:nvPr/>
        </p:nvSpPr>
        <p:spPr>
          <a:xfrm>
            <a:off x="1031003" y="2839461"/>
            <a:ext cx="23533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E41931-E8F0-2C0C-9CDE-29EDD3875E44}"/>
              </a:ext>
            </a:extLst>
          </p:cNvPr>
          <p:cNvSpPr txBox="1"/>
          <p:nvPr/>
        </p:nvSpPr>
        <p:spPr>
          <a:xfrm>
            <a:off x="8627809" y="2700961"/>
            <a:ext cx="23936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int x, y;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A24CC-BDA9-2FC1-DF87-48CB9D9BBEB7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859CAD-D16E-57BA-7E3E-5950B927780A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997ED4-B294-A448-2FAC-4C3F31463185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15D68-922B-5170-0D84-D4FDA579B8E5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4559E1-D98C-2D80-3D71-816ED0106531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0185123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BB03C-0FFC-3EC8-4887-9D05E67F4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7B57C-E35E-E9FC-04A3-2D3839095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0A102B-85F8-0969-EABF-CFF100631393}"/>
              </a:ext>
            </a:extLst>
          </p:cNvPr>
          <p:cNvSpPr txBox="1"/>
          <p:nvPr/>
        </p:nvSpPr>
        <p:spPr>
          <a:xfrm>
            <a:off x="838200" y="2839461"/>
            <a:ext cx="254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extern int n;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B6625F-428D-308A-F31C-19F2A449277A}"/>
              </a:ext>
            </a:extLst>
          </p:cNvPr>
          <p:cNvSpPr txBox="1"/>
          <p:nvPr/>
        </p:nvSpPr>
        <p:spPr>
          <a:xfrm>
            <a:off x="8627809" y="2700961"/>
            <a:ext cx="18838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n = 0;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C26370-4D83-F1F8-C7AD-895173784904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468C8-9BE8-919A-A1EC-03EF1ED01630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2E3A47-3B76-59B3-1FCA-0F97C747EDC9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A18D89-EF9D-8F18-3AB7-04A21F7F0AA1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06097-4FAF-5E20-1927-6663257A9DFE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081201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FFB7B-B1EC-FBD1-B9AE-08EEAEE4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2E412-EC62-735E-40EC-9DE2A9DE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3B3A1-2DFD-2426-DE12-29809A0F83D3}"/>
              </a:ext>
            </a:extLst>
          </p:cNvPr>
          <p:cNvSpPr txBox="1"/>
          <p:nvPr/>
        </p:nvSpPr>
        <p:spPr>
          <a:xfrm>
            <a:off x="1031003" y="2839461"/>
            <a:ext cx="23533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AEC47C-D696-1340-6178-81A3D2B985EF}"/>
              </a:ext>
            </a:extLst>
          </p:cNvPr>
          <p:cNvSpPr txBox="1"/>
          <p:nvPr/>
        </p:nvSpPr>
        <p:spPr>
          <a:xfrm>
            <a:off x="8627809" y="2700961"/>
            <a:ext cx="23936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int x, y;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C3927-1DD4-B769-F21E-D1C5920E825F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B740ED-F230-C259-3F52-F32D7F8D9E1B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339F5D-3E3E-C80F-C400-959371E8D75C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42ECA5-105A-237B-DA8C-94F861AD411F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1EE8D-8E81-7E66-6C6D-C7769460F503}"/>
              </a:ext>
            </a:extLst>
          </p:cNvPr>
          <p:cNvSpPr txBox="1"/>
          <p:nvPr/>
        </p:nvSpPr>
        <p:spPr>
          <a:xfrm>
            <a:off x="838200" y="4740799"/>
            <a:ext cx="283238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</a:p>
          <a:p>
            <a:r>
              <a:rPr lang="en-US" dirty="0"/>
              <a:t>Declarations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files.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347B0-48DF-E78E-2354-734744739246}"/>
              </a:ext>
            </a:extLst>
          </p:cNvPr>
          <p:cNvSpPr txBox="1"/>
          <p:nvPr/>
        </p:nvSpPr>
        <p:spPr>
          <a:xfrm>
            <a:off x="8655118" y="4740799"/>
            <a:ext cx="28323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</a:p>
          <a:p>
            <a:r>
              <a:rPr lang="en-US" dirty="0"/>
              <a:t>Definitions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files.</a:t>
            </a:r>
          </a:p>
        </p:txBody>
      </p:sp>
    </p:spTree>
    <p:extLst>
      <p:ext uri="{BB962C8B-B14F-4D97-AF65-F5344CB8AC3E}">
        <p14:creationId xmlns:p14="http://schemas.microsoft.com/office/powerpoint/2010/main" val="29326791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33D89-FC48-B280-6031-EB649B9E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9BBD3-37CC-58A6-054C-43D3644E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declaration</a:t>
            </a:r>
            <a:r>
              <a:rPr lang="en-US" dirty="0"/>
              <a:t> declares a class, function, variable, etc. exists, but does not say how it is implemented.</a:t>
            </a:r>
          </a:p>
          <a:p>
            <a:r>
              <a:rPr lang="en-US" dirty="0"/>
              <a:t>A </a:t>
            </a:r>
            <a:r>
              <a:rPr lang="en-US" b="1" dirty="0"/>
              <a:t>definition</a:t>
            </a:r>
            <a:r>
              <a:rPr lang="en-US" dirty="0"/>
              <a:t> defines how a class, function, variable, etc. works</a:t>
            </a:r>
          </a:p>
          <a:p>
            <a:pPr lvl="1"/>
            <a:r>
              <a:rPr lang="en-US" dirty="0"/>
              <a:t>Definitions are also declarations</a:t>
            </a:r>
          </a:p>
          <a:p>
            <a:r>
              <a:rPr lang="en-US" dirty="0"/>
              <a:t>For separate compilation in C++</a:t>
            </a:r>
          </a:p>
          <a:p>
            <a:pPr lvl="1"/>
            <a:r>
              <a:rPr lang="en-US" dirty="0"/>
              <a:t>Declaration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header files which is #included into a program</a:t>
            </a:r>
          </a:p>
          <a:p>
            <a:pPr lvl="2"/>
            <a:r>
              <a:rPr lang="en-US" dirty="0"/>
              <a:t>Thus it is okay for multiple files to #include the same header</a:t>
            </a:r>
          </a:p>
          <a:p>
            <a:pPr lvl="1"/>
            <a:r>
              <a:rPr lang="en-US" dirty="0"/>
              <a:t>Definitions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</a:t>
            </a:r>
          </a:p>
          <a:p>
            <a:pPr lvl="2"/>
            <a:r>
              <a:rPr lang="en-US" dirty="0"/>
              <a:t>We must be sure to never to let these definitions be defined elsewhere</a:t>
            </a:r>
          </a:p>
          <a:p>
            <a:r>
              <a:rPr lang="en-US" dirty="0"/>
              <a:t>Let’s step through the creation of a separately compiled program …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F8DDC39-3B63-6E8B-3AF0-F44F47BC7C12}"/>
                  </a:ext>
                </a:extLst>
              </p14:cNvPr>
              <p14:cNvContentPartPr/>
              <p14:nvPr/>
            </p14:nvContentPartPr>
            <p14:xfrm>
              <a:off x="3416400" y="4196880"/>
              <a:ext cx="1162440" cy="7884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F8DDC39-3B63-6E8B-3AF0-F44F47BC7C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7040" y="4187520"/>
                <a:ext cx="1181160" cy="807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28294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3A76E-0453-AA2C-A1BB-32136F1E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84A98-6E9D-1A63-524B-FA4B392F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Namespace</a:t>
            </a:r>
            <a:r>
              <a:rPr lang="en-US" dirty="0"/>
              <a:t> are another idea that supports writing big programs</a:t>
            </a:r>
          </a:p>
          <a:p>
            <a:r>
              <a:rPr lang="en-US" dirty="0"/>
              <a:t>They let you partition names of classes, functions, variables, etc. into separate groups</a:t>
            </a:r>
          </a:p>
          <a:p>
            <a:pPr lvl="1"/>
            <a:r>
              <a:rPr lang="en-US" dirty="0"/>
              <a:t>The same name can appear in different namespaces</a:t>
            </a:r>
          </a:p>
          <a:p>
            <a:r>
              <a:rPr lang="en-US" dirty="0"/>
              <a:t>We’ve already been using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dirty="0"/>
              <a:t> namespace</a:t>
            </a:r>
          </a:p>
          <a:p>
            <a:pPr lvl="1"/>
            <a:r>
              <a:rPr lang="en-US" dirty="0"/>
              <a:t>It’s not hard to make your own namespaces</a:t>
            </a:r>
          </a:p>
        </p:txBody>
      </p:sp>
    </p:spTree>
    <p:extLst>
      <p:ext uri="{BB962C8B-B14F-4D97-AF65-F5344CB8AC3E}">
        <p14:creationId xmlns:p14="http://schemas.microsoft.com/office/powerpoint/2010/main" val="35355847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CE25E-82CB-F1D9-E7AB-5334DECE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70E13-F4FB-DDF3-7C25-ABDC7C82A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CDFAD-06DE-1EAD-4BB5-429322B4BD04}"/>
              </a:ext>
            </a:extLst>
          </p:cNvPr>
          <p:cNvSpPr txBox="1"/>
          <p:nvPr/>
        </p:nvSpPr>
        <p:spPr>
          <a:xfrm>
            <a:off x="502866" y="1708659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3B80E-4BC6-132E-E108-F9CDD6CDBF9F}"/>
              </a:ext>
            </a:extLst>
          </p:cNvPr>
          <p:cNvSpPr txBox="1"/>
          <p:nvPr/>
        </p:nvSpPr>
        <p:spPr>
          <a:xfrm>
            <a:off x="6703734" y="1708659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DA01F6-FAB2-9E93-9B7E-26AA46DD1A44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5CBBC6-E92F-8D0F-5083-02F4C6B7AE5B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6A35B1-7504-C44C-65E5-5F41A59CE1EA}"/>
              </a:ext>
            </a:extLst>
          </p:cNvPr>
          <p:cNvSpPr txBox="1"/>
          <p:nvPr/>
        </p:nvSpPr>
        <p:spPr>
          <a:xfrm>
            <a:off x="344359" y="5391802"/>
            <a:ext cx="32938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Imagine a big project where two different programmers happen to use the same header for different functions.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A5E3BD-F3E8-2189-B981-319D0F91F7AA}"/>
              </a:ext>
            </a:extLst>
          </p:cNvPr>
          <p:cNvSpPr txBox="1"/>
          <p:nvPr/>
        </p:nvSpPr>
        <p:spPr>
          <a:xfrm>
            <a:off x="4211272" y="5530301"/>
            <a:ext cx="329383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names are both good names for their respective parts of the program.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06C452-E8C1-BA3C-E10C-CE9D8C234A20}"/>
              </a:ext>
            </a:extLst>
          </p:cNvPr>
          <p:cNvSpPr txBox="1"/>
          <p:nvPr/>
        </p:nvSpPr>
        <p:spPr>
          <a:xfrm>
            <a:off x="8078186" y="5391802"/>
            <a:ext cx="32938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But given C++’s single definition rule, they </a:t>
            </a:r>
            <a:r>
              <a:rPr lang="en-US" b="1" dirty="0">
                <a:cs typeface="Consolas" panose="020B0609020204030204" pitchFamily="49" charset="0"/>
              </a:rPr>
              <a:t>cannot</a:t>
            </a:r>
            <a:r>
              <a:rPr lang="en-US" dirty="0">
                <a:cs typeface="Consolas" panose="020B0609020204030204" pitchFamily="49" charset="0"/>
              </a:rPr>
              <a:t> appear in the same program (even in separately compiled parts).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E4B6133D-10B4-FCBF-ACD1-D1AC97000C47}"/>
              </a:ext>
            </a:extLst>
          </p:cNvPr>
          <p:cNvSpPr/>
          <p:nvPr/>
        </p:nvSpPr>
        <p:spPr>
          <a:xfrm>
            <a:off x="3783724" y="5839031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DA69620F-9F0A-6AF6-8A72-797FBD37C2FC}"/>
              </a:ext>
            </a:extLst>
          </p:cNvPr>
          <p:cNvSpPr/>
          <p:nvPr/>
        </p:nvSpPr>
        <p:spPr>
          <a:xfrm>
            <a:off x="7670775" y="5839031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9279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47C25-2C89-5AA5-1E30-925529A27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7C5C-44E3-938B-71E0-579A804B8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0AD81-2345-8F9C-02B9-EA2A7DCCEC28}"/>
              </a:ext>
            </a:extLst>
          </p:cNvPr>
          <p:cNvSpPr txBox="1"/>
          <p:nvPr/>
        </p:nvSpPr>
        <p:spPr>
          <a:xfrm>
            <a:off x="502866" y="1708659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event_is_whitespace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70DCE-1DCC-C090-4D91-31E07AC4CFF4}"/>
              </a:ext>
            </a:extLst>
          </p:cNvPr>
          <p:cNvSpPr txBox="1"/>
          <p:nvPr/>
        </p:nvSpPr>
        <p:spPr>
          <a:xfrm>
            <a:off x="6703734" y="1708659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render_is_whitespace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DADB29-3753-37C6-248A-D19C0615EF0A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6C3A2-569C-78A2-6253-F7D7A6100234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1C124D-DECB-40C2-6BA5-5108CAE8CFB3}"/>
              </a:ext>
            </a:extLst>
          </p:cNvPr>
          <p:cNvSpPr txBox="1"/>
          <p:nvPr/>
        </p:nvSpPr>
        <p:spPr>
          <a:xfrm>
            <a:off x="1489987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One solution</a:t>
            </a:r>
            <a:r>
              <a:rPr lang="en-US" dirty="0">
                <a:cs typeface="Consolas" panose="020B0609020204030204" pitchFamily="49" charset="0"/>
              </a:rPr>
              <a:t>: the programmers agree to rename them.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0C526-F650-020D-8B02-E31B3C474DEB}"/>
              </a:ext>
            </a:extLst>
          </p:cNvPr>
          <p:cNvSpPr txBox="1"/>
          <p:nvPr/>
        </p:nvSpPr>
        <p:spPr>
          <a:xfrm>
            <a:off x="4427629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works, if the programmers remember to do this.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253005-060E-5ECD-8DC5-8D1399E49575}"/>
              </a:ext>
            </a:extLst>
          </p:cNvPr>
          <p:cNvSpPr txBox="1"/>
          <p:nvPr/>
        </p:nvSpPr>
        <p:spPr>
          <a:xfrm>
            <a:off x="7365271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the names are longer it can decrease code readability.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48DF5703-5A3B-8FFB-C129-86F071F2FE21}"/>
              </a:ext>
            </a:extLst>
          </p:cNvPr>
          <p:cNvSpPr/>
          <p:nvPr/>
        </p:nvSpPr>
        <p:spPr>
          <a:xfrm>
            <a:off x="4005828" y="5753295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C8897299-32D9-950D-7A02-8DBBFC74A32F}"/>
              </a:ext>
            </a:extLst>
          </p:cNvPr>
          <p:cNvSpPr/>
          <p:nvPr/>
        </p:nvSpPr>
        <p:spPr>
          <a:xfrm>
            <a:off x="6944857" y="5753295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60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41012-F07E-3DA9-B515-6052C802A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0A43E-4E67-6614-0D87-18E795BFD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0E2DF5-F121-ECA3-7454-0EF7884C54E9}"/>
              </a:ext>
            </a:extLst>
          </p:cNvPr>
          <p:cNvSpPr txBox="1"/>
          <p:nvPr/>
        </p:nvSpPr>
        <p:spPr>
          <a:xfrm>
            <a:off x="502866" y="1708659"/>
            <a:ext cx="474360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B7596-3317-C212-3378-6E81FB0AB1C6}"/>
              </a:ext>
            </a:extLst>
          </p:cNvPr>
          <p:cNvSpPr txBox="1"/>
          <p:nvPr/>
        </p:nvSpPr>
        <p:spPr>
          <a:xfrm>
            <a:off x="6703734" y="1708659"/>
            <a:ext cx="525015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F020EF-5DE1-D09E-D1A9-0E744B08AF78}"/>
              </a:ext>
            </a:extLst>
          </p:cNvPr>
          <p:cNvSpPr txBox="1"/>
          <p:nvPr/>
        </p:nvSpPr>
        <p:spPr>
          <a:xfrm>
            <a:off x="6320105" y="1154661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render {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19C17D-B865-E104-F5E6-A257A2273396}"/>
              </a:ext>
            </a:extLst>
          </p:cNvPr>
          <p:cNvSpPr txBox="1"/>
          <p:nvPr/>
        </p:nvSpPr>
        <p:spPr>
          <a:xfrm>
            <a:off x="6320105" y="453302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7AE61F-786C-78AE-506A-B0502F9EF9FF}"/>
              </a:ext>
            </a:extLst>
          </p:cNvPr>
          <p:cNvSpPr txBox="1"/>
          <p:nvPr/>
        </p:nvSpPr>
        <p:spPr>
          <a:xfrm>
            <a:off x="164055" y="1154661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event {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345E2-C44F-B206-FC9F-2D9FD776443B}"/>
              </a:ext>
            </a:extLst>
          </p:cNvPr>
          <p:cNvSpPr txBox="1"/>
          <p:nvPr/>
        </p:nvSpPr>
        <p:spPr>
          <a:xfrm>
            <a:off x="164055" y="430851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96EE56-A3F7-5708-1E77-F72BBB30DDD8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472780-8B57-0011-8DF0-EF8325BC5AD5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9181C-8891-948F-8397-845DB93E4521}"/>
              </a:ext>
            </a:extLst>
          </p:cNvPr>
          <p:cNvSpPr txBox="1"/>
          <p:nvPr/>
        </p:nvSpPr>
        <p:spPr>
          <a:xfrm>
            <a:off x="1489987" y="5694753"/>
            <a:ext cx="239884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Another solution</a:t>
            </a:r>
            <a:r>
              <a:rPr lang="en-US" dirty="0">
                <a:cs typeface="Consolas" panose="020B0609020204030204" pitchFamily="49" charset="0"/>
              </a:rPr>
              <a:t>: use </a:t>
            </a:r>
            <a:r>
              <a:rPr lang="en-US" b="1" dirty="0">
                <a:cs typeface="Consolas" panose="020B0609020204030204" pitchFamily="49" charset="0"/>
              </a:rPr>
              <a:t>namespaces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99F4D-6AE0-E83D-9DC5-3C3683590D75}"/>
              </a:ext>
            </a:extLst>
          </p:cNvPr>
          <p:cNvSpPr txBox="1"/>
          <p:nvPr/>
        </p:nvSpPr>
        <p:spPr>
          <a:xfrm>
            <a:off x="4427629" y="5417754"/>
            <a:ext cx="2398841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Better version of previous solution. Now the compiler helps check names.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F0465F-93C3-B202-BAC9-4FDE3E262ED4}"/>
              </a:ext>
            </a:extLst>
          </p:cNvPr>
          <p:cNvSpPr txBox="1"/>
          <p:nvPr/>
        </p:nvSpPr>
        <p:spPr>
          <a:xfrm>
            <a:off x="7365271" y="5556253"/>
            <a:ext cx="250394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Names don’t change within the namespace, helping readability.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BF954F82-CDAC-D3A5-F015-9EF9A56FEA7E}"/>
              </a:ext>
            </a:extLst>
          </p:cNvPr>
          <p:cNvSpPr/>
          <p:nvPr/>
        </p:nvSpPr>
        <p:spPr>
          <a:xfrm>
            <a:off x="4005828" y="5891794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32269DC9-6F26-14E3-3A13-486156EA4073}"/>
              </a:ext>
            </a:extLst>
          </p:cNvPr>
          <p:cNvSpPr/>
          <p:nvPr/>
        </p:nvSpPr>
        <p:spPr>
          <a:xfrm>
            <a:off x="6944857" y="5891794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5451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98699-E3E3-FC11-7956-5520BF92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CB27C8C-5199-5027-7414-7651A25704B2}"/>
              </a:ext>
            </a:extLst>
          </p:cNvPr>
          <p:cNvSpPr txBox="1"/>
          <p:nvPr/>
        </p:nvSpPr>
        <p:spPr>
          <a:xfrm>
            <a:off x="565928" y="867831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D7998-764C-D80F-14D1-2B4AD1017869}"/>
              </a:ext>
            </a:extLst>
          </p:cNvPr>
          <p:cNvSpPr txBox="1"/>
          <p:nvPr/>
        </p:nvSpPr>
        <p:spPr>
          <a:xfrm>
            <a:off x="6766796" y="867831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1414DA-045F-9F0D-664D-9B383305040A}"/>
              </a:ext>
            </a:extLst>
          </p:cNvPr>
          <p:cNvSpPr txBox="1"/>
          <p:nvPr/>
        </p:nvSpPr>
        <p:spPr>
          <a:xfrm>
            <a:off x="6383167" y="313833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render {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3F6B74-2415-EF24-8826-DCAA9902F270}"/>
              </a:ext>
            </a:extLst>
          </p:cNvPr>
          <p:cNvSpPr txBox="1"/>
          <p:nvPr/>
        </p:nvSpPr>
        <p:spPr>
          <a:xfrm>
            <a:off x="6383167" y="369219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93D2BB-D2DC-D7CA-2697-B79CEA45881E}"/>
              </a:ext>
            </a:extLst>
          </p:cNvPr>
          <p:cNvSpPr txBox="1"/>
          <p:nvPr/>
        </p:nvSpPr>
        <p:spPr>
          <a:xfrm>
            <a:off x="227117" y="313833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event {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7A5B41-22ED-F678-7B38-33572D8110BF}"/>
              </a:ext>
            </a:extLst>
          </p:cNvPr>
          <p:cNvSpPr txBox="1"/>
          <p:nvPr/>
        </p:nvSpPr>
        <p:spPr>
          <a:xfrm>
            <a:off x="227117" y="346768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A22ED7-92F7-8D28-495F-AE6744E24623}"/>
              </a:ext>
            </a:extLst>
          </p:cNvPr>
          <p:cNvSpPr/>
          <p:nvPr/>
        </p:nvSpPr>
        <p:spPr>
          <a:xfrm>
            <a:off x="165684" y="163705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E7099C-F95B-A5E1-2CA1-08E217026130}"/>
              </a:ext>
            </a:extLst>
          </p:cNvPr>
          <p:cNvSpPr/>
          <p:nvPr/>
        </p:nvSpPr>
        <p:spPr>
          <a:xfrm>
            <a:off x="6171749" y="163705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D8491B-471F-41B2-075F-36DF8DBF0B15}"/>
              </a:ext>
            </a:extLst>
          </p:cNvPr>
          <p:cNvSpPr txBox="1"/>
          <p:nvPr/>
        </p:nvSpPr>
        <p:spPr>
          <a:xfrm>
            <a:off x="4692634" y="4482064"/>
            <a:ext cx="584520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event;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render;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if (event::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(s)) { /* ... */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if (render::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(s)) { /* ... */ }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 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98713B-9630-CD44-4EB4-8C25B3BB26BC}"/>
              </a:ext>
            </a:extLst>
          </p:cNvPr>
          <p:cNvSpPr txBox="1"/>
          <p:nvPr/>
        </p:nvSpPr>
        <p:spPr>
          <a:xfrm>
            <a:off x="1395866" y="4937239"/>
            <a:ext cx="23778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</a:t>
            </a:r>
            <a:r>
              <a:rPr lang="en-US" dirty="0">
                <a:cs typeface="Consolas" panose="020B0609020204030204" pitchFamily="49" charset="0"/>
              </a:rPr>
              <a:t>lets us call the function we want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CA9288C-A4DB-FADF-13FD-44D5984D3B98}"/>
                  </a:ext>
                </a:extLst>
              </p14:cNvPr>
              <p14:cNvContentPartPr/>
              <p14:nvPr/>
            </p14:nvContentPartPr>
            <p14:xfrm>
              <a:off x="5543640" y="5651640"/>
              <a:ext cx="2279880" cy="4201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CA9288C-A4DB-FADF-13FD-44D5984D3B9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34280" y="5642280"/>
                <a:ext cx="2298600" cy="43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04844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F49EC-0745-4AFD-E6F0-D34496E99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9E134-6CEA-3A87-43D5-3AAF283B1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There are more details to names spaces, e.g.</a:t>
            </a:r>
          </a:p>
          <a:p>
            <a:pPr lvl="1"/>
            <a:r>
              <a:rPr lang="en-US" dirty="0"/>
              <a:t>You can “use” an entire namespace, or just particular functions.</a:t>
            </a:r>
          </a:p>
          <a:p>
            <a:pPr lvl="1"/>
            <a:r>
              <a:rPr lang="en-US" dirty="0"/>
              <a:t>Namespaces can be split across different files.</a:t>
            </a:r>
          </a:p>
          <a:p>
            <a:pPr lvl="2"/>
            <a:r>
              <a:rPr lang="en-US" dirty="0"/>
              <a:t>The compiler correctly treats them all has one namespace</a:t>
            </a:r>
          </a:p>
          <a:p>
            <a:pPr lvl="1"/>
            <a:r>
              <a:rPr lang="en-US" dirty="0"/>
              <a:t>You can have namespaces within namespaces</a:t>
            </a:r>
          </a:p>
          <a:p>
            <a:pPr marL="0" indent="0">
              <a:buNone/>
            </a:pPr>
            <a:r>
              <a:rPr lang="en-US" dirty="0"/>
              <a:t>Most programming languages have namespaces</a:t>
            </a:r>
          </a:p>
          <a:p>
            <a:pPr lvl="1"/>
            <a:r>
              <a:rPr lang="en-US" dirty="0"/>
              <a:t>E.g. in Python when you write a file named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event.py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the code within it is automatically put into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event</a:t>
            </a:r>
            <a:r>
              <a:rPr lang="en-US" dirty="0"/>
              <a:t> namespace</a:t>
            </a:r>
          </a:p>
          <a:p>
            <a:pPr marL="0" indent="0">
              <a:buNone/>
            </a:pPr>
            <a:r>
              <a:rPr lang="en-US" dirty="0"/>
              <a:t>They are especially helpful in big programs, and help prevent name clashes at linking time.</a:t>
            </a:r>
          </a:p>
        </p:txBody>
      </p:sp>
    </p:spTree>
    <p:extLst>
      <p:ext uri="{BB962C8B-B14F-4D97-AF65-F5344CB8AC3E}">
        <p14:creationId xmlns:p14="http://schemas.microsoft.com/office/powerpoint/2010/main" val="17310316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1971A-64C7-707E-4D50-BD42D6094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B8A42-9998-84EA-AF4E-A05FAADB6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function that calls itself, either directly or indirectly, is said to be </a:t>
            </a:r>
            <a:r>
              <a:rPr lang="en-US" b="1" dirty="0"/>
              <a:t>recursive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Recursive functions can be a useful tool for:</a:t>
            </a:r>
          </a:p>
          <a:p>
            <a:pPr lvl="1"/>
            <a:r>
              <a:rPr lang="en-US" dirty="0"/>
              <a:t>Making short, concise code (hard for bugs to hide in short code!)</a:t>
            </a:r>
          </a:p>
          <a:p>
            <a:pPr lvl="1"/>
            <a:r>
              <a:rPr lang="en-US" dirty="0"/>
              <a:t>Reasoning about code</a:t>
            </a:r>
          </a:p>
          <a:p>
            <a:pPr lvl="1"/>
            <a:r>
              <a:rPr lang="en-US" dirty="0"/>
              <a:t>Implementing certain tricky functions</a:t>
            </a:r>
          </a:p>
          <a:p>
            <a:pPr lvl="1"/>
            <a:r>
              <a:rPr lang="en-US" dirty="0"/>
              <a:t>Understanding the theory of computation</a:t>
            </a:r>
          </a:p>
          <a:p>
            <a:pPr marL="0" indent="0">
              <a:buNone/>
            </a:pPr>
            <a:r>
              <a:rPr lang="en-US" b="1" dirty="0"/>
              <a:t>In practice</a:t>
            </a:r>
            <a:r>
              <a:rPr lang="en-US" dirty="0"/>
              <a:t>, recursion is not a common implementation technique since recursive functions typically take more time and memory than non-recursive ones, and can be hard to debug.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1455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86BD1-E615-16C4-1A91-D620DC12B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F4DA9-E7BF-8391-1E91-9E1357181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We’ll look at:</a:t>
            </a:r>
          </a:p>
          <a:p>
            <a:r>
              <a:rPr lang="en-US" dirty="0"/>
              <a:t>The basic of recursive functions in C++</a:t>
            </a:r>
          </a:p>
          <a:p>
            <a:r>
              <a:rPr lang="en-US" dirty="0"/>
              <a:t>Recurrence relations in math, and translating them to C++</a:t>
            </a:r>
          </a:p>
          <a:p>
            <a:r>
              <a:rPr lang="en-US" dirty="0"/>
              <a:t>Using recursion with arrays/vectors</a:t>
            </a:r>
          </a:p>
        </p:txBody>
      </p:sp>
    </p:spTree>
    <p:extLst>
      <p:ext uri="{BB962C8B-B14F-4D97-AF65-F5344CB8AC3E}">
        <p14:creationId xmlns:p14="http://schemas.microsoft.com/office/powerpoint/2010/main" val="41964203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AAE34-5670-AA15-5BFA-87A36BF62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9A4EC-F6C1-20D6-94ED-F5CC51E18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6DAAC9-7602-AD74-1037-1A87422F78D9}"/>
              </a:ext>
            </a:extLst>
          </p:cNvPr>
          <p:cNvSpPr txBox="1"/>
          <p:nvPr/>
        </p:nvSpPr>
        <p:spPr>
          <a:xfrm>
            <a:off x="3930869" y="2659117"/>
            <a:ext cx="18838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a();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AD9CF3-FACB-F9B7-CFBC-C17A41352CE5}"/>
              </a:ext>
            </a:extLst>
          </p:cNvPr>
          <p:cNvSpPr txBox="1"/>
          <p:nvPr/>
        </p:nvSpPr>
        <p:spPr>
          <a:xfrm>
            <a:off x="3718181" y="1237597"/>
            <a:ext cx="237781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simplest recursive function. It doesn’t do anything but call itself.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186F9E2-8242-0AD2-C851-06719FA2B450}"/>
              </a:ext>
            </a:extLst>
          </p:cNvPr>
          <p:cNvSpPr/>
          <p:nvPr/>
        </p:nvSpPr>
        <p:spPr>
          <a:xfrm>
            <a:off x="3383589" y="2911366"/>
            <a:ext cx="1198921" cy="367862"/>
          </a:xfrm>
          <a:custGeom>
            <a:avLst/>
            <a:gdLst>
              <a:gd name="csX0" fmla="*/ 1198921 w 1198921"/>
              <a:gd name="csY0" fmla="*/ 367862 h 367862"/>
              <a:gd name="csX1" fmla="*/ 21763 w 1198921"/>
              <a:gd name="csY1" fmla="*/ 283779 h 367862"/>
              <a:gd name="csX2" fmla="*/ 547280 w 1198921"/>
              <a:gd name="csY2" fmla="*/ 0 h 36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8921" h="367862">
                <a:moveTo>
                  <a:pt x="1198921" y="367862"/>
                </a:moveTo>
                <a:cubicBezTo>
                  <a:pt x="664645" y="356475"/>
                  <a:pt x="130370" y="345089"/>
                  <a:pt x="21763" y="283779"/>
                </a:cubicBezTo>
                <a:cubicBezTo>
                  <a:pt x="-86844" y="222469"/>
                  <a:pt x="230218" y="111234"/>
                  <a:pt x="547280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801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4852A-F95A-52F8-BADA-2ECBD7676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84DD4-C8ED-2100-B49A-F0C6FF5F7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5C94E1-8920-0C34-0633-7A1FAF471763}"/>
              </a:ext>
            </a:extLst>
          </p:cNvPr>
          <p:cNvSpPr txBox="1"/>
          <p:nvPr/>
        </p:nvSpPr>
        <p:spPr>
          <a:xfrm>
            <a:off x="3930869" y="2659117"/>
            <a:ext cx="341311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a();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"done";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E6D179-E745-CB57-7501-868815BC6500}"/>
              </a:ext>
            </a:extLst>
          </p:cNvPr>
          <p:cNvSpPr txBox="1"/>
          <p:nvPr/>
        </p:nvSpPr>
        <p:spPr>
          <a:xfrm>
            <a:off x="3718181" y="1237597"/>
            <a:ext cx="237781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simplest recursive function. It doesn’t do anything but call itself.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4912E6-0B97-6A89-893B-42D8352E9012}"/>
              </a:ext>
            </a:extLst>
          </p:cNvPr>
          <p:cNvSpPr txBox="1"/>
          <p:nvPr/>
        </p:nvSpPr>
        <p:spPr>
          <a:xfrm>
            <a:off x="8337477" y="3028448"/>
            <a:ext cx="253022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we add this, it is never called because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a() </a:t>
            </a:r>
            <a:r>
              <a:rPr lang="en-US" dirty="0">
                <a:cs typeface="Consolas" panose="020B0609020204030204" pitchFamily="49" charset="0"/>
              </a:rPr>
              <a:t>never returns. It’s an example of </a:t>
            </a:r>
            <a:r>
              <a:rPr lang="en-US" b="1" dirty="0">
                <a:cs typeface="Consolas" panose="020B0609020204030204" pitchFamily="49" charset="0"/>
              </a:rPr>
              <a:t>dead code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F4EE21-22EE-B644-59A8-8AF69FA68125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7262648" y="3594538"/>
            <a:ext cx="1074829" cy="34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 7">
            <a:extLst>
              <a:ext uri="{FF2B5EF4-FFF2-40B4-BE49-F238E27FC236}">
                <a16:creationId xmlns:a16="http://schemas.microsoft.com/office/drawing/2014/main" id="{293EBE5B-725A-00DF-CCF1-FB8E4996273A}"/>
              </a:ext>
            </a:extLst>
          </p:cNvPr>
          <p:cNvSpPr/>
          <p:nvPr/>
        </p:nvSpPr>
        <p:spPr>
          <a:xfrm>
            <a:off x="3383589" y="2911366"/>
            <a:ext cx="1198921" cy="367862"/>
          </a:xfrm>
          <a:custGeom>
            <a:avLst/>
            <a:gdLst>
              <a:gd name="csX0" fmla="*/ 1198921 w 1198921"/>
              <a:gd name="csY0" fmla="*/ 367862 h 367862"/>
              <a:gd name="csX1" fmla="*/ 21763 w 1198921"/>
              <a:gd name="csY1" fmla="*/ 283779 h 367862"/>
              <a:gd name="csX2" fmla="*/ 547280 w 1198921"/>
              <a:gd name="csY2" fmla="*/ 0 h 36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8921" h="367862">
                <a:moveTo>
                  <a:pt x="1198921" y="367862"/>
                </a:moveTo>
                <a:cubicBezTo>
                  <a:pt x="664645" y="356475"/>
                  <a:pt x="130370" y="345089"/>
                  <a:pt x="21763" y="283779"/>
                </a:cubicBezTo>
                <a:cubicBezTo>
                  <a:pt x="-86844" y="222469"/>
                  <a:pt x="230218" y="111234"/>
                  <a:pt x="547280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987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362E8-998A-F85E-4464-14B013973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4E589-6682-E2BA-1CB7-F11890048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F5700-208B-C280-5C24-EB6E7DF859B6}"/>
              </a:ext>
            </a:extLst>
          </p:cNvPr>
          <p:cNvSpPr txBox="1"/>
          <p:nvPr/>
        </p:nvSpPr>
        <p:spPr>
          <a:xfrm>
            <a:off x="3941379" y="2837793"/>
            <a:ext cx="39228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a();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4C15F2-B860-1A77-882A-93300DB4D9F9}"/>
              </a:ext>
            </a:extLst>
          </p:cNvPr>
          <p:cNvSpPr txBox="1"/>
          <p:nvPr/>
        </p:nvSpPr>
        <p:spPr>
          <a:xfrm>
            <a:off x="3802267" y="1447804"/>
            <a:ext cx="23778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recursive function that prints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Hello!</a:t>
            </a:r>
            <a:r>
              <a:rPr lang="en-US" dirty="0">
                <a:cs typeface="Consolas" panose="020B0609020204030204" pitchFamily="49" charset="0"/>
              </a:rPr>
              <a:t> forever.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5D18466-2BDF-2917-26A3-4770C1E3DFF1}"/>
              </a:ext>
            </a:extLst>
          </p:cNvPr>
          <p:cNvSpPr/>
          <p:nvPr/>
        </p:nvSpPr>
        <p:spPr>
          <a:xfrm>
            <a:off x="3463237" y="3061138"/>
            <a:ext cx="956283" cy="735724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203251-6B2A-DAF1-FAB4-1EAF16F12711}"/>
              </a:ext>
            </a:extLst>
          </p:cNvPr>
          <p:cNvSpPr txBox="1"/>
          <p:nvPr/>
        </p:nvSpPr>
        <p:spPr>
          <a:xfrm>
            <a:off x="9303690" y="344705"/>
            <a:ext cx="2377819" cy="20313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Careful!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may, or may not, run forever! If the C++ compiler does </a:t>
            </a:r>
            <a:r>
              <a:rPr lang="en-US" b="1" dirty="0">
                <a:cs typeface="Consolas" panose="020B0609020204030204" pitchFamily="49" charset="0"/>
              </a:rPr>
              <a:t>tail call optimization </a:t>
            </a:r>
            <a:r>
              <a:rPr lang="en-US" dirty="0">
                <a:cs typeface="Consolas" panose="020B0609020204030204" pitchFamily="49" charset="0"/>
              </a:rPr>
              <a:t>the recursion might be replaced by a loop.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AABEE0-893B-A619-9D34-9F87DF12F4E9}"/>
              </a:ext>
            </a:extLst>
          </p:cNvPr>
          <p:cNvSpPr txBox="1"/>
          <p:nvPr/>
        </p:nvSpPr>
        <p:spPr>
          <a:xfrm>
            <a:off x="9218867" y="2967335"/>
            <a:ext cx="2547464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g++ doesn’t usually do tail call optimization by default, but will if you use the </a:t>
            </a:r>
            <a:r>
              <a:rPr lang="en-US" b="1" dirty="0">
                <a:cs typeface="Consolas" panose="020B0609020204030204" pitchFamily="49" charset="0"/>
              </a:rPr>
              <a:t>–O2 </a:t>
            </a:r>
            <a:r>
              <a:rPr lang="en-US" dirty="0">
                <a:cs typeface="Consolas" panose="020B0609020204030204" pitchFamily="49" charset="0"/>
              </a:rPr>
              <a:t>optimization option.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39BEB-C046-BDA8-0094-488CF36E7F5D}"/>
              </a:ext>
            </a:extLst>
          </p:cNvPr>
          <p:cNvSpPr txBox="1"/>
          <p:nvPr/>
        </p:nvSpPr>
        <p:spPr>
          <a:xfrm>
            <a:off x="9218867" y="5035967"/>
            <a:ext cx="2547464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Also, depending on your version of g++, it may catch this as an error. Remove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–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flag to compile it.</a:t>
            </a:r>
          </a:p>
        </p:txBody>
      </p:sp>
    </p:spTree>
    <p:extLst>
      <p:ext uri="{BB962C8B-B14F-4D97-AF65-F5344CB8AC3E}">
        <p14:creationId xmlns:p14="http://schemas.microsoft.com/office/powerpoint/2010/main" val="17881769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97A6E-FC6A-F867-6F87-8B9A7C146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9C7E-6F8B-110D-6E61-25A2CEA11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BECF94-4481-9ED6-2F43-8141D97B95DB}"/>
              </a:ext>
            </a:extLst>
          </p:cNvPr>
          <p:cNvSpPr txBox="1"/>
          <p:nvPr/>
        </p:nvSpPr>
        <p:spPr>
          <a:xfrm>
            <a:off x="3941379" y="2837793"/>
            <a:ext cx="51122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b(int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b(n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E03793-9129-C6AE-1860-B4734B46EEB3}"/>
              </a:ext>
            </a:extLst>
          </p:cNvPr>
          <p:cNvSpPr txBox="1"/>
          <p:nvPr/>
        </p:nvSpPr>
        <p:spPr>
          <a:xfrm>
            <a:off x="3802267" y="1447804"/>
            <a:ext cx="24829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has a parameter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cs typeface="Consolas" panose="020B0609020204030204" pitchFamily="49" charset="0"/>
              </a:rPr>
              <a:t> that prints each call number.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49F51A-B2C7-88C5-46CF-248200994EA7}"/>
              </a:ext>
            </a:extLst>
          </p:cNvPr>
          <p:cNvSpPr/>
          <p:nvPr/>
        </p:nvSpPr>
        <p:spPr>
          <a:xfrm>
            <a:off x="3463237" y="3061138"/>
            <a:ext cx="956283" cy="735724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EBB685-6401-CF6B-B3E2-A292642215D7}"/>
              </a:ext>
            </a:extLst>
          </p:cNvPr>
          <p:cNvSpPr txBox="1"/>
          <p:nvPr/>
        </p:nvSpPr>
        <p:spPr>
          <a:xfrm>
            <a:off x="4528719" y="4753308"/>
            <a:ext cx="1978422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</a:t>
            </a:r>
            <a:r>
              <a:rPr lang="en-US" dirty="0">
                <a:cs typeface="Consolas" panose="020B0609020204030204" pitchFamily="49" charset="0"/>
              </a:rPr>
              <a:t>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cs typeface="Consolas" panose="020B0609020204030204" pitchFamily="49" charset="0"/>
              </a:rPr>
              <a:t> is incremented for each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0F54C10-D80B-1853-67BB-5803D9FA604A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423338" y="4004441"/>
            <a:ext cx="94592" cy="748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5C8D7F6-A0EF-ADC2-C879-FADBBB9F396F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b(1);</a:t>
            </a:r>
          </a:p>
        </p:txBody>
      </p:sp>
    </p:spTree>
    <p:extLst>
      <p:ext uri="{BB962C8B-B14F-4D97-AF65-F5344CB8AC3E}">
        <p14:creationId xmlns:p14="http://schemas.microsoft.com/office/powerpoint/2010/main" val="2601074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F38B9-CC5F-020B-806C-A00B056DD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251CA-BE74-F9B5-F230-EE295AADF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318B78-38EA-0732-476B-915EADC08226}"/>
              </a:ext>
            </a:extLst>
          </p:cNvPr>
          <p:cNvSpPr txBox="1"/>
          <p:nvPr/>
        </p:nvSpPr>
        <p:spPr>
          <a:xfrm>
            <a:off x="3941379" y="2837793"/>
            <a:ext cx="51122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b_bad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b_bad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9BBA9-9F1B-A12C-32DA-201578840440}"/>
              </a:ext>
            </a:extLst>
          </p:cNvPr>
          <p:cNvSpPr txBox="1"/>
          <p:nvPr/>
        </p:nvSpPr>
        <p:spPr>
          <a:xfrm>
            <a:off x="3941378" y="1536174"/>
            <a:ext cx="187331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never calls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003E1B28-42EF-5B35-7CFA-B2187542836F}"/>
              </a:ext>
            </a:extLst>
          </p:cNvPr>
          <p:cNvSpPr/>
          <p:nvPr/>
        </p:nvSpPr>
        <p:spPr>
          <a:xfrm>
            <a:off x="3463237" y="3061138"/>
            <a:ext cx="956283" cy="367862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3A87A2-2F08-AAB9-F7B4-7549CD72425D}"/>
              </a:ext>
            </a:extLst>
          </p:cNvPr>
          <p:cNvSpPr txBox="1"/>
          <p:nvPr/>
        </p:nvSpPr>
        <p:spPr>
          <a:xfrm>
            <a:off x="9741850" y="3429000"/>
            <a:ext cx="175646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Never called: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it’s dead code.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1B89C-A155-C635-2C4E-C4922A18BA38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950454" y="3752166"/>
            <a:ext cx="7913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46894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D611F-0D16-C9F0-7644-6FC3715E9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8601F-011B-20D7-1E22-67E19A95F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0EB5A5-4E8B-3258-3099-D4187D831363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70662-7D82-F8FE-597E-FF48AACC3DDA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3234F0-6A2C-8A5B-CEBF-BF67CC540A10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98CE457-4A65-3D08-331B-80318D0B1B76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2505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999B-1B40-017B-6ED0-641054E0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B281-52F3-73A1-C4BB-1B56B2376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397495-895D-C224-0A2B-21D837E022AD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18DB9-0A20-A909-B385-AE9E4D0E3290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A1030-4394-BA88-532A-C232E1A2717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8094E909-7D18-C98B-0CA0-52F160ED7DF6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201EC9-B15E-3453-80AF-7CAEE25A613B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c(4)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</p:spTree>
    <p:extLst>
      <p:ext uri="{BB962C8B-B14F-4D97-AF65-F5344CB8AC3E}">
        <p14:creationId xmlns:p14="http://schemas.microsoft.com/office/powerpoint/2010/main" val="29963403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D18ED-E998-4DC7-AFF7-7AD74E58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540D2-99D4-96E6-7F61-26A439191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4C645-D4F9-9B3F-9F39-A339F709E6F3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D53E2C-45EC-F3B2-404A-597307C099F3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E1A6A0-2C9E-3C9D-9DD9-749BA2583EB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32C0401B-CCE1-CB1C-B6BE-CB49FD01FEC5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85E2C1-DACE-62D5-FB38-E3F11F3A07C4}"/>
              </a:ext>
            </a:extLst>
          </p:cNvPr>
          <p:cNvSpPr txBox="1"/>
          <p:nvPr/>
        </p:nvSpPr>
        <p:spPr>
          <a:xfrm>
            <a:off x="641131" y="2882462"/>
            <a:ext cx="132440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9: hello!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FDFC76-CC49-41EE-EAEE-4CF8F919C4B9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c(4)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</p:spTree>
    <p:extLst>
      <p:ext uri="{BB962C8B-B14F-4D97-AF65-F5344CB8AC3E}">
        <p14:creationId xmlns:p14="http://schemas.microsoft.com/office/powerpoint/2010/main" val="31963393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13B2-5402-B24B-C46F-420FBAE83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C9489-6B96-5A0E-BEF0-ED9F32ED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27F086-3AB4-F6C3-2713-E2AD50CD95FB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d(int n)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d(n - 1)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7B0AC7-28A7-D272-A2C6-8F8A86D05350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2B3A4-873E-6799-BAFC-ED8F10581F87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DA20BC3A-6B93-DD4D-6231-2058BC4559AC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40331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D1C31-1688-A513-1418-5E3117A8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F9280-C318-7F3E-9B2C-C4E1A404A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D2E125-574F-2ACE-6AEC-FED7F58E27D0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13F49-146F-30C3-9EB0-F70C955ACE94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4E0CC0-30EE-8B93-3171-F43C455196E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8D6731D-6E70-9B20-A93C-BA0346D3DBB9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9D042-B91C-71BF-E3CA-531EE49FA066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D41AB5-BF61-6E68-73C5-EA1931C2EFD1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AABCDC-FC6A-3029-EC58-B0514A90945E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43B59D-139C-9DEA-1DAE-92FDF2899D82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510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F9DD-7838-B518-0238-89947551B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35261-A77E-90DA-8693-36030C9C0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FA0E36-1D00-73EA-4A17-BDED80880C5D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86697-24DD-00B6-0BB9-66E10EC12CD1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43BE0F-3347-81BF-EF8F-DB33706B9AF1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773AFDB5-5B38-F247-1D3D-14C900E7B876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11DFF-F1DF-525B-4B32-C216429A91EA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678FC8-EDF9-61D1-304B-276D91C9C43F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85CB89E-FD1D-4B0D-B4A9-9FDE1559A85C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03B051-DBF9-6788-3B11-8C7E765CE79C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6047D97-8A79-EA86-2FF9-32A0CA96FF82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d(5)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</p:spTree>
    <p:extLst>
      <p:ext uri="{BB962C8B-B14F-4D97-AF65-F5344CB8AC3E}">
        <p14:creationId xmlns:p14="http://schemas.microsoft.com/office/powerpoint/2010/main" val="19717009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A043-D3AA-12D7-118B-79E9FEA6A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86435-A22C-0C6D-3AA6-01938EDC4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17BF87-6DC6-4421-6737-A8F2F5FE6AA4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2989A7-8894-17B7-72C7-4BFEDC31713A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46F672-3D3D-399D-0D05-6E6592730F8F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528D26B-CDF7-8B32-390A-BE492B531173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A84988-302B-B8AD-4D6C-1C290B19DD9E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36E72E-30E3-73A5-46EA-BC843C56F452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BF3CF0A-85C3-389E-AA06-A31CD412688B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4DD3430-E1B6-B063-C962-216F81FC3689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F4E1717-D7E8-9B92-616D-2490CE76A712}"/>
              </a:ext>
            </a:extLst>
          </p:cNvPr>
          <p:cNvSpPr txBox="1"/>
          <p:nvPr/>
        </p:nvSpPr>
        <p:spPr>
          <a:xfrm>
            <a:off x="628681" y="2837793"/>
            <a:ext cx="132440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1: hello!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2120B-D2A0-8A52-54CE-1F609AC4AF9C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d(5)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EA812F-9391-B16D-ED1B-5D44BED03102}"/>
              </a:ext>
            </a:extLst>
          </p:cNvPr>
          <p:cNvSpPr txBox="1"/>
          <p:nvPr/>
        </p:nvSpPr>
        <p:spPr>
          <a:xfrm>
            <a:off x="255923" y="4966445"/>
            <a:ext cx="238307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numbers are in reverse order. How can we put them in order 1, 2, .., 5?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31103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2F174-1EFF-1ECF-6F02-820470636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255EC-D700-C7E6-5FEC-CA80B0DA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A1E458-9EA9-978F-BD79-2D3020BF4B22}"/>
              </a:ext>
            </a:extLst>
          </p:cNvPr>
          <p:cNvSpPr txBox="1"/>
          <p:nvPr/>
        </p:nvSpPr>
        <p:spPr>
          <a:xfrm>
            <a:off x="4363586" y="1229023"/>
            <a:ext cx="224503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slightly more useful recursive function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624A16-7FD4-A2E9-D0DD-AF8565C3B7D4}"/>
              </a:ext>
            </a:extLst>
          </p:cNvPr>
          <p:cNvSpPr txBox="1"/>
          <p:nvPr/>
        </p:nvSpPr>
        <p:spPr>
          <a:xfrm>
            <a:off x="2919846" y="3117273"/>
            <a:ext cx="54521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089557-2C8B-1E6E-D7A2-8A6E11DCAECD}"/>
              </a:ext>
            </a:extLst>
          </p:cNvPr>
          <p:cNvSpPr txBox="1"/>
          <p:nvPr/>
        </p:nvSpPr>
        <p:spPr>
          <a:xfrm>
            <a:off x="9424640" y="2747941"/>
            <a:ext cx="222368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5: hello!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4: hello!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3: hello!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2: hello!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1: hello!</a:t>
            </a:r>
          </a:p>
        </p:txBody>
      </p:sp>
    </p:spTree>
    <p:extLst>
      <p:ext uri="{BB962C8B-B14F-4D97-AF65-F5344CB8AC3E}">
        <p14:creationId xmlns:p14="http://schemas.microsoft.com/office/powerpoint/2010/main" val="687013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E42A-ADA1-48B9-F0CB-5ED15C27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A3FC-1148-C854-CFA6-C7B131601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D62FCA-3A04-BF0A-E5EB-31C380120B9B}"/>
              </a:ext>
            </a:extLst>
          </p:cNvPr>
          <p:cNvSpPr txBox="1"/>
          <p:nvPr/>
        </p:nvSpPr>
        <p:spPr>
          <a:xfrm>
            <a:off x="4363586" y="1229023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function is a modification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dirty="0">
                <a:cs typeface="Consolas" panose="020B0609020204030204" pitchFamily="49" charset="0"/>
              </a:rPr>
              <a:t>, but just printing numbers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BCB2B8-008E-38A9-7E53-6207532CE2E5}"/>
              </a:ext>
            </a:extLst>
          </p:cNvPr>
          <p:cNvSpPr txBox="1"/>
          <p:nvPr/>
        </p:nvSpPr>
        <p:spPr>
          <a:xfrm>
            <a:off x="2919846" y="3117273"/>
            <a:ext cx="443262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FA6B3B-C92E-2F44-22AA-D843D9909BBB}"/>
              </a:ext>
            </a:extLst>
          </p:cNvPr>
          <p:cNvSpPr txBox="1"/>
          <p:nvPr/>
        </p:nvSpPr>
        <p:spPr>
          <a:xfrm>
            <a:off x="9339683" y="2747941"/>
            <a:ext cx="239360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042585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12C0A-6916-F9B2-5FE0-5B85C5185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9B6D9-7C0C-1DAF-D003-01539C14D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32093-8863-3054-CE1D-D8248D391FDC}"/>
              </a:ext>
            </a:extLst>
          </p:cNvPr>
          <p:cNvSpPr txBox="1"/>
          <p:nvPr/>
        </p:nvSpPr>
        <p:spPr>
          <a:xfrm>
            <a:off x="4363586" y="1229023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function is a modification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dirty="0">
                <a:cs typeface="Consolas" panose="020B0609020204030204" pitchFamily="49" charset="0"/>
              </a:rPr>
              <a:t>, but just printing numbers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7FA2B8-0666-C28E-57E4-BD98292F1B73}"/>
              </a:ext>
            </a:extLst>
          </p:cNvPr>
          <p:cNvSpPr txBox="1"/>
          <p:nvPr/>
        </p:nvSpPr>
        <p:spPr>
          <a:xfrm>
            <a:off x="2919846" y="3117273"/>
            <a:ext cx="443262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6B01AD-D5AA-4FAF-43FF-49FBC3B2819C}"/>
              </a:ext>
            </a:extLst>
          </p:cNvPr>
          <p:cNvSpPr txBox="1"/>
          <p:nvPr/>
        </p:nvSpPr>
        <p:spPr>
          <a:xfrm>
            <a:off x="9339683" y="2747941"/>
            <a:ext cx="239360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63778-2D50-5A5F-0099-2E61F98654B6}"/>
              </a:ext>
            </a:extLst>
          </p:cNvPr>
          <p:cNvSpPr txBox="1"/>
          <p:nvPr/>
        </p:nvSpPr>
        <p:spPr>
          <a:xfrm>
            <a:off x="6608619" y="5102431"/>
            <a:ext cx="29235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How could you modify this print up from 1 to 5?</a:t>
            </a:r>
          </a:p>
        </p:txBody>
      </p:sp>
    </p:spTree>
    <p:extLst>
      <p:ext uri="{BB962C8B-B14F-4D97-AF65-F5344CB8AC3E}">
        <p14:creationId xmlns:p14="http://schemas.microsoft.com/office/powerpoint/2010/main" val="23700313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CBA21-5D57-4E25-03DA-3A42CFD82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F8BDA-C201-DCCD-4AC5-75B63D728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3885F-D018-CDCB-24D1-016567F6E52A}"/>
              </a:ext>
            </a:extLst>
          </p:cNvPr>
          <p:cNvSpPr txBox="1"/>
          <p:nvPr/>
        </p:nvSpPr>
        <p:spPr>
          <a:xfrm>
            <a:off x="2919846" y="3117273"/>
            <a:ext cx="426270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0DFCC8-45D2-AB50-1AD1-35247182BC14}"/>
              </a:ext>
            </a:extLst>
          </p:cNvPr>
          <p:cNvSpPr txBox="1"/>
          <p:nvPr/>
        </p:nvSpPr>
        <p:spPr>
          <a:xfrm>
            <a:off x="9509601" y="2747941"/>
            <a:ext cx="205376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EFFC8-3CE8-2765-F12C-3DDB2A45D6C6}"/>
              </a:ext>
            </a:extLst>
          </p:cNvPr>
          <p:cNvSpPr txBox="1"/>
          <p:nvPr/>
        </p:nvSpPr>
        <p:spPr>
          <a:xfrm>
            <a:off x="293863" y="3928847"/>
            <a:ext cx="224503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change was to swap the order of these two lines.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74A621A-F80C-A96E-96A3-B670116E4BCA}"/>
              </a:ext>
            </a:extLst>
          </p:cNvPr>
          <p:cNvCxnSpPr>
            <a:stCxn id="6" idx="3"/>
          </p:cNvCxnSpPr>
          <p:nvPr/>
        </p:nvCxnSpPr>
        <p:spPr>
          <a:xfrm flipV="1">
            <a:off x="2538896" y="4086769"/>
            <a:ext cx="1427797" cy="303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CA47F04-F2F2-71FD-2935-511BCA349B45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538896" y="4390512"/>
            <a:ext cx="14277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5746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22EA3-4503-DD36-93FC-ECE2EA16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B55D5-4C12-648A-99D3-5E2E2E9CE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D48B90-F34F-E8B3-E440-050E8FA57A41}"/>
              </a:ext>
            </a:extLst>
          </p:cNvPr>
          <p:cNvSpPr txBox="1"/>
          <p:nvPr/>
        </p:nvSpPr>
        <p:spPr>
          <a:xfrm>
            <a:off x="6843675" y="1690688"/>
            <a:ext cx="426270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844FD-D4E0-E8D2-13CF-4756DFBC9826}"/>
              </a:ext>
            </a:extLst>
          </p:cNvPr>
          <p:cNvSpPr txBox="1"/>
          <p:nvPr/>
        </p:nvSpPr>
        <p:spPr>
          <a:xfrm>
            <a:off x="7948144" y="4180344"/>
            <a:ext cx="205376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0C77EB-EBE3-45D9-8104-C62AFCFD8898}"/>
              </a:ext>
            </a:extLst>
          </p:cNvPr>
          <p:cNvSpPr txBox="1"/>
          <p:nvPr/>
        </p:nvSpPr>
        <p:spPr>
          <a:xfrm>
            <a:off x="1085620" y="1690688"/>
            <a:ext cx="443262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DF3E6C-0DAC-F9B1-6B86-6B3EE8FFB8E3}"/>
              </a:ext>
            </a:extLst>
          </p:cNvPr>
          <p:cNvSpPr txBox="1"/>
          <p:nvPr/>
        </p:nvSpPr>
        <p:spPr>
          <a:xfrm>
            <a:off x="2105130" y="4180344"/>
            <a:ext cx="239360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EBB73D-90A6-656A-BE4B-17DDC8709289}"/>
              </a:ext>
            </a:extLst>
          </p:cNvPr>
          <p:cNvSpPr/>
          <p:nvPr/>
        </p:nvSpPr>
        <p:spPr>
          <a:xfrm>
            <a:off x="965915" y="1509356"/>
            <a:ext cx="4649274" cy="52391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C03612-080B-5EEA-D257-326CE727EE74}"/>
              </a:ext>
            </a:extLst>
          </p:cNvPr>
          <p:cNvSpPr/>
          <p:nvPr/>
        </p:nvSpPr>
        <p:spPr>
          <a:xfrm>
            <a:off x="6704526" y="1560757"/>
            <a:ext cx="4649274" cy="52391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3203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42859-27D3-A9C8-3769-223D6108F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AFCEFA-8E88-318A-44CC-737F2238B9AC}"/>
              </a:ext>
            </a:extLst>
          </p:cNvPr>
          <p:cNvSpPr txBox="1"/>
          <p:nvPr/>
        </p:nvSpPr>
        <p:spPr>
          <a:xfrm>
            <a:off x="7106787" y="291925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math, recurrence relations define formulas using recursion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FEE692-0C62-8666-071D-AEE8BBD83E60}"/>
              </a:ext>
            </a:extLst>
          </p:cNvPr>
          <p:cNvSpPr txBox="1"/>
          <p:nvPr/>
        </p:nvSpPr>
        <p:spPr>
          <a:xfrm>
            <a:off x="4236445" y="2522680"/>
            <a:ext cx="511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+ 2 + 3 + … + (n-1) + 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CB9D3A-1BFA-B892-6E24-23966111AC3D}"/>
              </a:ext>
            </a:extLst>
          </p:cNvPr>
          <p:cNvSpPr txBox="1"/>
          <p:nvPr/>
        </p:nvSpPr>
        <p:spPr>
          <a:xfrm>
            <a:off x="227322" y="1690688"/>
            <a:ext cx="2399968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Let’s make a formula for the sum of 1 to n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ED8D2A-2765-C127-2F1B-9FA978FBBEAB}"/>
              </a:ext>
            </a:extLst>
          </p:cNvPr>
          <p:cNvSpPr txBox="1"/>
          <p:nvPr/>
        </p:nvSpPr>
        <p:spPr>
          <a:xfrm>
            <a:off x="2884867" y="3429000"/>
            <a:ext cx="64715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1 + 2 + 3 + … + (n-1) +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8D140E-C144-B760-649E-786048C52FA2}"/>
              </a:ext>
            </a:extLst>
          </p:cNvPr>
          <p:cNvSpPr txBox="1"/>
          <p:nvPr/>
        </p:nvSpPr>
        <p:spPr>
          <a:xfrm>
            <a:off x="115910" y="3490555"/>
            <a:ext cx="2511380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Name the expression 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4002BC-2A43-6209-8700-0E73DA3A830F}"/>
              </a:ext>
            </a:extLst>
          </p:cNvPr>
          <p:cNvSpPr txBox="1"/>
          <p:nvPr/>
        </p:nvSpPr>
        <p:spPr>
          <a:xfrm>
            <a:off x="2884867" y="4399491"/>
            <a:ext cx="6772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(</a:t>
            </a:r>
            <a:r>
              <a:rPr lang="en-US" sz="4000" dirty="0">
                <a:solidFill>
                  <a:srgbClr val="FF0000"/>
                </a:solidFill>
              </a:rPr>
              <a:t>1 + 2 + 3 + … + (n-1)</a:t>
            </a:r>
            <a:r>
              <a:rPr lang="en-US" sz="4000" dirty="0"/>
              <a:t>)</a:t>
            </a:r>
            <a:r>
              <a:rPr lang="en-US" sz="4000" dirty="0">
                <a:solidFill>
                  <a:srgbClr val="FF0000"/>
                </a:solidFill>
              </a:rPr>
              <a:t> </a:t>
            </a:r>
            <a:r>
              <a:rPr lang="en-US" sz="4000" dirty="0"/>
              <a:t>+ 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F50D2E-0E2B-02A7-A2C6-2AE545907E02}"/>
              </a:ext>
            </a:extLst>
          </p:cNvPr>
          <p:cNvSpPr txBox="1"/>
          <p:nvPr/>
        </p:nvSpPr>
        <p:spPr>
          <a:xfrm>
            <a:off x="115910" y="4461046"/>
            <a:ext cx="251138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Notice the sub-expression in red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FDD65D-66B8-F28F-235B-250DB6EE3B49}"/>
              </a:ext>
            </a:extLst>
          </p:cNvPr>
          <p:cNvSpPr txBox="1"/>
          <p:nvPr/>
        </p:nvSpPr>
        <p:spPr>
          <a:xfrm>
            <a:off x="2884867" y="5231483"/>
            <a:ext cx="67151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            </a:t>
            </a:r>
            <a:r>
              <a:rPr lang="en-US" sz="4000" dirty="0">
                <a:solidFill>
                  <a:srgbClr val="FF0000"/>
                </a:solidFill>
              </a:rPr>
              <a:t>S(n-1)                   </a:t>
            </a:r>
            <a:r>
              <a:rPr lang="en-US" sz="4000" dirty="0"/>
              <a:t>+ n</a:t>
            </a:r>
          </a:p>
        </p:txBody>
      </p:sp>
    </p:spTree>
    <p:extLst>
      <p:ext uri="{BB962C8B-B14F-4D97-AF65-F5344CB8AC3E}">
        <p14:creationId xmlns:p14="http://schemas.microsoft.com/office/powerpoint/2010/main" val="35097774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572F-EBAA-1E06-C281-BB5580C1F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B8ACE-78CF-9C8A-05C2-BA95C3BA5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E2888-CEF6-ADE3-186F-5B132B94D795}"/>
              </a:ext>
            </a:extLst>
          </p:cNvPr>
          <p:cNvSpPr txBox="1"/>
          <p:nvPr/>
        </p:nvSpPr>
        <p:spPr>
          <a:xfrm>
            <a:off x="7106787" y="291925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math, recurrence relations define formulas using recursion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6A99A5-A180-1495-F3DD-F00C0EFCBAA3}"/>
              </a:ext>
            </a:extLst>
          </p:cNvPr>
          <p:cNvSpPr txBox="1"/>
          <p:nvPr/>
        </p:nvSpPr>
        <p:spPr>
          <a:xfrm>
            <a:off x="2194098" y="2140553"/>
            <a:ext cx="39019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8E2BB-E728-2C20-CDB4-664124410C40}"/>
              </a:ext>
            </a:extLst>
          </p:cNvPr>
          <p:cNvSpPr txBox="1"/>
          <p:nvPr/>
        </p:nvSpPr>
        <p:spPr>
          <a:xfrm>
            <a:off x="2194098" y="3075057"/>
            <a:ext cx="7769948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((S(0) + 1) + 2) + 3</a:t>
            </a:r>
          </a:p>
          <a:p>
            <a:r>
              <a:rPr lang="en-US" sz="4000" dirty="0"/>
              <a:t>          = (((S(-1) + 0) + 1) + 2) + 3</a:t>
            </a:r>
          </a:p>
          <a:p>
            <a:r>
              <a:rPr lang="en-US" sz="4000" dirty="0"/>
              <a:t>          = ((((S(-2) + -1) + 0) + 1) + 2) + 3</a:t>
            </a:r>
          </a:p>
          <a:p>
            <a:r>
              <a:rPr lang="en-US" sz="4000" dirty="0"/>
              <a:t>          = …</a:t>
            </a:r>
          </a:p>
        </p:txBody>
      </p:sp>
    </p:spTree>
    <p:extLst>
      <p:ext uri="{BB962C8B-B14F-4D97-AF65-F5344CB8AC3E}">
        <p14:creationId xmlns:p14="http://schemas.microsoft.com/office/powerpoint/2010/main" val="169507965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8656-1D13-A2E9-AB33-297B6553E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20275-478C-799E-E4D0-810EE459F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0F821-5697-64E5-5B36-C8BB481EF91F}"/>
              </a:ext>
            </a:extLst>
          </p:cNvPr>
          <p:cNvSpPr txBox="1"/>
          <p:nvPr/>
        </p:nvSpPr>
        <p:spPr>
          <a:xfrm>
            <a:off x="7106787" y="291925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math, recurrence relations define formulas using recursion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38EE6C-45AF-3F9D-132A-638FA60EAA19}"/>
              </a:ext>
            </a:extLst>
          </p:cNvPr>
          <p:cNvSpPr txBox="1"/>
          <p:nvPr/>
        </p:nvSpPr>
        <p:spPr>
          <a:xfrm>
            <a:off x="2194098" y="2140553"/>
            <a:ext cx="39019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FDB97B-937B-EB92-961E-B7EC672BA523}"/>
              </a:ext>
            </a:extLst>
          </p:cNvPr>
          <p:cNvSpPr txBox="1"/>
          <p:nvPr/>
        </p:nvSpPr>
        <p:spPr>
          <a:xfrm>
            <a:off x="2194098" y="3075057"/>
            <a:ext cx="7769948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((S(0) + 1) + 2) + 3</a:t>
            </a:r>
          </a:p>
          <a:p>
            <a:r>
              <a:rPr lang="en-US" sz="4000" dirty="0"/>
              <a:t>          = (((S(-1) + 0) + 1) + 2) + 3</a:t>
            </a:r>
          </a:p>
          <a:p>
            <a:r>
              <a:rPr lang="en-US" sz="4000" dirty="0"/>
              <a:t>          = ((((S(-2) + -1) + 0) + 1) + 2) + 3</a:t>
            </a:r>
          </a:p>
          <a:p>
            <a:r>
              <a:rPr lang="en-US" sz="4000" dirty="0"/>
              <a:t>          =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75110B-873E-CD5A-5C42-FFB052577447}"/>
              </a:ext>
            </a:extLst>
          </p:cNvPr>
          <p:cNvSpPr txBox="1"/>
          <p:nvPr/>
        </p:nvSpPr>
        <p:spPr>
          <a:xfrm>
            <a:off x="8469801" y="2296621"/>
            <a:ext cx="224503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Problem</a:t>
            </a:r>
            <a:r>
              <a:rPr lang="en-US" dirty="0">
                <a:cs typeface="Consolas" panose="020B0609020204030204" pitchFamily="49" charset="0"/>
              </a:rPr>
              <a:t>: this rule expands forever, and never stops.</a:t>
            </a:r>
          </a:p>
        </p:txBody>
      </p:sp>
    </p:spTree>
    <p:extLst>
      <p:ext uri="{BB962C8B-B14F-4D97-AF65-F5344CB8AC3E}">
        <p14:creationId xmlns:p14="http://schemas.microsoft.com/office/powerpoint/2010/main" val="32698267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E745E-2F4C-E15D-AC14-CD86690DA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44811-534B-8D6C-723C-58A6A58AB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E4B0C2-26B8-D9CB-7AD9-559424B35028}"/>
              </a:ext>
            </a:extLst>
          </p:cNvPr>
          <p:cNvSpPr txBox="1"/>
          <p:nvPr/>
        </p:nvSpPr>
        <p:spPr>
          <a:xfrm>
            <a:off x="7106787" y="291925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math, recurrence relations define formulas using recursion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C12AA-419A-2859-9FF8-3FD282ACAD2A}"/>
              </a:ext>
            </a:extLst>
          </p:cNvPr>
          <p:cNvSpPr txBox="1"/>
          <p:nvPr/>
        </p:nvSpPr>
        <p:spPr>
          <a:xfrm>
            <a:off x="2194098" y="2140553"/>
            <a:ext cx="39019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A40CEA-3F55-C7D7-83D3-10CA04AD25E0}"/>
              </a:ext>
            </a:extLst>
          </p:cNvPr>
          <p:cNvSpPr txBox="1"/>
          <p:nvPr/>
        </p:nvSpPr>
        <p:spPr>
          <a:xfrm>
            <a:off x="2194098" y="3075057"/>
            <a:ext cx="7769948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S(0)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/>
              <a:t>          = (((S(-1) + 0) + 1) + 2) + 3</a:t>
            </a:r>
          </a:p>
          <a:p>
            <a:r>
              <a:rPr lang="en-US" sz="4000" dirty="0"/>
              <a:t>          = ((((S(-2) + -1) + 0) + 1) + 2) + 3</a:t>
            </a:r>
          </a:p>
          <a:p>
            <a:r>
              <a:rPr lang="en-US" sz="4000" dirty="0"/>
              <a:t>          =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10A919-1601-78EA-C631-35B9FC1F8504}"/>
              </a:ext>
            </a:extLst>
          </p:cNvPr>
          <p:cNvSpPr txBox="1"/>
          <p:nvPr/>
        </p:nvSpPr>
        <p:spPr>
          <a:xfrm>
            <a:off x="8008410" y="2064795"/>
            <a:ext cx="224503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Notice that the sum is fully expanded in this line …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251C2E-E107-6DEF-B4CA-DB8DD171432F}"/>
              </a:ext>
            </a:extLst>
          </p:cNvPr>
          <p:cNvCxnSpPr>
            <a:cxnSpLocks/>
          </p:cNvCxnSpPr>
          <p:nvPr/>
        </p:nvCxnSpPr>
        <p:spPr>
          <a:xfrm flipH="1">
            <a:off x="7392473" y="2988125"/>
            <a:ext cx="615937" cy="1481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E98B24F-523C-E31A-33E3-9970B2F6ABCF}"/>
              </a:ext>
            </a:extLst>
          </p:cNvPr>
          <p:cNvSpPr txBox="1"/>
          <p:nvPr/>
        </p:nvSpPr>
        <p:spPr>
          <a:xfrm>
            <a:off x="9130926" y="3789609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That’s when we should stop. If we set S(0) to 0, then it works …</a:t>
            </a:r>
          </a:p>
        </p:txBody>
      </p:sp>
    </p:spTree>
    <p:extLst>
      <p:ext uri="{BB962C8B-B14F-4D97-AF65-F5344CB8AC3E}">
        <p14:creationId xmlns:p14="http://schemas.microsoft.com/office/powerpoint/2010/main" val="39974613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0DE7-A445-C3FD-8BBF-6D1F834C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3EEA4-6188-2205-BFDC-CFCB0374A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94ADC6-729F-643D-B3CE-CC31A19AACA6}"/>
              </a:ext>
            </a:extLst>
          </p:cNvPr>
          <p:cNvSpPr txBox="1"/>
          <p:nvPr/>
        </p:nvSpPr>
        <p:spPr>
          <a:xfrm>
            <a:off x="2194098" y="1416709"/>
            <a:ext cx="379770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S(0) = 0</a:t>
            </a:r>
          </a:p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2F5D3E-8A11-2B48-BDBE-12EB039B95BD}"/>
              </a:ext>
            </a:extLst>
          </p:cNvPr>
          <p:cNvSpPr txBox="1"/>
          <p:nvPr/>
        </p:nvSpPr>
        <p:spPr>
          <a:xfrm>
            <a:off x="2194098" y="3075057"/>
            <a:ext cx="534312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S(0)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0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>
                <a:solidFill>
                  <a:srgbClr val="FF0000"/>
                </a:solidFill>
              </a:rPr>
              <a:t>          </a:t>
            </a:r>
            <a:r>
              <a:rPr lang="en-US" sz="4000" dirty="0"/>
              <a:t>= 6</a:t>
            </a:r>
          </a:p>
        </p:txBody>
      </p:sp>
    </p:spTree>
    <p:extLst>
      <p:ext uri="{BB962C8B-B14F-4D97-AF65-F5344CB8AC3E}">
        <p14:creationId xmlns:p14="http://schemas.microsoft.com/office/powerpoint/2010/main" val="41800781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687DC-1966-694A-0C5B-817C891A1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29078-C317-863F-4069-151DCB04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EA0D09-0048-AF55-FC96-14D993CF2361}"/>
              </a:ext>
            </a:extLst>
          </p:cNvPr>
          <p:cNvSpPr txBox="1"/>
          <p:nvPr/>
        </p:nvSpPr>
        <p:spPr>
          <a:xfrm>
            <a:off x="2194098" y="1416709"/>
            <a:ext cx="379770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S(0) = 0</a:t>
            </a:r>
          </a:p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03742B-36C0-1678-85E2-446C2D1E7D1B}"/>
              </a:ext>
            </a:extLst>
          </p:cNvPr>
          <p:cNvSpPr txBox="1"/>
          <p:nvPr/>
        </p:nvSpPr>
        <p:spPr>
          <a:xfrm>
            <a:off x="2194098" y="3075057"/>
            <a:ext cx="534312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S(0)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0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>
                <a:solidFill>
                  <a:srgbClr val="FF0000"/>
                </a:solidFill>
              </a:rPr>
              <a:t>          </a:t>
            </a:r>
            <a:r>
              <a:rPr lang="en-US" sz="4000" dirty="0"/>
              <a:t>=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5E2A96-31C7-EB2C-FA14-2DD22829547C}"/>
              </a:ext>
            </a:extLst>
          </p:cNvPr>
          <p:cNvSpPr txBox="1"/>
          <p:nvPr/>
        </p:nvSpPr>
        <p:spPr>
          <a:xfrm>
            <a:off x="7318858" y="612844"/>
            <a:ext cx="4598112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</a:t>
            </a:r>
            <a:r>
              <a:rPr lang="en-US" b="1" dirty="0">
                <a:cs typeface="Consolas" panose="020B0609020204030204" pitchFamily="49" charset="0"/>
              </a:rPr>
              <a:t>base case</a:t>
            </a:r>
            <a:r>
              <a:rPr lang="en-US" dirty="0">
                <a:cs typeface="Consolas" panose="020B0609020204030204" pitchFamily="49" charset="0"/>
              </a:rPr>
              <a:t>, or </a:t>
            </a:r>
            <a:r>
              <a:rPr lang="en-US" b="1" dirty="0">
                <a:cs typeface="Consolas" panose="020B0609020204030204" pitchFamily="49" charset="0"/>
              </a:rPr>
              <a:t>stopping rule</a:t>
            </a:r>
            <a:r>
              <a:rPr lang="en-US" dirty="0">
                <a:cs typeface="Consolas" panose="020B0609020204030204" pitchFamily="49" charset="0"/>
              </a:rPr>
              <a:t>. Base cases have no recursive calls and so stop the recursion.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1A5597E-9E27-A3DA-53B7-2DC74B771D1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043966" y="1074509"/>
            <a:ext cx="3274892" cy="572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2AF5B35-D4C7-7E7B-10BC-9FC0917EB6C2}"/>
              </a:ext>
            </a:extLst>
          </p:cNvPr>
          <p:cNvSpPr txBox="1"/>
          <p:nvPr/>
        </p:nvSpPr>
        <p:spPr>
          <a:xfrm>
            <a:off x="7347702" y="2151727"/>
            <a:ext cx="4598112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</a:t>
            </a:r>
            <a:r>
              <a:rPr lang="en-US" b="1" dirty="0">
                <a:cs typeface="Consolas" panose="020B0609020204030204" pitchFamily="49" charset="0"/>
              </a:rPr>
              <a:t>recursive case</a:t>
            </a:r>
            <a:r>
              <a:rPr lang="en-US" dirty="0">
                <a:cs typeface="Consolas" panose="020B0609020204030204" pitchFamily="49" charset="0"/>
              </a:rPr>
              <a:t>, or </a:t>
            </a:r>
            <a:r>
              <a:rPr lang="en-US" b="1" dirty="0">
                <a:cs typeface="Consolas" panose="020B0609020204030204" pitchFamily="49" charset="0"/>
              </a:rPr>
              <a:t>recursive rule</a:t>
            </a:r>
            <a:r>
              <a:rPr lang="en-US" dirty="0">
                <a:cs typeface="Consolas" panose="020B0609020204030204" pitchFamily="49" charset="0"/>
              </a:rPr>
              <a:t>. They call themselves one, or more, times.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6C872E5-D50F-2B4E-C938-5F779FAF4E6C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5991804" y="2400072"/>
            <a:ext cx="1355898" cy="74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F12946-DA8B-1C00-498E-6E207B69E63A}"/>
              </a:ext>
            </a:extLst>
          </p:cNvPr>
          <p:cNvSpPr txBox="1"/>
          <p:nvPr/>
        </p:nvSpPr>
        <p:spPr>
          <a:xfrm>
            <a:off x="8575589" y="3429000"/>
            <a:ext cx="3559750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Every practical recurrence relation or recursive function must have one or more base cases, and one or more recursive cases.</a:t>
            </a:r>
          </a:p>
        </p:txBody>
      </p:sp>
    </p:spTree>
    <p:extLst>
      <p:ext uri="{BB962C8B-B14F-4D97-AF65-F5344CB8AC3E}">
        <p14:creationId xmlns:p14="http://schemas.microsoft.com/office/powerpoint/2010/main" val="399312470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DD2F6-B20C-743C-349F-9B7D8496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with vectors (arrays)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E8AFE-D242-A0A1-C142-EFA132B40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Suppose we want to use recursion to sum the elements of the </a:t>
            </a:r>
            <a:br>
              <a:rPr lang="en-US" dirty="0"/>
            </a:br>
            <a:r>
              <a:rPr lang="en-US" dirty="0"/>
              <a:t>vector {4, 2, 3, 5}.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sum({}) = 0</a:t>
            </a:r>
          </a:p>
          <a:p>
            <a:pPr marL="0" indent="0">
              <a:buNone/>
            </a:pPr>
            <a:r>
              <a:rPr lang="en-US" b="1" dirty="0"/>
              <a:t>Recursive case</a:t>
            </a:r>
            <a:r>
              <a:rPr lang="en-US" dirty="0"/>
              <a:t>: sum({4, 2, 3, 5}) = 4 + sum({2, 3, 5})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4 + (2 + sum({3, 5}))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4 + (2 + (3 + sum({5})))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4 + (2 + (3 + (5 + sum({}))))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4 + (2 + (3 + (5 + 0)))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14</a:t>
            </a:r>
          </a:p>
        </p:txBody>
      </p:sp>
    </p:spTree>
    <p:extLst>
      <p:ext uri="{BB962C8B-B14F-4D97-AF65-F5344CB8AC3E}">
        <p14:creationId xmlns:p14="http://schemas.microsoft.com/office/powerpoint/2010/main" val="24602706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DCE11-F3C5-9834-58C0-443B098EB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25887-20BA-2CAB-1D78-183E5BDE0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with vectors (arrays)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4297-E883-0AEC-03FB-FB9E8A8D4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general, to sum the elements of a vector&lt;int&gt; v: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sum({}) = 0</a:t>
            </a:r>
          </a:p>
          <a:p>
            <a:pPr marL="0" indent="0">
              <a:buNone/>
            </a:pPr>
            <a:r>
              <a:rPr lang="en-US" b="1" dirty="0"/>
              <a:t>Recursive case</a:t>
            </a:r>
            <a:r>
              <a:rPr lang="en-US" dirty="0"/>
              <a:t>: sum(v) = v[0] + sum(rest(v))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2C7B9-FBDD-08C5-746D-5F252D80143F}"/>
              </a:ext>
            </a:extLst>
          </p:cNvPr>
          <p:cNvSpPr txBox="1"/>
          <p:nvPr/>
        </p:nvSpPr>
        <p:spPr>
          <a:xfrm>
            <a:off x="5345907" y="4400657"/>
            <a:ext cx="350153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rest(v) </a:t>
            </a:r>
            <a:r>
              <a:rPr lang="en-US" dirty="0">
                <a:cs typeface="Consolas" panose="020B0609020204030204" pitchFamily="49" charset="0"/>
              </a:rPr>
              <a:t>returns a copy of </a:t>
            </a:r>
            <a:r>
              <a:rPr lang="en-US" b="1" dirty="0">
                <a:cs typeface="Consolas" panose="020B0609020204030204" pitchFamily="49" charset="0"/>
              </a:rPr>
              <a:t>v</a:t>
            </a:r>
            <a:r>
              <a:rPr lang="en-US" dirty="0">
                <a:cs typeface="Consolas" panose="020B0609020204030204" pitchFamily="49" charset="0"/>
              </a:rPr>
              <a:t>, but with the first element removed.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EDB75AD-9CD5-17F7-AB8F-68EA18FD853F}"/>
              </a:ext>
            </a:extLst>
          </p:cNvPr>
          <p:cNvCxnSpPr/>
          <p:nvPr/>
        </p:nvCxnSpPr>
        <p:spPr>
          <a:xfrm flipV="1">
            <a:off x="7055708" y="3756454"/>
            <a:ext cx="0" cy="556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61DE7D8-F6C7-AE98-6B70-4F8F4B15EBCD}"/>
              </a:ext>
            </a:extLst>
          </p:cNvPr>
          <p:cNvSpPr txBox="1"/>
          <p:nvPr/>
        </p:nvSpPr>
        <p:spPr>
          <a:xfrm>
            <a:off x="5345907" y="5288810"/>
            <a:ext cx="35015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You can implement </a:t>
            </a:r>
            <a:r>
              <a:rPr lang="en-US" b="1" dirty="0">
                <a:cs typeface="Consolas" panose="020B0609020204030204" pitchFamily="49" charset="0"/>
              </a:rPr>
              <a:t>rest</a:t>
            </a:r>
            <a:r>
              <a:rPr lang="en-US" dirty="0">
                <a:cs typeface="Consolas" panose="020B0609020204030204" pitchFamily="49" charset="0"/>
              </a:rPr>
              <a:t> in C++, but it is efficient to duplicate nearly the whole array on each call to sum.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8B1F56-A22D-0DEE-E5C8-0E769D2C4270}"/>
              </a:ext>
            </a:extLst>
          </p:cNvPr>
          <p:cNvSpPr txBox="1"/>
          <p:nvPr/>
        </p:nvSpPr>
        <p:spPr>
          <a:xfrm>
            <a:off x="1088779" y="5288809"/>
            <a:ext cx="35015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So instead we will implement rest by using an index value to keep track of what part of the vector has been processed.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0FB309-D8EF-696F-7C3E-527314F63558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 flipH="1" flipV="1">
            <a:off x="4590309" y="5888974"/>
            <a:ext cx="7555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413721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CDAD-8D1E-6C87-FE71-66AE4B45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94E15-477A-6895-FDE9-21BD80D49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with vectors (arrays)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91B74-5B4A-FDB4-4630-267F3B022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36873" cy="1052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sum({}) = 0</a:t>
            </a:r>
          </a:p>
          <a:p>
            <a:pPr marL="0" indent="0">
              <a:buNone/>
            </a:pPr>
            <a:r>
              <a:rPr lang="en-US" b="1" dirty="0"/>
              <a:t>Recursive case</a:t>
            </a:r>
            <a:r>
              <a:rPr lang="en-US" dirty="0"/>
              <a:t>: sum(v) = v[0] + sum(rest(v))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716CC9-DA71-B943-AA9E-C1E13C201F5D}"/>
              </a:ext>
            </a:extLst>
          </p:cNvPr>
          <p:cNvSpPr txBox="1"/>
          <p:nvPr/>
        </p:nvSpPr>
        <p:spPr>
          <a:xfrm>
            <a:off x="2327564" y="3202266"/>
            <a:ext cx="550343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sum(const vector&lt;int&gt;&amp; v, int begin)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if (begin &gt;=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return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return v[begin] + sum(v, begin + 1);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sum(const vector&lt;int&gt;&amp; v)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return sum(v, 0);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6CFC3F-30A2-561C-F716-E4D6DE6EFBA8}"/>
              </a:ext>
            </a:extLst>
          </p:cNvPr>
          <p:cNvSpPr txBox="1"/>
          <p:nvPr/>
        </p:nvSpPr>
        <p:spPr>
          <a:xfrm>
            <a:off x="8037152" y="4771926"/>
            <a:ext cx="35015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recursive functions often have extra parameters, we usually also write a simpler helper function like this.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32F5CC5-A090-432F-E4A6-C4843CE0DA9E}"/>
              </a:ext>
            </a:extLst>
          </p:cNvPr>
          <p:cNvCxnSpPr>
            <a:stCxn id="10" idx="1"/>
          </p:cNvCxnSpPr>
          <p:nvPr/>
        </p:nvCxnSpPr>
        <p:spPr>
          <a:xfrm flipH="1">
            <a:off x="6535882" y="5372091"/>
            <a:ext cx="1501270" cy="166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348762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2BB0B-8FEA-DA18-8C68-CD9E7B32F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FBA41-7100-B9C3-E134-C5C4972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with vectors (arrays)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325B5-F0DB-B6E4-96C3-D08C5FE5BC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36873" cy="1052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sum({}) = 0</a:t>
            </a:r>
          </a:p>
          <a:p>
            <a:pPr marL="0" indent="0">
              <a:buNone/>
            </a:pPr>
            <a:r>
              <a:rPr lang="en-US" b="1" dirty="0"/>
              <a:t>Recursive case</a:t>
            </a:r>
            <a:r>
              <a:rPr lang="en-US" dirty="0"/>
              <a:t>: sum(v) = v[0] + sum(rest(v))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411551-9E56-BFEE-3E6E-CDC4E82595B9}"/>
              </a:ext>
            </a:extLst>
          </p:cNvPr>
          <p:cNvSpPr txBox="1"/>
          <p:nvPr/>
        </p:nvSpPr>
        <p:spPr>
          <a:xfrm>
            <a:off x="2327564" y="3202266"/>
            <a:ext cx="550343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sum(const vector&lt;int&gt;&amp; v, int begin)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if (begin &gt;=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return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return v[begin] + sum(v, begin + 1);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sum(const vector&lt;int&gt;&amp; v)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return sum(v, 0);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0B6A9B-B6F0-0B82-00D2-B892B909C7DA}"/>
              </a:ext>
            </a:extLst>
          </p:cNvPr>
          <p:cNvSpPr txBox="1"/>
          <p:nvPr/>
        </p:nvSpPr>
        <p:spPr>
          <a:xfrm>
            <a:off x="8141061" y="1504140"/>
            <a:ext cx="3501530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not as efficient as just summing the array using a loop. Each function call takes extra time and memory, and the values being summed are stored on the call stack.</a:t>
            </a:r>
          </a:p>
        </p:txBody>
      </p:sp>
    </p:spTree>
    <p:extLst>
      <p:ext uri="{BB962C8B-B14F-4D97-AF65-F5344CB8AC3E}">
        <p14:creationId xmlns:p14="http://schemas.microsoft.com/office/powerpoint/2010/main" val="41225773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5F73A-FE86-A2C1-761D-11E366A48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67C9F-02A7-4ED2-E5DD-9912875C8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194" y="166715"/>
            <a:ext cx="10307481" cy="14173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</a:t>
            </a:r>
            <a:r>
              <a:rPr lang="en-US" dirty="0" err="1"/>
              <a:t>all_even</a:t>
            </a:r>
            <a:r>
              <a:rPr lang="en-US" dirty="0"/>
              <a:t>({}) = true</a:t>
            </a:r>
            <a:br>
              <a:rPr lang="en-US" dirty="0"/>
            </a:br>
            <a:r>
              <a:rPr lang="en-US" b="1" dirty="0"/>
              <a:t>Recursive case</a:t>
            </a:r>
            <a:r>
              <a:rPr lang="en-US" dirty="0"/>
              <a:t>: </a:t>
            </a:r>
            <a:r>
              <a:rPr lang="en-US" dirty="0" err="1"/>
              <a:t>all_even</a:t>
            </a:r>
            <a:r>
              <a:rPr lang="en-US" dirty="0"/>
              <a:t>(v) = v[0] is even and </a:t>
            </a:r>
            <a:r>
              <a:rPr lang="en-US" dirty="0" err="1"/>
              <a:t>all_even</a:t>
            </a:r>
            <a:r>
              <a:rPr lang="en-US" dirty="0"/>
              <a:t>(rest(v))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DB27B-9638-4E4A-5D08-EB954A6CAEE4}"/>
              </a:ext>
            </a:extLst>
          </p:cNvPr>
          <p:cNvSpPr txBox="1"/>
          <p:nvPr/>
        </p:nvSpPr>
        <p:spPr>
          <a:xfrm>
            <a:off x="2121502" y="2540357"/>
            <a:ext cx="702307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vector&lt;int&gt;&amp; v, int begin)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if (begin &gt;=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return true;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v[begin] % 2 == 0 &amp;&amp;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(v, begin + 1);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vector&lt;int&gt;&amp; v)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return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(v, 0);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7BAB1E-3137-5E26-1E6D-C8D5471768C2}"/>
              </a:ext>
            </a:extLst>
          </p:cNvPr>
          <p:cNvSpPr txBox="1"/>
          <p:nvPr/>
        </p:nvSpPr>
        <p:spPr>
          <a:xfrm>
            <a:off x="3556765" y="1415897"/>
            <a:ext cx="3013746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example tests if all the elements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cs typeface="Consolas" panose="020B0609020204030204" pitchFamily="49" charset="0"/>
              </a:rPr>
              <a:t> are even.</a:t>
            </a:r>
          </a:p>
        </p:txBody>
      </p:sp>
    </p:spTree>
    <p:extLst>
      <p:ext uri="{BB962C8B-B14F-4D97-AF65-F5344CB8AC3E}">
        <p14:creationId xmlns:p14="http://schemas.microsoft.com/office/powerpoint/2010/main" val="33969617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9F29C-396F-8CC8-815D-29C8BF566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858BF-EE31-FD72-539A-92721DBE1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194" y="166715"/>
            <a:ext cx="10307481" cy="14173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</a:t>
            </a:r>
            <a:r>
              <a:rPr lang="en-US" dirty="0" err="1"/>
              <a:t>all_even</a:t>
            </a:r>
            <a:r>
              <a:rPr lang="en-US" dirty="0"/>
              <a:t>({}) = true</a:t>
            </a:r>
            <a:br>
              <a:rPr lang="en-US" dirty="0"/>
            </a:br>
            <a:r>
              <a:rPr lang="en-US" b="1" dirty="0"/>
              <a:t>Recursive case</a:t>
            </a:r>
            <a:r>
              <a:rPr lang="en-US" dirty="0"/>
              <a:t>: </a:t>
            </a:r>
            <a:r>
              <a:rPr lang="en-US" dirty="0" err="1"/>
              <a:t>all_even</a:t>
            </a:r>
            <a:r>
              <a:rPr lang="en-US" dirty="0"/>
              <a:t>(v) = v[0] is even and </a:t>
            </a:r>
            <a:r>
              <a:rPr lang="en-US" dirty="0" err="1"/>
              <a:t>all_even</a:t>
            </a:r>
            <a:r>
              <a:rPr lang="en-US" dirty="0"/>
              <a:t>(rest(v))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2FFB0-6AAF-3CCE-2266-EF9A7FC585B7}"/>
              </a:ext>
            </a:extLst>
          </p:cNvPr>
          <p:cNvSpPr txBox="1"/>
          <p:nvPr/>
        </p:nvSpPr>
        <p:spPr>
          <a:xfrm>
            <a:off x="2121502" y="2540357"/>
            <a:ext cx="6263253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vector&lt;int&gt;&amp; v, int begin)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if (begin &gt;=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 else if (v[begin] % 2 == 0)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return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(v, begin + 1);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vector&lt;int&gt;&amp; v)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return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(v, 0);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9A0805-1671-284D-BE26-E905C4A7DCEA}"/>
              </a:ext>
            </a:extLst>
          </p:cNvPr>
          <p:cNvSpPr txBox="1"/>
          <p:nvPr/>
        </p:nvSpPr>
        <p:spPr>
          <a:xfrm>
            <a:off x="8384755" y="3617813"/>
            <a:ext cx="2601892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 alternate way to write the function that some programmers find more intuitive.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29B9B3-8B75-920F-0F06-92F62000FB89}"/>
              </a:ext>
            </a:extLst>
          </p:cNvPr>
          <p:cNvSpPr txBox="1"/>
          <p:nvPr/>
        </p:nvSpPr>
        <p:spPr>
          <a:xfrm>
            <a:off x="3556765" y="1415897"/>
            <a:ext cx="3013746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example tests if all the elements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cs typeface="Consolas" panose="020B0609020204030204" pitchFamily="49" charset="0"/>
              </a:rPr>
              <a:t> are even.</a:t>
            </a:r>
          </a:p>
        </p:txBody>
      </p:sp>
    </p:spTree>
    <p:extLst>
      <p:ext uri="{BB962C8B-B14F-4D97-AF65-F5344CB8AC3E}">
        <p14:creationId xmlns:p14="http://schemas.microsoft.com/office/powerpoint/2010/main" val="3071577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6487</Words>
  <Application>Microsoft Macintosh PowerPoint</Application>
  <PresentationFormat>Widescreen</PresentationFormat>
  <Paragraphs>866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9" baseType="lpstr">
      <vt:lpstr>Aptos</vt:lpstr>
      <vt:lpstr>Aptos Display</vt:lpstr>
      <vt:lpstr>Arial</vt:lpstr>
      <vt:lpstr>Consolas</vt:lpstr>
      <vt:lpstr>Office Theme</vt:lpstr>
      <vt:lpstr>Exceptions, Separate Compilation, Namespaces, and Recursion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Summary</vt:lpstr>
      <vt:lpstr>Big Programs</vt:lpstr>
      <vt:lpstr>Big Programs</vt:lpstr>
      <vt:lpstr>Big Programs</vt:lpstr>
      <vt:lpstr>Big Programs</vt:lpstr>
      <vt:lpstr>Separate Compilation</vt:lpstr>
      <vt:lpstr>Separate Compilation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Namespaces</vt:lpstr>
      <vt:lpstr>Namespaces</vt:lpstr>
      <vt:lpstr>Namespaces</vt:lpstr>
      <vt:lpstr>Namespaces</vt:lpstr>
      <vt:lpstr>PowerPoint Presentation</vt:lpstr>
      <vt:lpstr>Namespaces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Recurrence Relations</vt:lpstr>
      <vt:lpstr>Recurrence Relations</vt:lpstr>
      <vt:lpstr>Recurrence Relations</vt:lpstr>
      <vt:lpstr>Recurrence Relations</vt:lpstr>
      <vt:lpstr>Recurrence Relations</vt:lpstr>
      <vt:lpstr>Recurrence Relations</vt:lpstr>
      <vt:lpstr>Recursion with vectors (arrays)</vt:lpstr>
      <vt:lpstr>Recursion with vectors (arrays)</vt:lpstr>
      <vt:lpstr>Recursion with vectors (arrays)</vt:lpstr>
      <vt:lpstr>Recursion with vectors (arrays)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2026-02-12T18:13:11Z</dcterms:created>
  <dcterms:modified xsi:type="dcterms:W3CDTF">2026-02-25T01:40:24Z</dcterms:modified>
</cp:coreProperties>
</file>