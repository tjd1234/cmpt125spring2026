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4" r:id="rId8"/>
    <p:sldId id="275" r:id="rId9"/>
    <p:sldId id="279" r:id="rId10"/>
    <p:sldId id="276" r:id="rId11"/>
    <p:sldId id="277" r:id="rId12"/>
    <p:sldId id="278" r:id="rId13"/>
    <p:sldId id="265" r:id="rId14"/>
    <p:sldId id="266" r:id="rId15"/>
    <p:sldId id="267" r:id="rId16"/>
    <p:sldId id="268" r:id="rId17"/>
    <p:sldId id="270" r:id="rId18"/>
    <p:sldId id="271" r:id="rId19"/>
    <p:sldId id="272" r:id="rId20"/>
    <p:sldId id="273" r:id="rId21"/>
    <p:sldId id="274" r:id="rId22"/>
    <p:sldId id="258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6" r:id="rId38"/>
    <p:sldId id="295" r:id="rId39"/>
    <p:sldId id="297" r:id="rId40"/>
    <p:sldId id="298" r:id="rId41"/>
    <p:sldId id="299" r:id="rId42"/>
    <p:sldId id="300" r:id="rId43"/>
    <p:sldId id="301" r:id="rId44"/>
    <p:sldId id="303" r:id="rId45"/>
    <p:sldId id="302" r:id="rId46"/>
    <p:sldId id="304" r:id="rId47"/>
    <p:sldId id="305" r:id="rId48"/>
    <p:sldId id="306" r:id="rId49"/>
    <p:sldId id="311" r:id="rId50"/>
    <p:sldId id="312" r:id="rId51"/>
    <p:sldId id="307" r:id="rId52"/>
    <p:sldId id="308" r:id="rId53"/>
    <p:sldId id="309" r:id="rId54"/>
    <p:sldId id="310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E7B8F5F-0E4D-0446-A6DE-330DBBB47211}">
          <p14:sldIdLst>
            <p14:sldId id="256"/>
            <p14:sldId id="257"/>
            <p14:sldId id="259"/>
            <p14:sldId id="260"/>
            <p14:sldId id="261"/>
            <p14:sldId id="263"/>
            <p14:sldId id="264"/>
          </p14:sldIdLst>
        </p14:section>
        <p14:section name="Exception propagation" id="{57BB12AD-9DCD-4445-9BD4-FAD0F07AD4BF}">
          <p14:sldIdLst>
            <p14:sldId id="275"/>
            <p14:sldId id="279"/>
            <p14:sldId id="276"/>
            <p14:sldId id="277"/>
            <p14:sldId id="278"/>
          </p14:sldIdLst>
        </p14:section>
        <p14:section name="Catching different kinds of exceptions" id="{3F505F37-87F4-BD4F-B045-0C26196224AF}">
          <p14:sldIdLst>
            <p14:sldId id="265"/>
            <p14:sldId id="266"/>
            <p14:sldId id="267"/>
          </p14:sldIdLst>
        </p14:section>
        <p14:section name="RAII" id="{C5CE1B90-4BFB-B741-AC42-BBF1A0355B43}">
          <p14:sldIdLst>
            <p14:sldId id="268"/>
            <p14:sldId id="270"/>
            <p14:sldId id="271"/>
            <p14:sldId id="272"/>
            <p14:sldId id="273"/>
            <p14:sldId id="274"/>
            <p14:sldId id="258"/>
          </p14:sldIdLst>
        </p14:section>
        <p14:section name="Separate Compilation" id="{45570C37-8D1D-1F43-B25A-506D0DE562E4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Namespaces" id="{CD763310-5AFD-694E-A4B1-483529D5041A}">
          <p14:sldIdLst>
            <p14:sldId id="293"/>
            <p14:sldId id="294"/>
            <p14:sldId id="296"/>
            <p14:sldId id="295"/>
            <p14:sldId id="297"/>
            <p14:sldId id="298"/>
          </p14:sldIdLst>
        </p14:section>
        <p14:section name="Recursion" id="{140FA751-ECFB-5F4B-B282-61BBF4521871}">
          <p14:sldIdLst>
            <p14:sldId id="299"/>
            <p14:sldId id="300"/>
            <p14:sldId id="301"/>
            <p14:sldId id="303"/>
            <p14:sldId id="302"/>
            <p14:sldId id="304"/>
            <p14:sldId id="305"/>
            <p14:sldId id="306"/>
            <p14:sldId id="311"/>
            <p14:sldId id="312"/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07C9E3-5D4D-2047-AC1A-48E103CA2CF4}" v="101" dt="2026-02-23T05:12:28.6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delSld modSld sldOrd addSection delSection modSection">
      <pc:chgData name="Toby Donaldson" userId="2e6e5431-bb17-4c41-9985-d39c50d83c73" providerId="ADAL" clId="{7F9681A8-EEE2-56F4-9B39-ECCBEE0471AC}" dt="2026-02-23T05:13:02.602" v="10432" actId="2696"/>
      <pc:docMkLst>
        <pc:docMk/>
      </pc:docMkLst>
      <pc:sldChg chg="modSp mod">
        <pc:chgData name="Toby Donaldson" userId="2e6e5431-bb17-4c41-9985-d39c50d83c73" providerId="ADAL" clId="{7F9681A8-EEE2-56F4-9B39-ECCBEE0471AC}" dt="2026-02-23T00:25:59.787" v="884" actId="20577"/>
        <pc:sldMkLst>
          <pc:docMk/>
          <pc:sldMk cId="2472228800" sldId="257"/>
        </pc:sldMkLst>
        <pc:spChg chg="mod">
          <ac:chgData name="Toby Donaldson" userId="2e6e5431-bb17-4c41-9985-d39c50d83c73" providerId="ADAL" clId="{7F9681A8-EEE2-56F4-9B39-ECCBEE0471AC}" dt="2026-02-23T00:25:59.787" v="884" actId="20577"/>
          <ac:spMkLst>
            <pc:docMk/>
            <pc:sldMk cId="2472228800" sldId="257"/>
            <ac:spMk id="3" creationId="{6FEA659D-6A10-B68E-6A45-05BF8A39C758}"/>
          </ac:spMkLst>
        </pc:spChg>
      </pc:sldChg>
      <pc:sldChg chg="addSp modSp mod">
        <pc:chgData name="Toby Donaldson" userId="2e6e5431-bb17-4c41-9985-d39c50d83c73" providerId="ADAL" clId="{7F9681A8-EEE2-56F4-9B39-ECCBEE0471AC}" dt="2026-02-23T00:28:00.600" v="962" actId="14100"/>
        <pc:sldMkLst>
          <pc:docMk/>
          <pc:sldMk cId="586440292" sldId="259"/>
        </pc:sldMkLst>
        <pc:spChg chg="mod">
          <ac:chgData name="Toby Donaldson" userId="2e6e5431-bb17-4c41-9985-d39c50d83c73" providerId="ADAL" clId="{7F9681A8-EEE2-56F4-9B39-ECCBEE0471AC}" dt="2026-02-23T00:27:06.265" v="954" actId="113"/>
          <ac:spMkLst>
            <pc:docMk/>
            <pc:sldMk cId="586440292" sldId="259"/>
            <ac:spMk id="3" creationId="{FEF84FF9-02FE-27B7-60B6-2E7D425400D5}"/>
          </ac:spMkLst>
        </pc:spChg>
        <pc:spChg chg="mod">
          <ac:chgData name="Toby Donaldson" userId="2e6e5431-bb17-4c41-9985-d39c50d83c73" providerId="ADAL" clId="{7F9681A8-EEE2-56F4-9B39-ECCBEE0471AC}" dt="2026-02-23T00:28:00.600" v="962" actId="14100"/>
          <ac:spMkLst>
            <pc:docMk/>
            <pc:sldMk cId="586440292" sldId="259"/>
            <ac:spMk id="4" creationId="{40B8B000-DDAC-1F47-F430-529290A3E926}"/>
          </ac:spMkLst>
        </pc:spChg>
      </pc:sldChg>
      <pc:sldChg chg="modSp mod">
        <pc:chgData name="Toby Donaldson" userId="2e6e5431-bb17-4c41-9985-d39c50d83c73" providerId="ADAL" clId="{7F9681A8-EEE2-56F4-9B39-ECCBEE0471AC}" dt="2026-02-23T00:29:15.452" v="964" actId="20577"/>
        <pc:sldMkLst>
          <pc:docMk/>
          <pc:sldMk cId="1338973811" sldId="265"/>
        </pc:sldMkLst>
        <pc:spChg chg="mod">
          <ac:chgData name="Toby Donaldson" userId="2e6e5431-bb17-4c41-9985-d39c50d83c73" providerId="ADAL" clId="{7F9681A8-EEE2-56F4-9B39-ECCBEE0471AC}" dt="2026-02-23T00:29:15.452" v="964" actId="20577"/>
          <ac:spMkLst>
            <pc:docMk/>
            <pc:sldMk cId="1338973811" sldId="265"/>
            <ac:spMk id="4" creationId="{7D83F33A-337F-9984-7D56-25725B4DB2A4}"/>
          </ac:spMkLst>
        </pc:spChg>
      </pc:sldChg>
      <pc:sldChg chg="modSp mod">
        <pc:chgData name="Toby Donaldson" userId="2e6e5431-bb17-4c41-9985-d39c50d83c73" providerId="ADAL" clId="{7F9681A8-EEE2-56F4-9B39-ECCBEE0471AC}" dt="2026-02-23T00:29:45.477" v="966" actId="20577"/>
        <pc:sldMkLst>
          <pc:docMk/>
          <pc:sldMk cId="856552977" sldId="268"/>
        </pc:sldMkLst>
        <pc:spChg chg="mod">
          <ac:chgData name="Toby Donaldson" userId="2e6e5431-bb17-4c41-9985-d39c50d83c73" providerId="ADAL" clId="{7F9681A8-EEE2-56F4-9B39-ECCBEE0471AC}" dt="2026-02-23T00:29:45.477" v="966" actId="20577"/>
          <ac:spMkLst>
            <pc:docMk/>
            <pc:sldMk cId="856552977" sldId="268"/>
            <ac:spMk id="4" creationId="{C2273F9D-7EBF-A771-B826-FAC9BC8D1973}"/>
          </ac:spMkLst>
        </pc:spChg>
      </pc:sldChg>
      <pc:sldChg chg="modSp mod">
        <pc:chgData name="Toby Donaldson" userId="2e6e5431-bb17-4c41-9985-d39c50d83c73" providerId="ADAL" clId="{7F9681A8-EEE2-56F4-9B39-ECCBEE0471AC}" dt="2026-02-23T00:30:21.274" v="975" actId="20577"/>
        <pc:sldMkLst>
          <pc:docMk/>
          <pc:sldMk cId="3146815153" sldId="271"/>
        </pc:sldMkLst>
        <pc:spChg chg="mod">
          <ac:chgData name="Toby Donaldson" userId="2e6e5431-bb17-4c41-9985-d39c50d83c73" providerId="ADAL" clId="{7F9681A8-EEE2-56F4-9B39-ECCBEE0471AC}" dt="2026-02-23T00:30:21.274" v="975" actId="20577"/>
          <ac:spMkLst>
            <pc:docMk/>
            <pc:sldMk cId="3146815153" sldId="271"/>
            <ac:spMk id="5" creationId="{A28A9C6B-583B-C8C4-2AFB-69629DB57A7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46.046" v="999" actId="5793"/>
        <pc:sldMkLst>
          <pc:docMk/>
          <pc:sldMk cId="3296879141" sldId="272"/>
        </pc:sldMkLst>
        <pc:spChg chg="del mod">
          <ac:chgData name="Toby Donaldson" userId="2e6e5431-bb17-4c41-9985-d39c50d83c73" providerId="ADAL" clId="{7F9681A8-EEE2-56F4-9B39-ECCBEE0471AC}" dt="2026-02-23T00:31:13.858" v="981" actId="21"/>
          <ac:spMkLst>
            <pc:docMk/>
            <pc:sldMk cId="3296879141" sldId="272"/>
            <ac:spMk id="4" creationId="{65E79FF3-A28C-FED1-A853-C512D70A5BD9}"/>
          </ac:spMkLst>
        </pc:spChg>
        <pc:spChg chg="add mod">
          <ac:chgData name="Toby Donaldson" userId="2e6e5431-bb17-4c41-9985-d39c50d83c73" providerId="ADAL" clId="{7F9681A8-EEE2-56F4-9B39-ECCBEE0471AC}" dt="2026-02-23T00:31:30.266" v="982"/>
          <ac:spMkLst>
            <pc:docMk/>
            <pc:sldMk cId="3296879141" sldId="272"/>
            <ac:spMk id="5" creationId="{2BFC0038-FCCB-40C9-11C3-2DB574C74EC0}"/>
          </ac:spMkLst>
        </pc:spChg>
        <pc:spChg chg="mod">
          <ac:chgData name="Toby Donaldson" userId="2e6e5431-bb17-4c41-9985-d39c50d83c73" providerId="ADAL" clId="{7F9681A8-EEE2-56F4-9B39-ECCBEE0471AC}" dt="2026-02-23T00:32:46.046" v="999" actId="5793"/>
          <ac:spMkLst>
            <pc:docMk/>
            <pc:sldMk cId="3296879141" sldId="272"/>
            <ac:spMk id="6" creationId="{891AEA65-760E-12AB-77BA-BB658646F1B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55.022" v="1011" actId="5793"/>
        <pc:sldMkLst>
          <pc:docMk/>
          <pc:sldMk cId="4146330364" sldId="273"/>
        </pc:sldMkLst>
        <pc:spChg chg="del">
          <ac:chgData name="Toby Donaldson" userId="2e6e5431-bb17-4c41-9985-d39c50d83c73" providerId="ADAL" clId="{7F9681A8-EEE2-56F4-9B39-ECCBEE0471AC}" dt="2026-02-23T00:30:59.710" v="979" actId="21"/>
          <ac:spMkLst>
            <pc:docMk/>
            <pc:sldMk cId="4146330364" sldId="273"/>
            <ac:spMk id="4" creationId="{C6129FDC-BF73-1BED-1420-18C7F90938BA}"/>
          </ac:spMkLst>
        </pc:spChg>
        <pc:spChg chg="mod">
          <ac:chgData name="Toby Donaldson" userId="2e6e5431-bb17-4c41-9985-d39c50d83c73" providerId="ADAL" clId="{7F9681A8-EEE2-56F4-9B39-ECCBEE0471AC}" dt="2026-02-23T00:32:13.533" v="987" actId="113"/>
          <ac:spMkLst>
            <pc:docMk/>
            <pc:sldMk cId="4146330364" sldId="273"/>
            <ac:spMk id="5" creationId="{3B548E9E-8E6E-529A-EAEA-0D07E42C7E6D}"/>
          </ac:spMkLst>
        </pc:spChg>
        <pc:spChg chg="mod">
          <ac:chgData name="Toby Donaldson" userId="2e6e5431-bb17-4c41-9985-d39c50d83c73" providerId="ADAL" clId="{7F9681A8-EEE2-56F4-9B39-ECCBEE0471AC}" dt="2026-02-23T00:32:55.022" v="1011" actId="5793"/>
          <ac:spMkLst>
            <pc:docMk/>
            <pc:sldMk cId="4146330364" sldId="273"/>
            <ac:spMk id="6" creationId="{769E5653-CF5F-320F-56FF-88DF92FD284D}"/>
          </ac:spMkLst>
        </pc:spChg>
        <pc:spChg chg="add mod">
          <ac:chgData name="Toby Donaldson" userId="2e6e5431-bb17-4c41-9985-d39c50d83c73" providerId="ADAL" clId="{7F9681A8-EEE2-56F4-9B39-ECCBEE0471AC}" dt="2026-02-23T00:31:03.800" v="980" actId="1076"/>
          <ac:spMkLst>
            <pc:docMk/>
            <pc:sldMk cId="4146330364" sldId="273"/>
            <ac:spMk id="7" creationId="{888DF9BB-9FBE-26B0-AB2F-2D1EFFE4B275}"/>
          </ac:spMkLst>
        </pc:spChg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3330362474" sldId="275"/>
        </pc:sldMkLst>
      </pc:sldChg>
      <pc:sldChg chg="delSp modSp add del mod">
        <pc:chgData name="Toby Donaldson" userId="2e6e5431-bb17-4c41-9985-d39c50d83c73" providerId="ADAL" clId="{7F9681A8-EEE2-56F4-9B39-ECCBEE0471AC}" dt="2026-02-23T00:34:04.855" v="1014" actId="2696"/>
        <pc:sldMkLst>
          <pc:docMk/>
          <pc:sldMk cId="3363051257" sldId="275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493803107" sldId="276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998227710" sldId="276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1825712921" sldId="277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721484296" sldId="277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884525296" sldId="278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373883539" sldId="278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463700528" sldId="279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1703219705" sldId="279"/>
        </pc:sldMkLst>
      </pc:sldChg>
      <pc:sldChg chg="addSp delSp modSp new del mod">
        <pc:chgData name="Toby Donaldson" userId="2e6e5431-bb17-4c41-9985-d39c50d83c73" providerId="ADAL" clId="{7F9681A8-EEE2-56F4-9B39-ECCBEE0471AC}" dt="2026-02-23T00:51:58.961" v="2420" actId="2696"/>
        <pc:sldMkLst>
          <pc:docMk/>
          <pc:sldMk cId="1221344240" sldId="280"/>
        </pc:sldMkLst>
        <pc:spChg chg="mod">
          <ac:chgData name="Toby Donaldson" userId="2e6e5431-bb17-4c41-9985-d39c50d83c73" providerId="ADAL" clId="{7F9681A8-EEE2-56F4-9B39-ECCBEE0471AC}" dt="2026-02-23T00:44:53.025" v="1482" actId="14100"/>
          <ac:spMkLst>
            <pc:docMk/>
            <pc:sldMk cId="1221344240" sldId="280"/>
            <ac:spMk id="2" creationId="{6FD8C63C-FBD4-2DD8-F3CC-AAD60721F83C}"/>
          </ac:spMkLst>
        </pc:spChg>
        <pc:spChg chg="del">
          <ac:chgData name="Toby Donaldson" userId="2e6e5431-bb17-4c41-9985-d39c50d83c73" providerId="ADAL" clId="{7F9681A8-EEE2-56F4-9B39-ECCBEE0471AC}" dt="2026-02-23T00:40:09.086" v="1045" actId="21"/>
          <ac:spMkLst>
            <pc:docMk/>
            <pc:sldMk cId="1221344240" sldId="280"/>
            <ac:spMk id="3" creationId="{3138CE69-C84F-240D-B33D-0F9AD79FD1AA}"/>
          </ac:spMkLst>
        </pc:spChg>
        <pc:spChg chg="add mod">
          <ac:chgData name="Toby Donaldson" userId="2e6e5431-bb17-4c41-9985-d39c50d83c73" providerId="ADAL" clId="{7F9681A8-EEE2-56F4-9B39-ECCBEE0471AC}" dt="2026-02-23T00:43:38.441" v="1391" actId="1076"/>
          <ac:spMkLst>
            <pc:docMk/>
            <pc:sldMk cId="1221344240" sldId="280"/>
            <ac:spMk id="4" creationId="{B8F2C25F-96AA-EFEF-786E-495A4DCED91E}"/>
          </ac:spMkLst>
        </pc:spChg>
        <pc:spChg chg="add mod">
          <ac:chgData name="Toby Donaldson" userId="2e6e5431-bb17-4c41-9985-d39c50d83c73" providerId="ADAL" clId="{7F9681A8-EEE2-56F4-9B39-ECCBEE0471AC}" dt="2026-02-23T00:43:41.074" v="1392" actId="1076"/>
          <ac:spMkLst>
            <pc:docMk/>
            <pc:sldMk cId="1221344240" sldId="280"/>
            <ac:spMk id="5" creationId="{DCFFFCBA-462D-C712-FFD8-92AC5764374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0:52:21.274" v="2425" actId="21"/>
        <pc:sldMkLst>
          <pc:docMk/>
          <pc:sldMk cId="4119595530" sldId="281"/>
        </pc:sldMkLst>
        <pc:spChg chg="mod">
          <ac:chgData name="Toby Donaldson" userId="2e6e5431-bb17-4c41-9985-d39c50d83c73" providerId="ADAL" clId="{7F9681A8-EEE2-56F4-9B39-ECCBEE0471AC}" dt="2026-02-23T00:45:02.908" v="1495" actId="14100"/>
          <ac:spMkLst>
            <pc:docMk/>
            <pc:sldMk cId="4119595530" sldId="281"/>
            <ac:spMk id="2" creationId="{D7A69E6D-6699-4822-C3C5-59BE3A6521AD}"/>
          </ac:spMkLst>
        </pc:spChg>
        <pc:spChg chg="add del mod">
          <ac:chgData name="Toby Donaldson" userId="2e6e5431-bb17-4c41-9985-d39c50d83c73" providerId="ADAL" clId="{7F9681A8-EEE2-56F4-9B39-ECCBEE0471AC}" dt="2026-02-23T00:52:21.274" v="2425" actId="21"/>
          <ac:spMkLst>
            <pc:docMk/>
            <pc:sldMk cId="4119595530" sldId="281"/>
            <ac:spMk id="3" creationId="{96A8BCDA-53DB-EF9D-82F4-913A46C26D28}"/>
          </ac:spMkLst>
        </pc:spChg>
        <pc:spChg chg="mod">
          <ac:chgData name="Toby Donaldson" userId="2e6e5431-bb17-4c41-9985-d39c50d83c73" providerId="ADAL" clId="{7F9681A8-EEE2-56F4-9B39-ECCBEE0471AC}" dt="2026-02-23T00:48:16.162" v="1908" actId="14100"/>
          <ac:spMkLst>
            <pc:docMk/>
            <pc:sldMk cId="4119595530" sldId="281"/>
            <ac:spMk id="4" creationId="{5440E58F-2653-C1E5-1346-74FB1722C984}"/>
          </ac:spMkLst>
        </pc:spChg>
        <pc:spChg chg="mod">
          <ac:chgData name="Toby Donaldson" userId="2e6e5431-bb17-4c41-9985-d39c50d83c73" providerId="ADAL" clId="{7F9681A8-EEE2-56F4-9B39-ECCBEE0471AC}" dt="2026-02-23T00:48:18.660" v="1909" actId="1076"/>
          <ac:spMkLst>
            <pc:docMk/>
            <pc:sldMk cId="4119595530" sldId="281"/>
            <ac:spMk id="5" creationId="{9C7E794E-D930-A02C-4E57-D0299F4D887D}"/>
          </ac:spMkLst>
        </pc:spChg>
        <pc:spChg chg="add del mod">
          <ac:chgData name="Toby Donaldson" userId="2e6e5431-bb17-4c41-9985-d39c50d83c73" providerId="ADAL" clId="{7F9681A8-EEE2-56F4-9B39-ECCBEE0471AC}" dt="2026-02-23T00:52:21.274" v="2425" actId="21"/>
          <ac:spMkLst>
            <pc:docMk/>
            <pc:sldMk cId="4119595530" sldId="281"/>
            <ac:spMk id="6" creationId="{27030363-281C-7699-BE7B-9D40752DF0CC}"/>
          </ac:spMkLst>
        </pc:spChg>
      </pc:sldChg>
      <pc:sldChg chg="delSp add mod">
        <pc:chgData name="Toby Donaldson" userId="2e6e5431-bb17-4c41-9985-d39c50d83c73" providerId="ADAL" clId="{7F9681A8-EEE2-56F4-9B39-ECCBEE0471AC}" dt="2026-02-23T00:52:35.595" v="2427" actId="21"/>
        <pc:sldMkLst>
          <pc:docMk/>
          <pc:sldMk cId="2935182513" sldId="282"/>
        </pc:sldMkLst>
        <pc:spChg chg="del">
          <ac:chgData name="Toby Donaldson" userId="2e6e5431-bb17-4c41-9985-d39c50d83c73" providerId="ADAL" clId="{7F9681A8-EEE2-56F4-9B39-ECCBEE0471AC}" dt="2026-02-23T00:52:35.595" v="2427" actId="21"/>
          <ac:spMkLst>
            <pc:docMk/>
            <pc:sldMk cId="2935182513" sldId="282"/>
            <ac:spMk id="6" creationId="{41E83E20-4AA3-0258-110A-3643C7411471}"/>
          </ac:spMkLst>
        </pc:spChg>
      </pc:sldChg>
      <pc:sldChg chg="add del">
        <pc:chgData name="Toby Donaldson" userId="2e6e5431-bb17-4c41-9985-d39c50d83c73" providerId="ADAL" clId="{7F9681A8-EEE2-56F4-9B39-ECCBEE0471AC}" dt="2026-02-23T00:52:07.787" v="2422" actId="2696"/>
        <pc:sldMkLst>
          <pc:docMk/>
          <pc:sldMk cId="3973150970" sldId="282"/>
        </pc:sldMkLst>
      </pc:sldChg>
      <pc:sldChg chg="add del">
        <pc:chgData name="Toby Donaldson" userId="2e6e5431-bb17-4c41-9985-d39c50d83c73" providerId="ADAL" clId="{7F9681A8-EEE2-56F4-9B39-ECCBEE0471AC}" dt="2026-02-23T00:52:12.196" v="2423" actId="2696"/>
        <pc:sldMkLst>
          <pc:docMk/>
          <pc:sldMk cId="317221852" sldId="283"/>
        </pc:sldMkLst>
      </pc:sldChg>
      <pc:sldChg chg="modSp add mod">
        <pc:chgData name="Toby Donaldson" userId="2e6e5431-bb17-4c41-9985-d39c50d83c73" providerId="ADAL" clId="{7F9681A8-EEE2-56F4-9B39-ECCBEE0471AC}" dt="2026-02-23T00:53:25.140" v="2556" actId="20577"/>
        <pc:sldMkLst>
          <pc:docMk/>
          <pc:sldMk cId="1881536964" sldId="283"/>
        </pc:sldMkLst>
        <pc:spChg chg="mod">
          <ac:chgData name="Toby Donaldson" userId="2e6e5431-bb17-4c41-9985-d39c50d83c73" providerId="ADAL" clId="{7F9681A8-EEE2-56F4-9B39-ECCBEE0471AC}" dt="2026-02-23T00:53:25.140" v="2556" actId="20577"/>
          <ac:spMkLst>
            <pc:docMk/>
            <pc:sldMk cId="1881536964" sldId="283"/>
            <ac:spMk id="6" creationId="{D2A6974F-E77B-5D18-1F4A-7DB48CA69EF7}"/>
          </ac:spMkLst>
        </pc:spChg>
      </pc:sldChg>
      <pc:sldChg chg="new del">
        <pc:chgData name="Toby Donaldson" userId="2e6e5431-bb17-4c41-9985-d39c50d83c73" providerId="ADAL" clId="{7F9681A8-EEE2-56F4-9B39-ECCBEE0471AC}" dt="2026-02-23T00:53:43.193" v="2558" actId="2696"/>
        <pc:sldMkLst>
          <pc:docMk/>
          <pc:sldMk cId="1545901714" sldId="284"/>
        </pc:sldMkLst>
      </pc:sldChg>
      <pc:sldChg chg="delSp modSp add mod">
        <pc:chgData name="Toby Donaldson" userId="2e6e5431-bb17-4c41-9985-d39c50d83c73" providerId="ADAL" clId="{7F9681A8-EEE2-56F4-9B39-ECCBEE0471AC}" dt="2026-02-23T00:54:36.776" v="2714" actId="20577"/>
        <pc:sldMkLst>
          <pc:docMk/>
          <pc:sldMk cId="1864731913" sldId="284"/>
        </pc:sldMkLst>
        <pc:spChg chg="del">
          <ac:chgData name="Toby Donaldson" userId="2e6e5431-bb17-4c41-9985-d39c50d83c73" providerId="ADAL" clId="{7F9681A8-EEE2-56F4-9B39-ECCBEE0471AC}" dt="2026-02-23T00:53:51.424" v="2560" actId="21"/>
          <ac:spMkLst>
            <pc:docMk/>
            <pc:sldMk cId="1864731913" sldId="284"/>
            <ac:spMk id="3" creationId="{03F665C0-D829-4B3E-A650-1DFDFAC8C660}"/>
          </ac:spMkLst>
        </pc:spChg>
        <pc:spChg chg="mod">
          <ac:chgData name="Toby Donaldson" userId="2e6e5431-bb17-4c41-9985-d39c50d83c73" providerId="ADAL" clId="{7F9681A8-EEE2-56F4-9B39-ECCBEE0471AC}" dt="2026-02-23T00:54:36.776" v="2714" actId="20577"/>
          <ac:spMkLst>
            <pc:docMk/>
            <pc:sldMk cId="1864731913" sldId="284"/>
            <ac:spMk id="5" creationId="{A10CC64E-4AA0-2573-E57F-43F4CDBF9A41}"/>
          </ac:spMkLst>
        </pc:spChg>
      </pc:sldChg>
      <pc:sldChg chg="modSp new mod">
        <pc:chgData name="Toby Donaldson" userId="2e6e5431-bb17-4c41-9985-d39c50d83c73" providerId="ADAL" clId="{7F9681A8-EEE2-56F4-9B39-ECCBEE0471AC}" dt="2026-02-23T00:57:43.898" v="3207" actId="20577"/>
        <pc:sldMkLst>
          <pc:docMk/>
          <pc:sldMk cId="2721606405" sldId="285"/>
        </pc:sldMkLst>
        <pc:spChg chg="mod">
          <ac:chgData name="Toby Donaldson" userId="2e6e5431-bb17-4c41-9985-d39c50d83c73" providerId="ADAL" clId="{7F9681A8-EEE2-56F4-9B39-ECCBEE0471AC}" dt="2026-02-23T00:54:51.934" v="2735" actId="20577"/>
          <ac:spMkLst>
            <pc:docMk/>
            <pc:sldMk cId="2721606405" sldId="285"/>
            <ac:spMk id="2" creationId="{E49E26C8-E945-FF60-021B-525208D7EE73}"/>
          </ac:spMkLst>
        </pc:spChg>
        <pc:spChg chg="mod">
          <ac:chgData name="Toby Donaldson" userId="2e6e5431-bb17-4c41-9985-d39c50d83c73" providerId="ADAL" clId="{7F9681A8-EEE2-56F4-9B39-ECCBEE0471AC}" dt="2026-02-23T00:57:43.898" v="3207" actId="20577"/>
          <ac:spMkLst>
            <pc:docMk/>
            <pc:sldMk cId="2721606405" sldId="285"/>
            <ac:spMk id="3" creationId="{6A3A6B27-CF4F-887B-3EA5-EF9DE4710007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23T01:07:36.895" v="3947" actId="21"/>
        <pc:sldMkLst>
          <pc:docMk/>
          <pc:sldMk cId="3515498440" sldId="286"/>
        </pc:sldMkLst>
        <pc:spChg chg="mod">
          <ac:chgData name="Toby Donaldson" userId="2e6e5431-bb17-4c41-9985-d39c50d83c73" providerId="ADAL" clId="{7F9681A8-EEE2-56F4-9B39-ECCBEE0471AC}" dt="2026-02-23T00:58:15.934" v="3242" actId="20577"/>
          <ac:spMkLst>
            <pc:docMk/>
            <pc:sldMk cId="3515498440" sldId="286"/>
            <ac:spMk id="2" creationId="{1DAB83EE-ECD3-0378-0161-51690E17B8FE}"/>
          </ac:spMkLst>
        </pc:spChg>
        <pc:spChg chg="del">
          <ac:chgData name="Toby Donaldson" userId="2e6e5431-bb17-4c41-9985-d39c50d83c73" providerId="ADAL" clId="{7F9681A8-EEE2-56F4-9B39-ECCBEE0471AC}" dt="2026-02-23T00:58:19.558" v="3243" actId="21"/>
          <ac:spMkLst>
            <pc:docMk/>
            <pc:sldMk cId="3515498440" sldId="286"/>
            <ac:spMk id="3" creationId="{47719BC5-63A1-C49E-8AA7-7055B3FF403F}"/>
          </ac:spMkLst>
        </pc:spChg>
        <pc:spChg chg="add del mod">
          <ac:chgData name="Toby Donaldson" userId="2e6e5431-bb17-4c41-9985-d39c50d83c73" providerId="ADAL" clId="{7F9681A8-EEE2-56F4-9B39-ECCBEE0471AC}" dt="2026-02-23T00:58:35.431" v="3248"/>
          <ac:spMkLst>
            <pc:docMk/>
            <pc:sldMk cId="3515498440" sldId="286"/>
            <ac:spMk id="4" creationId="{14B3D162-6CF8-4E86-3A4D-85339ADF751C}"/>
          </ac:spMkLst>
        </pc:spChg>
        <pc:spChg chg="add del mod">
          <ac:chgData name="Toby Donaldson" userId="2e6e5431-bb17-4c41-9985-d39c50d83c73" providerId="ADAL" clId="{7F9681A8-EEE2-56F4-9B39-ECCBEE0471AC}" dt="2026-02-23T00:58:33.790" v="3246" actId="21"/>
          <ac:spMkLst>
            <pc:docMk/>
            <pc:sldMk cId="3515498440" sldId="286"/>
            <ac:spMk id="5" creationId="{7522C53A-2B03-EE37-CA07-0DF92F2B0E59}"/>
          </ac:spMkLst>
        </pc:spChg>
        <pc:spChg chg="add mod">
          <ac:chgData name="Toby Donaldson" userId="2e6e5431-bb17-4c41-9985-d39c50d83c73" providerId="ADAL" clId="{7F9681A8-EEE2-56F4-9B39-ECCBEE0471AC}" dt="2026-02-23T01:04:12.154" v="3656" actId="113"/>
          <ac:spMkLst>
            <pc:docMk/>
            <pc:sldMk cId="3515498440" sldId="286"/>
            <ac:spMk id="6" creationId="{4F92A5A3-5337-7C94-6C09-14269EEFB20F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7" creationId="{7D3ACE87-B06D-9658-1D46-A575FB3D18A9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8" creationId="{CF136A64-8A76-4EEA-E974-1F2F8DD2D805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9" creationId="{4D5C69BF-54EB-F455-6B9F-0A86438A3DBD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10" creationId="{1F5C4F8F-ED27-5852-FE5B-A587DE38711B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1" creationId="{63AD5157-E1D9-E4D6-2FFF-4C4683C1F6DE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2" creationId="{ED65DCF6-CE7A-729E-6B46-D58B672590A0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3" creationId="{113B54CB-EE0C-C396-D7C8-C47B9D2A6A43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4" creationId="{2E414A71-F7A0-BD82-FB1A-23C509F3C1F4}"/>
          </ac:spMkLst>
        </pc:spChg>
      </pc:sldChg>
      <pc:sldChg chg="delSp add mod">
        <pc:chgData name="Toby Donaldson" userId="2e6e5431-bb17-4c41-9985-d39c50d83c73" providerId="ADAL" clId="{7F9681A8-EEE2-56F4-9B39-ECCBEE0471AC}" dt="2026-02-23T01:08:01.831" v="3950" actId="21"/>
        <pc:sldMkLst>
          <pc:docMk/>
          <pc:sldMk cId="484284399" sldId="287"/>
        </pc:sldMkLst>
        <pc:spChg chg="del">
          <ac:chgData name="Toby Donaldson" userId="2e6e5431-bb17-4c41-9985-d39c50d83c73" providerId="ADAL" clId="{7F9681A8-EEE2-56F4-9B39-ECCBEE0471AC}" dt="2026-02-23T01:07:58.571" v="3949" actId="21"/>
          <ac:spMkLst>
            <pc:docMk/>
            <pc:sldMk cId="484284399" sldId="287"/>
            <ac:spMk id="13" creationId="{EF15F64E-8E54-68BC-E7CD-90843D6D713A}"/>
          </ac:spMkLst>
        </pc:spChg>
        <pc:spChg chg="del">
          <ac:chgData name="Toby Donaldson" userId="2e6e5431-bb17-4c41-9985-d39c50d83c73" providerId="ADAL" clId="{7F9681A8-EEE2-56F4-9B39-ECCBEE0471AC}" dt="2026-02-23T01:08:01.831" v="3950" actId="21"/>
          <ac:spMkLst>
            <pc:docMk/>
            <pc:sldMk cId="484284399" sldId="287"/>
            <ac:spMk id="14" creationId="{27C0D4D5-66E4-D2CF-90EA-07F4FBE8EBEC}"/>
          </ac:spMkLst>
        </pc:spChg>
      </pc:sldChg>
      <pc:sldChg chg="add">
        <pc:chgData name="Toby Donaldson" userId="2e6e5431-bb17-4c41-9985-d39c50d83c73" providerId="ADAL" clId="{7F9681A8-EEE2-56F4-9B39-ECCBEE0471AC}" dt="2026-02-23T01:07:44.230" v="3948" actId="2890"/>
        <pc:sldMkLst>
          <pc:docMk/>
          <pc:sldMk cId="269362944" sldId="288"/>
        </pc:sldMkLst>
      </pc:sldChg>
      <pc:sldChg chg="delSp modSp add mod">
        <pc:chgData name="Toby Donaldson" userId="2e6e5431-bb17-4c41-9985-d39c50d83c73" providerId="ADAL" clId="{7F9681A8-EEE2-56F4-9B39-ECCBEE0471AC}" dt="2026-02-23T01:09:57.824" v="4031" actId="20577"/>
        <pc:sldMkLst>
          <pc:docMk/>
          <pc:sldMk cId="2018512307" sldId="289"/>
        </pc:sldMkLst>
        <pc:spChg chg="mod">
          <ac:chgData name="Toby Donaldson" userId="2e6e5431-bb17-4c41-9985-d39c50d83c73" providerId="ADAL" clId="{7F9681A8-EEE2-56F4-9B39-ECCBEE0471AC}" dt="2026-02-23T01:08:52.671" v="3978" actId="14100"/>
          <ac:spMkLst>
            <pc:docMk/>
            <pc:sldMk cId="2018512307" sldId="289"/>
            <ac:spMk id="6" creationId="{18B98704-E9F7-72E2-BCAC-2D983BA1D572}"/>
          </ac:spMkLst>
        </pc:spChg>
        <pc:spChg chg="mod">
          <ac:chgData name="Toby Donaldson" userId="2e6e5431-bb17-4c41-9985-d39c50d83c73" providerId="ADAL" clId="{7F9681A8-EEE2-56F4-9B39-ECCBEE0471AC}" dt="2026-02-23T01:09:57.824" v="4031" actId="20577"/>
          <ac:spMkLst>
            <pc:docMk/>
            <pc:sldMk cId="2018512307" sldId="289"/>
            <ac:spMk id="7" creationId="{A4E41931-E8F0-2C0C-9CDE-29EDD3875E44}"/>
          </ac:spMkLst>
        </pc:spChg>
        <pc:spChg chg="mod">
          <ac:chgData name="Toby Donaldson" userId="2e6e5431-bb17-4c41-9985-d39c50d83c73" providerId="ADAL" clId="{7F9681A8-EEE2-56F4-9B39-ECCBEE0471AC}" dt="2026-02-23T01:08:27.699" v="3961" actId="20577"/>
          <ac:spMkLst>
            <pc:docMk/>
            <pc:sldMk cId="2018512307" sldId="289"/>
            <ac:spMk id="8" creationId="{52AA24CC-BDA9-2FC1-DF87-48CB9D9BBEB7}"/>
          </ac:spMkLst>
        </pc:spChg>
        <pc:spChg chg="mod">
          <ac:chgData name="Toby Donaldson" userId="2e6e5431-bb17-4c41-9985-d39c50d83c73" providerId="ADAL" clId="{7F9681A8-EEE2-56F4-9B39-ECCBEE0471AC}" dt="2026-02-23T01:08:24.078" v="3956" actId="20577"/>
          <ac:spMkLst>
            <pc:docMk/>
            <pc:sldMk cId="2018512307" sldId="289"/>
            <ac:spMk id="9" creationId="{03859CAD-D16E-57BA-7E3E-5950B927780A}"/>
          </ac:spMkLst>
        </pc:spChg>
        <pc:spChg chg="del mod">
          <ac:chgData name="Toby Donaldson" userId="2e6e5431-bb17-4c41-9985-d39c50d83c73" providerId="ADAL" clId="{7F9681A8-EEE2-56F4-9B39-ECCBEE0471AC}" dt="2026-02-23T01:09:05.992" v="3983" actId="21"/>
          <ac:spMkLst>
            <pc:docMk/>
            <pc:sldMk cId="2018512307" sldId="289"/>
            <ac:spMk id="10" creationId="{2784E692-48A1-B732-0591-4DE580AE7A47}"/>
          </ac:spMkLst>
        </pc:spChg>
        <pc:spChg chg="del">
          <ac:chgData name="Toby Donaldson" userId="2e6e5431-bb17-4c41-9985-d39c50d83c73" providerId="ADAL" clId="{7F9681A8-EEE2-56F4-9B39-ECCBEE0471AC}" dt="2026-02-23T01:09:45.249" v="4025" actId="21"/>
          <ac:spMkLst>
            <pc:docMk/>
            <pc:sldMk cId="2018512307" sldId="289"/>
            <ac:spMk id="11" creationId="{6900ADA5-C25A-616A-9782-BEB66D856851}"/>
          </ac:spMkLst>
        </pc:spChg>
      </pc:sldChg>
      <pc:sldChg chg="modSp add mod ord">
        <pc:chgData name="Toby Donaldson" userId="2e6e5431-bb17-4c41-9985-d39c50d83c73" providerId="ADAL" clId="{7F9681A8-EEE2-56F4-9B39-ECCBEE0471AC}" dt="2026-02-23T01:12:18.836" v="4067" actId="20578"/>
        <pc:sldMkLst>
          <pc:docMk/>
          <pc:sldMk cId="208120144" sldId="290"/>
        </pc:sldMkLst>
        <pc:spChg chg="mod">
          <ac:chgData name="Toby Donaldson" userId="2e6e5431-bb17-4c41-9985-d39c50d83c73" providerId="ADAL" clId="{7F9681A8-EEE2-56F4-9B39-ECCBEE0471AC}" dt="2026-02-23T01:11:19.141" v="4047" actId="14100"/>
          <ac:spMkLst>
            <pc:docMk/>
            <pc:sldMk cId="208120144" sldId="290"/>
            <ac:spMk id="6" creationId="{450A102B-85F8-0969-EABF-CFF100631393}"/>
          </ac:spMkLst>
        </pc:spChg>
        <pc:spChg chg="mod">
          <ac:chgData name="Toby Donaldson" userId="2e6e5431-bb17-4c41-9985-d39c50d83c73" providerId="ADAL" clId="{7F9681A8-EEE2-56F4-9B39-ECCBEE0471AC}" dt="2026-02-23T01:11:29.830" v="4064" actId="20577"/>
          <ac:spMkLst>
            <pc:docMk/>
            <pc:sldMk cId="208120144" sldId="290"/>
            <ac:spMk id="7" creationId="{31B6625F-428D-308A-F31C-19F2A449277A}"/>
          </ac:spMkLst>
        </pc:spChg>
        <pc:spChg chg="mod">
          <ac:chgData name="Toby Donaldson" userId="2e6e5431-bb17-4c41-9985-d39c50d83c73" providerId="ADAL" clId="{7F9681A8-EEE2-56F4-9B39-ECCBEE0471AC}" dt="2026-02-23T01:11:41.542" v="4065" actId="20577"/>
          <ac:spMkLst>
            <pc:docMk/>
            <pc:sldMk cId="208120144" sldId="290"/>
            <ac:spMk id="8" creationId="{5DC26370-4D83-F1F8-C7AD-895173784904}"/>
          </ac:spMkLst>
        </pc:spChg>
        <pc:spChg chg="mod">
          <ac:chgData name="Toby Donaldson" userId="2e6e5431-bb17-4c41-9985-d39c50d83c73" providerId="ADAL" clId="{7F9681A8-EEE2-56F4-9B39-ECCBEE0471AC}" dt="2026-02-23T01:11:21.245" v="4048" actId="20577"/>
          <ac:spMkLst>
            <pc:docMk/>
            <pc:sldMk cId="208120144" sldId="290"/>
            <ac:spMk id="9" creationId="{C51468C8-9BE8-919A-A1EC-03EF1ED0163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1:14:05.243" v="4184" actId="14100"/>
        <pc:sldMkLst>
          <pc:docMk/>
          <pc:sldMk cId="2932679172" sldId="291"/>
        </pc:sldMkLst>
        <pc:spChg chg="add mod">
          <ac:chgData name="Toby Donaldson" userId="2e6e5431-bb17-4c41-9985-d39c50d83c73" providerId="ADAL" clId="{7F9681A8-EEE2-56F4-9B39-ECCBEE0471AC}" dt="2026-02-23T01:14:00.592" v="4183" actId="14100"/>
          <ac:spMkLst>
            <pc:docMk/>
            <pc:sldMk cId="2932679172" sldId="291"/>
            <ac:spMk id="3" creationId="{C0C1EE8D-8E81-7E66-6C6D-C7769460F503}"/>
          </ac:spMkLst>
        </pc:spChg>
        <pc:spChg chg="add mod">
          <ac:chgData name="Toby Donaldson" userId="2e6e5431-bb17-4c41-9985-d39c50d83c73" providerId="ADAL" clId="{7F9681A8-EEE2-56F4-9B39-ECCBEE0471AC}" dt="2026-02-23T01:14:05.243" v="4184" actId="14100"/>
          <ac:spMkLst>
            <pc:docMk/>
            <pc:sldMk cId="2932679172" sldId="291"/>
            <ac:spMk id="4" creationId="{8DA347B0-48DF-E78E-2354-734744739246}"/>
          </ac:spMkLst>
        </pc:spChg>
        <pc:spChg chg="del">
          <ac:chgData name="Toby Donaldson" userId="2e6e5431-bb17-4c41-9985-d39c50d83c73" providerId="ADAL" clId="{7F9681A8-EEE2-56F4-9B39-ECCBEE0471AC}" dt="2026-02-23T01:12:25.682" v="4068" actId="21"/>
          <ac:spMkLst>
            <pc:docMk/>
            <pc:sldMk cId="2932679172" sldId="291"/>
            <ac:spMk id="12" creationId="{49381960-71C0-8DB4-2155-729495CC153E}"/>
          </ac:spMkLst>
        </pc:spChg>
      </pc:sldChg>
      <pc:sldChg chg="modSp new mod">
        <pc:chgData name="Toby Donaldson" userId="2e6e5431-bb17-4c41-9985-d39c50d83c73" providerId="ADAL" clId="{7F9681A8-EEE2-56F4-9B39-ECCBEE0471AC}" dt="2026-02-23T03:54:48.605" v="5053" actId="27636"/>
        <pc:sldMkLst>
          <pc:docMk/>
          <pc:sldMk cId="2728294500" sldId="292"/>
        </pc:sldMkLst>
        <pc:spChg chg="mod">
          <ac:chgData name="Toby Donaldson" userId="2e6e5431-bb17-4c41-9985-d39c50d83c73" providerId="ADAL" clId="{7F9681A8-EEE2-56F4-9B39-ECCBEE0471AC}" dt="2026-02-23T03:48:45.441" v="4221" actId="20577"/>
          <ac:spMkLst>
            <pc:docMk/>
            <pc:sldMk cId="2728294500" sldId="292"/>
            <ac:spMk id="2" creationId="{DDF33D89-FC48-B280-6031-EB649B9E7B02}"/>
          </ac:spMkLst>
        </pc:spChg>
        <pc:spChg chg="mod">
          <ac:chgData name="Toby Donaldson" userId="2e6e5431-bb17-4c41-9985-d39c50d83c73" providerId="ADAL" clId="{7F9681A8-EEE2-56F4-9B39-ECCBEE0471AC}" dt="2026-02-23T03:54:48.605" v="5053" actId="27636"/>
          <ac:spMkLst>
            <pc:docMk/>
            <pc:sldMk cId="2728294500" sldId="292"/>
            <ac:spMk id="3" creationId="{1AE9BBD3-37CC-58A6-054C-43D3644E4770}"/>
          </ac:spMkLst>
        </pc:spChg>
      </pc:sldChg>
      <pc:sldChg chg="modSp new mod">
        <pc:chgData name="Toby Donaldson" userId="2e6e5431-bb17-4c41-9985-d39c50d83c73" providerId="ADAL" clId="{7F9681A8-EEE2-56F4-9B39-ECCBEE0471AC}" dt="2026-02-23T04:03:23.876" v="5482" actId="2711"/>
        <pc:sldMkLst>
          <pc:docMk/>
          <pc:sldMk cId="3535584731" sldId="293"/>
        </pc:sldMkLst>
        <pc:spChg chg="mod">
          <ac:chgData name="Toby Donaldson" userId="2e6e5431-bb17-4c41-9985-d39c50d83c73" providerId="ADAL" clId="{7F9681A8-EEE2-56F4-9B39-ECCBEE0471AC}" dt="2026-02-23T04:01:14.310" v="5071" actId="20577"/>
          <ac:spMkLst>
            <pc:docMk/>
            <pc:sldMk cId="3535584731" sldId="293"/>
            <ac:spMk id="2" creationId="{4793A76E-0453-AA2C-A1BB-32136F1E33D6}"/>
          </ac:spMkLst>
        </pc:spChg>
        <pc:spChg chg="mod">
          <ac:chgData name="Toby Donaldson" userId="2e6e5431-bb17-4c41-9985-d39c50d83c73" providerId="ADAL" clId="{7F9681A8-EEE2-56F4-9B39-ECCBEE0471AC}" dt="2026-02-23T04:03:23.876" v="5482" actId="2711"/>
          <ac:spMkLst>
            <pc:docMk/>
            <pc:sldMk cId="3535584731" sldId="293"/>
            <ac:spMk id="3" creationId="{75684A98-6E9D-1A63-524B-FA4B392FCF1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14:00.728" v="6125" actId="20577"/>
        <pc:sldMkLst>
          <pc:docMk/>
          <pc:sldMk cId="1637927968" sldId="294"/>
        </pc:sldMkLst>
        <pc:spChg chg="mod">
          <ac:chgData name="Toby Donaldson" userId="2e6e5431-bb17-4c41-9985-d39c50d83c73" providerId="ADAL" clId="{7F9681A8-EEE2-56F4-9B39-ECCBEE0471AC}" dt="2026-02-23T04:08:39.846" v="5610" actId="1076"/>
          <ac:spMkLst>
            <pc:docMk/>
            <pc:sldMk cId="1637927968" sldId="294"/>
            <ac:spMk id="2" creationId="{D5470E13-F4FB-DDF3-7C25-ABDC7C82A6DE}"/>
          </ac:spMkLst>
        </pc:spChg>
        <pc:spChg chg="del">
          <ac:chgData name="Toby Donaldson" userId="2e6e5431-bb17-4c41-9985-d39c50d83c73" providerId="ADAL" clId="{7F9681A8-EEE2-56F4-9B39-ECCBEE0471AC}" dt="2026-02-23T04:03:34.925" v="5484" actId="21"/>
          <ac:spMkLst>
            <pc:docMk/>
            <pc:sldMk cId="1637927968" sldId="294"/>
            <ac:spMk id="3" creationId="{07DAB820-C150-AC1B-0B14-A35B8A690913}"/>
          </ac:spMkLst>
        </pc:spChg>
        <pc:spChg chg="add del mod">
          <ac:chgData name="Toby Donaldson" userId="2e6e5431-bb17-4c41-9985-d39c50d83c73" providerId="ADAL" clId="{7F9681A8-EEE2-56F4-9B39-ECCBEE0471AC}" dt="2026-02-23T04:03:36.058" v="5485" actId="21"/>
          <ac:spMkLst>
            <pc:docMk/>
            <pc:sldMk cId="1637927968" sldId="294"/>
            <ac:spMk id="5" creationId="{D7B570D3-A5F1-61FC-F214-F3537190BF1C}"/>
          </ac:spMkLst>
        </pc:spChg>
        <pc:spChg chg="add mod">
          <ac:chgData name="Toby Donaldson" userId="2e6e5431-bb17-4c41-9985-d39c50d83c73" providerId="ADAL" clId="{7F9681A8-EEE2-56F4-9B39-ECCBEE0471AC}" dt="2026-02-23T04:13:57.599" v="6123" actId="20577"/>
          <ac:spMkLst>
            <pc:docMk/>
            <pc:sldMk cId="1637927968" sldId="294"/>
            <ac:spMk id="6" creationId="{6DACDFAD-06DE-1EAD-4BB5-429322B4BD04}"/>
          </ac:spMkLst>
        </pc:spChg>
        <pc:spChg chg="add mod">
          <ac:chgData name="Toby Donaldson" userId="2e6e5431-bb17-4c41-9985-d39c50d83c73" providerId="ADAL" clId="{7F9681A8-EEE2-56F4-9B39-ECCBEE0471AC}" dt="2026-02-23T04:14:00.728" v="6125" actId="20577"/>
          <ac:spMkLst>
            <pc:docMk/>
            <pc:sldMk cId="1637927968" sldId="294"/>
            <ac:spMk id="7" creationId="{0F83B80E-4BC6-132E-E108-F9CDD6CDBF9F}"/>
          </ac:spMkLst>
        </pc:spChg>
        <pc:spChg chg="add del mod">
          <ac:chgData name="Toby Donaldson" userId="2e6e5431-bb17-4c41-9985-d39c50d83c73" providerId="ADAL" clId="{7F9681A8-EEE2-56F4-9B39-ECCBEE0471AC}" dt="2026-02-23T04:09:44.818" v="5617" actId="21"/>
          <ac:spMkLst>
            <pc:docMk/>
            <pc:sldMk cId="1637927968" sldId="294"/>
            <ac:spMk id="8" creationId="{24A19D8B-0E3A-97B9-F60E-05D29F9BCD4B}"/>
          </ac:spMkLst>
        </pc:spChg>
        <pc:spChg chg="add del mod">
          <ac:chgData name="Toby Donaldson" userId="2e6e5431-bb17-4c41-9985-d39c50d83c73" providerId="ADAL" clId="{7F9681A8-EEE2-56F4-9B39-ECCBEE0471AC}" dt="2026-02-23T04:09:41.573" v="5616" actId="21"/>
          <ac:spMkLst>
            <pc:docMk/>
            <pc:sldMk cId="1637927968" sldId="294"/>
            <ac:spMk id="9" creationId="{403148B4-E60C-C1EA-FF49-CF6AA1EA7AF5}"/>
          </ac:spMkLst>
        </pc:spChg>
        <pc:spChg chg="add del mod">
          <ac:chgData name="Toby Donaldson" userId="2e6e5431-bb17-4c41-9985-d39c50d83c73" providerId="ADAL" clId="{7F9681A8-EEE2-56F4-9B39-ECCBEE0471AC}" dt="2026-02-23T04:09:37.822" v="5615" actId="21"/>
          <ac:spMkLst>
            <pc:docMk/>
            <pc:sldMk cId="1637927968" sldId="294"/>
            <ac:spMk id="10" creationId="{24328AC3-B6AC-AD7B-C736-D036CF2E5788}"/>
          </ac:spMkLst>
        </pc:spChg>
        <pc:spChg chg="add del mod">
          <ac:chgData name="Toby Donaldson" userId="2e6e5431-bb17-4c41-9985-d39c50d83c73" providerId="ADAL" clId="{7F9681A8-EEE2-56F4-9B39-ECCBEE0471AC}" dt="2026-02-23T04:09:34.663" v="5614" actId="21"/>
          <ac:spMkLst>
            <pc:docMk/>
            <pc:sldMk cId="1637927968" sldId="294"/>
            <ac:spMk id="11" creationId="{32F11983-AC6E-9F27-1511-F5113F1FEB2C}"/>
          </ac:spMkLst>
        </pc:spChg>
        <pc:spChg chg="add mod">
          <ac:chgData name="Toby Donaldson" userId="2e6e5431-bb17-4c41-9985-d39c50d83c73" providerId="ADAL" clId="{7F9681A8-EEE2-56F4-9B39-ECCBEE0471AC}" dt="2026-02-23T04:08:54.455" v="5611" actId="1076"/>
          <ac:spMkLst>
            <pc:docMk/>
            <pc:sldMk cId="1637927968" sldId="294"/>
            <ac:spMk id="12" creationId="{25DA01F6-FAB2-9E93-9B7E-26AA46DD1A44}"/>
          </ac:spMkLst>
        </pc:spChg>
        <pc:spChg chg="add mod">
          <ac:chgData name="Toby Donaldson" userId="2e6e5431-bb17-4c41-9985-d39c50d83c73" providerId="ADAL" clId="{7F9681A8-EEE2-56F4-9B39-ECCBEE0471AC}" dt="2026-02-23T04:08:54.455" v="5611" actId="1076"/>
          <ac:spMkLst>
            <pc:docMk/>
            <pc:sldMk cId="1637927968" sldId="294"/>
            <ac:spMk id="13" creationId="{425CBBC6-E92F-8D0F-5083-02F4C6B7AE5B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4" creationId="{986A35B1-7504-C44C-65E5-5F41A59CE1EA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5" creationId="{68A5E3BD-F3E8-2189-B981-319D0F91F7AA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6" creationId="{F106C452-E8C1-BA3C-E10C-CE9D8C234A20}"/>
          </ac:spMkLst>
        </pc:spChg>
        <pc:spChg chg="add mod">
          <ac:chgData name="Toby Donaldson" userId="2e6e5431-bb17-4c41-9985-d39c50d83c73" providerId="ADAL" clId="{7F9681A8-EEE2-56F4-9B39-ECCBEE0471AC}" dt="2026-02-23T04:12:31.189" v="6021" actId="12789"/>
          <ac:spMkLst>
            <pc:docMk/>
            <pc:sldMk cId="1637927968" sldId="294"/>
            <ac:spMk id="17" creationId="{E4B6133D-10B4-FCBF-ACD1-D1AC97000C47}"/>
          </ac:spMkLst>
        </pc:spChg>
        <pc:spChg chg="add mod">
          <ac:chgData name="Toby Donaldson" userId="2e6e5431-bb17-4c41-9985-d39c50d83c73" providerId="ADAL" clId="{7F9681A8-EEE2-56F4-9B39-ECCBEE0471AC}" dt="2026-02-23T04:12:31.189" v="6021" actId="12789"/>
          <ac:spMkLst>
            <pc:docMk/>
            <pc:sldMk cId="1637927968" sldId="294"/>
            <ac:spMk id="18" creationId="{DA69620F-9F0A-6AF6-8A72-797FBD37C2FC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24:10.728" v="6818" actId="12789"/>
        <pc:sldMkLst>
          <pc:docMk/>
          <pc:sldMk cId="2595545194" sldId="295"/>
        </pc:sldMkLst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3" creationId="{9A19181C-8891-948F-8397-845DB93E4521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4" creationId="{BEA99F4D-6AE0-E83D-9DC5-3C3683590D75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5" creationId="{CFF0465F-93C3-B202-BAC9-4FDE3E262ED4}"/>
          </ac:spMkLst>
        </pc:spChg>
        <pc:spChg chg="mod">
          <ac:chgData name="Toby Donaldson" userId="2e6e5431-bb17-4c41-9985-d39c50d83c73" providerId="ADAL" clId="{7F9681A8-EEE2-56F4-9B39-ECCBEE0471AC}" dt="2026-02-23T04:20:16.064" v="6659" actId="20577"/>
          <ac:spMkLst>
            <pc:docMk/>
            <pc:sldMk cId="2595545194" sldId="295"/>
            <ac:spMk id="6" creationId="{970E2DF5-F121-ECA3-7454-0EF7884C54E9}"/>
          </ac:spMkLst>
        </pc:spChg>
        <pc:spChg chg="mod">
          <ac:chgData name="Toby Donaldson" userId="2e6e5431-bb17-4c41-9985-d39c50d83c73" providerId="ADAL" clId="{7F9681A8-EEE2-56F4-9B39-ECCBEE0471AC}" dt="2026-02-23T04:20:13.240" v="6658" actId="5793"/>
          <ac:spMkLst>
            <pc:docMk/>
            <pc:sldMk cId="2595545194" sldId="295"/>
            <ac:spMk id="7" creationId="{B2FB7596-3317-C212-3378-6E81FB0AB1C6}"/>
          </ac:spMkLst>
        </pc:spChg>
        <pc:spChg chg="mod">
          <ac:chgData name="Toby Donaldson" userId="2e6e5431-bb17-4c41-9985-d39c50d83c73" providerId="ADAL" clId="{7F9681A8-EEE2-56F4-9B39-ECCBEE0471AC}" dt="2026-02-23T04:17:03.321" v="6356" actId="207"/>
          <ac:spMkLst>
            <pc:docMk/>
            <pc:sldMk cId="2595545194" sldId="295"/>
            <ac:spMk id="8" creationId="{59F020EF-5DE1-D09E-D1A9-0E744B08AF78}"/>
          </ac:spMkLst>
        </pc:spChg>
        <pc:spChg chg="mod">
          <ac:chgData name="Toby Donaldson" userId="2e6e5431-bb17-4c41-9985-d39c50d83c73" providerId="ADAL" clId="{7F9681A8-EEE2-56F4-9B39-ECCBEE0471AC}" dt="2026-02-23T04:16:58.854" v="6355" actId="207"/>
          <ac:spMkLst>
            <pc:docMk/>
            <pc:sldMk cId="2595545194" sldId="295"/>
            <ac:spMk id="9" creationId="{3319C17D-B865-E104-F5E6-A257A2273396}"/>
          </ac:spMkLst>
        </pc:spChg>
        <pc:spChg chg="mod">
          <ac:chgData name="Toby Donaldson" userId="2e6e5431-bb17-4c41-9985-d39c50d83c73" providerId="ADAL" clId="{7F9681A8-EEE2-56F4-9B39-ECCBEE0471AC}" dt="2026-02-23T04:16:50.450" v="6353" actId="207"/>
          <ac:spMkLst>
            <pc:docMk/>
            <pc:sldMk cId="2595545194" sldId="295"/>
            <ac:spMk id="10" creationId="{BD7AE61F-786C-78AE-506A-B0502F9EF9FF}"/>
          </ac:spMkLst>
        </pc:spChg>
        <pc:spChg chg="mod">
          <ac:chgData name="Toby Donaldson" userId="2e6e5431-bb17-4c41-9985-d39c50d83c73" providerId="ADAL" clId="{7F9681A8-EEE2-56F4-9B39-ECCBEE0471AC}" dt="2026-02-23T04:16:55.017" v="6354" actId="207"/>
          <ac:spMkLst>
            <pc:docMk/>
            <pc:sldMk cId="2595545194" sldId="295"/>
            <ac:spMk id="11" creationId="{D9E345E2-C44F-B206-FC9F-2D9FD776443B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14" creationId="{BF954F82-CDAC-D3A5-F015-9EF9A56FEA7E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15" creationId="{32269DC9-6F26-14E3-3A13-486156EA407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17:41.347" v="6362"/>
        <pc:sldMkLst>
          <pc:docMk/>
          <pc:sldMk cId="823960119" sldId="296"/>
        </pc:sldMkLst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3" creationId="{9B30C526-F650-020D-8B02-E31B3C474DEB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4" creationId="{C9253005-060E-5ECD-8DC5-8D1399E49575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5" creationId="{48DF5703-5A3B-8FFB-C129-86F071F2FE21}"/>
          </ac:spMkLst>
        </pc:spChg>
        <pc:spChg chg="mod">
          <ac:chgData name="Toby Donaldson" userId="2e6e5431-bb17-4c41-9985-d39c50d83c73" providerId="ADAL" clId="{7F9681A8-EEE2-56F4-9B39-ECCBEE0471AC}" dt="2026-02-23T04:14:22.063" v="6135" actId="207"/>
          <ac:spMkLst>
            <pc:docMk/>
            <pc:sldMk cId="823960119" sldId="296"/>
            <ac:spMk id="6" creationId="{3550AD81-2345-8F9C-02B9-EA2A7DCCEC28}"/>
          </ac:spMkLst>
        </pc:spChg>
        <pc:spChg chg="mod">
          <ac:chgData name="Toby Donaldson" userId="2e6e5431-bb17-4c41-9985-d39c50d83c73" providerId="ADAL" clId="{7F9681A8-EEE2-56F4-9B39-ECCBEE0471AC}" dt="2026-02-23T04:14:26.720" v="6136" actId="207"/>
          <ac:spMkLst>
            <pc:docMk/>
            <pc:sldMk cId="823960119" sldId="296"/>
            <ac:spMk id="7" creationId="{06D70DCE-1DCC-C090-4D91-31E07AC4CFF4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8" creationId="{C8897299-32D9-950D-7A02-8DBBFC74A32F}"/>
          </ac:spMkLst>
        </pc:spChg>
        <pc:spChg chg="add mod">
          <ac:chgData name="Toby Donaldson" userId="2e6e5431-bb17-4c41-9985-d39c50d83c73" providerId="ADAL" clId="{7F9681A8-EEE2-56F4-9B39-ECCBEE0471AC}" dt="2026-02-23T04:17:41.347" v="6362"/>
          <ac:spMkLst>
            <pc:docMk/>
            <pc:sldMk cId="823960119" sldId="296"/>
            <ac:spMk id="9" creationId="{6F036E82-3A52-0D4B-81A5-C2AA5EF54D75}"/>
          </ac:spMkLst>
        </pc:spChg>
        <pc:spChg chg="add mod">
          <ac:chgData name="Toby Donaldson" userId="2e6e5431-bb17-4c41-9985-d39c50d83c73" providerId="ADAL" clId="{7F9681A8-EEE2-56F4-9B39-ECCBEE0471AC}" dt="2026-02-23T04:17:41.347" v="6362"/>
          <ac:spMkLst>
            <pc:docMk/>
            <pc:sldMk cId="823960119" sldId="296"/>
            <ac:spMk id="10" creationId="{2B6DE382-179F-55FA-6671-5B678906B0C1}"/>
          </ac:spMkLst>
        </pc:spChg>
        <pc:spChg chg="add mod">
          <ac:chgData name="Toby Donaldson" userId="2e6e5431-bb17-4c41-9985-d39c50d83c73" providerId="ADAL" clId="{7F9681A8-EEE2-56F4-9B39-ECCBEE0471AC}" dt="2026-02-23T04:17:41.347" v="6362"/>
          <ac:spMkLst>
            <pc:docMk/>
            <pc:sldMk cId="823960119" sldId="296"/>
            <ac:spMk id="11" creationId="{62034B85-1FDA-864F-2386-88FDCEDA24CB}"/>
          </ac:spMkLst>
        </pc:spChg>
        <pc:spChg chg="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14" creationId="{E41C124D-DECB-40C2-6BA5-5108CAE8CFB3}"/>
          </ac:spMkLst>
        </pc:spChg>
        <pc:spChg chg="del">
          <ac:chgData name="Toby Donaldson" userId="2e6e5431-bb17-4c41-9985-d39c50d83c73" providerId="ADAL" clId="{7F9681A8-EEE2-56F4-9B39-ECCBEE0471AC}" dt="2026-02-23T04:13:18.218" v="6089" actId="21"/>
          <ac:spMkLst>
            <pc:docMk/>
            <pc:sldMk cId="823960119" sldId="296"/>
            <ac:spMk id="15" creationId="{D6CBD529-5CF7-3EB3-8218-133C32865BF3}"/>
          </ac:spMkLst>
        </pc:spChg>
        <pc:spChg chg="del">
          <ac:chgData name="Toby Donaldson" userId="2e6e5431-bb17-4c41-9985-d39c50d83c73" providerId="ADAL" clId="{7F9681A8-EEE2-56F4-9B39-ECCBEE0471AC}" dt="2026-02-23T04:13:18.218" v="6089" actId="21"/>
          <ac:spMkLst>
            <pc:docMk/>
            <pc:sldMk cId="823960119" sldId="296"/>
            <ac:spMk id="16" creationId="{B72C2146-4AFE-3717-B121-E323FFEC9688}"/>
          </ac:spMkLst>
        </pc:spChg>
        <pc:spChg chg="del">
          <ac:chgData name="Toby Donaldson" userId="2e6e5431-bb17-4c41-9985-d39c50d83c73" providerId="ADAL" clId="{7F9681A8-EEE2-56F4-9B39-ECCBEE0471AC}" dt="2026-02-23T04:13:18.218" v="6089" actId="21"/>
          <ac:spMkLst>
            <pc:docMk/>
            <pc:sldMk cId="823960119" sldId="296"/>
            <ac:spMk id="17" creationId="{1EFBC7A9-4ADB-DAFE-1263-761344F30344}"/>
          </ac:spMkLst>
        </pc:spChg>
        <pc:spChg chg="del">
          <ac:chgData name="Toby Donaldson" userId="2e6e5431-bb17-4c41-9985-d39c50d83c73" providerId="ADAL" clId="{7F9681A8-EEE2-56F4-9B39-ECCBEE0471AC}" dt="2026-02-23T04:13:18.218" v="6089" actId="21"/>
          <ac:spMkLst>
            <pc:docMk/>
            <pc:sldMk cId="823960119" sldId="296"/>
            <ac:spMk id="18" creationId="{7D5B0562-91E4-4327-ADF4-7A327B1B8D5F}"/>
          </ac:spMkLst>
        </pc:spChg>
        <pc:spChg chg="add mod">
          <ac:chgData name="Toby Donaldson" userId="2e6e5431-bb17-4c41-9985-d39c50d83c73" providerId="ADAL" clId="{7F9681A8-EEE2-56F4-9B39-ECCBEE0471AC}" dt="2026-02-23T04:17:41.347" v="6362"/>
          <ac:spMkLst>
            <pc:docMk/>
            <pc:sldMk cId="823960119" sldId="296"/>
            <ac:spMk id="19" creationId="{45F543ED-AEA4-F6C1-2E5A-B3412CB8E481}"/>
          </ac:spMkLst>
        </pc:spChg>
        <pc:spChg chg="add mod">
          <ac:chgData name="Toby Donaldson" userId="2e6e5431-bb17-4c41-9985-d39c50d83c73" providerId="ADAL" clId="{7F9681A8-EEE2-56F4-9B39-ECCBEE0471AC}" dt="2026-02-23T04:17:41.347" v="6362"/>
          <ac:spMkLst>
            <pc:docMk/>
            <pc:sldMk cId="823960119" sldId="296"/>
            <ac:spMk id="20" creationId="{83598510-327F-2334-B41F-B6EF1467CE11}"/>
          </ac:spMkLst>
        </pc:spChg>
      </pc:sldChg>
      <pc:sldChg chg="add del ord">
        <pc:chgData name="Toby Donaldson" userId="2e6e5431-bb17-4c41-9985-d39c50d83c73" providerId="ADAL" clId="{7F9681A8-EEE2-56F4-9B39-ECCBEE0471AC}" dt="2026-02-23T04:16:42.627" v="6352" actId="2890"/>
        <pc:sldMkLst>
          <pc:docMk/>
          <pc:sldMk cId="687716726" sldId="297"/>
        </pc:sldMkLst>
      </pc:sldChg>
      <pc:sldChg chg="addSp delSp modSp add mod">
        <pc:chgData name="Toby Donaldson" userId="2e6e5431-bb17-4c41-9985-d39c50d83c73" providerId="ADAL" clId="{7F9681A8-EEE2-56F4-9B39-ECCBEE0471AC}" dt="2026-02-23T04:25:08.721" v="6908" actId="1076"/>
        <pc:sldMkLst>
          <pc:docMk/>
          <pc:sldMk cId="3504844726" sldId="297"/>
        </pc:sldMkLst>
        <pc:spChg chg="del">
          <ac:chgData name="Toby Donaldson" userId="2e6e5431-bb17-4c41-9985-d39c50d83c73" providerId="ADAL" clId="{7F9681A8-EEE2-56F4-9B39-ECCBEE0471AC}" dt="2026-02-23T04:20:45.488" v="6660" actId="21"/>
          <ac:spMkLst>
            <pc:docMk/>
            <pc:sldMk cId="3504844726" sldId="297"/>
            <ac:spMk id="2" creationId="{F5457AE0-0BD1-B1B5-951B-D3B21AFA7809}"/>
          </ac:spMkLst>
        </pc:spChg>
        <pc:spChg chg="del">
          <ac:chgData name="Toby Donaldson" userId="2e6e5431-bb17-4c41-9985-d39c50d83c73" providerId="ADAL" clId="{7F9681A8-EEE2-56F4-9B39-ECCBEE0471AC}" dt="2026-02-23T04:19:37.514" v="6636" actId="21"/>
          <ac:spMkLst>
            <pc:docMk/>
            <pc:sldMk cId="3504844726" sldId="297"/>
            <ac:spMk id="3" creationId="{DD5274EE-A2CA-78F4-23FC-056C54A19B26}"/>
          </ac:spMkLst>
        </pc:spChg>
        <pc:spChg chg="del">
          <ac:chgData name="Toby Donaldson" userId="2e6e5431-bb17-4c41-9985-d39c50d83c73" providerId="ADAL" clId="{7F9681A8-EEE2-56F4-9B39-ECCBEE0471AC}" dt="2026-02-23T04:19:37.514" v="6636" actId="21"/>
          <ac:spMkLst>
            <pc:docMk/>
            <pc:sldMk cId="3504844726" sldId="297"/>
            <ac:spMk id="4" creationId="{B1DD77CB-892C-5B32-5B24-6150756B2ED2}"/>
          </ac:spMkLst>
        </pc:spChg>
        <pc:spChg chg="del">
          <ac:chgData name="Toby Donaldson" userId="2e6e5431-bb17-4c41-9985-d39c50d83c73" providerId="ADAL" clId="{7F9681A8-EEE2-56F4-9B39-ECCBEE0471AC}" dt="2026-02-23T04:19:37.514" v="6636" actId="21"/>
          <ac:spMkLst>
            <pc:docMk/>
            <pc:sldMk cId="3504844726" sldId="297"/>
            <ac:spMk id="5" creationId="{67DC26B2-47BE-5D0F-992E-8E791666A285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6" creationId="{1CB27C8C-5199-5027-7414-7651A25704B2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7" creationId="{4CAD7998-764C-D80F-14D1-2B4AD1017869}"/>
          </ac:spMkLst>
        </pc:spChg>
        <pc:spChg chg="mod">
          <ac:chgData name="Toby Donaldson" userId="2e6e5431-bb17-4c41-9985-d39c50d83c73" providerId="ADAL" clId="{7F9681A8-EEE2-56F4-9B39-ECCBEE0471AC}" dt="2026-02-23T04:21:17.419" v="6712" actId="20577"/>
          <ac:spMkLst>
            <pc:docMk/>
            <pc:sldMk cId="3504844726" sldId="297"/>
            <ac:spMk id="8" creationId="{121414DA-045F-9F0D-664D-9B383305040A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9" creationId="{9A3F6B74-2415-EF24-8826-DCAA9902F270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0" creationId="{9993D2BB-D2DC-D7CA-2697-B79CEA45881E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1" creationId="{1D7A5B41-22ED-F678-7B38-33572D8110BF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2" creationId="{90A22ED7-92F7-8D28-495F-AE6744E24623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3" creationId="{6DE7099C-F95B-A5E1-2CA1-08E217026130}"/>
          </ac:spMkLst>
        </pc:spChg>
        <pc:spChg chg="del">
          <ac:chgData name="Toby Donaldson" userId="2e6e5431-bb17-4c41-9985-d39c50d83c73" providerId="ADAL" clId="{7F9681A8-EEE2-56F4-9B39-ECCBEE0471AC}" dt="2026-02-23T04:19:37.514" v="6636" actId="21"/>
          <ac:spMkLst>
            <pc:docMk/>
            <pc:sldMk cId="3504844726" sldId="297"/>
            <ac:spMk id="14" creationId="{15A16F5E-BE6B-1F93-265A-A230CF0C659D}"/>
          </ac:spMkLst>
        </pc:spChg>
        <pc:spChg chg="del">
          <ac:chgData name="Toby Donaldson" userId="2e6e5431-bb17-4c41-9985-d39c50d83c73" providerId="ADAL" clId="{7F9681A8-EEE2-56F4-9B39-ECCBEE0471AC}" dt="2026-02-23T04:19:37.514" v="6636" actId="21"/>
          <ac:spMkLst>
            <pc:docMk/>
            <pc:sldMk cId="3504844726" sldId="297"/>
            <ac:spMk id="15" creationId="{B5F938AA-B91D-0F26-1209-58F91E374789}"/>
          </ac:spMkLst>
        </pc:spChg>
        <pc:spChg chg="add del mod">
          <ac:chgData name="Toby Donaldson" userId="2e6e5431-bb17-4c41-9985-d39c50d83c73" providerId="ADAL" clId="{7F9681A8-EEE2-56F4-9B39-ECCBEE0471AC}" dt="2026-02-23T04:20:47.697" v="6661" actId="21"/>
          <ac:spMkLst>
            <pc:docMk/>
            <pc:sldMk cId="3504844726" sldId="297"/>
            <ac:spMk id="17" creationId="{8C76D631-8BE9-0D9E-B9A7-7F97BC9DF9E6}"/>
          </ac:spMkLst>
        </pc:spChg>
        <pc:spChg chg="add mod">
          <ac:chgData name="Toby Donaldson" userId="2e6e5431-bb17-4c41-9985-d39c50d83c73" providerId="ADAL" clId="{7F9681A8-EEE2-56F4-9B39-ECCBEE0471AC}" dt="2026-02-23T04:24:22.235" v="6821" actId="1076"/>
          <ac:spMkLst>
            <pc:docMk/>
            <pc:sldMk cId="3504844726" sldId="297"/>
            <ac:spMk id="18" creationId="{12D8491B-471F-41B2-075F-36DF8DBF0B15}"/>
          </ac:spMkLst>
        </pc:spChg>
        <pc:spChg chg="add mod">
          <ac:chgData name="Toby Donaldson" userId="2e6e5431-bb17-4c41-9985-d39c50d83c73" providerId="ADAL" clId="{7F9681A8-EEE2-56F4-9B39-ECCBEE0471AC}" dt="2026-02-23T04:25:08.721" v="6908" actId="1076"/>
          <ac:spMkLst>
            <pc:docMk/>
            <pc:sldMk cId="3504844726" sldId="297"/>
            <ac:spMk id="19" creationId="{D198713B-9630-CD44-4EB4-8C25B3BB26BC}"/>
          </ac:spMkLst>
        </pc:spChg>
      </pc:sldChg>
      <pc:sldChg chg="modSp new mod">
        <pc:chgData name="Toby Donaldson" userId="2e6e5431-bb17-4c41-9985-d39c50d83c73" providerId="ADAL" clId="{7F9681A8-EEE2-56F4-9B39-ECCBEE0471AC}" dt="2026-02-23T04:29:15.413" v="7592" actId="20577"/>
        <pc:sldMkLst>
          <pc:docMk/>
          <pc:sldMk cId="1731031639" sldId="298"/>
        </pc:sldMkLst>
        <pc:spChg chg="mod">
          <ac:chgData name="Toby Donaldson" userId="2e6e5431-bb17-4c41-9985-d39c50d83c73" providerId="ADAL" clId="{7F9681A8-EEE2-56F4-9B39-ECCBEE0471AC}" dt="2026-02-23T04:25:36.859" v="6919" actId="20577"/>
          <ac:spMkLst>
            <pc:docMk/>
            <pc:sldMk cId="1731031639" sldId="298"/>
            <ac:spMk id="2" creationId="{F6FF49EC-0745-4AFD-E6F0-D34496E99D80}"/>
          </ac:spMkLst>
        </pc:spChg>
        <pc:spChg chg="mod">
          <ac:chgData name="Toby Donaldson" userId="2e6e5431-bb17-4c41-9985-d39c50d83c73" providerId="ADAL" clId="{7F9681A8-EEE2-56F4-9B39-ECCBEE0471AC}" dt="2026-02-23T04:29:15.413" v="7592" actId="20577"/>
          <ac:spMkLst>
            <pc:docMk/>
            <pc:sldMk cId="1731031639" sldId="298"/>
            <ac:spMk id="3" creationId="{2BD9E134-6CEA-3A87-43D5-3AAF283B1620}"/>
          </ac:spMkLst>
        </pc:spChg>
      </pc:sldChg>
      <pc:sldChg chg="modSp new mod">
        <pc:chgData name="Toby Donaldson" userId="2e6e5431-bb17-4c41-9985-d39c50d83c73" providerId="ADAL" clId="{7F9681A8-EEE2-56F4-9B39-ECCBEE0471AC}" dt="2026-02-23T04:32:58.735" v="8267" actId="20577"/>
        <pc:sldMkLst>
          <pc:docMk/>
          <pc:sldMk cId="1968145541" sldId="299"/>
        </pc:sldMkLst>
        <pc:spChg chg="mod">
          <ac:chgData name="Toby Donaldson" userId="2e6e5431-bb17-4c41-9985-d39c50d83c73" providerId="ADAL" clId="{7F9681A8-EEE2-56F4-9B39-ECCBEE0471AC}" dt="2026-02-23T04:29:33.707" v="7602" actId="20577"/>
          <ac:spMkLst>
            <pc:docMk/>
            <pc:sldMk cId="1968145541" sldId="299"/>
            <ac:spMk id="2" creationId="{64F1971A-64C7-707E-4D50-BD42D6094C60}"/>
          </ac:spMkLst>
        </pc:spChg>
        <pc:spChg chg="mod">
          <ac:chgData name="Toby Donaldson" userId="2e6e5431-bb17-4c41-9985-d39c50d83c73" providerId="ADAL" clId="{7F9681A8-EEE2-56F4-9B39-ECCBEE0471AC}" dt="2026-02-23T04:32:58.735" v="8267" actId="20577"/>
          <ac:spMkLst>
            <pc:docMk/>
            <pc:sldMk cId="1968145541" sldId="299"/>
            <ac:spMk id="3" creationId="{A14B8A42-9998-84EA-AF4E-A05FAADB6BB2}"/>
          </ac:spMkLst>
        </pc:spChg>
      </pc:sldChg>
      <pc:sldChg chg="modSp new mod">
        <pc:chgData name="Toby Donaldson" userId="2e6e5431-bb17-4c41-9985-d39c50d83c73" providerId="ADAL" clId="{7F9681A8-EEE2-56F4-9B39-ECCBEE0471AC}" dt="2026-02-23T04:34:50.486" v="8469" actId="20577"/>
        <pc:sldMkLst>
          <pc:docMk/>
          <pc:sldMk cId="4196420351" sldId="300"/>
        </pc:sldMkLst>
        <pc:spChg chg="mod">
          <ac:chgData name="Toby Donaldson" userId="2e6e5431-bb17-4c41-9985-d39c50d83c73" providerId="ADAL" clId="{7F9681A8-EEE2-56F4-9B39-ECCBEE0471AC}" dt="2026-02-23T04:34:04.346" v="8277" actId="20577"/>
          <ac:spMkLst>
            <pc:docMk/>
            <pc:sldMk cId="4196420351" sldId="300"/>
            <ac:spMk id="2" creationId="{BF786BD1-E615-16C4-1A91-D620DC12B895}"/>
          </ac:spMkLst>
        </pc:spChg>
        <pc:spChg chg="mod">
          <ac:chgData name="Toby Donaldson" userId="2e6e5431-bb17-4c41-9985-d39c50d83c73" providerId="ADAL" clId="{7F9681A8-EEE2-56F4-9B39-ECCBEE0471AC}" dt="2026-02-23T04:34:50.486" v="8469" actId="20577"/>
          <ac:spMkLst>
            <pc:docMk/>
            <pc:sldMk cId="4196420351" sldId="300"/>
            <ac:spMk id="3" creationId="{2B5F4DA9-E7BF-8391-1E91-9E1357181FE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43:24.441" v="9173" actId="692"/>
        <pc:sldMkLst>
          <pc:docMk/>
          <pc:sldMk cId="3502180146" sldId="301"/>
        </pc:sldMkLst>
        <pc:spChg chg="mod">
          <ac:chgData name="Toby Donaldson" userId="2e6e5431-bb17-4c41-9985-d39c50d83c73" providerId="ADAL" clId="{7F9681A8-EEE2-56F4-9B39-ECCBEE0471AC}" dt="2026-02-23T04:35:36.573" v="8473" actId="14100"/>
          <ac:spMkLst>
            <pc:docMk/>
            <pc:sldMk cId="3502180146" sldId="301"/>
            <ac:spMk id="2" creationId="{9999A4EC-F6C1-20D6-94ED-F5CC51E18FE8}"/>
          </ac:spMkLst>
        </pc:spChg>
        <pc:spChg chg="del">
          <ac:chgData name="Toby Donaldson" userId="2e6e5431-bb17-4c41-9985-d39c50d83c73" providerId="ADAL" clId="{7F9681A8-EEE2-56F4-9B39-ECCBEE0471AC}" dt="2026-02-23T04:35:30.402" v="8471" actId="21"/>
          <ac:spMkLst>
            <pc:docMk/>
            <pc:sldMk cId="3502180146" sldId="301"/>
            <ac:spMk id="3" creationId="{6CB1E728-331C-98F7-CECE-86CEB482D84E}"/>
          </ac:spMkLst>
        </pc:spChg>
        <pc:spChg chg="add del mod">
          <ac:chgData name="Toby Donaldson" userId="2e6e5431-bb17-4c41-9985-d39c50d83c73" providerId="ADAL" clId="{7F9681A8-EEE2-56F4-9B39-ECCBEE0471AC}" dt="2026-02-23T04:35:32.823" v="8472" actId="21"/>
          <ac:spMkLst>
            <pc:docMk/>
            <pc:sldMk cId="3502180146" sldId="301"/>
            <ac:spMk id="5" creationId="{7AE2F58B-9804-6466-743D-781B1B4C36F0}"/>
          </ac:spMkLst>
        </pc:spChg>
        <pc:spChg chg="add mod">
          <ac:chgData name="Toby Donaldson" userId="2e6e5431-bb17-4c41-9985-d39c50d83c73" providerId="ADAL" clId="{7F9681A8-EEE2-56F4-9B39-ECCBEE0471AC}" dt="2026-02-23T04:42:52.281" v="9170" actId="20577"/>
          <ac:spMkLst>
            <pc:docMk/>
            <pc:sldMk cId="3502180146" sldId="301"/>
            <ac:spMk id="6" creationId="{906DAAC9-7602-AD74-1037-1A87422F78D9}"/>
          </ac:spMkLst>
        </pc:spChg>
        <pc:spChg chg="add mod">
          <ac:chgData name="Toby Donaldson" userId="2e6e5431-bb17-4c41-9985-d39c50d83c73" providerId="ADAL" clId="{7F9681A8-EEE2-56F4-9B39-ECCBEE0471AC}" dt="2026-02-23T04:42:32.452" v="9154" actId="20577"/>
          <ac:spMkLst>
            <pc:docMk/>
            <pc:sldMk cId="3502180146" sldId="301"/>
            <ac:spMk id="7" creationId="{08AD9CF3-FACB-F9B7-CFBC-C17A41352CE5}"/>
          </ac:spMkLst>
        </pc:spChg>
        <pc:spChg chg="add mod">
          <ac:chgData name="Toby Donaldson" userId="2e6e5431-bb17-4c41-9985-d39c50d83c73" providerId="ADAL" clId="{7F9681A8-EEE2-56F4-9B39-ECCBEE0471AC}" dt="2026-02-23T04:43:24.441" v="9173" actId="692"/>
          <ac:spMkLst>
            <pc:docMk/>
            <pc:sldMk cId="3502180146" sldId="301"/>
            <ac:spMk id="8" creationId="{1186F9E2-8242-0AD2-C851-06719FA2B450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57:04.778" v="9739" actId="12788"/>
        <pc:sldMkLst>
          <pc:docMk/>
          <pc:sldMk cId="1788176936" sldId="302"/>
        </pc:sldMkLst>
        <pc:spChg chg="add mod">
          <ac:chgData name="Toby Donaldson" userId="2e6e5431-bb17-4c41-9985-d39c50d83c73" providerId="ADAL" clId="{7F9681A8-EEE2-56F4-9B39-ECCBEE0471AC}" dt="2026-02-23T04:37:16.075" v="8586" actId="1076"/>
          <ac:spMkLst>
            <pc:docMk/>
            <pc:sldMk cId="1788176936" sldId="302"/>
            <ac:spMk id="3" creationId="{5E4C15F2-B860-1A77-882A-93300DB4D9F9}"/>
          </ac:spMkLst>
        </pc:spChg>
        <pc:spChg chg="add mod">
          <ac:chgData name="Toby Donaldson" userId="2e6e5431-bb17-4c41-9985-d39c50d83c73" providerId="ADAL" clId="{7F9681A8-EEE2-56F4-9B39-ECCBEE0471AC}" dt="2026-02-23T04:37:55.226" v="8590" actId="1076"/>
          <ac:spMkLst>
            <pc:docMk/>
            <pc:sldMk cId="1788176936" sldId="302"/>
            <ac:spMk id="4" creationId="{B5D18466-2BDF-2917-26A3-4770C1E3DFF1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5" creationId="{69203251-6B2A-DAF1-FAB4-1EAF16F12711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7" creationId="{20AABEE0-893B-A619-9D34-9F87DF12F4E9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8" creationId="{DFE39BEB-C046-BDA8-0094-488CF36E7F5D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43:37.095" v="9174"/>
        <pc:sldMkLst>
          <pc:docMk/>
          <pc:sldMk cId="3926598777" sldId="303"/>
        </pc:sldMkLst>
        <pc:spChg chg="add mod">
          <ac:chgData name="Toby Donaldson" userId="2e6e5431-bb17-4c41-9985-d39c50d83c73" providerId="ADAL" clId="{7F9681A8-EEE2-56F4-9B39-ECCBEE0471AC}" dt="2026-02-23T04:42:08.375" v="9152" actId="2711"/>
          <ac:spMkLst>
            <pc:docMk/>
            <pc:sldMk cId="3926598777" sldId="303"/>
            <ac:spMk id="3" creationId="{8D4912E6-0B97-6A89-893B-42D8352E9012}"/>
          </ac:spMkLst>
        </pc:spChg>
        <pc:spChg chg="mod">
          <ac:chgData name="Toby Donaldson" userId="2e6e5431-bb17-4c41-9985-d39c50d83c73" providerId="ADAL" clId="{7F9681A8-EEE2-56F4-9B39-ECCBEE0471AC}" dt="2026-02-23T04:42:46.747" v="9166" actId="20577"/>
          <ac:spMkLst>
            <pc:docMk/>
            <pc:sldMk cId="3926598777" sldId="303"/>
            <ac:spMk id="6" creationId="{F15C94E1-8920-0C34-0633-7A1FAF471763}"/>
          </ac:spMkLst>
        </pc:spChg>
        <pc:spChg chg="mod">
          <ac:chgData name="Toby Donaldson" userId="2e6e5431-bb17-4c41-9985-d39c50d83c73" providerId="ADAL" clId="{7F9681A8-EEE2-56F4-9B39-ECCBEE0471AC}" dt="2026-02-23T04:41:31.096" v="9035" actId="20577"/>
          <ac:spMkLst>
            <pc:docMk/>
            <pc:sldMk cId="3926598777" sldId="303"/>
            <ac:spMk id="7" creationId="{90E6D179-E745-CB57-7501-868815BC6500}"/>
          </ac:spMkLst>
        </pc:spChg>
        <pc:spChg chg="add mod">
          <ac:chgData name="Toby Donaldson" userId="2e6e5431-bb17-4c41-9985-d39c50d83c73" providerId="ADAL" clId="{7F9681A8-EEE2-56F4-9B39-ECCBEE0471AC}" dt="2026-02-23T04:43:37.095" v="9174"/>
          <ac:spMkLst>
            <pc:docMk/>
            <pc:sldMk cId="3926598777" sldId="303"/>
            <ac:spMk id="8" creationId="{293EBE5B-725A-00DF-CCF1-FB8E4996273A}"/>
          </ac:spMkLst>
        </pc:spChg>
        <pc:cxnChg chg="add">
          <ac:chgData name="Toby Donaldson" userId="2e6e5431-bb17-4c41-9985-d39c50d83c73" providerId="ADAL" clId="{7F9681A8-EEE2-56F4-9B39-ECCBEE0471AC}" dt="2026-02-23T04:42:16.354" v="9153" actId="11529"/>
          <ac:cxnSpMkLst>
            <pc:docMk/>
            <pc:sldMk cId="3926598777" sldId="303"/>
            <ac:cxnSpMk id="5" creationId="{45F4EE21-22EE-B644-59A8-8AF69FA6812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4:47:19.263" v="9358" actId="1076"/>
        <pc:sldMkLst>
          <pc:docMk/>
          <pc:sldMk cId="260107413" sldId="304"/>
        </pc:sldMkLst>
        <pc:spChg chg="mod">
          <ac:chgData name="Toby Donaldson" userId="2e6e5431-bb17-4c41-9985-d39c50d83c73" providerId="ADAL" clId="{7F9681A8-EEE2-56F4-9B39-ECCBEE0471AC}" dt="2026-02-23T04:44:46.445" v="9243" actId="2711"/>
          <ac:spMkLst>
            <pc:docMk/>
            <pc:sldMk cId="260107413" sldId="304"/>
            <ac:spMk id="3" creationId="{35E03793-9129-C6AE-1860-B4734B46EEB3}"/>
          </ac:spMkLst>
        </pc:spChg>
        <pc:spChg chg="del">
          <ac:chgData name="Toby Donaldson" userId="2e6e5431-bb17-4c41-9985-d39c50d83c73" providerId="ADAL" clId="{7F9681A8-EEE2-56F4-9B39-ECCBEE0471AC}" dt="2026-02-23T04:45:18.690" v="9266" actId="21"/>
          <ac:spMkLst>
            <pc:docMk/>
            <pc:sldMk cId="260107413" sldId="304"/>
            <ac:spMk id="5" creationId="{D666B6E8-5C15-6F0D-62E7-0DF72B7BA315}"/>
          </ac:spMkLst>
        </pc:spChg>
        <pc:spChg chg="mod">
          <ac:chgData name="Toby Donaldson" userId="2e6e5431-bb17-4c41-9985-d39c50d83c73" providerId="ADAL" clId="{7F9681A8-EEE2-56F4-9B39-ECCBEE0471AC}" dt="2026-02-23T04:45:27.622" v="9273" actId="20577"/>
          <ac:spMkLst>
            <pc:docMk/>
            <pc:sldMk cId="260107413" sldId="304"/>
            <ac:spMk id="6" creationId="{C9BECF94-4481-9ED6-2F43-8141D97B95DB}"/>
          </ac:spMkLst>
        </pc:spChg>
        <pc:spChg chg="del">
          <ac:chgData name="Toby Donaldson" userId="2e6e5431-bb17-4c41-9985-d39c50d83c73" providerId="ADAL" clId="{7F9681A8-EEE2-56F4-9B39-ECCBEE0471AC}" dt="2026-02-23T04:45:18.690" v="9266" actId="21"/>
          <ac:spMkLst>
            <pc:docMk/>
            <pc:sldMk cId="260107413" sldId="304"/>
            <ac:spMk id="7" creationId="{D66BC645-C3F6-375D-634A-4F7368DD2BA9}"/>
          </ac:spMkLst>
        </pc:spChg>
        <pc:spChg chg="add mod">
          <ac:chgData name="Toby Donaldson" userId="2e6e5431-bb17-4c41-9985-d39c50d83c73" providerId="ADAL" clId="{7F9681A8-EEE2-56F4-9B39-ECCBEE0471AC}" dt="2026-02-23T04:46:26.315" v="9335" actId="1076"/>
          <ac:spMkLst>
            <pc:docMk/>
            <pc:sldMk cId="260107413" sldId="304"/>
            <ac:spMk id="8" creationId="{5EEBB685-6401-CF6B-B3E2-A292642215D7}"/>
          </ac:spMkLst>
        </pc:spChg>
        <pc:spChg chg="add mod">
          <ac:chgData name="Toby Donaldson" userId="2e6e5431-bb17-4c41-9985-d39c50d83c73" providerId="ADAL" clId="{7F9681A8-EEE2-56F4-9B39-ECCBEE0471AC}" dt="2026-02-23T04:47:19.263" v="9358" actId="1076"/>
          <ac:spMkLst>
            <pc:docMk/>
            <pc:sldMk cId="260107413" sldId="304"/>
            <ac:spMk id="12" creationId="{05C8D7F6-A0EF-ADC2-C879-FADBBB9F396F}"/>
          </ac:spMkLst>
        </pc:spChg>
        <pc:cxnChg chg="add mod">
          <ac:chgData name="Toby Donaldson" userId="2e6e5431-bb17-4c41-9985-d39c50d83c73" providerId="ADAL" clId="{7F9681A8-EEE2-56F4-9B39-ECCBEE0471AC}" dt="2026-02-23T04:46:30.321" v="9336" actId="14100"/>
          <ac:cxnSpMkLst>
            <pc:docMk/>
            <pc:sldMk cId="260107413" sldId="304"/>
            <ac:cxnSpMk id="10" creationId="{10F54C10-D80B-1853-67BB-5803D9FA604A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2-23T04:57:50.089" v="9741" actId="20578"/>
        <pc:sldMkLst>
          <pc:docMk/>
          <pc:sldMk cId="2624689420" sldId="305"/>
        </pc:sldMkLst>
        <pc:spChg chg="mod">
          <ac:chgData name="Toby Donaldson" userId="2e6e5431-bb17-4c41-9985-d39c50d83c73" providerId="ADAL" clId="{7F9681A8-EEE2-56F4-9B39-ECCBEE0471AC}" dt="2026-02-23T04:50:16.381" v="9521" actId="1076"/>
          <ac:spMkLst>
            <pc:docMk/>
            <pc:sldMk cId="2624689420" sldId="305"/>
            <ac:spMk id="3" creationId="{1B49BBA9-9F1B-A12C-32DA-201578840440}"/>
          </ac:spMkLst>
        </pc:spChg>
        <pc:spChg chg="mod">
          <ac:chgData name="Toby Donaldson" userId="2e6e5431-bb17-4c41-9985-d39c50d83c73" providerId="ADAL" clId="{7F9681A8-EEE2-56F4-9B39-ECCBEE0471AC}" dt="2026-02-23T04:48:24.498" v="9380" actId="14100"/>
          <ac:spMkLst>
            <pc:docMk/>
            <pc:sldMk cId="2624689420" sldId="305"/>
            <ac:spMk id="4" creationId="{003E1B28-42EF-5B35-7CFA-B2187542836F}"/>
          </ac:spMkLst>
        </pc:spChg>
        <pc:spChg chg="mod">
          <ac:chgData name="Toby Donaldson" userId="2e6e5431-bb17-4c41-9985-d39c50d83c73" providerId="ADAL" clId="{7F9681A8-EEE2-56F4-9B39-ECCBEE0471AC}" dt="2026-02-23T04:49:25.130" v="9429" actId="207"/>
          <ac:spMkLst>
            <pc:docMk/>
            <pc:sldMk cId="2624689420" sldId="305"/>
            <ac:spMk id="6" creationId="{EF318B78-38EA-0732-476B-915EADC08226}"/>
          </ac:spMkLst>
        </pc:spChg>
        <pc:spChg chg="mod">
          <ac:chgData name="Toby Donaldson" userId="2e6e5431-bb17-4c41-9985-d39c50d83c73" providerId="ADAL" clId="{7F9681A8-EEE2-56F4-9B39-ECCBEE0471AC}" dt="2026-02-23T04:49:04.714" v="9425" actId="1076"/>
          <ac:spMkLst>
            <pc:docMk/>
            <pc:sldMk cId="2624689420" sldId="305"/>
            <ac:spMk id="8" creationId="{AD3A87A2-2F08-AAB9-F7B4-7549CD72425D}"/>
          </ac:spMkLst>
        </pc:spChg>
        <pc:spChg chg="del">
          <ac:chgData name="Toby Donaldson" userId="2e6e5431-bb17-4c41-9985-d39c50d83c73" providerId="ADAL" clId="{7F9681A8-EEE2-56F4-9B39-ECCBEE0471AC}" dt="2026-02-23T04:49:32.946" v="9430" actId="21"/>
          <ac:spMkLst>
            <pc:docMk/>
            <pc:sldMk cId="2624689420" sldId="305"/>
            <ac:spMk id="12" creationId="{8CB2D84A-D194-92B4-3A60-731B077F6A05}"/>
          </ac:spMkLst>
        </pc:spChg>
        <pc:cxnChg chg="mod">
          <ac:chgData name="Toby Donaldson" userId="2e6e5431-bb17-4c41-9985-d39c50d83c73" providerId="ADAL" clId="{7F9681A8-EEE2-56F4-9B39-ECCBEE0471AC}" dt="2026-02-23T04:49:11.739" v="9427" actId="14100"/>
          <ac:cxnSpMkLst>
            <pc:docMk/>
            <pc:sldMk cId="2624689420" sldId="305"/>
            <ac:cxnSpMk id="10" creationId="{92A1B89C-A155-C635-2C4E-C4922A18BA3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5:09:30.151" v="10302" actId="21"/>
        <pc:sldMkLst>
          <pc:docMk/>
          <pc:sldMk cId="3489250557" sldId="306"/>
        </pc:sldMkLst>
        <pc:spChg chg="mod">
          <ac:chgData name="Toby Donaldson" userId="2e6e5431-bb17-4c41-9985-d39c50d83c73" providerId="ADAL" clId="{7F9681A8-EEE2-56F4-9B39-ECCBEE0471AC}" dt="2026-02-23T05:00:19.654" v="9874" actId="14100"/>
          <ac:spMkLst>
            <pc:docMk/>
            <pc:sldMk cId="3489250557" sldId="306"/>
            <ac:spMk id="3" creationId="{C5570662-7D82-F8FE-597E-FF48AACC3DDA}"/>
          </ac:spMkLst>
        </pc:spChg>
        <pc:spChg chg="del mod">
          <ac:chgData name="Toby Donaldson" userId="2e6e5431-bb17-4c41-9985-d39c50d83c73" providerId="ADAL" clId="{7F9681A8-EEE2-56F4-9B39-ECCBEE0471AC}" dt="2026-02-23T04:58:38.159" v="9797" actId="21"/>
          <ac:spMkLst>
            <pc:docMk/>
            <pc:sldMk cId="3489250557" sldId="306"/>
            <ac:spMk id="4" creationId="{4032A381-752E-CAF5-D994-FB89F845F14B}"/>
          </ac:spMkLst>
        </pc:spChg>
        <pc:spChg chg="add mod">
          <ac:chgData name="Toby Donaldson" userId="2e6e5431-bb17-4c41-9985-d39c50d83c73" providerId="ADAL" clId="{7F9681A8-EEE2-56F4-9B39-ECCBEE0471AC}" dt="2026-02-23T04:59:35.120" v="9819" actId="14100"/>
          <ac:spMkLst>
            <pc:docMk/>
            <pc:sldMk cId="3489250557" sldId="306"/>
            <ac:spMk id="5" creationId="{198CE457-4A65-3D08-331B-80318D0B1B76}"/>
          </ac:spMkLst>
        </pc:spChg>
        <pc:spChg chg="mod">
          <ac:chgData name="Toby Donaldson" userId="2e6e5431-bb17-4c41-9985-d39c50d83c73" providerId="ADAL" clId="{7F9681A8-EEE2-56F4-9B39-ECCBEE0471AC}" dt="2026-02-23T04:58:49.160" v="9811" actId="20577"/>
          <ac:spMkLst>
            <pc:docMk/>
            <pc:sldMk cId="3489250557" sldId="306"/>
            <ac:spMk id="6" creationId="{160EB5A5-4E8B-3258-3099-D4187D831363}"/>
          </ac:spMkLst>
        </pc:spChg>
        <pc:spChg chg="add del mod">
          <ac:chgData name="Toby Donaldson" userId="2e6e5431-bb17-4c41-9985-d39c50d83c73" providerId="ADAL" clId="{7F9681A8-EEE2-56F4-9B39-ECCBEE0471AC}" dt="2026-02-23T05:09:30.151" v="10302" actId="21"/>
          <ac:spMkLst>
            <pc:docMk/>
            <pc:sldMk cId="3489250557" sldId="306"/>
            <ac:spMk id="7" creationId="{D976EAAD-8AEE-C03C-1D9F-1CB33B96A851}"/>
          </ac:spMkLst>
        </pc:spChg>
        <pc:spChg chg="del">
          <ac:chgData name="Toby Donaldson" userId="2e6e5431-bb17-4c41-9985-d39c50d83c73" providerId="ADAL" clId="{7F9681A8-EEE2-56F4-9B39-ECCBEE0471AC}" dt="2026-02-23T04:58:07.002" v="9792" actId="21"/>
          <ac:spMkLst>
            <pc:docMk/>
            <pc:sldMk cId="3489250557" sldId="306"/>
            <ac:spMk id="8" creationId="{891A620C-5C02-8F2A-9615-B84B5DDCCACB}"/>
          </ac:spMkLst>
        </pc:spChg>
        <pc:spChg chg="add del mod">
          <ac:chgData name="Toby Donaldson" userId="2e6e5431-bb17-4c41-9985-d39c50d83c73" providerId="ADAL" clId="{7F9681A8-EEE2-56F4-9B39-ECCBEE0471AC}" dt="2026-02-23T05:09:30.151" v="10302" actId="21"/>
          <ac:spMkLst>
            <pc:docMk/>
            <pc:sldMk cId="3489250557" sldId="306"/>
            <ac:spMk id="9" creationId="{EA4492D1-94AD-D966-68D3-32B7D125B99D}"/>
          </ac:spMkLst>
        </pc:spChg>
        <pc:spChg chg="mod">
          <ac:chgData name="Toby Donaldson" userId="2e6e5431-bb17-4c41-9985-d39c50d83c73" providerId="ADAL" clId="{7F9681A8-EEE2-56F4-9B39-ECCBEE0471AC}" dt="2026-02-23T04:58:58.877" v="9815" actId="20577"/>
          <ac:spMkLst>
            <pc:docMk/>
            <pc:sldMk cId="3489250557" sldId="306"/>
            <ac:spMk id="12" creationId="{E83234F0-6A2C-8A5B-CEBF-BF67CC540A10}"/>
          </ac:spMkLst>
        </pc:spChg>
        <pc:cxnChg chg="del mod">
          <ac:chgData name="Toby Donaldson" userId="2e6e5431-bb17-4c41-9985-d39c50d83c73" providerId="ADAL" clId="{7F9681A8-EEE2-56F4-9B39-ECCBEE0471AC}" dt="2026-02-23T04:58:07.002" v="9792" actId="21"/>
          <ac:cxnSpMkLst>
            <pc:docMk/>
            <pc:sldMk cId="3489250557" sldId="306"/>
            <ac:cxnSpMk id="10" creationId="{74D684E9-A4C9-2610-4CB4-504D7316ACF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5:10:09.266" v="10306" actId="13926"/>
        <pc:sldMkLst>
          <pc:docMk/>
          <pc:sldMk cId="1064403315" sldId="307"/>
        </pc:sldMkLst>
        <pc:spChg chg="mod">
          <ac:chgData name="Toby Donaldson" userId="2e6e5431-bb17-4c41-9985-d39c50d83c73" providerId="ADAL" clId="{7F9681A8-EEE2-56F4-9B39-ECCBEE0471AC}" dt="2026-02-23T05:01:13.581" v="9982" actId="20577"/>
          <ac:spMkLst>
            <pc:docMk/>
            <pc:sldMk cId="1064403315" sldId="307"/>
            <ac:spMk id="3" creationId="{167B0AC7-28A7-D272-A2C6-8F8A86D05350}"/>
          </ac:spMkLst>
        </pc:spChg>
        <pc:spChg chg="add del mod">
          <ac:chgData name="Toby Donaldson" userId="2e6e5431-bb17-4c41-9985-d39c50d83c73" providerId="ADAL" clId="{7F9681A8-EEE2-56F4-9B39-ECCBEE0471AC}" dt="2026-02-23T05:06:14.465" v="10271" actId="21"/>
          <ac:spMkLst>
            <pc:docMk/>
            <pc:sldMk cId="1064403315" sldId="307"/>
            <ac:spMk id="4" creationId="{3F2F390C-2F37-1A11-C230-47D33208DFA4}"/>
          </ac:spMkLst>
        </pc:spChg>
        <pc:spChg chg="mod">
          <ac:chgData name="Toby Donaldson" userId="2e6e5431-bb17-4c41-9985-d39c50d83c73" providerId="ADAL" clId="{7F9681A8-EEE2-56F4-9B39-ECCBEE0471AC}" dt="2026-02-23T05:02:08.003" v="10006" actId="14100"/>
          <ac:spMkLst>
            <pc:docMk/>
            <pc:sldMk cId="1064403315" sldId="307"/>
            <ac:spMk id="5" creationId="{DA20BC3A-6B93-DD4D-6231-2058BC4559AC}"/>
          </ac:spMkLst>
        </pc:spChg>
        <pc:spChg chg="mod">
          <ac:chgData name="Toby Donaldson" userId="2e6e5431-bb17-4c41-9985-d39c50d83c73" providerId="ADAL" clId="{7F9681A8-EEE2-56F4-9B39-ECCBEE0471AC}" dt="2026-02-23T05:10:09.266" v="10306" actId="13926"/>
          <ac:spMkLst>
            <pc:docMk/>
            <pc:sldMk cId="1064403315" sldId="307"/>
            <ac:spMk id="6" creationId="{0127F086-3AB4-F6C3-2713-E2AD50CD95FB}"/>
          </ac:spMkLst>
        </pc:spChg>
        <pc:spChg chg="add del mod">
          <ac:chgData name="Toby Donaldson" userId="2e6e5431-bb17-4c41-9985-d39c50d83c73" providerId="ADAL" clId="{7F9681A8-EEE2-56F4-9B39-ECCBEE0471AC}" dt="2026-02-23T05:06:14.465" v="10271" actId="21"/>
          <ac:spMkLst>
            <pc:docMk/>
            <pc:sldMk cId="1064403315" sldId="307"/>
            <ac:spMk id="10" creationId="{CA246B13-31A7-EBD6-E9AC-3C5F2CCDD635}"/>
          </ac:spMkLst>
        </pc:spChg>
        <pc:spChg chg="mod">
          <ac:chgData name="Toby Donaldson" userId="2e6e5431-bb17-4c41-9985-d39c50d83c73" providerId="ADAL" clId="{7F9681A8-EEE2-56F4-9B39-ECCBEE0471AC}" dt="2026-02-23T05:01:50.949" v="9999" actId="20577"/>
          <ac:spMkLst>
            <pc:docMk/>
            <pc:sldMk cId="1064403315" sldId="307"/>
            <ac:spMk id="12" creationId="{AB82B3A4-873E-6799-BAFC-ED8F10581F87}"/>
          </ac:spMkLst>
        </pc:spChg>
        <pc:spChg chg="add del mod">
          <ac:chgData name="Toby Donaldson" userId="2e6e5431-bb17-4c41-9985-d39c50d83c73" providerId="ADAL" clId="{7F9681A8-EEE2-56F4-9B39-ECCBEE0471AC}" dt="2026-02-23T05:06:06.831" v="10270" actId="21"/>
          <ac:spMkLst>
            <pc:docMk/>
            <pc:sldMk cId="1064403315" sldId="307"/>
            <ac:spMk id="14" creationId="{6B4994D5-8B0A-CA92-AC45-0D97EBEE1743}"/>
          </ac:spMkLst>
        </pc:spChg>
        <pc:spChg chg="add del mod">
          <ac:chgData name="Toby Donaldson" userId="2e6e5431-bb17-4c41-9985-d39c50d83c73" providerId="ADAL" clId="{7F9681A8-EEE2-56F4-9B39-ECCBEE0471AC}" dt="2026-02-23T05:06:06.831" v="10270" actId="21"/>
          <ac:spMkLst>
            <pc:docMk/>
            <pc:sldMk cId="1064403315" sldId="307"/>
            <ac:spMk id="15" creationId="{DC35D4A5-F464-A2DC-2B03-395AECEF3F3B}"/>
          </ac:spMkLst>
        </pc:spChg>
        <pc:spChg chg="add del mod">
          <ac:chgData name="Toby Donaldson" userId="2e6e5431-bb17-4c41-9985-d39c50d83c73" providerId="ADAL" clId="{7F9681A8-EEE2-56F4-9B39-ECCBEE0471AC}" dt="2026-02-23T05:06:06.831" v="10270" actId="21"/>
          <ac:spMkLst>
            <pc:docMk/>
            <pc:sldMk cId="1064403315" sldId="307"/>
            <ac:spMk id="16" creationId="{B155B7A0-3392-261F-F8D3-2945A760EEBE}"/>
          </ac:spMkLst>
        </pc:spChg>
        <pc:cxnChg chg="add del mod">
          <ac:chgData name="Toby Donaldson" userId="2e6e5431-bb17-4c41-9985-d39c50d83c73" providerId="ADAL" clId="{7F9681A8-EEE2-56F4-9B39-ECCBEE0471AC}" dt="2026-02-23T05:06:14.465" v="10271" actId="21"/>
          <ac:cxnSpMkLst>
            <pc:docMk/>
            <pc:sldMk cId="1064403315" sldId="307"/>
            <ac:cxnSpMk id="8" creationId="{54644627-1CFC-3E27-17BF-42AF9D2B28EB}"/>
          </ac:cxnSpMkLst>
        </pc:cxnChg>
        <pc:cxnChg chg="add del mod">
          <ac:chgData name="Toby Donaldson" userId="2e6e5431-bb17-4c41-9985-d39c50d83c73" providerId="ADAL" clId="{7F9681A8-EEE2-56F4-9B39-ECCBEE0471AC}" dt="2026-02-23T05:06:14.465" v="10271" actId="21"/>
          <ac:cxnSpMkLst>
            <pc:docMk/>
            <pc:sldMk cId="1064403315" sldId="307"/>
            <ac:cxnSpMk id="13" creationId="{65E20C91-BB70-4DA8-CB14-3320E21E81E7}"/>
          </ac:cxnSpMkLst>
        </pc:cxnChg>
      </pc:sldChg>
      <pc:sldChg chg="delSp add mod">
        <pc:chgData name="Toby Donaldson" userId="2e6e5431-bb17-4c41-9985-d39c50d83c73" providerId="ADAL" clId="{7F9681A8-EEE2-56F4-9B39-ECCBEE0471AC}" dt="2026-02-23T05:06:29.113" v="10273" actId="21"/>
        <pc:sldMkLst>
          <pc:docMk/>
          <pc:sldMk cId="276851045" sldId="308"/>
        </pc:sldMkLst>
        <pc:spChg chg="del">
          <ac:chgData name="Toby Donaldson" userId="2e6e5431-bb17-4c41-9985-d39c50d83c73" providerId="ADAL" clId="{7F9681A8-EEE2-56F4-9B39-ECCBEE0471AC}" dt="2026-02-23T05:06:29.113" v="10273" actId="21"/>
          <ac:spMkLst>
            <pc:docMk/>
            <pc:sldMk cId="276851045" sldId="308"/>
            <ac:spMk id="14" creationId="{37AB8900-F7E0-7E7C-4978-795F6EF54964}"/>
          </ac:spMkLst>
        </pc:spChg>
        <pc:spChg chg="del">
          <ac:chgData name="Toby Donaldson" userId="2e6e5431-bb17-4c41-9985-d39c50d83c73" providerId="ADAL" clId="{7F9681A8-EEE2-56F4-9B39-ECCBEE0471AC}" dt="2026-02-23T05:06:29.113" v="10273" actId="21"/>
          <ac:spMkLst>
            <pc:docMk/>
            <pc:sldMk cId="276851045" sldId="308"/>
            <ac:spMk id="15" creationId="{63B8E110-E271-A111-00A2-0930C74D6F4A}"/>
          </ac:spMkLst>
        </pc:spChg>
        <pc:spChg chg="del">
          <ac:chgData name="Toby Donaldson" userId="2e6e5431-bb17-4c41-9985-d39c50d83c73" providerId="ADAL" clId="{7F9681A8-EEE2-56F4-9B39-ECCBEE0471AC}" dt="2026-02-23T05:06:29.113" v="10273" actId="21"/>
          <ac:spMkLst>
            <pc:docMk/>
            <pc:sldMk cId="276851045" sldId="308"/>
            <ac:spMk id="16" creationId="{E2C8FAF2-40CA-DECE-5B57-36393A55CDDE}"/>
          </ac:spMkLst>
        </pc:spChg>
      </pc:sldChg>
      <pc:sldChg chg="delSp add del mod">
        <pc:chgData name="Toby Donaldson" userId="2e6e5431-bb17-4c41-9985-d39c50d83c73" providerId="ADAL" clId="{7F9681A8-EEE2-56F4-9B39-ECCBEE0471AC}" dt="2026-02-23T05:06:43.237" v="10277" actId="21"/>
        <pc:sldMkLst>
          <pc:docMk/>
          <pc:sldMk cId="1971700919" sldId="309"/>
        </pc:sldMkLst>
        <pc:spChg chg="del">
          <ac:chgData name="Toby Donaldson" userId="2e6e5431-bb17-4c41-9985-d39c50d83c73" providerId="ADAL" clId="{7F9681A8-EEE2-56F4-9B39-ECCBEE0471AC}" dt="2026-02-23T05:06:43.237" v="10277" actId="21"/>
          <ac:spMkLst>
            <pc:docMk/>
            <pc:sldMk cId="1971700919" sldId="309"/>
            <ac:spMk id="14" creationId="{CBD68DB0-B707-1814-1FD7-DAB099706043}"/>
          </ac:spMkLst>
        </pc:spChg>
        <pc:spChg chg="del">
          <ac:chgData name="Toby Donaldson" userId="2e6e5431-bb17-4c41-9985-d39c50d83c73" providerId="ADAL" clId="{7F9681A8-EEE2-56F4-9B39-ECCBEE0471AC}" dt="2026-02-23T05:06:43.237" v="10277" actId="21"/>
          <ac:spMkLst>
            <pc:docMk/>
            <pc:sldMk cId="1971700919" sldId="309"/>
            <ac:spMk id="16" creationId="{11DAF782-879A-65FB-3407-3E14CBCF9680}"/>
          </ac:spMkLst>
        </pc:spChg>
      </pc:sldChg>
      <pc:sldChg chg="modSp add mod">
        <pc:chgData name="Toby Donaldson" userId="2e6e5431-bb17-4c41-9985-d39c50d83c73" providerId="ADAL" clId="{7F9681A8-EEE2-56F4-9B39-ECCBEE0471AC}" dt="2026-02-23T05:07:54.304" v="10290" actId="20577"/>
        <pc:sldMkLst>
          <pc:docMk/>
          <pc:sldMk cId="2603110389" sldId="310"/>
        </pc:sldMkLst>
        <pc:spChg chg="mod">
          <ac:chgData name="Toby Donaldson" userId="2e6e5431-bb17-4c41-9985-d39c50d83c73" providerId="ADAL" clId="{7F9681A8-EEE2-56F4-9B39-ECCBEE0471AC}" dt="2026-02-23T05:07:54.304" v="10290" actId="20577"/>
          <ac:spMkLst>
            <pc:docMk/>
            <pc:sldMk cId="2603110389" sldId="310"/>
            <ac:spMk id="4" creationId="{6EA84988-302B-B8AD-4D6C-1C290B19DD9E}"/>
          </ac:spMkLst>
        </pc:spChg>
        <pc:spChg chg="mod">
          <ac:chgData name="Toby Donaldson" userId="2e6e5431-bb17-4c41-9985-d39c50d83c73" providerId="ADAL" clId="{7F9681A8-EEE2-56F4-9B39-ECCBEE0471AC}" dt="2026-02-23T05:07:52.910" v="10288" actId="20577"/>
          <ac:spMkLst>
            <pc:docMk/>
            <pc:sldMk cId="2603110389" sldId="310"/>
            <ac:spMk id="10" creationId="{2BF3CF0A-85C3-389E-AA06-A31CD412688B}"/>
          </ac:spMkLst>
        </pc:spChg>
        <pc:spChg chg="mod">
          <ac:chgData name="Toby Donaldson" userId="2e6e5431-bb17-4c41-9985-d39c50d83c73" providerId="ADAL" clId="{7F9681A8-EEE2-56F4-9B39-ECCBEE0471AC}" dt="2026-02-23T05:07:07.880" v="10278" actId="20577"/>
          <ac:spMkLst>
            <pc:docMk/>
            <pc:sldMk cId="2603110389" sldId="310"/>
            <ac:spMk id="16" creationId="{5FEA812F-9391-B16D-ED1B-5D44BED03102}"/>
          </ac:spMkLst>
        </pc:spChg>
      </pc:sldChg>
      <pc:sldChg chg="delSp add mod">
        <pc:chgData name="Toby Donaldson" userId="2e6e5431-bb17-4c41-9985-d39c50d83c73" providerId="ADAL" clId="{7F9681A8-EEE2-56F4-9B39-ECCBEE0471AC}" dt="2026-02-23T05:09:38.363" v="10304" actId="21"/>
        <pc:sldMkLst>
          <pc:docMk/>
          <pc:sldMk cId="2996340326" sldId="311"/>
        </pc:sldMkLst>
        <pc:spChg chg="del">
          <ac:chgData name="Toby Donaldson" userId="2e6e5431-bb17-4c41-9985-d39c50d83c73" providerId="ADAL" clId="{7F9681A8-EEE2-56F4-9B39-ECCBEE0471AC}" dt="2026-02-23T05:09:38.363" v="10304" actId="21"/>
          <ac:spMkLst>
            <pc:docMk/>
            <pc:sldMk cId="2996340326" sldId="311"/>
            <ac:spMk id="7" creationId="{E7379419-6E6B-FF2A-ACA6-0EE1A0D179F8}"/>
          </ac:spMkLst>
        </pc:spChg>
      </pc:sldChg>
      <pc:sldChg chg="add">
        <pc:chgData name="Toby Donaldson" userId="2e6e5431-bb17-4c41-9985-d39c50d83c73" providerId="ADAL" clId="{7F9681A8-EEE2-56F4-9B39-ECCBEE0471AC}" dt="2026-02-23T05:09:33.942" v="10303" actId="2890"/>
        <pc:sldMkLst>
          <pc:docMk/>
          <pc:sldMk cId="3196339335" sldId="312"/>
        </pc:sldMkLst>
      </pc:sldChg>
      <pc:sldChg chg="addSp delSp modSp new del mod">
        <pc:chgData name="Toby Donaldson" userId="2e6e5431-bb17-4c41-9985-d39c50d83c73" providerId="ADAL" clId="{7F9681A8-EEE2-56F4-9B39-ECCBEE0471AC}" dt="2026-02-23T05:13:02.602" v="10432" actId="2696"/>
        <pc:sldMkLst>
          <pc:docMk/>
          <pc:sldMk cId="1077995254" sldId="313"/>
        </pc:sldMkLst>
        <pc:spChg chg="mod">
          <ac:chgData name="Toby Donaldson" userId="2e6e5431-bb17-4c41-9985-d39c50d83c73" providerId="ADAL" clId="{7F9681A8-EEE2-56F4-9B39-ECCBEE0471AC}" dt="2026-02-23T05:11:36.408" v="10344" actId="20577"/>
          <ac:spMkLst>
            <pc:docMk/>
            <pc:sldMk cId="1077995254" sldId="313"/>
            <ac:spMk id="2" creationId="{8A1E9F14-7629-F368-5840-08432EF9328B}"/>
          </ac:spMkLst>
        </pc:spChg>
        <pc:spChg chg="del mod">
          <ac:chgData name="Toby Donaldson" userId="2e6e5431-bb17-4c41-9985-d39c50d83c73" providerId="ADAL" clId="{7F9681A8-EEE2-56F4-9B39-ECCBEE0471AC}" dt="2026-02-23T05:12:12.915" v="10388" actId="21"/>
          <ac:spMkLst>
            <pc:docMk/>
            <pc:sldMk cId="1077995254" sldId="313"/>
            <ac:spMk id="3" creationId="{5711F819-0C4E-3D0F-95C5-51CB5AAC7D36}"/>
          </ac:spMkLst>
        </pc:spChg>
        <pc:spChg chg="add mod">
          <ac:chgData name="Toby Donaldson" userId="2e6e5431-bb17-4c41-9985-d39c50d83c73" providerId="ADAL" clId="{7F9681A8-EEE2-56F4-9B39-ECCBEE0471AC}" dt="2026-02-23T05:12:22.875" v="10391" actId="1076"/>
          <ac:spMkLst>
            <pc:docMk/>
            <pc:sldMk cId="1077995254" sldId="313"/>
            <ac:spMk id="4" creationId="{11F36487-2C32-C9B5-CF13-A10E25F2497A}"/>
          </ac:spMkLst>
        </pc:spChg>
        <pc:spChg chg="add mod">
          <ac:chgData name="Toby Donaldson" userId="2e6e5431-bb17-4c41-9985-d39c50d83c73" providerId="ADAL" clId="{7F9681A8-EEE2-56F4-9B39-ECCBEE0471AC}" dt="2026-02-23T05:11:59.912" v="10386"/>
          <ac:spMkLst>
            <pc:docMk/>
            <pc:sldMk cId="1077995254" sldId="313"/>
            <ac:spMk id="5" creationId="{C207780A-4D77-77D6-F0F2-035686629A45}"/>
          </ac:spMkLst>
        </pc:spChg>
        <pc:spChg chg="add del mod">
          <ac:chgData name="Toby Donaldson" userId="2e6e5431-bb17-4c41-9985-d39c50d83c73" providerId="ADAL" clId="{7F9681A8-EEE2-56F4-9B39-ECCBEE0471AC}" dt="2026-02-23T05:12:14.209" v="10389" actId="21"/>
          <ac:spMkLst>
            <pc:docMk/>
            <pc:sldMk cId="1077995254" sldId="313"/>
            <ac:spMk id="7" creationId="{16971047-A4C9-5927-466B-8EEA87D293B7}"/>
          </ac:spMkLst>
        </pc:spChg>
        <pc:spChg chg="add mod">
          <ac:chgData name="Toby Donaldson" userId="2e6e5431-bb17-4c41-9985-d39c50d83c73" providerId="ADAL" clId="{7F9681A8-EEE2-56F4-9B39-ECCBEE0471AC}" dt="2026-02-23T05:12:48.806" v="10431" actId="255"/>
          <ac:spMkLst>
            <pc:docMk/>
            <pc:sldMk cId="1077995254" sldId="313"/>
            <ac:spMk id="8" creationId="{E404AF62-C247-BD1A-8DC0-13FA8CCAFA6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5C29D-8A7E-D8E0-FCF2-F0E7C033B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C5868-64E1-C26A-7A12-F3C188C60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D835-BADF-6017-76EA-C13DC2F2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8E38B-D2BA-1E61-3E3D-22FD7E57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95499-0781-9335-8527-2CF09352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8FCDA-7675-BB19-6550-CE968C6D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9516D-2110-2A40-99FC-11A45F88B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255A5-3FF2-4DC4-1736-D34337E9D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D40B-80E7-59C3-AB00-AA17E321D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B7055-A93D-34FE-A55F-34A7EA8F6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0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CFE2-70CA-D2DC-F615-2AA4CE52D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CBCF0-1A51-7789-4B2C-6DFC39BD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1C8BD-BFF3-C95D-0ED0-945F8F16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177-0A92-98E9-D9F2-B95EFE8F1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EA26-EF55-3958-7B57-8A206370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5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F4A4B-5489-1C71-1044-1AE150D99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402F8-F3AE-30D1-24EF-FDB2F886FF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3F3F0-B12A-99BC-CBBF-1D70D509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E323E-35AF-E170-F688-2982C2747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6D63E-9ECC-FB2F-B544-C8F3FEB4F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9BA17-1FC0-A84E-0A83-DFF6DF1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53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6F410-C744-FAF3-FE82-D03ABCFD4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0C216-9601-605E-151D-7F1E5E1D9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0D7D9-DFB2-8C57-D90D-919BC9D8C7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54907-6BC2-952F-FD2B-C8FCD578FC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446FEA-B661-56B3-6E7C-1C2873D0A0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0FC6AB-4ADC-776B-3D56-37E3FA396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5942E7-325E-C442-E405-1F58F6004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260706-DDB1-FE69-8827-506C98565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5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820DB-42AC-E50B-D122-69A94375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2A1F48-3798-4AAF-6FAE-3DA0A3851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3747E-2354-CC22-B496-7A479B87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CC433-A6D6-27A5-7A6F-492AD6DF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3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824CA6-621C-79C7-F4CD-71B010180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B86CF-0D8E-7DE8-A581-D95DA13B9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C3E96-D001-7DB9-5C04-5E42169A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D7D7-6295-8043-2C18-DB41F979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6E8D3-99EB-1064-AD7E-BF04E7123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3F990-0019-1476-334E-D6562765D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F1BBB7-C55C-880D-F3EF-8909E37F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C0EF5-7469-F2A1-5137-81A92D4E5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FC826-2C53-957B-4932-942BF6590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5B05-BE32-980C-84BA-78CC03DC3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E57C65-6B34-8CA0-5265-1C107B4DEC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93A27-D464-54A9-56CB-766B344A3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3968-ADBE-93D3-5FBD-12C7CD61D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BC69-D605-21C7-C24F-4E826F79B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90A5F7-D139-9904-161E-7D05860D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280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F016-237C-51CB-2E0A-26290603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1412-B0C3-BF8D-A437-026226FAB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ADA6D-7030-FB38-E3D0-3AE95F18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1B38-1174-6C37-153E-92AC3FD3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2F78C-79F2-1D9E-0E8E-6A868C7CF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13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9DF9F9-F194-4124-1802-4520308F2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5066B-5091-7A32-5750-7DB86023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B414F-5824-0CDE-924A-E55101D71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275C-E850-EF6C-BBFA-436949C6E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3130E-58BF-8621-12C2-B085CD2EF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0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1E833D-A81F-5CAF-56E8-1D82B1EC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9A464-2FF3-AD96-2DFA-041DD1EFC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237D-BFA5-E8AE-2E53-38C44EFDF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7D7E8-AA12-DB84-2D54-FAFE302C9C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1585-FED3-929D-22F1-3E9DA5FB9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9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9C49A-AE1E-2DDF-FEC5-0B17A07FA7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C2B7D-60D2-56F3-7279-ADE5D9EB9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125, Spring 2026</a:t>
            </a:r>
          </a:p>
          <a:p>
            <a:r>
              <a:rPr lang="en-US" dirty="0"/>
              <a:t>SFU Surrey</a:t>
            </a:r>
          </a:p>
        </p:txBody>
      </p:sp>
    </p:spTree>
    <p:extLst>
      <p:ext uri="{BB962C8B-B14F-4D97-AF65-F5344CB8AC3E}">
        <p14:creationId xmlns:p14="http://schemas.microsoft.com/office/powerpoint/2010/main" val="388027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DC2D7-F47D-2C97-E52C-1001370C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A659D-6A10-B68E-6A45-05BF8A39C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</p:txBody>
      </p:sp>
    </p:spTree>
    <p:extLst>
      <p:ext uri="{BB962C8B-B14F-4D97-AF65-F5344CB8AC3E}">
        <p14:creationId xmlns:p14="http://schemas.microsoft.com/office/powerpoint/2010/main" val="247222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B8492-0FC3-C35E-C801-797617F1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6F4A1-A91D-4239-6F06-BF2726DA9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84FF9-02FE-27B7-60B6-2E7D42540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  <a:p>
            <a:r>
              <a:rPr lang="en-US" dirty="0"/>
              <a:t>Exceptions are usually created inside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b="1" dirty="0"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statement</a:t>
            </a:r>
            <a:b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B8B000-DDAC-1F47-F430-529290A3E926}"/>
              </a:ext>
            </a:extLst>
          </p:cNvPr>
          <p:cNvSpPr txBox="1"/>
          <p:nvPr/>
        </p:nvSpPr>
        <p:spPr>
          <a:xfrm>
            <a:off x="8818179" y="365125"/>
            <a:ext cx="3037491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create your own exception classes, which can help in large programs. But in this course we’ll stick to exceptions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644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97D0-85ED-4A77-6905-1B54AF89D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B153-A824-789D-6890-AB48D679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86CA-C74F-FACC-5D2E-AE135E400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code after is skipped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An exception jumps out of the function it was thrown in, skipping any code that comes afterwards</a:t>
            </a:r>
          </a:p>
          <a:p>
            <a:pPr lvl="1"/>
            <a:r>
              <a:rPr lang="en-US" dirty="0"/>
              <a:t>Except for destructors: those are called properly!</a:t>
            </a:r>
          </a:p>
          <a:p>
            <a:r>
              <a:rPr lang="en-US" dirty="0"/>
              <a:t>A thrown exception </a:t>
            </a:r>
            <a:r>
              <a:rPr lang="en-US" b="1" dirty="0"/>
              <a:t>propagates</a:t>
            </a:r>
            <a:r>
              <a:rPr lang="en-US" dirty="0"/>
              <a:t> up the call stack</a:t>
            </a:r>
          </a:p>
          <a:p>
            <a:pPr lvl="1"/>
            <a:r>
              <a:rPr lang="en-US" dirty="0"/>
              <a:t>The exception is given to the function that called it, and then to the function that call that one, and so on out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922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9281-D76A-6ABA-7AA2-E40EDF17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A538-11D7-62EB-5C09-24AAD78D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0F0E4-DD60-C89D-4C4C-FB747B13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F525-0B85-E8E5-683A-35709C169471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</p:spTree>
    <p:extLst>
      <p:ext uri="{BB962C8B-B14F-4D97-AF65-F5344CB8AC3E}">
        <p14:creationId xmlns:p14="http://schemas.microsoft.com/office/powerpoint/2010/main" val="449184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F827C-D931-18B2-9A2E-215B5858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869D7-8F80-8C2C-59BF-3DFF76F2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9B0A6-3399-29B9-DCF1-F04DC264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13F8E-E56B-293A-6DC4-386B7EBC1BAB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E1891E-A364-980F-5E29-6126F6F69B80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B90661-E9FE-A288-4D41-FF982D74F01A}"/>
              </a:ext>
            </a:extLst>
          </p:cNvPr>
          <p:cNvSpPr/>
          <p:nvPr/>
        </p:nvSpPr>
        <p:spPr>
          <a:xfrm>
            <a:off x="1210110" y="3697263"/>
            <a:ext cx="7056559" cy="4761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93F52F-08E4-7EC1-7087-E3AF7F2B509E}"/>
              </a:ext>
            </a:extLst>
          </p:cNvPr>
          <p:cNvCxnSpPr>
            <a:stCxn id="6" idx="1"/>
          </p:cNvCxnSpPr>
          <p:nvPr/>
        </p:nvCxnSpPr>
        <p:spPr>
          <a:xfrm flipH="1">
            <a:off x="8241957" y="3935334"/>
            <a:ext cx="1170058" cy="31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597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E578-A345-C077-9AF9-00CB1BE12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7C7A-C0F6-313E-DB93-FFD6E7EE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25DA-57E6-FA31-58A8-C89360E2F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86CD9-5B87-D2CB-A156-C70A814B65E4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790FD-89BB-D771-4BE7-3BCD2B76610C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E15DE-BFCC-EFB8-53AA-3184074BE168}"/>
              </a:ext>
            </a:extLst>
          </p:cNvPr>
          <p:cNvSpPr/>
          <p:nvPr/>
        </p:nvSpPr>
        <p:spPr>
          <a:xfrm>
            <a:off x="1490979" y="4595599"/>
            <a:ext cx="7432304" cy="9755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CF195-64D0-93A5-7695-B14C12559ACB}"/>
              </a:ext>
            </a:extLst>
          </p:cNvPr>
          <p:cNvSpPr txBox="1"/>
          <p:nvPr/>
        </p:nvSpPr>
        <p:spPr>
          <a:xfrm>
            <a:off x="8765628" y="5422680"/>
            <a:ext cx="307164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you catch an exception you typically print an error message, or sometimes recover form the error.</a:t>
            </a:r>
          </a:p>
        </p:txBody>
      </p:sp>
    </p:spTree>
    <p:extLst>
      <p:ext uri="{BB962C8B-B14F-4D97-AF65-F5344CB8AC3E}">
        <p14:creationId xmlns:p14="http://schemas.microsoft.com/office/powerpoint/2010/main" val="207814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2016-372E-EDD4-B078-DBBE52A9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5A6-910C-7363-078A-EFD82C23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84824-0380-F376-59D9-51C4B655DA8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2B5CAB-943F-8541-5DC8-2AC5701F708B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BEDFC0-D338-C52A-F27B-065C33E01863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AC40DA-99A6-8ED6-9BB7-29B82392D4F9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071A0-EF99-47A7-6A1D-AE8280FEF740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06DD90-A30D-6509-E587-C79C71DA1CD4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3E543F-6238-E16C-3EF6-0A80FE6ABD9F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A87772-E9B6-F578-1239-01C39DE4561A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FE4DE-AD04-C1BA-0B13-A61E90B3387F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7CDD4C-16F4-F537-2804-88F78529F217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362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C5834-B1E6-7952-03C3-A9C8F0FA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57D44-60D4-E644-2D89-494C06CD3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CCB72C-A3CF-98B1-755C-6C0D92301213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6F4069C-9317-1B8F-62DC-A9478E2E5643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A86890-9147-6A83-37D3-96882860323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71095F4-354D-4237-7DEA-D0F01B028FDE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3845B3-8A5B-E2AC-0A03-0CC926216D81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83ECB1-CD68-2891-E0C7-2F2D97EC68B3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82CF3E-9ABB-202B-23EE-9000E20A6770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3DD90-FEFD-2D37-1E77-8BF753C995F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2A77E-6977-6AE4-029D-99B70405289A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7C1F6A-5888-C618-4B58-E06FFAF58E63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0E2F8C0-F79B-B566-9838-1D580BADD2C0}"/>
              </a:ext>
            </a:extLst>
          </p:cNvPr>
          <p:cNvSpPr txBox="1"/>
          <p:nvPr/>
        </p:nvSpPr>
        <p:spPr>
          <a:xfrm>
            <a:off x="7510040" y="915248"/>
            <a:ext cx="266397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there’s a try/catch block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that catches the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continues as usual.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A6D78C-7F8E-855D-87C1-14B656125609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344594" y="2114340"/>
            <a:ext cx="1165446" cy="467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21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3FE5-E74F-8B22-6FD8-D5E9CE72F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DB88-D3E4-2E2F-EC94-258FBFE24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AA289EC-40FA-A3B1-5664-D913AA845BE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D0CF59-25C1-6882-B54B-CE174651FB44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5AB5BA-960E-DD43-5872-D1715A165D27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D4F51B-D30F-BE5A-9F7A-E1EA883B694D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462BD-B20A-2713-FE7C-CB77066E01C5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5BF426-5004-899E-68F0-6D7B79175181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2698B7-215F-63F5-7B08-824E23639477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79E37-F8F5-0A13-8757-331DB9898ECF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6AD5F1-8A22-8A81-2EA7-B24424BCDB26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C750E2-A7A3-BC23-1988-C6D232ADD3E8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FC9A874-BEB9-268A-2B46-84A1C648C597}"/>
              </a:ext>
            </a:extLst>
          </p:cNvPr>
          <p:cNvSpPr txBox="1"/>
          <p:nvPr/>
        </p:nvSpPr>
        <p:spPr>
          <a:xfrm>
            <a:off x="7312332" y="2402570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if the exception is not caught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. Any destructors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are correctly called.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F93B91E-E18A-83DF-81F7-C1BAAE61D9B4}"/>
              </a:ext>
            </a:extLst>
          </p:cNvPr>
          <p:cNvSpPr/>
          <p:nvPr/>
        </p:nvSpPr>
        <p:spPr>
          <a:xfrm>
            <a:off x="6411310" y="2638097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27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219A-8B3A-BE60-381A-6E7E8600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AA3C-734E-50B5-C429-ABBD713EC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FF4EBEC-F57F-C5B9-D195-E33B154BA5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AFCD346-F837-9AA9-9D11-4967C97C3EDC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AFD20C-28BA-E062-0E0F-B581B48A008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922894-8F9D-5A52-76EA-31CB3DF3AE35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62D7-D1FA-9F58-40A6-0F6662222F67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6DA0-2890-A343-1285-869F3248F41C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FEF193-D7EF-8409-24A4-B0F0ED9F5905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3FC06-D16A-720A-2307-9EA8D8C5E94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21E0A-D535-B634-D127-D4FD27A340C0}"/>
              </a:ext>
            </a:extLst>
          </p:cNvPr>
          <p:cNvSpPr txBox="1"/>
          <p:nvPr/>
        </p:nvSpPr>
        <p:spPr>
          <a:xfrm>
            <a:off x="7280801" y="2605640"/>
            <a:ext cx="32525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After the exception leaves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is pop from the stack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 has the chance to catch it.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257EF72-815C-953C-D423-8004E28F1B82}"/>
              </a:ext>
            </a:extLst>
          </p:cNvPr>
          <p:cNvGrpSpPr/>
          <p:nvPr/>
        </p:nvGrpSpPr>
        <p:grpSpPr>
          <a:xfrm>
            <a:off x="5563611" y="2439320"/>
            <a:ext cx="903890" cy="281952"/>
            <a:chOff x="2385848" y="2511972"/>
            <a:chExt cx="903890" cy="2819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DFF8A8-15D2-DE2A-8B6F-ABA836C6DF35}"/>
                </a:ext>
              </a:extLst>
            </p:cNvPr>
            <p:cNvCxnSpPr/>
            <p:nvPr/>
          </p:nvCxnSpPr>
          <p:spPr>
            <a:xfrm flipV="1"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C6BD7C3-1E0D-A1C6-6E8A-8A7963D0CFF1}"/>
                </a:ext>
              </a:extLst>
            </p:cNvPr>
            <p:cNvCxnSpPr>
              <a:cxnSpLocks/>
            </p:cNvCxnSpPr>
            <p:nvPr/>
          </p:nvCxnSpPr>
          <p:spPr>
            <a:xfrm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201D48-21CA-59D0-6B98-8D858EE9CF85}"/>
              </a:ext>
            </a:extLst>
          </p:cNvPr>
          <p:cNvCxnSpPr>
            <a:stCxn id="18" idx="1"/>
            <a:endCxn id="13" idx="3"/>
          </p:cNvCxnSpPr>
          <p:nvPr/>
        </p:nvCxnSpPr>
        <p:spPr>
          <a:xfrm flipH="1" flipV="1">
            <a:off x="6338182" y="3055534"/>
            <a:ext cx="942619" cy="117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48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6206-0D86-E872-ECFA-FAC153C2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70C-9AFD-A637-C968-5A6F4F983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5DF4C49-5010-75D4-9C9A-FC2EA79CBA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21E430-C792-89F2-BE22-1B584AA1B020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FAF7A-6F49-F552-580C-409E89B91965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BDFB163-149A-9593-8AE3-B24B19C501BF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E5B8A-B05E-9726-BD06-ECCE4F4E5843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09CDB-BF61-1F50-8AD3-178436B29412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0875A-CC40-5AF5-1BE9-765D37A23AF8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0DE62-3559-77CE-A840-B0DD5AA6D8E8}"/>
              </a:ext>
            </a:extLst>
          </p:cNvPr>
          <p:cNvSpPr txBox="1"/>
          <p:nvPr/>
        </p:nvSpPr>
        <p:spPr>
          <a:xfrm>
            <a:off x="7364883" y="2067031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no try/catch block in any of the functions catches the exception,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>
                <a:cs typeface="Consolas" panose="020B0609020204030204" pitchFamily="49" charset="0"/>
              </a:rPr>
              <a:t> and crashes the program.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F1C81F4-1BCE-67A3-A84B-EBC6B3CB3A6F}"/>
              </a:ext>
            </a:extLst>
          </p:cNvPr>
          <p:cNvSpPr/>
          <p:nvPr/>
        </p:nvSpPr>
        <p:spPr>
          <a:xfrm>
            <a:off x="6351006" y="3055809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82883C9-24A9-8A1B-4184-F1D3DC52C7C2}"/>
              </a:ext>
            </a:extLst>
          </p:cNvPr>
          <p:cNvSpPr/>
          <p:nvPr/>
        </p:nvSpPr>
        <p:spPr>
          <a:xfrm>
            <a:off x="6351006" y="3606473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BFA6F96-5502-4BF3-AE79-BEDFF3A57504}"/>
              </a:ext>
            </a:extLst>
          </p:cNvPr>
          <p:cNvSpPr/>
          <p:nvPr/>
        </p:nvSpPr>
        <p:spPr>
          <a:xfrm>
            <a:off x="6411310" y="4172607"/>
            <a:ext cx="680364" cy="346841"/>
          </a:xfrm>
          <a:custGeom>
            <a:avLst/>
            <a:gdLst>
              <a:gd name="csX0" fmla="*/ 0 w 680364"/>
              <a:gd name="csY0" fmla="*/ 0 h 346841"/>
              <a:gd name="csX1" fmla="*/ 672662 w 680364"/>
              <a:gd name="csY1" fmla="*/ 220717 h 346841"/>
              <a:gd name="csX2" fmla="*/ 304800 w 680364"/>
              <a:gd name="csY2" fmla="*/ 346841 h 3468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80364" h="346841">
                <a:moveTo>
                  <a:pt x="0" y="0"/>
                </a:moveTo>
                <a:cubicBezTo>
                  <a:pt x="310931" y="81455"/>
                  <a:pt x="621862" y="162910"/>
                  <a:pt x="672662" y="220717"/>
                </a:cubicBezTo>
                <a:cubicBezTo>
                  <a:pt x="723462" y="278524"/>
                  <a:pt x="514131" y="312682"/>
                  <a:pt x="304800" y="346841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84F1E2-09DB-BDC9-AB8F-2EA17D21F1CE}"/>
              </a:ext>
            </a:extLst>
          </p:cNvPr>
          <p:cNvSpPr/>
          <p:nvPr/>
        </p:nvSpPr>
        <p:spPr>
          <a:xfrm>
            <a:off x="6771503" y="4609070"/>
            <a:ext cx="758101" cy="766119"/>
          </a:xfrm>
          <a:custGeom>
            <a:avLst/>
            <a:gdLst>
              <a:gd name="csX0" fmla="*/ 0 w 758101"/>
              <a:gd name="csY0" fmla="*/ 0 h 766119"/>
              <a:gd name="csX1" fmla="*/ 729048 w 758101"/>
              <a:gd name="csY1" fmla="*/ 234779 h 766119"/>
              <a:gd name="csX2" fmla="*/ 543697 w 758101"/>
              <a:gd name="csY2" fmla="*/ 766119 h 766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58101" h="766119">
                <a:moveTo>
                  <a:pt x="0" y="0"/>
                </a:moveTo>
                <a:cubicBezTo>
                  <a:pt x="319216" y="53546"/>
                  <a:pt x="638432" y="107093"/>
                  <a:pt x="729048" y="234779"/>
                </a:cubicBezTo>
                <a:cubicBezTo>
                  <a:pt x="819664" y="362465"/>
                  <a:pt x="681680" y="564292"/>
                  <a:pt x="543697" y="766119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486A5A-BAC8-B4F4-CB82-D6891BC4E4DC}"/>
              </a:ext>
            </a:extLst>
          </p:cNvPr>
          <p:cNvSpPr txBox="1"/>
          <p:nvPr/>
        </p:nvSpPr>
        <p:spPr>
          <a:xfrm>
            <a:off x="6834491" y="5439451"/>
            <a:ext cx="84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Crash!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A72B4-64FE-1CE7-57D2-CD3E4D789187}"/>
              </a:ext>
            </a:extLst>
          </p:cNvPr>
          <p:cNvSpPr txBox="1"/>
          <p:nvPr/>
        </p:nvSpPr>
        <p:spPr>
          <a:xfrm>
            <a:off x="8310592" y="3712303"/>
            <a:ext cx="23889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correctly called as the exception propagates.</a:t>
            </a:r>
          </a:p>
        </p:txBody>
      </p:sp>
    </p:spTree>
    <p:extLst>
      <p:ext uri="{BB962C8B-B14F-4D97-AF65-F5344CB8AC3E}">
        <p14:creationId xmlns:p14="http://schemas.microsoft.com/office/powerpoint/2010/main" val="2373883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F9659-961F-CD9A-0CD8-269D4483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5273-8C6A-33F4-F93D-265168B2F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C7E2-F45B-2327-7052-7ECE20EA0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3F33A-337F-9984-7D56-25725B4DB2A4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an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634273-4B02-0437-E5DE-518DA56A0BA3}"/>
              </a:ext>
            </a:extLst>
          </p:cNvPr>
          <p:cNvSpPr/>
          <p:nvPr/>
        </p:nvSpPr>
        <p:spPr>
          <a:xfrm>
            <a:off x="1343835" y="2209751"/>
            <a:ext cx="3154593" cy="65016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73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CBEE-9027-0C77-15B2-89B1027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3BBDD-5170-828D-BAB8-C20D83080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D1010-1226-AC99-B216-8BCC4148C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44861-31ED-2123-DA17-B8B96567C02F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4AC0-B958-7D21-581E-ED94F4ACF2FF}"/>
              </a:ext>
            </a:extLst>
          </p:cNvPr>
          <p:cNvSpPr/>
          <p:nvPr/>
        </p:nvSpPr>
        <p:spPr>
          <a:xfrm>
            <a:off x="838200" y="3103917"/>
            <a:ext cx="8158655" cy="154165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0732E-43F3-C93A-99DE-F7CC5B91B7DF}"/>
              </a:ext>
            </a:extLst>
          </p:cNvPr>
          <p:cNvSpPr txBox="1"/>
          <p:nvPr/>
        </p:nvSpPr>
        <p:spPr>
          <a:xfrm>
            <a:off x="8324193" y="1859755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1125923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DFEA-2B68-8235-26B2-0AB1E3687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AF4C-7165-D365-A926-70F9BBA9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F0773-DFAF-E756-6286-CBA0DC355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8CB881-523E-6587-4368-54EAFB39961B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85D7E7-FE9D-D211-5EB2-3F7CE9DF2FF7}"/>
              </a:ext>
            </a:extLst>
          </p:cNvPr>
          <p:cNvSpPr/>
          <p:nvPr/>
        </p:nvSpPr>
        <p:spPr>
          <a:xfrm>
            <a:off x="838201" y="4587940"/>
            <a:ext cx="7013028" cy="110046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484F3-1E8F-3422-9B96-FDB56C3843E6}"/>
              </a:ext>
            </a:extLst>
          </p:cNvPr>
          <p:cNvSpPr txBox="1"/>
          <p:nvPr/>
        </p:nvSpPr>
        <p:spPr>
          <a:xfrm>
            <a:off x="8324193" y="1859755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DDEE8-7A47-1359-8DA5-39D91292EF2A}"/>
              </a:ext>
            </a:extLst>
          </p:cNvPr>
          <p:cNvSpPr txBox="1"/>
          <p:nvPr/>
        </p:nvSpPr>
        <p:spPr>
          <a:xfrm>
            <a:off x="7961586" y="4765243"/>
            <a:ext cx="271955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notation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catch(...)</a:t>
            </a:r>
            <a:r>
              <a:rPr lang="en-US" dirty="0">
                <a:cs typeface="Consolas" panose="020B0609020204030204" pitchFamily="49" charset="0"/>
              </a:rPr>
              <a:t>  will catch any exception.</a:t>
            </a:r>
          </a:p>
        </p:txBody>
      </p:sp>
    </p:spTree>
    <p:extLst>
      <p:ext uri="{BB962C8B-B14F-4D97-AF65-F5344CB8AC3E}">
        <p14:creationId xmlns:p14="http://schemas.microsoft.com/office/powerpoint/2010/main" val="3782959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60011-92A2-227B-E1B9-8C1643E3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C902-30C2-3895-EAB4-534CB25A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B1461-0B4C-2827-2089-074B19DCC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73F9D-7EBF-A771-B826-FAC9BC8D1973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code has a potential memory leak.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C2C428-61C5-CCB9-7356-00FF0C912B25}"/>
              </a:ext>
            </a:extLst>
          </p:cNvPr>
          <p:cNvSpPr txBox="1"/>
          <p:nvPr/>
        </p:nvSpPr>
        <p:spPr>
          <a:xfrm>
            <a:off x="3904594" y="2772602"/>
            <a:ext cx="310580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this throws an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 doesn’t run, causing a memory leak.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A263D-6884-A327-3035-88C2E9E75A65}"/>
              </a:ext>
            </a:extLst>
          </p:cNvPr>
          <p:cNvSpPr/>
          <p:nvPr/>
        </p:nvSpPr>
        <p:spPr>
          <a:xfrm>
            <a:off x="838200" y="2859916"/>
            <a:ext cx="2892972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552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5E7A3-94EC-7E3E-6A24-73C7CF8FE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6924-1C84-78AA-E9C1-89469F4B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13F4B-E873-141B-7A15-7FF1D5FDD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3E978-BEA3-FC87-EFA4-CDE10531482B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</p:spTree>
    <p:extLst>
      <p:ext uri="{BB962C8B-B14F-4D97-AF65-F5344CB8AC3E}">
        <p14:creationId xmlns:p14="http://schemas.microsoft.com/office/powerpoint/2010/main" val="2725362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6BFBA-A84B-38EA-5550-D7517626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60DEE-FDDB-7931-3465-9DC45269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02F76-A53F-3ABD-CCA1-C9BE6C3CD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F7408-14B9-B2DF-4DB0-D3C3159CACA2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C6B-583B-C8C4-2AFB-69629DB57A74}"/>
              </a:ext>
            </a:extLst>
          </p:cNvPr>
          <p:cNvSpPr txBox="1"/>
          <p:nvPr/>
        </p:nvSpPr>
        <p:spPr>
          <a:xfrm>
            <a:off x="5538952" y="2967335"/>
            <a:ext cx="45930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C++ recommends a different solution</a:t>
            </a:r>
            <a:r>
              <a:rPr lang="en-US" dirty="0">
                <a:cs typeface="Consolas" panose="020B0609020204030204" pitchFamily="49" charset="0"/>
              </a:rPr>
              <a:t>: use class constructors/destructors to manage memory. C++ promises to call the destructor even if an exception occurs.</a:t>
            </a:r>
          </a:p>
        </p:txBody>
      </p:sp>
    </p:spTree>
    <p:extLst>
      <p:ext uri="{BB962C8B-B14F-4D97-AF65-F5344CB8AC3E}">
        <p14:creationId xmlns:p14="http://schemas.microsoft.com/office/powerpoint/2010/main" val="3146815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A21B4-151E-15FF-81C4-52F6646E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55EB4-4D3D-5EC0-5954-20F17F733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586D4-6222-0382-8F5F-BD1C67C6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91AEA65-760E-12AB-77BA-BB658646F1BE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FC0038-FCCB-40C9-11C3-2DB574C74EC0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 they go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6879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2DB86-B12A-AD45-7F2F-6CC922CB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132A3-D362-EDE3-0341-6E1F28A07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80C2C-0A4A-2D67-CCB1-9AE454DF2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9E5653-CF5F-320F-56FF-88DF92FD284D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48E9E-8E6E-529A-EAEA-0D07E42C7E6D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</a:t>
            </a:r>
            <a:r>
              <a:rPr lang="en-US" dirty="0">
                <a:cs typeface="Consolas" panose="020B0609020204030204" pitchFamily="49" charset="0"/>
              </a:rPr>
              <a:t>esource</a:t>
            </a:r>
            <a:r>
              <a:rPr lang="en-US" b="1" dirty="0">
                <a:cs typeface="Consolas" panose="020B0609020204030204" pitchFamily="49" charset="0"/>
              </a:rPr>
              <a:t> A</a:t>
            </a:r>
            <a:r>
              <a:rPr lang="en-US" dirty="0">
                <a:cs typeface="Consolas" panose="020B0609020204030204" pitchFamily="49" charset="0"/>
              </a:rPr>
              <a:t>cquisition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s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nitialization.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DF9BB-9FBE-26B0-AB2F-2D1EFFE4B275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 they go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63303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C949-08F2-82CE-79A3-68DEB0094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4C09-85D7-6F52-CB93-339DBA77B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exception_demo.cpp</a:t>
            </a:r>
            <a:r>
              <a:rPr lang="en-US" dirty="0"/>
              <a:t> in the notes for examples …</a:t>
            </a:r>
          </a:p>
        </p:txBody>
      </p:sp>
    </p:spTree>
    <p:extLst>
      <p:ext uri="{BB962C8B-B14F-4D97-AF65-F5344CB8AC3E}">
        <p14:creationId xmlns:p14="http://schemas.microsoft.com/office/powerpoint/2010/main" val="1787469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A48D-1F32-1EB2-F5EA-FAF07846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8498F-39FA-FB81-9A18-DBFB7CE03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Exceptions</a:t>
            </a:r>
            <a:r>
              <a:rPr lang="en-US" dirty="0"/>
              <a:t> are objects that represent serious errors</a:t>
            </a:r>
          </a:p>
          <a:p>
            <a:r>
              <a:rPr lang="en-US" dirty="0"/>
              <a:t>They are created with </a:t>
            </a:r>
            <a:r>
              <a:rPr lang="en-US" b="1" dirty="0"/>
              <a:t>throw</a:t>
            </a:r>
          </a:p>
          <a:p>
            <a:r>
              <a:rPr lang="en-US" dirty="0"/>
              <a:t>You can handle them with a </a:t>
            </a:r>
            <a:r>
              <a:rPr lang="en-US" b="1" dirty="0"/>
              <a:t>try/catch block</a:t>
            </a:r>
          </a:p>
          <a:p>
            <a:r>
              <a:rPr lang="en-US" dirty="0"/>
              <a:t>An </a:t>
            </a:r>
            <a:r>
              <a:rPr lang="en-US" b="1" dirty="0"/>
              <a:t>uncaught exception </a:t>
            </a:r>
            <a:r>
              <a:rPr lang="en-US" dirty="0"/>
              <a:t>propagates through all the functions on the call stack, and if none catch it it will crash the program</a:t>
            </a:r>
          </a:p>
          <a:p>
            <a:r>
              <a:rPr lang="en-US" dirty="0"/>
              <a:t>Object </a:t>
            </a:r>
            <a:r>
              <a:rPr lang="en-US" b="1" dirty="0"/>
              <a:t>destructors</a:t>
            </a:r>
            <a:r>
              <a:rPr lang="en-US" dirty="0"/>
              <a:t> are called correctly with exceptions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RAII</a:t>
            </a:r>
            <a:r>
              <a:rPr lang="en-US" dirty="0"/>
              <a:t> to avoid memory leaks and related errors</a:t>
            </a:r>
          </a:p>
          <a:p>
            <a:pPr lvl="1"/>
            <a:r>
              <a:rPr lang="en-US" dirty="0"/>
              <a:t>Another approach is to use C++’s </a:t>
            </a:r>
            <a:r>
              <a:rPr lang="en-US" b="1" dirty="0"/>
              <a:t>smart pointers </a:t>
            </a:r>
            <a:r>
              <a:rPr lang="en-US" dirty="0"/>
              <a:t>(we won’t cover those)</a:t>
            </a:r>
          </a:p>
        </p:txBody>
      </p:sp>
    </p:spTree>
    <p:extLst>
      <p:ext uri="{BB962C8B-B14F-4D97-AF65-F5344CB8AC3E}">
        <p14:creationId xmlns:p14="http://schemas.microsoft.com/office/powerpoint/2010/main" val="902908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E013-BD19-16D0-2E54-C3B1FC2F0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69E6D-6699-4822-C3C5-59BE3A652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0E58F-2653-C1E5-1346-74FB1722C98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7E794E-D930-A02C-4E57-D0299F4D887D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</p:spTree>
    <p:extLst>
      <p:ext uri="{BB962C8B-B14F-4D97-AF65-F5344CB8AC3E}">
        <p14:creationId xmlns:p14="http://schemas.microsoft.com/office/powerpoint/2010/main" val="4119595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71E6-72C6-6C35-49EC-C3073BEA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8914-9807-AFB7-A7C5-8DB7A27BA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C0A4A5-725B-5F33-B2B5-F51BD0A51911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FB898-994F-DE47-B358-568607CE10D7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1E012-E7A9-3E67-4EF1-DC243801F967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</p:spTree>
    <p:extLst>
      <p:ext uri="{BB962C8B-B14F-4D97-AF65-F5344CB8AC3E}">
        <p14:creationId xmlns:p14="http://schemas.microsoft.com/office/powerpoint/2010/main" val="29351825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249C3-F5B9-3FC1-9B2B-45D2D470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DB713-BC75-662A-37C8-1E61E73E3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5D049-D29C-EDEF-DE94-1C72FDACF60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FA09B-508E-BB96-648D-CFDAE0BB4736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A03B7F-9341-8786-52E0-C7F1DC436CDF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A6974F-E77B-5D18-1F4A-7DB48CA69EF7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Multiple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.cpp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</p:spTree>
    <p:extLst>
      <p:ext uri="{BB962C8B-B14F-4D97-AF65-F5344CB8AC3E}">
        <p14:creationId xmlns:p14="http://schemas.microsoft.com/office/powerpoint/2010/main" val="1881536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91E15-8C42-D2D1-FE1A-3285A6A9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A083C-CA6D-24E2-D8C2-7C50C59FA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0841A-6828-CF4B-8F79-8E3B358BBA98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CC64E-4AA0-2573-E57F-43F4CDBF9A41}"/>
              </a:ext>
            </a:extLst>
          </p:cNvPr>
          <p:cNvSpPr txBox="1"/>
          <p:nvPr/>
        </p:nvSpPr>
        <p:spPr>
          <a:xfrm>
            <a:off x="4720281" y="857781"/>
            <a:ext cx="2980997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We’re going to see a couple of features that help with big programs: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Separate compilation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88D91-1FA2-49CB-780C-9B24CF91C012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Multiple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.cpp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</p:spTree>
    <p:extLst>
      <p:ext uri="{BB962C8B-B14F-4D97-AF65-F5344CB8AC3E}">
        <p14:creationId xmlns:p14="http://schemas.microsoft.com/office/powerpoint/2010/main" val="1864731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E26C8-E945-FF60-021B-525208D7E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A6B27-CF4F-887B-3EA5-EF9DE4710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split your program into 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Compile 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 separately into object code files</a:t>
            </a:r>
          </a:p>
          <a:p>
            <a:pPr lvl="2"/>
            <a:r>
              <a:rPr lang="en-US" dirty="0"/>
              <a:t>Only re-compile them if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 has changed</a:t>
            </a:r>
          </a:p>
          <a:p>
            <a:pPr lvl="1"/>
            <a:r>
              <a:rPr lang="en-US" dirty="0"/>
              <a:t>To make the executable, link the object code files together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do this in C++ requires some extra work</a:t>
            </a:r>
          </a:p>
          <a:p>
            <a:pPr lvl="1"/>
            <a:r>
              <a:rPr lang="en-US" dirty="0"/>
              <a:t>Need to organize and write files in a particular way</a:t>
            </a:r>
          </a:p>
        </p:txBody>
      </p:sp>
    </p:spTree>
    <p:extLst>
      <p:ext uri="{BB962C8B-B14F-4D97-AF65-F5344CB8AC3E}">
        <p14:creationId xmlns:p14="http://schemas.microsoft.com/office/powerpoint/2010/main" val="27216064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83EE-ECD3-0378-0161-51690E17B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2A5A3-5337-7C94-6C09-14269EEFB20F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C69BF-54EB-F455-6B9F-0A86438A3DBD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C4F8F-ED27-5852-FE5B-A587DE38711B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4984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9A733-88F0-7626-9D76-A3A3EBF03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1E40-4CD4-AFF3-0227-7CAFF3F0D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F531ED-FEDB-014F-5448-484C508E9ECD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CAFC7-922D-5E7D-473C-B33CE185DC98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8F7BE-F11D-DF2D-8126-0FE6D7F319E3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8BE86-2AE3-6282-C9A6-C352EF56AE14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ADCB1-5EA8-A14B-335F-9F015E4163D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EF1FF9-5D32-15AF-B681-823287A781AA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015105-7501-9DFC-EC8A-16526867C198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2843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B462B-3C24-DF4E-9392-55B47FD3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D503-1DDE-909F-5EAA-1B615544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32726-39BD-F12F-72CB-DF03EC5C8084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78D01-C6E6-525D-B466-C16C0DA1B719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B34C-874B-F977-9D79-4FBFF98E6C6B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B2E98-E53A-C7CA-041C-EF179DF17D6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041C4-318F-B195-9A89-150F07CEAE2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33D1ED-4378-323E-A3BF-210A7262BFE2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951BCA-2397-4FA8-A521-FC32171CE6D3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2B4551-9284-D943-73B0-80F779B7211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06B6FA-81BF-8935-7899-085C46190506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69362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A9DA2-321C-91DE-554C-D369D81C5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71C07-6796-C378-EE91-ED09E902B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98704-E9F7-72E2-BCAC-2D983BA1D572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E41931-E8F0-2C0C-9CDE-29EDD3875E44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A24CC-BDA9-2FC1-DF87-48CB9D9BBEB7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859CAD-D16E-57BA-7E3E-5950B927780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97ED4-B294-A448-2FAC-4C3F31463185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15D68-922B-5170-0D84-D4FDA579B8E5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4559E1-D98C-2D80-3D71-816ED0106531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185123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B03C-0FFC-3EC8-4887-9D05E67F4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7B57C-E35E-E9FC-04A3-2D383909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0A102B-85F8-0969-EABF-CFF100631393}"/>
              </a:ext>
            </a:extLst>
          </p:cNvPr>
          <p:cNvSpPr txBox="1"/>
          <p:nvPr/>
        </p:nvSpPr>
        <p:spPr>
          <a:xfrm>
            <a:off x="838200" y="2839461"/>
            <a:ext cx="254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extern int n;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6625F-428D-308A-F31C-19F2A449277A}"/>
              </a:ext>
            </a:extLst>
          </p:cNvPr>
          <p:cNvSpPr txBox="1"/>
          <p:nvPr/>
        </p:nvSpPr>
        <p:spPr>
          <a:xfrm>
            <a:off x="8627809" y="2700961"/>
            <a:ext cx="18838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n = 0;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C26370-4D83-F1F8-C7AD-895173784904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468C8-9BE8-919A-A1EC-03EF1ED01630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2E3A47-3B76-59B3-1FCA-0F97C747EDC9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A18D89-EF9D-8F18-3AB7-04A21F7F0AA1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06097-4FAF-5E20-1927-6663257A9DFE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81201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FFB7B-B1EC-FBD1-B9AE-08EEAEE4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2E412-EC62-735E-40EC-9DE2A9DE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3B3A1-2DFD-2426-DE12-29809A0F83D3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AEC47C-D696-1340-6178-81A3D2B985EF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C3927-1DD4-B769-F21E-D1C5920E825F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B740ED-F230-C259-3F52-F32D7F8D9E1B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339F5D-3E3E-C80F-C400-959371E8D75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2ECA5-105A-237B-DA8C-94F861AD411F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1EE8D-8E81-7E66-6C6D-C7769460F503}"/>
              </a:ext>
            </a:extLst>
          </p:cNvPr>
          <p:cNvSpPr txBox="1"/>
          <p:nvPr/>
        </p:nvSpPr>
        <p:spPr>
          <a:xfrm>
            <a:off x="838200" y="4740799"/>
            <a:ext cx="283238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Declarations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347B0-48DF-E78E-2354-734744739246}"/>
              </a:ext>
            </a:extLst>
          </p:cNvPr>
          <p:cNvSpPr txBox="1"/>
          <p:nvPr/>
        </p:nvSpPr>
        <p:spPr>
          <a:xfrm>
            <a:off x="8655118" y="4740799"/>
            <a:ext cx="28323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files.</a:t>
            </a:r>
          </a:p>
        </p:txBody>
      </p:sp>
    </p:spTree>
    <p:extLst>
      <p:ext uri="{BB962C8B-B14F-4D97-AF65-F5344CB8AC3E}">
        <p14:creationId xmlns:p14="http://schemas.microsoft.com/office/powerpoint/2010/main" val="29326791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33D89-FC48-B280-6031-EB649B9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BBD3-37CC-58A6-054C-43D3644E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declaration</a:t>
            </a:r>
            <a:r>
              <a:rPr lang="en-US" dirty="0"/>
              <a:t> declares a class, function, variable, etc. exists, but does not say how it is implemented.</a:t>
            </a:r>
          </a:p>
          <a:p>
            <a:r>
              <a:rPr lang="en-US" dirty="0"/>
              <a:t>A </a:t>
            </a:r>
            <a:r>
              <a:rPr lang="en-US" b="1" dirty="0"/>
              <a:t>definition</a:t>
            </a:r>
            <a:r>
              <a:rPr lang="en-US" dirty="0"/>
              <a:t> defines how a class, function, variable, etc. works</a:t>
            </a:r>
          </a:p>
          <a:p>
            <a:pPr lvl="1"/>
            <a:r>
              <a:rPr lang="en-US" dirty="0"/>
              <a:t>Definitions are also declarations</a:t>
            </a:r>
          </a:p>
          <a:p>
            <a:r>
              <a:rPr lang="en-US" dirty="0"/>
              <a:t>For separate compilation in C++</a:t>
            </a:r>
          </a:p>
          <a:p>
            <a:pPr lvl="1"/>
            <a:r>
              <a:rPr lang="en-US" dirty="0"/>
              <a:t>Declaration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header files which is #included into a program</a:t>
            </a:r>
          </a:p>
          <a:p>
            <a:pPr lvl="2"/>
            <a:r>
              <a:rPr lang="en-US" dirty="0"/>
              <a:t>Thus it is okay for multiple files to #include the same header</a:t>
            </a:r>
          </a:p>
          <a:p>
            <a:pPr lvl="1"/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</a:t>
            </a:r>
          </a:p>
          <a:p>
            <a:pPr lvl="2"/>
            <a:r>
              <a:rPr lang="en-US" dirty="0"/>
              <a:t>We must be sure to never to let these definitions be defined elsewhere</a:t>
            </a:r>
          </a:p>
          <a:p>
            <a:r>
              <a:rPr lang="en-US" dirty="0"/>
              <a:t>Let’s step through the creation of a separately compiled program …</a:t>
            </a:r>
          </a:p>
        </p:txBody>
      </p:sp>
    </p:spTree>
    <p:extLst>
      <p:ext uri="{BB962C8B-B14F-4D97-AF65-F5344CB8AC3E}">
        <p14:creationId xmlns:p14="http://schemas.microsoft.com/office/powerpoint/2010/main" val="27282945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3A76E-0453-AA2C-A1BB-32136F1E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84A98-6E9D-1A63-524B-FA4B392F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Namespace are another idea that supports writing big programs</a:t>
            </a:r>
          </a:p>
          <a:p>
            <a:r>
              <a:rPr lang="en-US" dirty="0"/>
              <a:t>They let you partition names of classes, functions, variables, etc. into separate groups</a:t>
            </a:r>
          </a:p>
          <a:p>
            <a:pPr lvl="1"/>
            <a:r>
              <a:rPr lang="en-US" dirty="0"/>
              <a:t>The same name can appear in different namespaces</a:t>
            </a:r>
          </a:p>
          <a:p>
            <a:r>
              <a:rPr lang="en-US" dirty="0"/>
              <a:t>We’ve already been using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/>
              <a:t> namespace</a:t>
            </a:r>
          </a:p>
          <a:p>
            <a:pPr lvl="1"/>
            <a:r>
              <a:rPr lang="en-US" dirty="0"/>
              <a:t>It’s not hard to make your own namespaces</a:t>
            </a:r>
          </a:p>
        </p:txBody>
      </p:sp>
    </p:spTree>
    <p:extLst>
      <p:ext uri="{BB962C8B-B14F-4D97-AF65-F5344CB8AC3E}">
        <p14:creationId xmlns:p14="http://schemas.microsoft.com/office/powerpoint/2010/main" val="3535584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CE25E-82CB-F1D9-E7AB-5334DECE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0E13-F4FB-DDF3-7C25-ABDC7C82A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CDFAD-06DE-1EAD-4BB5-429322B4BD04}"/>
              </a:ext>
            </a:extLst>
          </p:cNvPr>
          <p:cNvSpPr txBox="1"/>
          <p:nvPr/>
        </p:nvSpPr>
        <p:spPr>
          <a:xfrm>
            <a:off x="502866" y="1708659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3B80E-4BC6-132E-E108-F9CDD6CDBF9F}"/>
              </a:ext>
            </a:extLst>
          </p:cNvPr>
          <p:cNvSpPr txBox="1"/>
          <p:nvPr/>
        </p:nvSpPr>
        <p:spPr>
          <a:xfrm>
            <a:off x="6703734" y="1708659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DA01F6-FAB2-9E93-9B7E-26AA46DD1A44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5CBBC6-E92F-8D0F-5083-02F4C6B7AE5B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6A35B1-7504-C44C-65E5-5F41A59CE1EA}"/>
              </a:ext>
            </a:extLst>
          </p:cNvPr>
          <p:cNvSpPr txBox="1"/>
          <p:nvPr/>
        </p:nvSpPr>
        <p:spPr>
          <a:xfrm>
            <a:off x="344359" y="5391802"/>
            <a:ext cx="32938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Imagine a big project where two different programmers happen to use the same header for different functions.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A5E3BD-F3E8-2189-B981-319D0F91F7AA}"/>
              </a:ext>
            </a:extLst>
          </p:cNvPr>
          <p:cNvSpPr txBox="1"/>
          <p:nvPr/>
        </p:nvSpPr>
        <p:spPr>
          <a:xfrm>
            <a:off x="4211272" y="5530301"/>
            <a:ext cx="329383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names are both good names for their respective parts of the program.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06C452-E8C1-BA3C-E10C-CE9D8C234A20}"/>
              </a:ext>
            </a:extLst>
          </p:cNvPr>
          <p:cNvSpPr txBox="1"/>
          <p:nvPr/>
        </p:nvSpPr>
        <p:spPr>
          <a:xfrm>
            <a:off x="8078186" y="5391802"/>
            <a:ext cx="32938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given C++’s single definition rule, they </a:t>
            </a:r>
            <a:r>
              <a:rPr lang="en-US" b="1" dirty="0">
                <a:cs typeface="Consolas" panose="020B0609020204030204" pitchFamily="49" charset="0"/>
              </a:rPr>
              <a:t>cannot</a:t>
            </a:r>
            <a:r>
              <a:rPr lang="en-US" dirty="0">
                <a:cs typeface="Consolas" panose="020B0609020204030204" pitchFamily="49" charset="0"/>
              </a:rPr>
              <a:t> appear in the same program (even in separately compiled parts).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E4B6133D-10B4-FCBF-ACD1-D1AC97000C47}"/>
              </a:ext>
            </a:extLst>
          </p:cNvPr>
          <p:cNvSpPr/>
          <p:nvPr/>
        </p:nvSpPr>
        <p:spPr>
          <a:xfrm>
            <a:off x="3783724" y="5839031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DA69620F-9F0A-6AF6-8A72-797FBD37C2FC}"/>
              </a:ext>
            </a:extLst>
          </p:cNvPr>
          <p:cNvSpPr/>
          <p:nvPr/>
        </p:nvSpPr>
        <p:spPr>
          <a:xfrm>
            <a:off x="7670775" y="5839031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9279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47C25-2C89-5AA5-1E30-925529A27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7C5C-44E3-938B-71E0-579A804B8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0AD81-2345-8F9C-02B9-EA2A7DCCEC28}"/>
              </a:ext>
            </a:extLst>
          </p:cNvPr>
          <p:cNvSpPr txBox="1"/>
          <p:nvPr/>
        </p:nvSpPr>
        <p:spPr>
          <a:xfrm>
            <a:off x="502866" y="1708659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event_is_whitespace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70DCE-1DCC-C090-4D91-31E07AC4CFF4}"/>
              </a:ext>
            </a:extLst>
          </p:cNvPr>
          <p:cNvSpPr txBox="1"/>
          <p:nvPr/>
        </p:nvSpPr>
        <p:spPr>
          <a:xfrm>
            <a:off x="6703734" y="1708659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render_is_whitespace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DADB29-3753-37C6-248A-D19C0615EF0A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6C3A2-569C-78A2-6253-F7D7A6100234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1C124D-DECB-40C2-6BA5-5108CAE8CFB3}"/>
              </a:ext>
            </a:extLst>
          </p:cNvPr>
          <p:cNvSpPr txBox="1"/>
          <p:nvPr/>
        </p:nvSpPr>
        <p:spPr>
          <a:xfrm>
            <a:off x="1489987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One solution</a:t>
            </a:r>
            <a:r>
              <a:rPr lang="en-US" dirty="0">
                <a:cs typeface="Consolas" panose="020B0609020204030204" pitchFamily="49" charset="0"/>
              </a:rPr>
              <a:t>: the programmers agree to rename them.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0C526-F650-020D-8B02-E31B3C474DEB}"/>
              </a:ext>
            </a:extLst>
          </p:cNvPr>
          <p:cNvSpPr txBox="1"/>
          <p:nvPr/>
        </p:nvSpPr>
        <p:spPr>
          <a:xfrm>
            <a:off x="4427629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works, if the programmers remember to do this.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253005-060E-5ECD-8DC5-8D1399E49575}"/>
              </a:ext>
            </a:extLst>
          </p:cNvPr>
          <p:cNvSpPr txBox="1"/>
          <p:nvPr/>
        </p:nvSpPr>
        <p:spPr>
          <a:xfrm>
            <a:off x="7365271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the names are longer it can decrease code readability.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8DF5703-5A3B-8FFB-C129-86F071F2FE21}"/>
              </a:ext>
            </a:extLst>
          </p:cNvPr>
          <p:cNvSpPr/>
          <p:nvPr/>
        </p:nvSpPr>
        <p:spPr>
          <a:xfrm>
            <a:off x="4005828" y="5753295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C8897299-32D9-950D-7A02-8DBBFC74A32F}"/>
              </a:ext>
            </a:extLst>
          </p:cNvPr>
          <p:cNvSpPr/>
          <p:nvPr/>
        </p:nvSpPr>
        <p:spPr>
          <a:xfrm>
            <a:off x="6944857" y="5753295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60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41012-F07E-3DA9-B515-6052C802A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0A43E-4E67-6614-0D87-18E795BFD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0E2DF5-F121-ECA3-7454-0EF7884C54E9}"/>
              </a:ext>
            </a:extLst>
          </p:cNvPr>
          <p:cNvSpPr txBox="1"/>
          <p:nvPr/>
        </p:nvSpPr>
        <p:spPr>
          <a:xfrm>
            <a:off x="502866" y="1708659"/>
            <a:ext cx="47436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B7596-3317-C212-3378-6E81FB0AB1C6}"/>
              </a:ext>
            </a:extLst>
          </p:cNvPr>
          <p:cNvSpPr txBox="1"/>
          <p:nvPr/>
        </p:nvSpPr>
        <p:spPr>
          <a:xfrm>
            <a:off x="6703734" y="1708659"/>
            <a:ext cx="525015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020EF-5DE1-D09E-D1A9-0E744B08AF78}"/>
              </a:ext>
            </a:extLst>
          </p:cNvPr>
          <p:cNvSpPr txBox="1"/>
          <p:nvPr/>
        </p:nvSpPr>
        <p:spPr>
          <a:xfrm>
            <a:off x="6320105" y="1154661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19C17D-B865-E104-F5E6-A257A2273396}"/>
              </a:ext>
            </a:extLst>
          </p:cNvPr>
          <p:cNvSpPr txBox="1"/>
          <p:nvPr/>
        </p:nvSpPr>
        <p:spPr>
          <a:xfrm>
            <a:off x="6320105" y="453302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7AE61F-786C-78AE-506A-B0502F9EF9FF}"/>
              </a:ext>
            </a:extLst>
          </p:cNvPr>
          <p:cNvSpPr txBox="1"/>
          <p:nvPr/>
        </p:nvSpPr>
        <p:spPr>
          <a:xfrm>
            <a:off x="164055" y="1154661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345E2-C44F-B206-FC9F-2D9FD776443B}"/>
              </a:ext>
            </a:extLst>
          </p:cNvPr>
          <p:cNvSpPr txBox="1"/>
          <p:nvPr/>
        </p:nvSpPr>
        <p:spPr>
          <a:xfrm>
            <a:off x="164055" y="430851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96EE56-A3F7-5708-1E77-F72BBB30DDD8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472780-8B57-0011-8DF0-EF8325BC5AD5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9181C-8891-948F-8397-845DB93E4521}"/>
              </a:ext>
            </a:extLst>
          </p:cNvPr>
          <p:cNvSpPr txBox="1"/>
          <p:nvPr/>
        </p:nvSpPr>
        <p:spPr>
          <a:xfrm>
            <a:off x="1489987" y="5694753"/>
            <a:ext cx="239884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Another solution</a:t>
            </a:r>
            <a:r>
              <a:rPr lang="en-US" dirty="0">
                <a:cs typeface="Consolas" panose="020B0609020204030204" pitchFamily="49" charset="0"/>
              </a:rPr>
              <a:t>: use </a:t>
            </a:r>
            <a:r>
              <a:rPr lang="en-US" b="1" dirty="0">
                <a:cs typeface="Consolas" panose="020B0609020204030204" pitchFamily="49" charset="0"/>
              </a:rPr>
              <a:t>namespaces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99F4D-6AE0-E83D-9DC5-3C3683590D75}"/>
              </a:ext>
            </a:extLst>
          </p:cNvPr>
          <p:cNvSpPr txBox="1"/>
          <p:nvPr/>
        </p:nvSpPr>
        <p:spPr>
          <a:xfrm>
            <a:off x="4427629" y="5417754"/>
            <a:ext cx="2398841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Better version of previous solution. Now the compiler helps check names.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0465F-93C3-B202-BAC9-4FDE3E262ED4}"/>
              </a:ext>
            </a:extLst>
          </p:cNvPr>
          <p:cNvSpPr txBox="1"/>
          <p:nvPr/>
        </p:nvSpPr>
        <p:spPr>
          <a:xfrm>
            <a:off x="7365271" y="5556253"/>
            <a:ext cx="250394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Names don’t change within the namespace, helping readability.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BF954F82-CDAC-D3A5-F015-9EF9A56FEA7E}"/>
              </a:ext>
            </a:extLst>
          </p:cNvPr>
          <p:cNvSpPr/>
          <p:nvPr/>
        </p:nvSpPr>
        <p:spPr>
          <a:xfrm>
            <a:off x="4005828" y="5891794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32269DC9-6F26-14E3-3A13-486156EA4073}"/>
              </a:ext>
            </a:extLst>
          </p:cNvPr>
          <p:cNvSpPr/>
          <p:nvPr/>
        </p:nvSpPr>
        <p:spPr>
          <a:xfrm>
            <a:off x="6944857" y="5891794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5451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8699-E3E3-FC11-7956-5520BF92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B27C8C-5199-5027-7414-7651A25704B2}"/>
              </a:ext>
            </a:extLst>
          </p:cNvPr>
          <p:cNvSpPr txBox="1"/>
          <p:nvPr/>
        </p:nvSpPr>
        <p:spPr>
          <a:xfrm>
            <a:off x="565928" y="867831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D7998-764C-D80F-14D1-2B4AD1017869}"/>
              </a:ext>
            </a:extLst>
          </p:cNvPr>
          <p:cNvSpPr txBox="1"/>
          <p:nvPr/>
        </p:nvSpPr>
        <p:spPr>
          <a:xfrm>
            <a:off x="6766796" y="867831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1414DA-045F-9F0D-664D-9B383305040A}"/>
              </a:ext>
            </a:extLst>
          </p:cNvPr>
          <p:cNvSpPr txBox="1"/>
          <p:nvPr/>
        </p:nvSpPr>
        <p:spPr>
          <a:xfrm>
            <a:off x="6383167" y="313833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render {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3F6B74-2415-EF24-8826-DCAA9902F270}"/>
              </a:ext>
            </a:extLst>
          </p:cNvPr>
          <p:cNvSpPr txBox="1"/>
          <p:nvPr/>
        </p:nvSpPr>
        <p:spPr>
          <a:xfrm>
            <a:off x="6383167" y="369219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93D2BB-D2DC-D7CA-2697-B79CEA45881E}"/>
              </a:ext>
            </a:extLst>
          </p:cNvPr>
          <p:cNvSpPr txBox="1"/>
          <p:nvPr/>
        </p:nvSpPr>
        <p:spPr>
          <a:xfrm>
            <a:off x="227117" y="313833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7A5B41-22ED-F678-7B38-33572D8110BF}"/>
              </a:ext>
            </a:extLst>
          </p:cNvPr>
          <p:cNvSpPr txBox="1"/>
          <p:nvPr/>
        </p:nvSpPr>
        <p:spPr>
          <a:xfrm>
            <a:off x="227117" y="346768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A22ED7-92F7-8D28-495F-AE6744E24623}"/>
              </a:ext>
            </a:extLst>
          </p:cNvPr>
          <p:cNvSpPr/>
          <p:nvPr/>
        </p:nvSpPr>
        <p:spPr>
          <a:xfrm>
            <a:off x="165684" y="163705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E7099C-F95B-A5E1-2CA1-08E217026130}"/>
              </a:ext>
            </a:extLst>
          </p:cNvPr>
          <p:cNvSpPr/>
          <p:nvPr/>
        </p:nvSpPr>
        <p:spPr>
          <a:xfrm>
            <a:off x="6171749" y="163705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D8491B-471F-41B2-075F-36DF8DBF0B15}"/>
              </a:ext>
            </a:extLst>
          </p:cNvPr>
          <p:cNvSpPr txBox="1"/>
          <p:nvPr/>
        </p:nvSpPr>
        <p:spPr>
          <a:xfrm>
            <a:off x="4692634" y="4482064"/>
            <a:ext cx="584520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event;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render;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if (event::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(s)) { /* ... */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if (render::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(s)) { /* ... */ }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 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98713B-9630-CD44-4EB4-8C25B3BB26BC}"/>
              </a:ext>
            </a:extLst>
          </p:cNvPr>
          <p:cNvSpPr txBox="1"/>
          <p:nvPr/>
        </p:nvSpPr>
        <p:spPr>
          <a:xfrm>
            <a:off x="1395866" y="4937239"/>
            <a:ext cx="23778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US" dirty="0">
                <a:cs typeface="Consolas" panose="020B0609020204030204" pitchFamily="49" charset="0"/>
              </a:rPr>
              <a:t>lets us call the function we want </a:t>
            </a:r>
          </a:p>
        </p:txBody>
      </p:sp>
    </p:spTree>
    <p:extLst>
      <p:ext uri="{BB962C8B-B14F-4D97-AF65-F5344CB8AC3E}">
        <p14:creationId xmlns:p14="http://schemas.microsoft.com/office/powerpoint/2010/main" val="3504844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F49EC-0745-4AFD-E6F0-D34496E99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9E134-6CEA-3A87-43D5-3AAF283B1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are more details to names spaces, e.g.</a:t>
            </a:r>
          </a:p>
          <a:p>
            <a:pPr lvl="1"/>
            <a:r>
              <a:rPr lang="en-US" dirty="0"/>
              <a:t>You can “use” an entire namespace, or just particular functions.</a:t>
            </a:r>
          </a:p>
          <a:p>
            <a:pPr lvl="1"/>
            <a:r>
              <a:rPr lang="en-US" dirty="0"/>
              <a:t>Namespaces can be split across different files.</a:t>
            </a:r>
          </a:p>
          <a:p>
            <a:pPr lvl="2"/>
            <a:r>
              <a:rPr lang="en-US" dirty="0"/>
              <a:t>The compiler correctly treats them all has one namespace</a:t>
            </a:r>
          </a:p>
          <a:p>
            <a:pPr lvl="1"/>
            <a:r>
              <a:rPr lang="en-US" dirty="0"/>
              <a:t>You can have namespaces within namespaces</a:t>
            </a:r>
          </a:p>
          <a:p>
            <a:pPr marL="0" indent="0">
              <a:buNone/>
            </a:pPr>
            <a:r>
              <a:rPr lang="en-US" dirty="0"/>
              <a:t>Most programming languages have namespaces</a:t>
            </a:r>
          </a:p>
          <a:p>
            <a:pPr lvl="1"/>
            <a:r>
              <a:rPr lang="en-US" dirty="0"/>
              <a:t>E.g. in Python when you write a file named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event.py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the code within it is automatically put into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event</a:t>
            </a:r>
            <a:r>
              <a:rPr lang="en-US" dirty="0"/>
              <a:t> namespace</a:t>
            </a:r>
          </a:p>
          <a:p>
            <a:pPr marL="0" indent="0">
              <a:buNone/>
            </a:pPr>
            <a:r>
              <a:rPr lang="en-US" dirty="0"/>
              <a:t>They are especially helpful in big programs, and help prevent name clashes at linking time.</a:t>
            </a:r>
          </a:p>
        </p:txBody>
      </p:sp>
    </p:spTree>
    <p:extLst>
      <p:ext uri="{BB962C8B-B14F-4D97-AF65-F5344CB8AC3E}">
        <p14:creationId xmlns:p14="http://schemas.microsoft.com/office/powerpoint/2010/main" val="1731031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971A-64C7-707E-4D50-BD42D609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B8A42-9998-84EA-AF4E-A05FAADB6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function that calls itself, either directly or indirectly, is said to be </a:t>
            </a:r>
            <a:r>
              <a:rPr lang="en-US" b="1" dirty="0"/>
              <a:t>recursive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Recursive functions can be a useful tool for:</a:t>
            </a:r>
          </a:p>
          <a:p>
            <a:pPr lvl="1"/>
            <a:r>
              <a:rPr lang="en-US" dirty="0"/>
              <a:t>Making short, concise code (hard for bugs to hide in short code!)</a:t>
            </a:r>
          </a:p>
          <a:p>
            <a:pPr lvl="1"/>
            <a:r>
              <a:rPr lang="en-US" dirty="0"/>
              <a:t>Reasoning about code</a:t>
            </a:r>
          </a:p>
          <a:p>
            <a:pPr lvl="1"/>
            <a:r>
              <a:rPr lang="en-US" dirty="0"/>
              <a:t>Implementing certain tricky functions</a:t>
            </a:r>
          </a:p>
          <a:p>
            <a:pPr lvl="1"/>
            <a:r>
              <a:rPr lang="en-US" dirty="0"/>
              <a:t>Understanding the theory of computation</a:t>
            </a:r>
          </a:p>
          <a:p>
            <a:pPr marL="0" indent="0">
              <a:buNone/>
            </a:pPr>
            <a:r>
              <a:rPr lang="en-US" b="1" dirty="0"/>
              <a:t>In practice</a:t>
            </a:r>
            <a:r>
              <a:rPr lang="en-US" dirty="0"/>
              <a:t>, recursion is not a common implementation technique since recursive functions typically take more time and memory than non-recursive ones, and can be hard to debug.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1455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86BD1-E615-16C4-1A91-D620DC12B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F4DA9-E7BF-8391-1E91-9E1357181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We’ll look at:</a:t>
            </a:r>
          </a:p>
          <a:p>
            <a:r>
              <a:rPr lang="en-US" dirty="0"/>
              <a:t>The basic of recursive functions in C++</a:t>
            </a:r>
          </a:p>
          <a:p>
            <a:r>
              <a:rPr lang="en-US" dirty="0"/>
              <a:t>Recurrence relations in math, and translating them to C++</a:t>
            </a:r>
          </a:p>
          <a:p>
            <a:r>
              <a:rPr lang="en-US" dirty="0"/>
              <a:t>Using recursion with arrays/vectors</a:t>
            </a:r>
          </a:p>
        </p:txBody>
      </p:sp>
    </p:spTree>
    <p:extLst>
      <p:ext uri="{BB962C8B-B14F-4D97-AF65-F5344CB8AC3E}">
        <p14:creationId xmlns:p14="http://schemas.microsoft.com/office/powerpoint/2010/main" val="41964203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AAE34-5670-AA15-5BFA-87A36BF6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9A4EC-F6C1-20D6-94ED-F5CC51E18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6DAAC9-7602-AD74-1037-1A87422F78D9}"/>
              </a:ext>
            </a:extLst>
          </p:cNvPr>
          <p:cNvSpPr txBox="1"/>
          <p:nvPr/>
        </p:nvSpPr>
        <p:spPr>
          <a:xfrm>
            <a:off x="3930869" y="2659117"/>
            <a:ext cx="18838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AD9CF3-FACB-F9B7-CFBC-C17A41352CE5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186F9E2-8242-0AD2-C851-06719FA2B450}"/>
              </a:ext>
            </a:extLst>
          </p:cNvPr>
          <p:cNvSpPr/>
          <p:nvPr/>
        </p:nvSpPr>
        <p:spPr>
          <a:xfrm>
            <a:off x="3383589" y="2911366"/>
            <a:ext cx="1198921" cy="367862"/>
          </a:xfrm>
          <a:custGeom>
            <a:avLst/>
            <a:gdLst>
              <a:gd name="csX0" fmla="*/ 1198921 w 1198921"/>
              <a:gd name="csY0" fmla="*/ 367862 h 367862"/>
              <a:gd name="csX1" fmla="*/ 21763 w 1198921"/>
              <a:gd name="csY1" fmla="*/ 283779 h 367862"/>
              <a:gd name="csX2" fmla="*/ 547280 w 1198921"/>
              <a:gd name="csY2" fmla="*/ 0 h 36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8921" h="367862">
                <a:moveTo>
                  <a:pt x="1198921" y="367862"/>
                </a:moveTo>
                <a:cubicBezTo>
                  <a:pt x="664645" y="356475"/>
                  <a:pt x="130370" y="345089"/>
                  <a:pt x="21763" y="283779"/>
                </a:cubicBezTo>
                <a:cubicBezTo>
                  <a:pt x="-86844" y="222469"/>
                  <a:pt x="230218" y="111234"/>
                  <a:pt x="547280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801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4852A-F95A-52F8-BADA-2ECBD7676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84DD4-C8ED-2100-B49A-F0C6FF5F7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5C94E1-8920-0C34-0633-7A1FAF471763}"/>
              </a:ext>
            </a:extLst>
          </p:cNvPr>
          <p:cNvSpPr txBox="1"/>
          <p:nvPr/>
        </p:nvSpPr>
        <p:spPr>
          <a:xfrm>
            <a:off x="3930869" y="2659117"/>
            <a:ext cx="34131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"done";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E6D179-E745-CB57-7501-868815BC6500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912E6-0B97-6A89-893B-42D8352E9012}"/>
              </a:ext>
            </a:extLst>
          </p:cNvPr>
          <p:cNvSpPr txBox="1"/>
          <p:nvPr/>
        </p:nvSpPr>
        <p:spPr>
          <a:xfrm>
            <a:off x="8337477" y="3028448"/>
            <a:ext cx="25302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we add this, it is never called because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a() </a:t>
            </a:r>
            <a:r>
              <a:rPr lang="en-US" dirty="0">
                <a:cs typeface="Consolas" panose="020B0609020204030204" pitchFamily="49" charset="0"/>
              </a:rPr>
              <a:t>never returns. It’s an example of </a:t>
            </a:r>
            <a:r>
              <a:rPr lang="en-US" b="1" dirty="0">
                <a:cs typeface="Consolas" panose="020B0609020204030204" pitchFamily="49" charset="0"/>
              </a:rPr>
              <a:t>dead code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F4EE21-22EE-B644-59A8-8AF69FA68125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7262648" y="3594538"/>
            <a:ext cx="1074829" cy="34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>
            <a:extLst>
              <a:ext uri="{FF2B5EF4-FFF2-40B4-BE49-F238E27FC236}">
                <a16:creationId xmlns:a16="http://schemas.microsoft.com/office/drawing/2014/main" id="{293EBE5B-725A-00DF-CCF1-FB8E4996273A}"/>
              </a:ext>
            </a:extLst>
          </p:cNvPr>
          <p:cNvSpPr/>
          <p:nvPr/>
        </p:nvSpPr>
        <p:spPr>
          <a:xfrm>
            <a:off x="3383589" y="2911366"/>
            <a:ext cx="1198921" cy="367862"/>
          </a:xfrm>
          <a:custGeom>
            <a:avLst/>
            <a:gdLst>
              <a:gd name="csX0" fmla="*/ 1198921 w 1198921"/>
              <a:gd name="csY0" fmla="*/ 367862 h 367862"/>
              <a:gd name="csX1" fmla="*/ 21763 w 1198921"/>
              <a:gd name="csY1" fmla="*/ 283779 h 367862"/>
              <a:gd name="csX2" fmla="*/ 547280 w 1198921"/>
              <a:gd name="csY2" fmla="*/ 0 h 36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8921" h="367862">
                <a:moveTo>
                  <a:pt x="1198921" y="367862"/>
                </a:moveTo>
                <a:cubicBezTo>
                  <a:pt x="664645" y="356475"/>
                  <a:pt x="130370" y="345089"/>
                  <a:pt x="21763" y="283779"/>
                </a:cubicBezTo>
                <a:cubicBezTo>
                  <a:pt x="-86844" y="222469"/>
                  <a:pt x="230218" y="111234"/>
                  <a:pt x="547280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987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362E8-998A-F85E-4464-14B013973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4E589-6682-E2BA-1CB7-F11890048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F5700-208B-C280-5C24-EB6E7DF859B6}"/>
              </a:ext>
            </a:extLst>
          </p:cNvPr>
          <p:cNvSpPr txBox="1"/>
          <p:nvPr/>
        </p:nvSpPr>
        <p:spPr>
          <a:xfrm>
            <a:off x="3941379" y="2837793"/>
            <a:ext cx="39228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4C15F2-B860-1A77-882A-93300DB4D9F9}"/>
              </a:ext>
            </a:extLst>
          </p:cNvPr>
          <p:cNvSpPr txBox="1"/>
          <p:nvPr/>
        </p:nvSpPr>
        <p:spPr>
          <a:xfrm>
            <a:off x="3802267" y="1447804"/>
            <a:ext cx="23778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recursive function that prints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Hello!</a:t>
            </a:r>
            <a:r>
              <a:rPr lang="en-US" dirty="0">
                <a:cs typeface="Consolas" panose="020B0609020204030204" pitchFamily="49" charset="0"/>
              </a:rPr>
              <a:t> forever.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5D18466-2BDF-2917-26A3-4770C1E3DFF1}"/>
              </a:ext>
            </a:extLst>
          </p:cNvPr>
          <p:cNvSpPr/>
          <p:nvPr/>
        </p:nvSpPr>
        <p:spPr>
          <a:xfrm>
            <a:off x="3463237" y="3061138"/>
            <a:ext cx="956283" cy="735724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203251-6B2A-DAF1-FAB4-1EAF16F12711}"/>
              </a:ext>
            </a:extLst>
          </p:cNvPr>
          <p:cNvSpPr txBox="1"/>
          <p:nvPr/>
        </p:nvSpPr>
        <p:spPr>
          <a:xfrm>
            <a:off x="9303690" y="344705"/>
            <a:ext cx="2377819" cy="20313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Careful!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may, or may not, run forever! If the C++ compiler does </a:t>
            </a:r>
            <a:r>
              <a:rPr lang="en-US" b="1" dirty="0">
                <a:cs typeface="Consolas" panose="020B0609020204030204" pitchFamily="49" charset="0"/>
              </a:rPr>
              <a:t>tail call optimization </a:t>
            </a:r>
            <a:r>
              <a:rPr lang="en-US" dirty="0">
                <a:cs typeface="Consolas" panose="020B0609020204030204" pitchFamily="49" charset="0"/>
              </a:rPr>
              <a:t>the recursion might be replaced by a loop.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BEE0-893B-A619-9D34-9F87DF12F4E9}"/>
              </a:ext>
            </a:extLst>
          </p:cNvPr>
          <p:cNvSpPr txBox="1"/>
          <p:nvPr/>
        </p:nvSpPr>
        <p:spPr>
          <a:xfrm>
            <a:off x="9218867" y="2967335"/>
            <a:ext cx="254746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g++ doesn’t usually do tail call optimization by default, but will if you use the </a:t>
            </a:r>
            <a:r>
              <a:rPr lang="en-US" b="1" dirty="0">
                <a:cs typeface="Consolas" panose="020B0609020204030204" pitchFamily="49" charset="0"/>
              </a:rPr>
              <a:t>–O2 </a:t>
            </a:r>
            <a:r>
              <a:rPr lang="en-US" dirty="0">
                <a:cs typeface="Consolas" panose="020B0609020204030204" pitchFamily="49" charset="0"/>
              </a:rPr>
              <a:t>optimization option.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39BEB-C046-BDA8-0094-488CF36E7F5D}"/>
              </a:ext>
            </a:extLst>
          </p:cNvPr>
          <p:cNvSpPr txBox="1"/>
          <p:nvPr/>
        </p:nvSpPr>
        <p:spPr>
          <a:xfrm>
            <a:off x="9218867" y="5035967"/>
            <a:ext cx="254746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Also, depending on your version of g++, it may catch this as an error. Remove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–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flag to compile it.</a:t>
            </a:r>
          </a:p>
        </p:txBody>
      </p:sp>
    </p:spTree>
    <p:extLst>
      <p:ext uri="{BB962C8B-B14F-4D97-AF65-F5344CB8AC3E}">
        <p14:creationId xmlns:p14="http://schemas.microsoft.com/office/powerpoint/2010/main" val="17881769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7A6E-FC6A-F867-6F87-8B9A7C14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9C7E-6F8B-110D-6E61-25A2CEA11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ECF94-4481-9ED6-2F43-8141D97B95DB}"/>
              </a:ext>
            </a:extLst>
          </p:cNvPr>
          <p:cNvSpPr txBox="1"/>
          <p:nvPr/>
        </p:nvSpPr>
        <p:spPr>
          <a:xfrm>
            <a:off x="3941379" y="2837793"/>
            <a:ext cx="51122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b(int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b(n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E03793-9129-C6AE-1860-B4734B46EEB3}"/>
              </a:ext>
            </a:extLst>
          </p:cNvPr>
          <p:cNvSpPr txBox="1"/>
          <p:nvPr/>
        </p:nvSpPr>
        <p:spPr>
          <a:xfrm>
            <a:off x="3802267" y="1447804"/>
            <a:ext cx="24829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has a parameter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cs typeface="Consolas" panose="020B0609020204030204" pitchFamily="49" charset="0"/>
              </a:rPr>
              <a:t> that prints each call number.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49F51A-B2C7-88C5-46CF-248200994EA7}"/>
              </a:ext>
            </a:extLst>
          </p:cNvPr>
          <p:cNvSpPr/>
          <p:nvPr/>
        </p:nvSpPr>
        <p:spPr>
          <a:xfrm>
            <a:off x="3463237" y="3061138"/>
            <a:ext cx="956283" cy="735724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EBB685-6401-CF6B-B3E2-A292642215D7}"/>
              </a:ext>
            </a:extLst>
          </p:cNvPr>
          <p:cNvSpPr txBox="1"/>
          <p:nvPr/>
        </p:nvSpPr>
        <p:spPr>
          <a:xfrm>
            <a:off x="4528719" y="4753308"/>
            <a:ext cx="197842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  <a:r>
              <a:rPr lang="en-US" dirty="0">
                <a:cs typeface="Consolas" panose="020B0609020204030204" pitchFamily="49" charset="0"/>
              </a:rPr>
              <a:t>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cs typeface="Consolas" panose="020B0609020204030204" pitchFamily="49" charset="0"/>
              </a:rPr>
              <a:t> is incremented for each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F54C10-D80B-1853-67BB-5803D9FA604A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423338" y="4004441"/>
            <a:ext cx="94592" cy="748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5C8D7F6-A0EF-ADC2-C879-FADBBB9F396F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b(1);</a:t>
            </a:r>
          </a:p>
        </p:txBody>
      </p:sp>
    </p:spTree>
    <p:extLst>
      <p:ext uri="{BB962C8B-B14F-4D97-AF65-F5344CB8AC3E}">
        <p14:creationId xmlns:p14="http://schemas.microsoft.com/office/powerpoint/2010/main" val="2601074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F38B9-CC5F-020B-806C-A00B056D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251CA-BE74-F9B5-F230-EE295AADF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18B78-38EA-0732-476B-915EADC08226}"/>
              </a:ext>
            </a:extLst>
          </p:cNvPr>
          <p:cNvSpPr txBox="1"/>
          <p:nvPr/>
        </p:nvSpPr>
        <p:spPr>
          <a:xfrm>
            <a:off x="3941379" y="2837793"/>
            <a:ext cx="51122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b_bad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b_bad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9BBA9-9F1B-A12C-32DA-201578840440}"/>
              </a:ext>
            </a:extLst>
          </p:cNvPr>
          <p:cNvSpPr txBox="1"/>
          <p:nvPr/>
        </p:nvSpPr>
        <p:spPr>
          <a:xfrm>
            <a:off x="3941378" y="1536174"/>
            <a:ext cx="187331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never calls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003E1B28-42EF-5B35-7CFA-B2187542836F}"/>
              </a:ext>
            </a:extLst>
          </p:cNvPr>
          <p:cNvSpPr/>
          <p:nvPr/>
        </p:nvSpPr>
        <p:spPr>
          <a:xfrm>
            <a:off x="3463237" y="3061138"/>
            <a:ext cx="956283" cy="367862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3A87A2-2F08-AAB9-F7B4-7549CD72425D}"/>
              </a:ext>
            </a:extLst>
          </p:cNvPr>
          <p:cNvSpPr txBox="1"/>
          <p:nvPr/>
        </p:nvSpPr>
        <p:spPr>
          <a:xfrm>
            <a:off x="9741850" y="3429000"/>
            <a:ext cx="175646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Never called: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it’s dead code.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1B89C-A155-C635-2C4E-C4922A18BA38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950454" y="3752166"/>
            <a:ext cx="7913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6894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D611F-0D16-C9F0-7644-6FC3715E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8601F-011B-20D7-1E22-67E19A95F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EB5A5-4E8B-3258-3099-D4187D831363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70662-7D82-F8FE-597E-FF48AACC3DDA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3234F0-6A2C-8A5B-CEBF-BF67CC540A10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98CE457-4A65-3D08-331B-80318D0B1B76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2505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99B-1B40-017B-6ED0-641054E0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B281-52F3-73A1-C4BB-1B56B237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397495-895D-C224-0A2B-21D837E022AD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18DB9-0A20-A909-B385-AE9E4D0E3290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A1030-4394-BA88-532A-C232E1A2717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8094E909-7D18-C98B-0CA0-52F160ED7DF6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201EC9-B15E-3453-80AF-7CAEE25A613B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c(4)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299634032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D18ED-E998-4DC7-AFF7-7AD74E58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540D2-99D4-96E6-7F61-26A439191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4C645-D4F9-9B3F-9F39-A339F709E6F3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D53E2C-45EC-F3B2-404A-597307C099F3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E1A6A0-2C9E-3C9D-9DD9-749BA2583EB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32C0401B-CCE1-CB1C-B6BE-CB49FD01FEC5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85E2C1-DACE-62D5-FB38-E3F11F3A07C4}"/>
              </a:ext>
            </a:extLst>
          </p:cNvPr>
          <p:cNvSpPr txBox="1"/>
          <p:nvPr/>
        </p:nvSpPr>
        <p:spPr>
          <a:xfrm>
            <a:off x="641131" y="2882462"/>
            <a:ext cx="132440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9: hello!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FDFC76-CC49-41EE-EAEE-4CF8F919C4B9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c(4)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31963393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13B2-5402-B24B-C46F-420FBAE83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C9489-6B96-5A0E-BEF0-ED9F32ED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27F086-3AB4-F6C3-2713-E2AD50CD95FB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d(int n)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d(n - 1)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7B0AC7-28A7-D272-A2C6-8F8A86D05350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2B3A4-873E-6799-BAFC-ED8F10581F87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DA20BC3A-6B93-DD4D-6231-2058BC4559AC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4033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D1C31-1688-A513-1418-5E3117A8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F9280-C318-7F3E-9B2C-C4E1A404A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D2E125-574F-2ACE-6AEC-FED7F58E27D0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13F49-146F-30C3-9EB0-F70C955ACE94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E0CC0-30EE-8B93-3171-F43C455196E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8D6731D-6E70-9B20-A93C-BA0346D3DBB9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9D042-B91C-71BF-E3CA-531EE49FA066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D41AB5-BF61-6E68-73C5-EA1931C2EFD1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AABCDC-FC6A-3029-EC58-B0514A90945E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43B59D-139C-9DEA-1DAE-92FDF2899D82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510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F9DD-7838-B518-0238-89947551B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35261-A77E-90DA-8693-36030C9C0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FA0E36-1D00-73EA-4A17-BDED80880C5D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86697-24DD-00B6-0BB9-66E10EC12CD1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43BE0F-3347-81BF-EF8F-DB33706B9AF1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773AFDB5-5B38-F247-1D3D-14C900E7B876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11DFF-F1DF-525B-4B32-C216429A91EA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678FC8-EDF9-61D1-304B-276D91C9C43F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85CB89E-FD1D-4B0D-B4A9-9FDE1559A85C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3B051-DBF9-6788-3B11-8C7E765CE79C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6047D97-8A79-EA86-2FF9-32A0CA96FF82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d(5)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19717009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A043-D3AA-12D7-118B-79E9FEA6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435-A22C-0C6D-3AA6-01938EDC4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17BF87-6DC6-4421-6737-A8F2F5FE6AA4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2989A7-8894-17B7-72C7-4BFEDC31713A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46F672-3D3D-399D-0D05-6E6592730F8F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528D26B-CDF7-8B32-390A-BE492B531173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A84988-302B-B8AD-4D6C-1C290B19DD9E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36E72E-30E3-73A5-46EA-BC843C56F452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BF3CF0A-85C3-389E-AA06-A31CD412688B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DD3430-E1B6-B063-C962-216F81FC3689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F4E1717-D7E8-9B92-616D-2490CE76A712}"/>
              </a:ext>
            </a:extLst>
          </p:cNvPr>
          <p:cNvSpPr txBox="1"/>
          <p:nvPr/>
        </p:nvSpPr>
        <p:spPr>
          <a:xfrm>
            <a:off x="628681" y="2837793"/>
            <a:ext cx="13244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1: hello!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2120B-D2A0-8A52-54CE-1F609AC4AF9C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d(5)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EA812F-9391-B16D-ED1B-5D44BED03102}"/>
              </a:ext>
            </a:extLst>
          </p:cNvPr>
          <p:cNvSpPr txBox="1"/>
          <p:nvPr/>
        </p:nvSpPr>
        <p:spPr>
          <a:xfrm>
            <a:off x="255923" y="4966445"/>
            <a:ext cx="238307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numbers are in reverse order. How can we put them in order 1, 2, .., 5?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3110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4406</Words>
  <Application>Microsoft Macintosh PowerPoint</Application>
  <PresentationFormat>Widescreen</PresentationFormat>
  <Paragraphs>599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9" baseType="lpstr">
      <vt:lpstr>Aptos</vt:lpstr>
      <vt:lpstr>Aptos Display</vt:lpstr>
      <vt:lpstr>Arial</vt:lpstr>
      <vt:lpstr>Consolas</vt:lpstr>
      <vt:lpstr>Office Theme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Summary</vt:lpstr>
      <vt:lpstr>Big Programs</vt:lpstr>
      <vt:lpstr>Big Programs</vt:lpstr>
      <vt:lpstr>Big Programs</vt:lpstr>
      <vt:lpstr>Big Programs</vt:lpstr>
      <vt:lpstr>Separate Compilation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Namespaces</vt:lpstr>
      <vt:lpstr>Namespaces</vt:lpstr>
      <vt:lpstr>Namespaces</vt:lpstr>
      <vt:lpstr>Namespaces</vt:lpstr>
      <vt:lpstr>PowerPoint Presentation</vt:lpstr>
      <vt:lpstr>Namespaces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2026-02-12T18:13:11Z</dcterms:created>
  <dcterms:modified xsi:type="dcterms:W3CDTF">2026-02-23T05:13:07Z</dcterms:modified>
</cp:coreProperties>
</file>