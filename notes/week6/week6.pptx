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358" r:id="rId2"/>
    <p:sldId id="361" r:id="rId3"/>
    <p:sldId id="359" r:id="rId4"/>
    <p:sldId id="360" r:id="rId5"/>
    <p:sldId id="362" r:id="rId6"/>
    <p:sldId id="363" r:id="rId7"/>
    <p:sldId id="364" r:id="rId8"/>
    <p:sldId id="365" r:id="rId9"/>
    <p:sldId id="401" r:id="rId10"/>
    <p:sldId id="402" r:id="rId11"/>
    <p:sldId id="403" r:id="rId12"/>
    <p:sldId id="404" r:id="rId13"/>
    <p:sldId id="366" r:id="rId14"/>
    <p:sldId id="367" r:id="rId15"/>
    <p:sldId id="368" r:id="rId16"/>
    <p:sldId id="371" r:id="rId17"/>
    <p:sldId id="370" r:id="rId18"/>
    <p:sldId id="372" r:id="rId19"/>
    <p:sldId id="373" r:id="rId20"/>
    <p:sldId id="374" r:id="rId21"/>
    <p:sldId id="376" r:id="rId22"/>
    <p:sldId id="380" r:id="rId23"/>
    <p:sldId id="377" r:id="rId24"/>
    <p:sldId id="378" r:id="rId25"/>
    <p:sldId id="381" r:id="rId26"/>
    <p:sldId id="379" r:id="rId27"/>
    <p:sldId id="382" r:id="rId28"/>
    <p:sldId id="383" r:id="rId29"/>
    <p:sldId id="384" r:id="rId30"/>
    <p:sldId id="385" r:id="rId31"/>
    <p:sldId id="386" r:id="rId32"/>
    <p:sldId id="387" r:id="rId33"/>
    <p:sldId id="390" r:id="rId34"/>
    <p:sldId id="388" r:id="rId35"/>
    <p:sldId id="389" r:id="rId36"/>
    <p:sldId id="391" r:id="rId37"/>
    <p:sldId id="392" r:id="rId38"/>
    <p:sldId id="393" r:id="rId39"/>
    <p:sldId id="395" r:id="rId40"/>
    <p:sldId id="394" r:id="rId41"/>
    <p:sldId id="396" r:id="rId42"/>
    <p:sldId id="397" r:id="rId43"/>
    <p:sldId id="398" r:id="rId44"/>
    <p:sldId id="399" r:id="rId45"/>
    <p:sldId id="400" r:id="rId46"/>
    <p:sldId id="405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C9DDAD8-27EC-E54D-BF9C-23E3848C8D55}">
          <p14:sldIdLst>
            <p14:sldId id="358"/>
            <p14:sldId id="361"/>
            <p14:sldId id="359"/>
            <p14:sldId id="360"/>
            <p14:sldId id="362"/>
            <p14:sldId id="363"/>
            <p14:sldId id="364"/>
            <p14:sldId id="365"/>
          </p14:sldIdLst>
        </p14:section>
        <p14:section name="Inheritance and Composition" id="{5AC6171D-169F-0E46-B319-1E4AE4CA5DD9}">
          <p14:sldIdLst>
            <p14:sldId id="401"/>
            <p14:sldId id="402"/>
            <p14:sldId id="403"/>
            <p14:sldId id="404"/>
          </p14:sldIdLst>
        </p14:section>
        <p14:section name="Printing" id="{D7128EE0-1CF1-5D45-8972-9459F5B9FBBA}">
          <p14:sldIdLst>
            <p14:sldId id="366"/>
            <p14:sldId id="367"/>
            <p14:sldId id="368"/>
            <p14:sldId id="371"/>
            <p14:sldId id="370"/>
            <p14:sldId id="372"/>
            <p14:sldId id="373"/>
            <p14:sldId id="374"/>
            <p14:sldId id="376"/>
            <p14:sldId id="380"/>
            <p14:sldId id="377"/>
            <p14:sldId id="378"/>
            <p14:sldId id="381"/>
            <p14:sldId id="379"/>
            <p14:sldId id="382"/>
            <p14:sldId id="383"/>
            <p14:sldId id="384"/>
            <p14:sldId id="385"/>
            <p14:sldId id="386"/>
            <p14:sldId id="387"/>
            <p14:sldId id="390"/>
          </p14:sldIdLst>
        </p14:section>
        <p14:section name="Binding" id="{D7E91CE2-500A-594C-B053-5031E287C748}">
          <p14:sldIdLst>
            <p14:sldId id="388"/>
            <p14:sldId id="389"/>
            <p14:sldId id="391"/>
            <p14:sldId id="392"/>
            <p14:sldId id="393"/>
          </p14:sldIdLst>
        </p14:section>
        <p14:section name="Pointers to objects" id="{3571755C-25C8-C142-911D-2A4A4A66C834}">
          <p14:sldIdLst>
            <p14:sldId id="395"/>
            <p14:sldId id="394"/>
            <p14:sldId id="396"/>
            <p14:sldId id="397"/>
            <p14:sldId id="398"/>
            <p14:sldId id="399"/>
            <p14:sldId id="400"/>
            <p14:sldId id="4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31807C-CA44-5448-9277-29B97F58CE06}" v="147" dt="2026-02-09T22:52:50.7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/>
    <p:restoredTop sz="96327"/>
  </p:normalViewPr>
  <p:slideViewPr>
    <p:cSldViewPr snapToGrid="0">
      <p:cViewPr varScale="1">
        <p:scale>
          <a:sx n="128" d="100"/>
          <a:sy n="128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delSection modSection">
      <pc:chgData name="Toby Donaldson" userId="2e6e5431-bb17-4c41-9985-d39c50d83c73" providerId="ADAL" clId="{F31BC264-820E-54C4-A6D1-F92AF9CC222E}" dt="2026-02-09T22:14:45.737" v="10168"/>
      <pc:docMkLst>
        <pc:docMk/>
      </pc:docMkLst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310954690" sldId="358"/>
        </pc:sldMkLst>
        <pc:spChg chg="mod">
          <ac:chgData name="Toby Donaldson" userId="2e6e5431-bb17-4c41-9985-d39c50d83c73" providerId="ADAL" clId="{F31BC264-820E-54C4-A6D1-F92AF9CC222E}" dt="2026-02-02T20:15:01.315" v="10051" actId="20577"/>
          <ac:spMkLst>
            <pc:docMk/>
            <pc:sldMk cId="1310954690" sldId="358"/>
            <ac:spMk id="3" creationId="{7B35CFC1-64B2-99C6-6730-A0966D893A78}"/>
          </ac:spMkLst>
        </pc:spChg>
      </pc:sldChg>
      <pc:sldChg chg="addSp">
        <pc:chgData name="Toby Donaldson" userId="2e6e5431-bb17-4c41-9985-d39c50d83c73" providerId="ADAL" clId="{F31BC264-820E-54C4-A6D1-F92AF9CC222E}" dt="2026-02-09T22:14:45.737" v="10168"/>
        <pc:sldMkLst>
          <pc:docMk/>
          <pc:sldMk cId="663643088" sldId="361"/>
        </pc:sldMkLst>
        <pc:inkChg chg="add">
          <ac:chgData name="Toby Donaldson" userId="2e6e5431-bb17-4c41-9985-d39c50d83c73" providerId="ADAL" clId="{F31BC264-820E-54C4-A6D1-F92AF9CC222E}" dt="2026-02-09T22:14:45.737" v="10168"/>
          <ac:inkMkLst>
            <pc:docMk/>
            <pc:sldMk cId="663643088" sldId="361"/>
            <ac:inkMk id="7" creationId="{0596183F-EEAC-AC10-1CCE-9AAF1DFC9CCE}"/>
          </ac:inkMkLst>
        </pc:inkChg>
      </pc:sldChg>
      <pc:sldChg chg="addSp">
        <pc:chgData name="Toby Donaldson" userId="2e6e5431-bb17-4c41-9985-d39c50d83c73" providerId="ADAL" clId="{F31BC264-820E-54C4-A6D1-F92AF9CC222E}" dt="2026-02-09T22:14:45.737" v="10168"/>
        <pc:sldMkLst>
          <pc:docMk/>
          <pc:sldMk cId="858015762" sldId="362"/>
        </pc:sldMkLst>
        <pc:inkChg chg="add">
          <ac:chgData name="Toby Donaldson" userId="2e6e5431-bb17-4c41-9985-d39c50d83c73" providerId="ADAL" clId="{F31BC264-820E-54C4-A6D1-F92AF9CC222E}" dt="2026-02-09T22:14:45.737" v="10168"/>
          <ac:inkMkLst>
            <pc:docMk/>
            <pc:sldMk cId="858015762" sldId="362"/>
            <ac:inkMk id="15" creationId="{2A7514F3-69FA-1366-3167-DFD8C3D90A13}"/>
          </ac:inkMkLst>
        </pc:inkChg>
      </pc:sldChg>
      <pc:sldChg chg="modSp mod">
        <pc:chgData name="Toby Donaldson" userId="2e6e5431-bb17-4c41-9985-d39c50d83c73" providerId="ADAL" clId="{F31BC264-820E-54C4-A6D1-F92AF9CC222E}" dt="2026-02-09T18:46:37.088" v="10145" actId="2711"/>
        <pc:sldMkLst>
          <pc:docMk/>
          <pc:sldMk cId="257285338" sldId="365"/>
        </pc:sldMkLst>
        <pc:spChg chg="mod">
          <ac:chgData name="Toby Donaldson" userId="2e6e5431-bb17-4c41-9985-d39c50d83c73" providerId="ADAL" clId="{F31BC264-820E-54C4-A6D1-F92AF9CC222E}" dt="2026-02-09T18:46:37.088" v="10145" actId="2711"/>
          <ac:spMkLst>
            <pc:docMk/>
            <pc:sldMk cId="257285338" sldId="365"/>
            <ac:spMk id="3" creationId="{C705540A-A4DC-8864-D1BA-A49BE0836CBB}"/>
          </ac:spMkLst>
        </pc:spChg>
      </pc:sldChg>
      <pc:sldChg chg="modSp mod">
        <pc:chgData name="Toby Donaldson" userId="2e6e5431-bb17-4c41-9985-d39c50d83c73" providerId="ADAL" clId="{F31BC264-820E-54C4-A6D1-F92AF9CC222E}" dt="2026-02-09T18:47:28.619" v="10146" actId="13926"/>
        <pc:sldMkLst>
          <pc:docMk/>
          <pc:sldMk cId="413009064" sldId="366"/>
        </pc:sldMkLst>
        <pc:spChg chg="mod">
          <ac:chgData name="Toby Donaldson" userId="2e6e5431-bb17-4c41-9985-d39c50d83c73" providerId="ADAL" clId="{F31BC264-820E-54C4-A6D1-F92AF9CC222E}" dt="2026-02-09T18:47:28.619" v="10146" actId="13926"/>
          <ac:spMkLst>
            <pc:docMk/>
            <pc:sldMk cId="413009064" sldId="366"/>
            <ac:spMk id="4" creationId="{11FBB0A3-8806-8564-A254-7F7F936780C1}"/>
          </ac:spMkLst>
        </pc:spChg>
      </pc:sldChg>
      <pc:sldChg chg="modSp mod">
        <pc:chgData name="Toby Donaldson" userId="2e6e5431-bb17-4c41-9985-d39c50d83c73" providerId="ADAL" clId="{F31BC264-820E-54C4-A6D1-F92AF9CC222E}" dt="2026-02-09T18:47:32.967" v="10147" actId="13926"/>
        <pc:sldMkLst>
          <pc:docMk/>
          <pc:sldMk cId="813900012" sldId="367"/>
        </pc:sldMkLst>
        <pc:spChg chg="mod">
          <ac:chgData name="Toby Donaldson" userId="2e6e5431-bb17-4c41-9985-d39c50d83c73" providerId="ADAL" clId="{F31BC264-820E-54C4-A6D1-F92AF9CC222E}" dt="2026-02-09T18:47:32.967" v="10147" actId="13926"/>
          <ac:spMkLst>
            <pc:docMk/>
            <pc:sldMk cId="813900012" sldId="367"/>
            <ac:spMk id="4" creationId="{E642E169-DED8-5AEB-07B9-243E31E94966}"/>
          </ac:spMkLst>
        </pc:spChg>
      </pc:sldChg>
      <pc:sldChg chg="modSp mod">
        <pc:chgData name="Toby Donaldson" userId="2e6e5431-bb17-4c41-9985-d39c50d83c73" providerId="ADAL" clId="{F31BC264-820E-54C4-A6D1-F92AF9CC222E}" dt="2026-02-09T18:47:39.100" v="10148" actId="13926"/>
        <pc:sldMkLst>
          <pc:docMk/>
          <pc:sldMk cId="244198095" sldId="368"/>
        </pc:sldMkLst>
        <pc:spChg chg="mod">
          <ac:chgData name="Toby Donaldson" userId="2e6e5431-bb17-4c41-9985-d39c50d83c73" providerId="ADAL" clId="{F31BC264-820E-54C4-A6D1-F92AF9CC222E}" dt="2026-02-09T18:47:39.100" v="10148" actId="13926"/>
          <ac:spMkLst>
            <pc:docMk/>
            <pc:sldMk cId="244198095" sldId="368"/>
            <ac:spMk id="4" creationId="{D82E7006-A8D8-704E-F934-D22997F7FBA4}"/>
          </ac:spMkLst>
        </pc:spChg>
      </pc:sldChg>
      <pc:sldChg chg="addSp modSp mod">
        <pc:chgData name="Toby Donaldson" userId="2e6e5431-bb17-4c41-9985-d39c50d83c73" providerId="ADAL" clId="{F31BC264-820E-54C4-A6D1-F92AF9CC222E}" dt="2026-02-09T18:49:30.764" v="10159" actId="12789"/>
        <pc:sldMkLst>
          <pc:docMk/>
          <pc:sldMk cId="1446371632" sldId="370"/>
        </pc:sldMkLst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5" creationId="{555CB399-CBE8-C6C6-9B7C-A1DB9DFB9320}"/>
          </ac:spMkLst>
        </pc:spChg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11" creationId="{DBABB560-34DB-3BAE-1907-2AB35F59AAD8}"/>
          </ac:spMkLst>
        </pc:spChg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12" creationId="{081506E9-D2F9-EB16-F387-E45F7077E519}"/>
          </ac:spMkLst>
        </pc:spChg>
      </pc:sldChg>
      <pc:sldChg chg="modSp mod">
        <pc:chgData name="Toby Donaldson" userId="2e6e5431-bb17-4c41-9985-d39c50d83c73" providerId="ADAL" clId="{F31BC264-820E-54C4-A6D1-F92AF9CC222E}" dt="2026-02-09T18:53:58.915" v="10167" actId="113"/>
        <pc:sldMkLst>
          <pc:docMk/>
          <pc:sldMk cId="645143950" sldId="378"/>
        </pc:sldMkLst>
        <pc:spChg chg="mod">
          <ac:chgData name="Toby Donaldson" userId="2e6e5431-bb17-4c41-9985-d39c50d83c73" providerId="ADAL" clId="{F31BC264-820E-54C4-A6D1-F92AF9CC222E}" dt="2026-02-09T18:53:58.915" v="10167" actId="113"/>
          <ac:spMkLst>
            <pc:docMk/>
            <pc:sldMk cId="645143950" sldId="378"/>
            <ac:spMk id="7" creationId="{E364B3AD-8FCF-FFF6-D278-94CE268E69B0}"/>
          </ac:spMkLst>
        </pc:spChg>
      </pc:sldChg>
      <pc:sldChg chg="addSp delSp modSp mod">
        <pc:chgData name="Toby Donaldson" userId="2e6e5431-bb17-4c41-9985-d39c50d83c73" providerId="ADAL" clId="{F31BC264-820E-54C4-A6D1-F92AF9CC222E}" dt="2026-02-09T18:53:50.696" v="10166" actId="113"/>
        <pc:sldMkLst>
          <pc:docMk/>
          <pc:sldMk cId="1825975758" sldId="381"/>
        </pc:sldMkLst>
        <pc:spChg chg="add mod">
          <ac:chgData name="Toby Donaldson" userId="2e6e5431-bb17-4c41-9985-d39c50d83c73" providerId="ADAL" clId="{F31BC264-820E-54C4-A6D1-F92AF9CC222E}" dt="2026-02-09T18:53:50.696" v="10166" actId="113"/>
          <ac:spMkLst>
            <pc:docMk/>
            <pc:sldMk cId="1825975758" sldId="381"/>
            <ac:spMk id="3" creationId="{CC6F4140-2A52-CD85-F29B-37A9F73E54A2}"/>
          </ac:spMkLst>
        </pc:spChg>
        <pc:spChg chg="del">
          <ac:chgData name="Toby Donaldson" userId="2e6e5431-bb17-4c41-9985-d39c50d83c73" providerId="ADAL" clId="{F31BC264-820E-54C4-A6D1-F92AF9CC222E}" dt="2026-02-09T18:51:24.239" v="10164" actId="21"/>
          <ac:spMkLst>
            <pc:docMk/>
            <pc:sldMk cId="1825975758" sldId="381"/>
            <ac:spMk id="7" creationId="{6A7F5630-9891-0EFA-6F71-9E844BB54153}"/>
          </ac:spMkLst>
        </pc:spChg>
        <pc:cxnChg chg="mod">
          <ac:chgData name="Toby Donaldson" userId="2e6e5431-bb17-4c41-9985-d39c50d83c73" providerId="ADAL" clId="{F31BC264-820E-54C4-A6D1-F92AF9CC222E}" dt="2026-02-09T18:51:24.239" v="10164" actId="21"/>
          <ac:cxnSpMkLst>
            <pc:docMk/>
            <pc:sldMk cId="1825975758" sldId="381"/>
            <ac:cxnSpMk id="9" creationId="{E0F2C66A-E786-1D62-68EA-5AA89DE601DA}"/>
          </ac:cxnSpMkLst>
        </pc:cxn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2-10T22:35:44.823" v="44736" actId="20577"/>
      <pc:docMkLst>
        <pc:docMk/>
      </pc:docMkLst>
      <pc:sldChg chg="del">
        <pc:chgData name="Toby Donaldson" userId="2e6e5431-bb17-4c41-9985-d39c50d83c73" providerId="ADAL" clId="{7F9681A8-EEE2-56F4-9B39-ECCBEE0471AC}" dt="2026-02-09T06:37:15.131" v="42425" actId="2696"/>
        <pc:sldMkLst>
          <pc:docMk/>
          <pc:sldMk cId="1204002011" sldId="334"/>
        </pc:sldMkLst>
      </pc:sldChg>
      <pc:sldChg chg="addSp delSp modSp mod">
        <pc:chgData name="Toby Donaldson" userId="2e6e5431-bb17-4c41-9985-d39c50d83c73" providerId="ADAL" clId="{7F9681A8-EEE2-56F4-9B39-ECCBEE0471AC}" dt="2026-02-09T06:43:16.733" v="42482" actId="113"/>
        <pc:sldMkLst>
          <pc:docMk/>
          <pc:sldMk cId="1310954690" sldId="358"/>
        </pc:sldMkLst>
        <pc:spChg chg="mod">
          <ac:chgData name="Toby Donaldson" userId="2e6e5431-bb17-4c41-9985-d39c50d83c73" providerId="ADAL" clId="{7F9681A8-EEE2-56F4-9B39-ECCBEE0471AC}" dt="2026-02-05T00:27:38.186" v="35282" actId="14100"/>
          <ac:spMkLst>
            <pc:docMk/>
            <pc:sldMk cId="1310954690" sldId="358"/>
            <ac:spMk id="2" creationId="{EBAAF929-1DF2-1253-394E-87D3BBC779D4}"/>
          </ac:spMkLst>
        </pc:spChg>
        <pc:spChg chg="mod">
          <ac:chgData name="Toby Donaldson" userId="2e6e5431-bb17-4c41-9985-d39c50d83c73" providerId="ADAL" clId="{7F9681A8-EEE2-56F4-9B39-ECCBEE0471AC}" dt="2026-02-09T06:43:16.733" v="42482" actId="113"/>
          <ac:spMkLst>
            <pc:docMk/>
            <pc:sldMk cId="1310954690" sldId="358"/>
            <ac:spMk id="3" creationId="{7B35CFC1-64B2-99C6-6730-A0966D893A78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3:33.783" v="42486" actId="113"/>
        <pc:sldMkLst>
          <pc:docMk/>
          <pc:sldMk cId="411447716" sldId="359"/>
        </pc:sldMkLst>
        <pc:spChg chg="mod">
          <ac:chgData name="Toby Donaldson" userId="2e6e5431-bb17-4c41-9985-d39c50d83c73" providerId="ADAL" clId="{7F9681A8-EEE2-56F4-9B39-ECCBEE0471AC}" dt="2026-02-09T06:43:33.783" v="42486" actId="113"/>
          <ac:spMkLst>
            <pc:docMk/>
            <pc:sldMk cId="411447716" sldId="359"/>
            <ac:spMk id="3" creationId="{41C23BE9-756B-AE09-E2B2-92694EED71B3}"/>
          </ac:spMkLst>
        </pc:spChg>
        <pc:spChg chg="add mod">
          <ac:chgData name="Toby Donaldson" userId="2e6e5431-bb17-4c41-9985-d39c50d83c73" providerId="ADAL" clId="{7F9681A8-EEE2-56F4-9B39-ECCBEE0471AC}" dt="2026-02-05T00:36:59.851" v="35656"/>
          <ac:spMkLst>
            <pc:docMk/>
            <pc:sldMk cId="411447716" sldId="359"/>
            <ac:spMk id="14" creationId="{21067FA8-C616-4B9A-C365-3EA9FB798EC9}"/>
          </ac:spMkLst>
        </pc:spChg>
        <pc:cxnChg chg="add mod">
          <ac:chgData name="Toby Donaldson" userId="2e6e5431-bb17-4c41-9985-d39c50d83c73" providerId="ADAL" clId="{7F9681A8-EEE2-56F4-9B39-ECCBEE0471AC}" dt="2026-02-05T00:33:35.657" v="35568" actId="14100"/>
          <ac:cxnSpMkLst>
            <pc:docMk/>
            <pc:sldMk cId="411447716" sldId="359"/>
            <ac:cxnSpMk id="7" creationId="{9D1516FA-1D7E-62C7-D8BC-662F39772568}"/>
          </ac:cxnSpMkLst>
        </pc:cxnChg>
        <pc:cxnChg chg="add mod">
          <ac:chgData name="Toby Donaldson" userId="2e6e5431-bb17-4c41-9985-d39c50d83c73" providerId="ADAL" clId="{7F9681A8-EEE2-56F4-9B39-ECCBEE0471AC}" dt="2026-02-05T00:36:59.851" v="35656"/>
          <ac:cxnSpMkLst>
            <pc:docMk/>
            <pc:sldMk cId="411447716" sldId="359"/>
            <ac:cxnSpMk id="15" creationId="{85804E7E-524A-F6DC-7B4B-551C684799C9}"/>
          </ac:cxnSpMkLst>
        </pc:cxnChg>
        <pc:cxnChg chg="mod">
          <ac:chgData name="Toby Donaldson" userId="2e6e5431-bb17-4c41-9985-d39c50d83c73" providerId="ADAL" clId="{7F9681A8-EEE2-56F4-9B39-ECCBEE0471AC}" dt="2026-02-05T00:33:28.422" v="35565" actId="14100"/>
          <ac:cxnSpMkLst>
            <pc:docMk/>
            <pc:sldMk cId="411447716" sldId="359"/>
            <ac:cxnSpMk id="25" creationId="{194C4F6D-53BD-5B0A-A699-667B8391A32D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9T06:43:38.634" v="42488" actId="113"/>
        <pc:sldMkLst>
          <pc:docMk/>
          <pc:sldMk cId="3970740836" sldId="360"/>
        </pc:sldMkLst>
        <pc:spChg chg="mod">
          <ac:chgData name="Toby Donaldson" userId="2e6e5431-bb17-4c41-9985-d39c50d83c73" providerId="ADAL" clId="{7F9681A8-EEE2-56F4-9B39-ECCBEE0471AC}" dt="2026-02-09T06:43:38.634" v="42488" actId="113"/>
          <ac:spMkLst>
            <pc:docMk/>
            <pc:sldMk cId="3970740836" sldId="360"/>
            <ac:spMk id="3" creationId="{79515B86-6D86-6D44-C201-235FE722F03E}"/>
          </ac:spMkLst>
        </pc:spChg>
        <pc:spChg chg="add mod">
          <ac:chgData name="Toby Donaldson" userId="2e6e5431-bb17-4c41-9985-d39c50d83c73" providerId="ADAL" clId="{7F9681A8-EEE2-56F4-9B39-ECCBEE0471AC}" dt="2026-02-05T00:37:01.588" v="35657"/>
          <ac:spMkLst>
            <pc:docMk/>
            <pc:sldMk cId="3970740836" sldId="360"/>
            <ac:spMk id="5" creationId="{90B2FACB-D527-CE2F-A8EC-BD66B60E7434}"/>
          </ac:spMkLst>
        </pc:spChg>
        <pc:spChg chg="mod">
          <ac:chgData name="Toby Donaldson" userId="2e6e5431-bb17-4c41-9985-d39c50d83c73" providerId="ADAL" clId="{7F9681A8-EEE2-56F4-9B39-ECCBEE0471AC}" dt="2026-02-05T00:37:23.106" v="35700" actId="20577"/>
          <ac:spMkLst>
            <pc:docMk/>
            <pc:sldMk cId="3970740836" sldId="360"/>
            <ac:spMk id="22" creationId="{D77EE7B7-6CFA-9C47-AEDA-FA196585A535}"/>
          </ac:spMkLst>
        </pc:spChg>
        <pc:cxnChg chg="add mod">
          <ac:chgData name="Toby Donaldson" userId="2e6e5431-bb17-4c41-9985-d39c50d83c73" providerId="ADAL" clId="{7F9681A8-EEE2-56F4-9B39-ECCBEE0471AC}" dt="2026-02-05T00:37:01.588" v="35657"/>
          <ac:cxnSpMkLst>
            <pc:docMk/>
            <pc:sldMk cId="3970740836" sldId="360"/>
            <ac:cxnSpMk id="6" creationId="{575DD8D9-8931-8781-EBE3-61739E4A3C3E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9T06:43:29.083" v="42484" actId="113"/>
        <pc:sldMkLst>
          <pc:docMk/>
          <pc:sldMk cId="663643088" sldId="361"/>
        </pc:sldMkLst>
        <pc:spChg chg="mod">
          <ac:chgData name="Toby Donaldson" userId="2e6e5431-bb17-4c41-9985-d39c50d83c73" providerId="ADAL" clId="{7F9681A8-EEE2-56F4-9B39-ECCBEE0471AC}" dt="2026-02-09T06:43:29.083" v="42484" actId="113"/>
          <ac:spMkLst>
            <pc:docMk/>
            <pc:sldMk cId="663643088" sldId="361"/>
            <ac:spMk id="3" creationId="{5CDBD2E5-F974-B8AD-CA1C-D4A19103585F}"/>
          </ac:spMkLst>
        </pc:spChg>
        <pc:spChg chg="add mod">
          <ac:chgData name="Toby Donaldson" userId="2e6e5431-bb17-4c41-9985-d39c50d83c73" providerId="ADAL" clId="{7F9681A8-EEE2-56F4-9B39-ECCBEE0471AC}" dt="2026-02-05T00:36:20.972" v="35651" actId="1076"/>
          <ac:spMkLst>
            <pc:docMk/>
            <pc:sldMk cId="663643088" sldId="361"/>
            <ac:spMk id="5" creationId="{03060692-D27D-06E3-C41B-2B57E45FD6B9}"/>
          </ac:spMkLst>
        </pc:spChg>
        <pc:cxnChg chg="add mod">
          <ac:chgData name="Toby Donaldson" userId="2e6e5431-bb17-4c41-9985-d39c50d83c73" providerId="ADAL" clId="{7F9681A8-EEE2-56F4-9B39-ECCBEE0471AC}" dt="2026-02-05T00:36:42.889" v="35655" actId="14100"/>
          <ac:cxnSpMkLst>
            <pc:docMk/>
            <pc:sldMk cId="663643088" sldId="361"/>
            <ac:cxnSpMk id="6" creationId="{E5512506-084C-87D8-7894-5B20A7F1F87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06:44:35.149" v="42490" actId="113"/>
        <pc:sldMkLst>
          <pc:docMk/>
          <pc:sldMk cId="858015762" sldId="362"/>
        </pc:sldMkLst>
        <pc:spChg chg="mod">
          <ac:chgData name="Toby Donaldson" userId="2e6e5431-bb17-4c41-9985-d39c50d83c73" providerId="ADAL" clId="{7F9681A8-EEE2-56F4-9B39-ECCBEE0471AC}" dt="2026-02-09T06:44:35.149" v="42490" actId="113"/>
          <ac:spMkLst>
            <pc:docMk/>
            <pc:sldMk cId="858015762" sldId="362"/>
            <ac:spMk id="3" creationId="{8E1E5443-B474-57A4-42E0-6D9846897F01}"/>
          </ac:spMkLst>
        </pc:spChg>
        <pc:spChg chg="add mod">
          <ac:chgData name="Toby Donaldson" userId="2e6e5431-bb17-4c41-9985-d39c50d83c73" providerId="ADAL" clId="{7F9681A8-EEE2-56F4-9B39-ECCBEE0471AC}" dt="2026-02-05T00:41:46.420" v="35930" actId="1076"/>
          <ac:spMkLst>
            <pc:docMk/>
            <pc:sldMk cId="858015762" sldId="362"/>
            <ac:spMk id="7" creationId="{8CF8CE18-2792-F9D0-F273-360A7E6B6231}"/>
          </ac:spMkLst>
        </pc:spChg>
        <pc:spChg chg="add mod">
          <ac:chgData name="Toby Donaldson" userId="2e6e5431-bb17-4c41-9985-d39c50d83c73" providerId="ADAL" clId="{7F9681A8-EEE2-56F4-9B39-ECCBEE0471AC}" dt="2026-02-05T00:40:14.719" v="35819" actId="20577"/>
          <ac:spMkLst>
            <pc:docMk/>
            <pc:sldMk cId="858015762" sldId="362"/>
            <ac:spMk id="9" creationId="{C8F1BB9E-19AF-503F-1EE0-42BED28A3EA7}"/>
          </ac:spMkLst>
        </pc:spChg>
        <pc:spChg chg="add mod">
          <ac:chgData name="Toby Donaldson" userId="2e6e5431-bb17-4c41-9985-d39c50d83c73" providerId="ADAL" clId="{7F9681A8-EEE2-56F4-9B39-ECCBEE0471AC}" dt="2026-02-05T00:42:38.618" v="35966" actId="113"/>
          <ac:spMkLst>
            <pc:docMk/>
            <pc:sldMk cId="858015762" sldId="362"/>
            <ac:spMk id="13" creationId="{4361B7D8-7E65-4BDC-708D-D0AA6E194DB5}"/>
          </ac:spMkLst>
        </pc:spChg>
        <pc:spChg chg="add mod">
          <ac:chgData name="Toby Donaldson" userId="2e6e5431-bb17-4c41-9985-d39c50d83c73" providerId="ADAL" clId="{7F9681A8-EEE2-56F4-9B39-ECCBEE0471AC}" dt="2026-02-05T00:43:10.497" v="36007" actId="20577"/>
          <ac:spMkLst>
            <pc:docMk/>
            <pc:sldMk cId="858015762" sldId="362"/>
            <ac:spMk id="18" creationId="{D6FEC744-BC9F-26D7-2D1F-3DD1E3FB7CA9}"/>
          </ac:spMkLst>
        </pc:spChg>
        <pc:cxnChg chg="add mod">
          <ac:chgData name="Toby Donaldson" userId="2e6e5431-bb17-4c41-9985-d39c50d83c73" providerId="ADAL" clId="{7F9681A8-EEE2-56F4-9B39-ECCBEE0471AC}" dt="2026-02-05T00:41:02.070" v="35873" actId="14100"/>
          <ac:cxnSpMkLst>
            <pc:docMk/>
            <pc:sldMk cId="858015762" sldId="362"/>
            <ac:cxnSpMk id="14" creationId="{C99EF146-A21F-3CA6-A9C8-2086E758F996}"/>
          </ac:cxnSpMkLst>
        </pc:cxnChg>
        <pc:cxnChg chg="add mod">
          <ac:chgData name="Toby Donaldson" userId="2e6e5431-bb17-4c41-9985-d39c50d83c73" providerId="ADAL" clId="{7F9681A8-EEE2-56F4-9B39-ECCBEE0471AC}" dt="2026-02-05T00:42:30.171" v="35965" actId="1076"/>
          <ac:cxnSpMkLst>
            <pc:docMk/>
            <pc:sldMk cId="858015762" sldId="362"/>
            <ac:cxnSpMk id="20" creationId="{94B868F1-C114-01D1-A7AA-53A705D37C76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9T06:44:40.107" v="42492" actId="113"/>
        <pc:sldMkLst>
          <pc:docMk/>
          <pc:sldMk cId="1562273311" sldId="363"/>
        </pc:sldMkLst>
        <pc:spChg chg="mod">
          <ac:chgData name="Toby Donaldson" userId="2e6e5431-bb17-4c41-9985-d39c50d83c73" providerId="ADAL" clId="{7F9681A8-EEE2-56F4-9B39-ECCBEE0471AC}" dt="2026-02-09T06:44:40.107" v="42492" actId="113"/>
          <ac:spMkLst>
            <pc:docMk/>
            <pc:sldMk cId="1562273311" sldId="363"/>
            <ac:spMk id="3" creationId="{AD8E6E98-2E63-2600-6599-303DD6E0BEF4}"/>
          </ac:spMkLst>
        </pc:spChg>
        <pc:spChg chg="mod">
          <ac:chgData name="Toby Donaldson" userId="2e6e5431-bb17-4c41-9985-d39c50d83c73" providerId="ADAL" clId="{7F9681A8-EEE2-56F4-9B39-ECCBEE0471AC}" dt="2026-02-05T00:44:21.075" v="36010" actId="1076"/>
          <ac:spMkLst>
            <pc:docMk/>
            <pc:sldMk cId="1562273311" sldId="363"/>
            <ac:spMk id="4" creationId="{01D8894A-738E-C5D3-856D-63967A78B412}"/>
          </ac:spMkLst>
        </pc:spChg>
        <pc:spChg chg="mod">
          <ac:chgData name="Toby Donaldson" userId="2e6e5431-bb17-4c41-9985-d39c50d83c73" providerId="ADAL" clId="{7F9681A8-EEE2-56F4-9B39-ECCBEE0471AC}" dt="2026-02-05T00:44:30.789" v="36011" actId="1076"/>
          <ac:spMkLst>
            <pc:docMk/>
            <pc:sldMk cId="1562273311" sldId="363"/>
            <ac:spMk id="7" creationId="{95E670C4-E311-4891-79F1-90EFF91657B9}"/>
          </ac:spMkLst>
        </pc:spChg>
        <pc:spChg chg="mod">
          <ac:chgData name="Toby Donaldson" userId="2e6e5431-bb17-4c41-9985-d39c50d83c73" providerId="ADAL" clId="{7F9681A8-EEE2-56F4-9B39-ECCBEE0471AC}" dt="2026-02-05T00:44:21.075" v="36010" actId="1076"/>
          <ac:spMkLst>
            <pc:docMk/>
            <pc:sldMk cId="1562273311" sldId="363"/>
            <ac:spMk id="8" creationId="{19860B02-E769-2258-5D4E-73BC2745A626}"/>
          </ac:spMkLst>
        </pc:spChg>
        <pc:spChg chg="mod">
          <ac:chgData name="Toby Donaldson" userId="2e6e5431-bb17-4c41-9985-d39c50d83c73" providerId="ADAL" clId="{7F9681A8-EEE2-56F4-9B39-ECCBEE0471AC}" dt="2026-02-05T00:44:30.789" v="36011" actId="1076"/>
          <ac:spMkLst>
            <pc:docMk/>
            <pc:sldMk cId="1562273311" sldId="363"/>
            <ac:spMk id="9" creationId="{1E023E58-ED34-70FF-0AA0-19765263A698}"/>
          </ac:spMkLst>
        </pc:spChg>
        <pc:cxnChg chg="mod">
          <ac:chgData name="Toby Donaldson" userId="2e6e5431-bb17-4c41-9985-d39c50d83c73" providerId="ADAL" clId="{7F9681A8-EEE2-56F4-9B39-ECCBEE0471AC}" dt="2026-02-05T00:44:21.075" v="36010" actId="1076"/>
          <ac:cxnSpMkLst>
            <pc:docMk/>
            <pc:sldMk cId="1562273311" sldId="363"/>
            <ac:cxnSpMk id="10" creationId="{2529598D-78AB-E098-7842-41ED2631A865}"/>
          </ac:cxnSpMkLst>
        </pc:cxnChg>
      </pc:sldChg>
      <pc:sldChg chg="modSp add mod">
        <pc:chgData name="Toby Donaldson" userId="2e6e5431-bb17-4c41-9985-d39c50d83c73" providerId="ADAL" clId="{7F9681A8-EEE2-56F4-9B39-ECCBEE0471AC}" dt="2026-02-09T06:44:44.412" v="42494" actId="113"/>
        <pc:sldMkLst>
          <pc:docMk/>
          <pc:sldMk cId="2629793367" sldId="364"/>
        </pc:sldMkLst>
        <pc:spChg chg="mod">
          <ac:chgData name="Toby Donaldson" userId="2e6e5431-bb17-4c41-9985-d39c50d83c73" providerId="ADAL" clId="{7F9681A8-EEE2-56F4-9B39-ECCBEE0471AC}" dt="2026-02-09T06:44:44.412" v="42494" actId="113"/>
          <ac:spMkLst>
            <pc:docMk/>
            <pc:sldMk cId="2629793367" sldId="364"/>
            <ac:spMk id="3" creationId="{448A290A-8A59-8754-413C-3AD47D37D7D8}"/>
          </ac:spMkLst>
        </pc:spChg>
        <pc:spChg chg="mod">
          <ac:chgData name="Toby Donaldson" userId="2e6e5431-bb17-4c41-9985-d39c50d83c73" providerId="ADAL" clId="{7F9681A8-EEE2-56F4-9B39-ECCBEE0471AC}" dt="2026-02-05T00:45:32.174" v="36023" actId="207"/>
          <ac:spMkLst>
            <pc:docMk/>
            <pc:sldMk cId="2629793367" sldId="364"/>
            <ac:spMk id="9" creationId="{CD6CC616-008A-9AD7-55F9-12AE3A078FB2}"/>
          </ac:spMkLst>
        </pc:spChg>
        <pc:spChg chg="mod">
          <ac:chgData name="Toby Donaldson" userId="2e6e5431-bb17-4c41-9985-d39c50d83c73" providerId="ADAL" clId="{7F9681A8-EEE2-56F4-9B39-ECCBEE0471AC}" dt="2026-02-05T00:45:50.272" v="36027" actId="20577"/>
          <ac:spMkLst>
            <pc:docMk/>
            <pc:sldMk cId="2629793367" sldId="364"/>
            <ac:spMk id="18" creationId="{7CC2B86C-4DB8-47A1-F180-3C58073800CB}"/>
          </ac:spMkLst>
        </pc:spChg>
      </pc:sldChg>
      <pc:sldChg chg="modSp new mod">
        <pc:chgData name="Toby Donaldson" userId="2e6e5431-bb17-4c41-9985-d39c50d83c73" providerId="ADAL" clId="{7F9681A8-EEE2-56F4-9B39-ECCBEE0471AC}" dt="2026-02-05T00:47:00.226" v="36122" actId="20577"/>
        <pc:sldMkLst>
          <pc:docMk/>
          <pc:sldMk cId="257285338" sldId="365"/>
        </pc:sldMkLst>
        <pc:spChg chg="mod">
          <ac:chgData name="Toby Donaldson" userId="2e6e5431-bb17-4c41-9985-d39c50d83c73" providerId="ADAL" clId="{7F9681A8-EEE2-56F4-9B39-ECCBEE0471AC}" dt="2026-02-05T00:46:23.245" v="36046" actId="20577"/>
          <ac:spMkLst>
            <pc:docMk/>
            <pc:sldMk cId="257285338" sldId="365"/>
            <ac:spMk id="2" creationId="{CC43AF09-6FA1-5E01-A2E5-7E58E93DE8A1}"/>
          </ac:spMkLst>
        </pc:spChg>
        <pc:spChg chg="mod">
          <ac:chgData name="Toby Donaldson" userId="2e6e5431-bb17-4c41-9985-d39c50d83c73" providerId="ADAL" clId="{7F9681A8-EEE2-56F4-9B39-ECCBEE0471AC}" dt="2026-02-05T00:47:00.226" v="36122" actId="20577"/>
          <ac:spMkLst>
            <pc:docMk/>
            <pc:sldMk cId="257285338" sldId="365"/>
            <ac:spMk id="3" creationId="{C705540A-A4DC-8864-D1BA-A49BE0836CBB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05T02:21:29.399" v="36436" actId="14100"/>
        <pc:sldMkLst>
          <pc:docMk/>
          <pc:sldMk cId="413009064" sldId="366"/>
        </pc:sldMkLst>
        <pc:spChg chg="mod">
          <ac:chgData name="Toby Donaldson" userId="2e6e5431-bb17-4c41-9985-d39c50d83c73" providerId="ADAL" clId="{7F9681A8-EEE2-56F4-9B39-ECCBEE0471AC}" dt="2026-02-05T02:15:42.063" v="36195" actId="1076"/>
          <ac:spMkLst>
            <pc:docMk/>
            <pc:sldMk cId="413009064" sldId="366"/>
            <ac:spMk id="2" creationId="{3035699E-D7C7-2A67-5699-3DD5E03BAE0B}"/>
          </ac:spMkLst>
        </pc:spChg>
        <pc:spChg chg="add mod">
          <ac:chgData name="Toby Donaldson" userId="2e6e5431-bb17-4c41-9985-d39c50d83c73" providerId="ADAL" clId="{7F9681A8-EEE2-56F4-9B39-ECCBEE0471AC}" dt="2026-02-05T02:18:51.381" v="36316" actId="1076"/>
          <ac:spMkLst>
            <pc:docMk/>
            <pc:sldMk cId="413009064" sldId="366"/>
            <ac:spMk id="4" creationId="{11FBB0A3-8806-8564-A254-7F7F936780C1}"/>
          </ac:spMkLst>
        </pc:spChg>
        <pc:spChg chg="add mod">
          <ac:chgData name="Toby Donaldson" userId="2e6e5431-bb17-4c41-9985-d39c50d83c73" providerId="ADAL" clId="{7F9681A8-EEE2-56F4-9B39-ECCBEE0471AC}" dt="2026-02-05T02:21:08.515" v="36419" actId="1076"/>
          <ac:spMkLst>
            <pc:docMk/>
            <pc:sldMk cId="413009064" sldId="366"/>
            <ac:spMk id="5" creationId="{F5752AEE-2BDC-33E7-41C1-B2CACD27B548}"/>
          </ac:spMkLst>
        </pc:spChg>
        <pc:spChg chg="add mod">
          <ac:chgData name="Toby Donaldson" userId="2e6e5431-bb17-4c41-9985-d39c50d83c73" providerId="ADAL" clId="{7F9681A8-EEE2-56F4-9B39-ECCBEE0471AC}" dt="2026-02-05T02:21:29.399" v="36436" actId="14100"/>
          <ac:spMkLst>
            <pc:docMk/>
            <pc:sldMk cId="413009064" sldId="366"/>
            <ac:spMk id="6" creationId="{9951DE53-58A4-9A6F-21F9-59879D33AA33}"/>
          </ac:spMkLst>
        </pc:spChg>
      </pc:sldChg>
      <pc:sldChg chg="addSp modSp add mod">
        <pc:chgData name="Toby Donaldson" userId="2e6e5431-bb17-4c41-9985-d39c50d83c73" providerId="ADAL" clId="{7F9681A8-EEE2-56F4-9B39-ECCBEE0471AC}" dt="2026-02-05T02:21:40.543" v="36443" actId="20577"/>
        <pc:sldMkLst>
          <pc:docMk/>
          <pc:sldMk cId="813900012" sldId="367"/>
        </pc:sldMkLst>
        <pc:spChg chg="add mod">
          <ac:chgData name="Toby Donaldson" userId="2e6e5431-bb17-4c41-9985-d39c50d83c73" providerId="ADAL" clId="{7F9681A8-EEE2-56F4-9B39-ECCBEE0471AC}" dt="2026-02-05T02:21:37.168" v="36437"/>
          <ac:spMkLst>
            <pc:docMk/>
            <pc:sldMk cId="813900012" sldId="367"/>
            <ac:spMk id="3" creationId="{3D9493FD-3F17-600C-4EF3-3FEE80181744}"/>
          </ac:spMkLst>
        </pc:spChg>
        <pc:spChg chg="mod">
          <ac:chgData name="Toby Donaldson" userId="2e6e5431-bb17-4c41-9985-d39c50d83c73" providerId="ADAL" clId="{7F9681A8-EEE2-56F4-9B39-ECCBEE0471AC}" dt="2026-02-05T02:18:26.630" v="36314" actId="1076"/>
          <ac:spMkLst>
            <pc:docMk/>
            <pc:sldMk cId="813900012" sldId="367"/>
            <ac:spMk id="4" creationId="{E642E169-DED8-5AEB-07B9-243E31E94966}"/>
          </ac:spMkLst>
        </pc:spChg>
        <pc:spChg chg="add mod">
          <ac:chgData name="Toby Donaldson" userId="2e6e5431-bb17-4c41-9985-d39c50d83c73" providerId="ADAL" clId="{7F9681A8-EEE2-56F4-9B39-ECCBEE0471AC}" dt="2026-02-05T02:21:40.543" v="36443" actId="20577"/>
          <ac:spMkLst>
            <pc:docMk/>
            <pc:sldMk cId="813900012" sldId="367"/>
            <ac:spMk id="5" creationId="{53C8EF5A-2EB0-A886-03EB-D2D5BCBA2B85}"/>
          </ac:spMkLst>
        </pc:spChg>
      </pc:sldChg>
      <pc:sldChg chg="addSp modSp add mod">
        <pc:chgData name="Toby Donaldson" userId="2e6e5431-bb17-4c41-9985-d39c50d83c73" providerId="ADAL" clId="{7F9681A8-EEE2-56F4-9B39-ECCBEE0471AC}" dt="2026-02-05T02:21:50.283" v="36452" actId="14100"/>
        <pc:sldMkLst>
          <pc:docMk/>
          <pc:sldMk cId="244198095" sldId="368"/>
        </pc:sldMkLst>
        <pc:spChg chg="add mod">
          <ac:chgData name="Toby Donaldson" userId="2e6e5431-bb17-4c41-9985-d39c50d83c73" providerId="ADAL" clId="{7F9681A8-EEE2-56F4-9B39-ECCBEE0471AC}" dt="2026-02-05T02:21:44.228" v="36444"/>
          <ac:spMkLst>
            <pc:docMk/>
            <pc:sldMk cId="244198095" sldId="368"/>
            <ac:spMk id="3" creationId="{0ACA8FD9-8930-1AC7-BDDD-FA9C9CAFB410}"/>
          </ac:spMkLst>
        </pc:spChg>
        <pc:spChg chg="mod">
          <ac:chgData name="Toby Donaldson" userId="2e6e5431-bb17-4c41-9985-d39c50d83c73" providerId="ADAL" clId="{7F9681A8-EEE2-56F4-9B39-ECCBEE0471AC}" dt="2026-02-05T02:20:08.665" v="36369" actId="20577"/>
          <ac:spMkLst>
            <pc:docMk/>
            <pc:sldMk cId="244198095" sldId="368"/>
            <ac:spMk id="4" creationId="{D82E7006-A8D8-704E-F934-D22997F7FBA4}"/>
          </ac:spMkLst>
        </pc:spChg>
        <pc:spChg chg="add mod">
          <ac:chgData name="Toby Donaldson" userId="2e6e5431-bb17-4c41-9985-d39c50d83c73" providerId="ADAL" clId="{7F9681A8-EEE2-56F4-9B39-ECCBEE0471AC}" dt="2026-02-05T02:21:50.283" v="36452" actId="14100"/>
          <ac:spMkLst>
            <pc:docMk/>
            <pc:sldMk cId="244198095" sldId="368"/>
            <ac:spMk id="5" creationId="{A031FCD4-6EA8-76C8-505C-000E98C5C13B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1:32.880" v="42457" actId="21"/>
        <pc:sldMkLst>
          <pc:docMk/>
          <pc:sldMk cId="1446371632" sldId="370"/>
        </pc:sldMkLst>
        <pc:spChg chg="mod">
          <ac:chgData name="Toby Donaldson" userId="2e6e5431-bb17-4c41-9985-d39c50d83c73" providerId="ADAL" clId="{7F9681A8-EEE2-56F4-9B39-ECCBEE0471AC}" dt="2026-02-09T06:39:36.098" v="42443" actId="1076"/>
          <ac:spMkLst>
            <pc:docMk/>
            <pc:sldMk cId="1446371632" sldId="370"/>
            <ac:spMk id="3" creationId="{E1829BF0-B0CC-6201-A618-A86B5540AF58}"/>
          </ac:spMkLst>
        </pc:spChg>
        <pc:spChg chg="mod">
          <ac:chgData name="Toby Donaldson" userId="2e6e5431-bb17-4c41-9985-d39c50d83c73" providerId="ADAL" clId="{7F9681A8-EEE2-56F4-9B39-ECCBEE0471AC}" dt="2026-02-05T02:30:24.750" v="36805" actId="207"/>
          <ac:spMkLst>
            <pc:docMk/>
            <pc:sldMk cId="1446371632" sldId="370"/>
            <ac:spMk id="4" creationId="{23457334-B90B-A594-2C05-C6A8141DA2D9}"/>
          </ac:spMkLst>
        </pc:spChg>
        <pc:spChg chg="add mod">
          <ac:chgData name="Toby Donaldson" userId="2e6e5431-bb17-4c41-9985-d39c50d83c73" providerId="ADAL" clId="{7F9681A8-EEE2-56F4-9B39-ECCBEE0471AC}" dt="2026-02-05T02:30:21.512" v="36804" actId="207"/>
          <ac:spMkLst>
            <pc:docMk/>
            <pc:sldMk cId="1446371632" sldId="370"/>
            <ac:spMk id="6" creationId="{6D34F371-7A06-4738-AB6B-224BFC94D613}"/>
          </ac:spMkLst>
        </pc:spChg>
        <pc:spChg chg="add mod">
          <ac:chgData name="Toby Donaldson" userId="2e6e5431-bb17-4c41-9985-d39c50d83c73" providerId="ADAL" clId="{7F9681A8-EEE2-56F4-9B39-ECCBEE0471AC}" dt="2026-02-05T02:30:17.933" v="36803" actId="207"/>
          <ac:spMkLst>
            <pc:docMk/>
            <pc:sldMk cId="1446371632" sldId="370"/>
            <ac:spMk id="7" creationId="{6CFD01B2-083C-E5E8-BDC2-2ACA614D1020}"/>
          </ac:spMkLst>
        </pc:spChg>
        <pc:spChg chg="add mod">
          <ac:chgData name="Toby Donaldson" userId="2e6e5431-bb17-4c41-9985-d39c50d83c73" providerId="ADAL" clId="{7F9681A8-EEE2-56F4-9B39-ECCBEE0471AC}" dt="2026-02-05T02:26:43.872" v="36629"/>
          <ac:spMkLst>
            <pc:docMk/>
            <pc:sldMk cId="1446371632" sldId="370"/>
            <ac:spMk id="8" creationId="{82C18A72-3C05-E189-38B6-9B12A58B27A4}"/>
          </ac:spMkLst>
        </pc:sp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9" creationId="{19A2D997-7FB7-902E-3A16-899D5D5AD943}"/>
          </ac:cxnSpMkLst>
        </pc:cxn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10" creationId="{D7B6F563-80FF-03A2-B0BB-2CA864F4272F}"/>
          </ac:cxnSpMkLst>
        </pc:cxn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13" creationId="{6BA08026-BCF4-A47B-8DB3-2F58D07C62B2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2-05T02:29:44.637" v="36797" actId="20578"/>
        <pc:sldMkLst>
          <pc:docMk/>
          <pc:sldMk cId="1008521194" sldId="371"/>
        </pc:sldMkLst>
        <pc:spChg chg="mod">
          <ac:chgData name="Toby Donaldson" userId="2e6e5431-bb17-4c41-9985-d39c50d83c73" providerId="ADAL" clId="{7F9681A8-EEE2-56F4-9B39-ECCBEE0471AC}" dt="2026-02-05T02:29:40.852" v="36796" actId="207"/>
          <ac:spMkLst>
            <pc:docMk/>
            <pc:sldMk cId="1008521194" sldId="371"/>
            <ac:spMk id="4" creationId="{5564801B-8797-8C52-700E-2F6DFEDD8B7D}"/>
          </ac:spMkLst>
        </pc:spChg>
        <pc:spChg chg="mod">
          <ac:chgData name="Toby Donaldson" userId="2e6e5431-bb17-4c41-9985-d39c50d83c73" providerId="ADAL" clId="{7F9681A8-EEE2-56F4-9B39-ECCBEE0471AC}" dt="2026-02-05T02:29:35.977" v="36795" actId="207"/>
          <ac:spMkLst>
            <pc:docMk/>
            <pc:sldMk cId="1008521194" sldId="371"/>
            <ac:spMk id="6" creationId="{6FCB9E04-5AB0-4899-20EB-A710A743E6F8}"/>
          </ac:spMkLst>
        </pc:spChg>
        <pc:spChg chg="mod">
          <ac:chgData name="Toby Donaldson" userId="2e6e5431-bb17-4c41-9985-d39c50d83c73" providerId="ADAL" clId="{7F9681A8-EEE2-56F4-9B39-ECCBEE0471AC}" dt="2026-02-05T02:29:30.085" v="36794" actId="207"/>
          <ac:spMkLst>
            <pc:docMk/>
            <pc:sldMk cId="1008521194" sldId="371"/>
            <ac:spMk id="7" creationId="{9E5282B2-EC51-F152-F40D-CC23563F7C6B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1:36.593" v="42458"/>
        <pc:sldMkLst>
          <pc:docMk/>
          <pc:sldMk cId="1681020253" sldId="372"/>
        </pc:sldMkLst>
        <pc:spChg chg="del">
          <ac:chgData name="Toby Donaldson" userId="2e6e5431-bb17-4c41-9985-d39c50d83c73" providerId="ADAL" clId="{7F9681A8-EEE2-56F4-9B39-ECCBEE0471AC}" dt="2026-02-09T06:39:42.251" v="42444" actId="21"/>
          <ac:spMkLst>
            <pc:docMk/>
            <pc:sldMk cId="1681020253" sldId="372"/>
            <ac:spMk id="3" creationId="{E18ABB53-4FD3-1598-BCA5-04904EDD175D}"/>
          </ac:spMkLst>
        </pc:spChg>
        <pc:spChg chg="mod">
          <ac:chgData name="Toby Donaldson" userId="2e6e5431-bb17-4c41-9985-d39c50d83c73" providerId="ADAL" clId="{7F9681A8-EEE2-56F4-9B39-ECCBEE0471AC}" dt="2026-02-05T02:31:36.266" v="36825" actId="207"/>
          <ac:spMkLst>
            <pc:docMk/>
            <pc:sldMk cId="1681020253" sldId="372"/>
            <ac:spMk id="4" creationId="{4556ACB4-FA97-B68C-18E9-98DE2EFF134C}"/>
          </ac:spMkLst>
        </pc:spChg>
        <pc:spChg chg="mod">
          <ac:chgData name="Toby Donaldson" userId="2e6e5431-bb17-4c41-9985-d39c50d83c73" providerId="ADAL" clId="{7F9681A8-EEE2-56F4-9B39-ECCBEE0471AC}" dt="2026-02-05T02:31:32.299" v="36824" actId="207"/>
          <ac:spMkLst>
            <pc:docMk/>
            <pc:sldMk cId="1681020253" sldId="372"/>
            <ac:spMk id="6" creationId="{5F965A6B-64BF-B469-396D-29247CDEB777}"/>
          </ac:spMkLst>
        </pc:spChg>
        <pc:spChg chg="mod">
          <ac:chgData name="Toby Donaldson" userId="2e6e5431-bb17-4c41-9985-d39c50d83c73" providerId="ADAL" clId="{7F9681A8-EEE2-56F4-9B39-ECCBEE0471AC}" dt="2026-02-05T02:31:29.223" v="36823" actId="207"/>
          <ac:spMkLst>
            <pc:docMk/>
            <pc:sldMk cId="1681020253" sldId="372"/>
            <ac:spMk id="7" creationId="{8573ED8D-BF6A-C01F-C7C1-531AACF52827}"/>
          </ac:spMkLst>
        </pc:spChg>
        <pc:spChg chg="mod">
          <ac:chgData name="Toby Donaldson" userId="2e6e5431-bb17-4c41-9985-d39c50d83c73" providerId="ADAL" clId="{7F9681A8-EEE2-56F4-9B39-ECCBEE0471AC}" dt="2026-02-09T06:38:39.382" v="42434" actId="20577"/>
          <ac:spMkLst>
            <pc:docMk/>
            <pc:sldMk cId="1681020253" sldId="372"/>
            <ac:spMk id="9" creationId="{0B6B903F-F39B-D05F-6F72-E615FA4BF216}"/>
          </ac:spMkLst>
        </pc:spChg>
        <pc:spChg chg="add mod">
          <ac:chgData name="Toby Donaldson" userId="2e6e5431-bb17-4c41-9985-d39c50d83c73" providerId="ADAL" clId="{7F9681A8-EEE2-56F4-9B39-ECCBEE0471AC}" dt="2026-02-09T06:39:57.775" v="42445"/>
          <ac:spMkLst>
            <pc:docMk/>
            <pc:sldMk cId="1681020253" sldId="372"/>
            <ac:spMk id="18" creationId="{1E6E95D6-2C5F-E62C-A90A-19256E25BE53}"/>
          </ac:spMkLst>
        </pc:spChg>
        <pc:cxnChg chg="add mod">
          <ac:chgData name="Toby Donaldson" userId="2e6e5431-bb17-4c41-9985-d39c50d83c73" providerId="ADAL" clId="{7F9681A8-EEE2-56F4-9B39-ECCBEE0471AC}" dt="2026-02-09T06:39:22.362" v="42442" actId="14100"/>
          <ac:cxnSpMkLst>
            <pc:docMk/>
            <pc:sldMk cId="1681020253" sldId="372"/>
            <ac:cxnSpMk id="10" creationId="{19321DE1-6C47-1544-F241-DA771495BC01}"/>
          </ac:cxnSpMkLst>
        </pc:cxnChg>
        <pc:cxnChg chg="add mod">
          <ac:chgData name="Toby Donaldson" userId="2e6e5431-bb17-4c41-9985-d39c50d83c73" providerId="ADAL" clId="{7F9681A8-EEE2-56F4-9B39-ECCBEE0471AC}" dt="2026-02-09T06:39:02.611" v="42438" actId="14100"/>
          <ac:cxnSpMkLst>
            <pc:docMk/>
            <pc:sldMk cId="1681020253" sldId="372"/>
            <ac:cxnSpMk id="11" creationId="{95365075-558E-00F7-10A3-5ABF783AC2D0}"/>
          </ac:cxnSpMkLst>
        </pc:cxnChg>
        <pc:cxnChg chg="add mod">
          <ac:chgData name="Toby Donaldson" userId="2e6e5431-bb17-4c41-9985-d39c50d83c73" providerId="ADAL" clId="{7F9681A8-EEE2-56F4-9B39-ECCBEE0471AC}" dt="2026-02-09T06:39:18.478" v="42441" actId="14100"/>
          <ac:cxnSpMkLst>
            <pc:docMk/>
            <pc:sldMk cId="1681020253" sldId="372"/>
            <ac:cxnSpMk id="14" creationId="{81757F78-6EB6-3856-A197-EDC74D1953C3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19" creationId="{569E82C2-0BAF-99C2-4E3F-7A2701E85B6A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20" creationId="{501D5909-AAD7-046A-30F5-43936285057E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21" creationId="{A7B1CF9E-3E92-9CB9-BA9B-DBC32219C69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06:42:40.938" v="42480" actId="20577"/>
        <pc:sldMkLst>
          <pc:docMk/>
          <pc:sldMk cId="1168166515" sldId="373"/>
        </pc:sldMkLst>
        <pc:spChg chg="add mod">
          <ac:chgData name="Toby Donaldson" userId="2e6e5431-bb17-4c41-9985-d39c50d83c73" providerId="ADAL" clId="{7F9681A8-EEE2-56F4-9B39-ECCBEE0471AC}" dt="2026-02-09T06:40:16.428" v="42446"/>
          <ac:spMkLst>
            <pc:docMk/>
            <pc:sldMk cId="1168166515" sldId="373"/>
            <ac:spMk id="3" creationId="{FE2749AB-2C7C-6C84-116B-F857371FD6FE}"/>
          </ac:spMkLst>
        </pc:spChg>
        <pc:spChg chg="add mod">
          <ac:chgData name="Toby Donaldson" userId="2e6e5431-bb17-4c41-9985-d39c50d83c73" providerId="ADAL" clId="{7F9681A8-EEE2-56F4-9B39-ECCBEE0471AC}" dt="2026-02-09T06:42:05.603" v="42463" actId="113"/>
          <ac:spMkLst>
            <pc:docMk/>
            <pc:sldMk cId="1168166515" sldId="373"/>
            <ac:spMk id="5" creationId="{B56C64E8-9549-65F0-2149-C00A7346C779}"/>
          </ac:spMkLst>
        </pc:spChg>
        <pc:spChg chg="mod">
          <ac:chgData name="Toby Donaldson" userId="2e6e5431-bb17-4c41-9985-d39c50d83c73" providerId="ADAL" clId="{7F9681A8-EEE2-56F4-9B39-ECCBEE0471AC}" dt="2026-02-09T06:42:40.938" v="42480" actId="20577"/>
          <ac:spMkLst>
            <pc:docMk/>
            <pc:sldMk cId="1168166515" sldId="373"/>
            <ac:spMk id="8" creationId="{3F1BF6E7-A4C3-3982-C9D1-2D2C9B51A6AA}"/>
          </ac:spMkLst>
        </pc:sp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9" creationId="{78FE6DDB-5A16-1E3D-F0D3-8C422B7A7C66}"/>
          </ac:cxnSpMkLst>
        </pc:cxn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10" creationId="{CD9FB2F6-2749-DC9D-58A4-CC98157287B0}"/>
          </ac:cxnSpMkLst>
        </pc:cxnChg>
        <pc:cxnChg chg="add">
          <ac:chgData name="Toby Donaldson" userId="2e6e5431-bb17-4c41-9985-d39c50d83c73" providerId="ADAL" clId="{7F9681A8-EEE2-56F4-9B39-ECCBEE0471AC}" dt="2026-02-05T02:35:00.382" v="37218" actId="11529"/>
          <ac:cxnSpMkLst>
            <pc:docMk/>
            <pc:sldMk cId="1168166515" sldId="373"/>
            <ac:cxnSpMk id="11" creationId="{C7A4BE9E-DA19-2FF8-44F8-9FEAF698BF50}"/>
          </ac:cxnSpMkLst>
        </pc:cxn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12" creationId="{9C3354E6-AE1C-CB84-2E3A-CA9B49B904B5}"/>
          </ac:cxnSpMkLst>
        </pc:cxnChg>
        <pc:cxnChg chg="add del mod">
          <ac:chgData name="Toby Donaldson" userId="2e6e5431-bb17-4c41-9985-d39c50d83c73" providerId="ADAL" clId="{7F9681A8-EEE2-56F4-9B39-ECCBEE0471AC}" dt="2026-02-09T06:41:49.531" v="42460" actId="21"/>
          <ac:cxnSpMkLst>
            <pc:docMk/>
            <pc:sldMk cId="1168166515" sldId="373"/>
            <ac:cxnSpMk id="13" creationId="{0A073432-61DF-E72F-83BB-F570C6F3F43E}"/>
          </ac:cxnSpMkLst>
        </pc:cxnChg>
        <pc:cxnChg chg="add del mod">
          <ac:chgData name="Toby Donaldson" userId="2e6e5431-bb17-4c41-9985-d39c50d83c73" providerId="ADAL" clId="{7F9681A8-EEE2-56F4-9B39-ECCBEE0471AC}" dt="2026-02-09T06:41:51.728" v="42462" actId="21"/>
          <ac:cxnSpMkLst>
            <pc:docMk/>
            <pc:sldMk cId="1168166515" sldId="373"/>
            <ac:cxnSpMk id="14" creationId="{FC1683B5-23CD-2C1B-0794-13D17E7BCEC1}"/>
          </ac:cxnSpMkLst>
        </pc:cxnChg>
        <pc:cxnChg chg="add del mod">
          <ac:chgData name="Toby Donaldson" userId="2e6e5431-bb17-4c41-9985-d39c50d83c73" providerId="ADAL" clId="{7F9681A8-EEE2-56F4-9B39-ECCBEE0471AC}" dt="2026-02-09T06:41:50.693" v="42461" actId="21"/>
          <ac:cxnSpMkLst>
            <pc:docMk/>
            <pc:sldMk cId="1168166515" sldId="373"/>
            <ac:cxnSpMk id="15" creationId="{B5127169-A13A-063A-C395-51E963A52C7F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05T02:43:11.179" v="37596" actId="1076"/>
        <pc:sldMkLst>
          <pc:docMk/>
          <pc:sldMk cId="2620254302" sldId="374"/>
        </pc:sldMkLst>
        <pc:spChg chg="add mod">
          <ac:chgData name="Toby Donaldson" userId="2e6e5431-bb17-4c41-9985-d39c50d83c73" providerId="ADAL" clId="{7F9681A8-EEE2-56F4-9B39-ECCBEE0471AC}" dt="2026-02-05T02:35:51.161" v="37222"/>
          <ac:spMkLst>
            <pc:docMk/>
            <pc:sldMk cId="2620254302" sldId="374"/>
            <ac:spMk id="4" creationId="{E7DA3649-0378-E6C9-57CB-5C8B536BEA6B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8" creationId="{621D8D17-BAAD-CE9C-B405-34BA3D137480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11" creationId="{61B3C321-5FC0-604C-830D-CEEBF76C21E6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12" creationId="{F48D30A9-C46C-E416-7341-8E7C8D2F23D2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3" creationId="{B748B924-950C-2BB2-BB65-36FC4F45BDCC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4" creationId="{DB9B1861-5F84-11DF-6254-DF7AC9B0BEFB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5" creationId="{C5A80040-79B3-4092-5F5E-D16B28B9F972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6" creationId="{C4D797F9-0411-A464-9F55-7495AB811B0C}"/>
          </ac:spMkLst>
        </pc:spChg>
        <pc:spChg chg="add mod">
          <ac:chgData name="Toby Donaldson" userId="2e6e5431-bb17-4c41-9985-d39c50d83c73" providerId="ADAL" clId="{7F9681A8-EEE2-56F4-9B39-ECCBEE0471AC}" dt="2026-02-05T02:39:49.617" v="37408" actId="20577"/>
          <ac:spMkLst>
            <pc:docMk/>
            <pc:sldMk cId="2620254302" sldId="374"/>
            <ac:spMk id="25" creationId="{4AB734A7-978E-C843-7C54-361798DB8BB6}"/>
          </ac:spMkLst>
        </pc:spChg>
        <pc:spChg chg="add mod">
          <ac:chgData name="Toby Donaldson" userId="2e6e5431-bb17-4c41-9985-d39c50d83c73" providerId="ADAL" clId="{7F9681A8-EEE2-56F4-9B39-ECCBEE0471AC}" dt="2026-02-05T02:40:37.714" v="37508" actId="2711"/>
          <ac:spMkLst>
            <pc:docMk/>
            <pc:sldMk cId="2620254302" sldId="374"/>
            <ac:spMk id="26" creationId="{FB2CD3CF-E5DB-5885-7456-8B7AC98293AF}"/>
          </ac:spMkLst>
        </pc:spChg>
        <pc:spChg chg="add mod">
          <ac:chgData name="Toby Donaldson" userId="2e6e5431-bb17-4c41-9985-d39c50d83c73" providerId="ADAL" clId="{7F9681A8-EEE2-56F4-9B39-ECCBEE0471AC}" dt="2026-02-05T02:43:11.179" v="37596" actId="1076"/>
          <ac:spMkLst>
            <pc:docMk/>
            <pc:sldMk cId="2620254302" sldId="374"/>
            <ac:spMk id="27" creationId="{B1401B44-32D6-4D90-762B-FBF96A78AE65}"/>
          </ac:spMkLst>
        </pc:sp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18" creationId="{FA0386B2-4F73-1549-6514-AD4A43E9E165}"/>
          </ac:cxnSpMkLst>
        </pc:cxn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19" creationId="{398698FD-37EB-58E2-CEE2-464DB96690C1}"/>
          </ac:cxnSpMkLst>
        </pc:cxn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22" creationId="{94AF9ABD-D6F4-A234-EC0F-E3A1482915C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3:10:21.532" v="38321" actId="21"/>
        <pc:sldMkLst>
          <pc:docMk/>
          <pc:sldMk cId="1710991907" sldId="376"/>
        </pc:sldMkLst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0" creationId="{B7AC64C4-DD30-18E2-63EC-13F9E836B5F5}"/>
          </ac:spMkLst>
        </pc:spChg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1" creationId="{78F3847A-12A3-F6FE-83B6-C514AEA6257D}"/>
          </ac:spMkLst>
        </pc:spChg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2" creationId="{CB952152-4BF3-3AFA-1FD3-FDC77D19A97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09:17.064" v="38311"/>
        <pc:sldMkLst>
          <pc:docMk/>
          <pc:sldMk cId="3430061896" sldId="377"/>
        </pc:sldMkLst>
        <pc:spChg chg="mod">
          <ac:chgData name="Toby Donaldson" userId="2e6e5431-bb17-4c41-9985-d39c50d83c73" providerId="ADAL" clId="{7F9681A8-EEE2-56F4-9B39-ECCBEE0471AC}" dt="2026-02-05T02:59:32.970" v="37763" actId="207"/>
          <ac:spMkLst>
            <pc:docMk/>
            <pc:sldMk cId="3430061896" sldId="377"/>
            <ac:spMk id="2" creationId="{42BB0823-BCC6-3BFF-44A7-64BBC7EA9553}"/>
          </ac:spMkLst>
        </pc:spChg>
        <pc:spChg chg="mod">
          <ac:chgData name="Toby Donaldson" userId="2e6e5431-bb17-4c41-9985-d39c50d83c73" providerId="ADAL" clId="{7F9681A8-EEE2-56F4-9B39-ECCBEE0471AC}" dt="2026-02-05T02:59:25.926" v="37762" actId="113"/>
          <ac:spMkLst>
            <pc:docMk/>
            <pc:sldMk cId="3430061896" sldId="377"/>
            <ac:spMk id="7" creationId="{6FDD88FA-4CC5-898D-48A4-7A2E276997D6}"/>
          </ac:spMkLst>
        </pc:spChg>
        <pc:spChg chg="add mod">
          <ac:chgData name="Toby Donaldson" userId="2e6e5431-bb17-4c41-9985-d39c50d83c73" providerId="ADAL" clId="{7F9681A8-EEE2-56F4-9B39-ECCBEE0471AC}" dt="2026-02-05T03:01:01.606" v="37890" actId="1076"/>
          <ac:spMkLst>
            <pc:docMk/>
            <pc:sldMk cId="3430061896" sldId="377"/>
            <ac:spMk id="8" creationId="{8CAB3F05-0928-54F1-9A30-26340FB7F20E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0" creationId="{E9A61890-097A-C324-51B2-0B2EF5B19BDA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1" creationId="{6A1AFEC4-6A76-937D-9561-0256D92508CA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2" creationId="{EBE48402-4296-5BCF-E158-2FB68F28C51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10:54.036" v="38323" actId="21"/>
        <pc:sldMkLst>
          <pc:docMk/>
          <pc:sldMk cId="645143950" sldId="378"/>
        </pc:sldMkLst>
        <pc:spChg chg="mod">
          <ac:chgData name="Toby Donaldson" userId="2e6e5431-bb17-4c41-9985-d39c50d83c73" providerId="ADAL" clId="{7F9681A8-EEE2-56F4-9B39-ECCBEE0471AC}" dt="2026-02-05T03:02:47.739" v="38021" actId="1076"/>
          <ac:spMkLst>
            <pc:docMk/>
            <pc:sldMk cId="645143950" sldId="378"/>
            <ac:spMk id="7" creationId="{E364B3AD-8FCF-FFF6-D278-94CE268E69B0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3" creationId="{A38ABB97-A29E-3FE9-F8C3-6DBCC677BE58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4" creationId="{4CDF9BC7-C97C-A6D6-5B91-35155C8A3DC6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5" creationId="{6F4AD87C-4EAA-3338-541F-EDFCE89AA0A7}"/>
          </ac:spMkLst>
        </pc:spChg>
        <pc:cxnChg chg="mod">
          <ac:chgData name="Toby Donaldson" userId="2e6e5431-bb17-4c41-9985-d39c50d83c73" providerId="ADAL" clId="{7F9681A8-EEE2-56F4-9B39-ECCBEE0471AC}" dt="2026-02-05T03:02:52.840" v="38022" actId="14100"/>
          <ac:cxnSpMkLst>
            <pc:docMk/>
            <pc:sldMk cId="645143950" sldId="378"/>
            <ac:cxnSpMk id="9" creationId="{B66F87B4-3419-D76A-C41A-0D3C11090C8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3:16:33.395" v="38629" actId="21"/>
        <pc:sldMkLst>
          <pc:docMk/>
          <pc:sldMk cId="514792209" sldId="379"/>
        </pc:sldMkLst>
        <pc:spChg chg="mod">
          <ac:chgData name="Toby Donaldson" userId="2e6e5431-bb17-4c41-9985-d39c50d83c73" providerId="ADAL" clId="{7F9681A8-EEE2-56F4-9B39-ECCBEE0471AC}" dt="2026-02-05T03:11:50.452" v="38364" actId="207"/>
          <ac:spMkLst>
            <pc:docMk/>
            <pc:sldMk cId="514792209" sldId="379"/>
            <ac:spMk id="2" creationId="{AB5EA9E9-D541-C2F9-69FE-8229A2E339F8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3" creationId="{6237F933-CB85-6B63-F104-5DA4FB82CFE0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5" creationId="{0AEF5B35-3FAA-7AEE-4856-F0F2CA9D99B7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6" creationId="{905AEF11-FA95-FBF6-B59B-0616F7FABB3B}"/>
          </ac:spMkLst>
        </pc:spChg>
        <pc:spChg chg="mod">
          <ac:chgData name="Toby Donaldson" userId="2e6e5431-bb17-4c41-9985-d39c50d83c73" providerId="ADAL" clId="{7F9681A8-EEE2-56F4-9B39-ECCBEE0471AC}" dt="2026-02-05T03:12:30.205" v="38422" actId="20577"/>
          <ac:spMkLst>
            <pc:docMk/>
            <pc:sldMk cId="514792209" sldId="379"/>
            <ac:spMk id="7" creationId="{52443C66-87ED-0321-A8B1-897704F8BD30}"/>
          </ac:spMkLst>
        </pc:spChg>
        <pc:spChg chg="add mod">
          <ac:chgData name="Toby Donaldson" userId="2e6e5431-bb17-4c41-9985-d39c50d83c73" providerId="ADAL" clId="{7F9681A8-EEE2-56F4-9B39-ECCBEE0471AC}" dt="2026-02-05T03:13:09.346" v="38428" actId="14100"/>
          <ac:spMkLst>
            <pc:docMk/>
            <pc:sldMk cId="514792209" sldId="379"/>
            <ac:spMk id="8" creationId="{D751B52B-236A-8B8C-4AEF-45B39EA4175A}"/>
          </ac:spMkLst>
        </pc:spChg>
        <pc:spChg chg="add mod">
          <ac:chgData name="Toby Donaldson" userId="2e6e5431-bb17-4c41-9985-d39c50d83c73" providerId="ADAL" clId="{7F9681A8-EEE2-56F4-9B39-ECCBEE0471AC}" dt="2026-02-05T03:13:22.779" v="38431" actId="14100"/>
          <ac:spMkLst>
            <pc:docMk/>
            <pc:sldMk cId="514792209" sldId="379"/>
            <ac:spMk id="10" creationId="{EFECCFE8-DC89-841A-8B49-AA602BEED0C1}"/>
          </ac:spMkLst>
        </pc:spChg>
        <pc:spChg chg="add mod">
          <ac:chgData name="Toby Donaldson" userId="2e6e5431-bb17-4c41-9985-d39c50d83c73" providerId="ADAL" clId="{7F9681A8-EEE2-56F4-9B39-ECCBEE0471AC}" dt="2026-02-05T03:13:36.345" v="38435" actId="14100"/>
          <ac:spMkLst>
            <pc:docMk/>
            <pc:sldMk cId="514792209" sldId="379"/>
            <ac:spMk id="20" creationId="{ECEF4737-95E4-2840-E971-25697355EE4D}"/>
          </ac:spMkLst>
        </pc:spChg>
      </pc:sldChg>
      <pc:sldChg chg="add">
        <pc:chgData name="Toby Donaldson" userId="2e6e5431-bb17-4c41-9985-d39c50d83c73" providerId="ADAL" clId="{7F9681A8-EEE2-56F4-9B39-ECCBEE0471AC}" dt="2026-02-05T03:10:18.229" v="38320" actId="2890"/>
        <pc:sldMkLst>
          <pc:docMk/>
          <pc:sldMk cId="3189241944" sldId="380"/>
        </pc:sldMkLst>
      </pc:sldChg>
      <pc:sldChg chg="modSp add mod">
        <pc:chgData name="Toby Donaldson" userId="2e6e5431-bb17-4c41-9985-d39c50d83c73" providerId="ADAL" clId="{7F9681A8-EEE2-56F4-9B39-ECCBEE0471AC}" dt="2026-02-05T03:11:22.429" v="38361" actId="14100"/>
        <pc:sldMkLst>
          <pc:docMk/>
          <pc:sldMk cId="1825975758" sldId="381"/>
        </pc:sldMkLst>
        <pc:spChg chg="mod">
          <ac:chgData name="Toby Donaldson" userId="2e6e5431-bb17-4c41-9985-d39c50d83c73" providerId="ADAL" clId="{7F9681A8-EEE2-56F4-9B39-ECCBEE0471AC}" dt="2026-02-05T03:11:22.429" v="38361" actId="14100"/>
          <ac:spMkLst>
            <pc:docMk/>
            <pc:sldMk cId="1825975758" sldId="381"/>
            <ac:spMk id="12" creationId="{61E5EE0E-431D-0775-B0BF-EDD549F9B5F1}"/>
          </ac:spMkLst>
        </pc:spChg>
        <pc:cxnChg chg="mod">
          <ac:chgData name="Toby Donaldson" userId="2e6e5431-bb17-4c41-9985-d39c50d83c73" providerId="ADAL" clId="{7F9681A8-EEE2-56F4-9B39-ECCBEE0471AC}" dt="2026-02-05T03:11:22.429" v="38361" actId="14100"/>
          <ac:cxnSpMkLst>
            <pc:docMk/>
            <pc:sldMk cId="1825975758" sldId="381"/>
            <ac:cxnSpMk id="17" creationId="{8CB57C49-134C-851B-97CA-7FB67D3BB551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5T03:16:29.257" v="38628" actId="21"/>
        <pc:sldMkLst>
          <pc:docMk/>
          <pc:sldMk cId="3804242943" sldId="382"/>
        </pc:sldMkLst>
      </pc:sldChg>
      <pc:sldChg chg="delSp add mod">
        <pc:chgData name="Toby Donaldson" userId="2e6e5431-bb17-4c41-9985-d39c50d83c73" providerId="ADAL" clId="{7F9681A8-EEE2-56F4-9B39-ECCBEE0471AC}" dt="2026-02-05T03:16:36.713" v="38630" actId="21"/>
        <pc:sldMkLst>
          <pc:docMk/>
          <pc:sldMk cId="1743158922" sldId="383"/>
        </pc:sldMkLst>
      </pc:sldChg>
      <pc:sldChg chg="addSp delSp modSp add mod">
        <pc:chgData name="Toby Donaldson" userId="2e6e5431-bb17-4c41-9985-d39c50d83c73" providerId="ADAL" clId="{7F9681A8-EEE2-56F4-9B39-ECCBEE0471AC}" dt="2026-02-05T03:19:38.697" v="38829" actId="14100"/>
        <pc:sldMkLst>
          <pc:docMk/>
          <pc:sldMk cId="3949196787" sldId="384"/>
        </pc:sldMkLst>
        <pc:spChg chg="mod">
          <ac:chgData name="Toby Donaldson" userId="2e6e5431-bb17-4c41-9985-d39c50d83c73" providerId="ADAL" clId="{7F9681A8-EEE2-56F4-9B39-ECCBEE0471AC}" dt="2026-02-05T03:19:04.166" v="38819" actId="1076"/>
          <ac:spMkLst>
            <pc:docMk/>
            <pc:sldMk cId="3949196787" sldId="384"/>
            <ac:spMk id="27" creationId="{E8798CC6-B393-43EB-0774-32BF09C31D88}"/>
          </ac:spMkLst>
        </pc:spChg>
        <pc:cxnChg chg="add mod">
          <ac:chgData name="Toby Donaldson" userId="2e6e5431-bb17-4c41-9985-d39c50d83c73" providerId="ADAL" clId="{7F9681A8-EEE2-56F4-9B39-ECCBEE0471AC}" dt="2026-02-05T03:19:17.347" v="38823" actId="14100"/>
          <ac:cxnSpMkLst>
            <pc:docMk/>
            <pc:sldMk cId="3949196787" sldId="384"/>
            <ac:cxnSpMk id="9" creationId="{E018A2A7-5606-7F5A-86B3-AB89C572CF7B}"/>
          </ac:cxnSpMkLst>
        </pc:cxnChg>
        <pc:cxnChg chg="add mod">
          <ac:chgData name="Toby Donaldson" userId="2e6e5431-bb17-4c41-9985-d39c50d83c73" providerId="ADAL" clId="{7F9681A8-EEE2-56F4-9B39-ECCBEE0471AC}" dt="2026-02-05T03:19:26.998" v="38826" actId="14100"/>
          <ac:cxnSpMkLst>
            <pc:docMk/>
            <pc:sldMk cId="3949196787" sldId="384"/>
            <ac:cxnSpMk id="24" creationId="{05DE3331-86A5-2BE2-970B-5721344828F9}"/>
          </ac:cxnSpMkLst>
        </pc:cxnChg>
        <pc:cxnChg chg="add mod">
          <ac:chgData name="Toby Donaldson" userId="2e6e5431-bb17-4c41-9985-d39c50d83c73" providerId="ADAL" clId="{7F9681A8-EEE2-56F4-9B39-ECCBEE0471AC}" dt="2026-02-05T03:19:38.697" v="38829" actId="14100"/>
          <ac:cxnSpMkLst>
            <pc:docMk/>
            <pc:sldMk cId="3949196787" sldId="384"/>
            <ac:cxnSpMk id="29" creationId="{4C8E6A67-7B8E-7A3C-F020-06E92E65996B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2-05T03:24:19.747" v="39099" actId="20578"/>
        <pc:sldMkLst>
          <pc:docMk/>
          <pc:sldMk cId="1277197031" sldId="385"/>
        </pc:sldMkLst>
        <pc:spChg chg="add mod">
          <ac:chgData name="Toby Donaldson" userId="2e6e5431-bb17-4c41-9985-d39c50d83c73" providerId="ADAL" clId="{7F9681A8-EEE2-56F4-9B39-ECCBEE0471AC}" dt="2026-02-05T03:23:08.763" v="39097" actId="1076"/>
          <ac:spMkLst>
            <pc:docMk/>
            <pc:sldMk cId="1277197031" sldId="385"/>
            <ac:spMk id="3" creationId="{52ACE01B-8A1A-3C3E-0411-64B85B59C024}"/>
          </ac:spMkLst>
        </pc:spChg>
        <pc:spChg chg="mod">
          <ac:chgData name="Toby Donaldson" userId="2e6e5431-bb17-4c41-9985-d39c50d83c73" providerId="ADAL" clId="{7F9681A8-EEE2-56F4-9B39-ECCBEE0471AC}" dt="2026-02-05T03:21:48.130" v="38909" actId="207"/>
          <ac:spMkLst>
            <pc:docMk/>
            <pc:sldMk cId="1277197031" sldId="385"/>
            <ac:spMk id="4" creationId="{0E93880C-E3A5-5E77-D906-620467F1EBCF}"/>
          </ac:spMkLst>
        </pc:spChg>
        <pc:spChg chg="mod">
          <ac:chgData name="Toby Donaldson" userId="2e6e5431-bb17-4c41-9985-d39c50d83c73" providerId="ADAL" clId="{7F9681A8-EEE2-56F4-9B39-ECCBEE0471AC}" dt="2026-02-05T03:21:38.513" v="38907" actId="207"/>
          <ac:spMkLst>
            <pc:docMk/>
            <pc:sldMk cId="1277197031" sldId="385"/>
            <ac:spMk id="6" creationId="{28B521DC-443D-C586-C395-69791024B84A}"/>
          </ac:spMkLst>
        </pc:spChg>
        <pc:spChg chg="mod">
          <ac:chgData name="Toby Donaldson" userId="2e6e5431-bb17-4c41-9985-d39c50d83c73" providerId="ADAL" clId="{7F9681A8-EEE2-56F4-9B39-ECCBEE0471AC}" dt="2026-02-05T03:21:41.685" v="38908" actId="207"/>
          <ac:spMkLst>
            <pc:docMk/>
            <pc:sldMk cId="1277197031" sldId="385"/>
            <ac:spMk id="7" creationId="{A0D55885-FAA4-CE66-61E2-5B3D2834697D}"/>
          </ac:spMkLst>
        </pc:spChg>
      </pc:sldChg>
      <pc:sldChg chg="delSp modSp add mod">
        <pc:chgData name="Toby Donaldson" userId="2e6e5431-bb17-4c41-9985-d39c50d83c73" providerId="ADAL" clId="{7F9681A8-EEE2-56F4-9B39-ECCBEE0471AC}" dt="2026-02-05T03:28:06.705" v="39414" actId="20577"/>
        <pc:sldMkLst>
          <pc:docMk/>
          <pc:sldMk cId="4182503665" sldId="386"/>
        </pc:sldMkLst>
        <pc:spChg chg="mod">
          <ac:chgData name="Toby Donaldson" userId="2e6e5431-bb17-4c41-9985-d39c50d83c73" providerId="ADAL" clId="{7F9681A8-EEE2-56F4-9B39-ECCBEE0471AC}" dt="2026-02-05T03:28:03.922" v="39412" actId="20577"/>
          <ac:spMkLst>
            <pc:docMk/>
            <pc:sldMk cId="4182503665" sldId="386"/>
            <ac:spMk id="2" creationId="{52BCB52D-CE48-48CA-E0E6-BCB60C86D3A4}"/>
          </ac:spMkLst>
        </pc:spChg>
        <pc:spChg chg="mod">
          <ac:chgData name="Toby Donaldson" userId="2e6e5431-bb17-4c41-9985-d39c50d83c73" providerId="ADAL" clId="{7F9681A8-EEE2-56F4-9B39-ECCBEE0471AC}" dt="2026-02-05T03:28:06.705" v="39414" actId="20577"/>
          <ac:spMkLst>
            <pc:docMk/>
            <pc:sldMk cId="4182503665" sldId="386"/>
            <ac:spMk id="27" creationId="{1EA35F64-2845-60BD-3564-C3953522E62C}"/>
          </ac:spMkLst>
        </pc:spChg>
      </pc:sldChg>
      <pc:sldChg chg="modSp add mod">
        <pc:chgData name="Toby Donaldson" userId="2e6e5431-bb17-4c41-9985-d39c50d83c73" providerId="ADAL" clId="{7F9681A8-EEE2-56F4-9B39-ECCBEE0471AC}" dt="2026-02-05T03:28:41.375" v="39447" actId="207"/>
        <pc:sldMkLst>
          <pc:docMk/>
          <pc:sldMk cId="1451192674" sldId="387"/>
        </pc:sldMkLst>
        <pc:spChg chg="mod">
          <ac:chgData name="Toby Donaldson" userId="2e6e5431-bb17-4c41-9985-d39c50d83c73" providerId="ADAL" clId="{7F9681A8-EEE2-56F4-9B39-ECCBEE0471AC}" dt="2026-02-05T03:28:41.375" v="39447" actId="207"/>
          <ac:spMkLst>
            <pc:docMk/>
            <pc:sldMk cId="1451192674" sldId="387"/>
            <ac:spMk id="2" creationId="{5DE5B2AE-9AF8-A6DE-7722-95B5E5BEE0F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39:04.789" v="39868" actId="207"/>
        <pc:sldMkLst>
          <pc:docMk/>
          <pc:sldMk cId="3854519768" sldId="388"/>
        </pc:sldMkLst>
        <pc:spChg chg="mod">
          <ac:chgData name="Toby Donaldson" userId="2e6e5431-bb17-4c41-9985-d39c50d83c73" providerId="ADAL" clId="{7F9681A8-EEE2-56F4-9B39-ECCBEE0471AC}" dt="2026-02-05T03:39:04.789" v="39868" actId="207"/>
          <ac:spMkLst>
            <pc:docMk/>
            <pc:sldMk cId="3854519768" sldId="388"/>
            <ac:spMk id="2" creationId="{B4A74DF4-C531-73EC-8A2F-AB399666C43A}"/>
          </ac:spMkLst>
        </pc:spChg>
        <pc:spChg chg="mod">
          <ac:chgData name="Toby Donaldson" userId="2e6e5431-bb17-4c41-9985-d39c50d83c73" providerId="ADAL" clId="{7F9681A8-EEE2-56F4-9B39-ECCBEE0471AC}" dt="2026-02-05T03:34:56" v="39478" actId="14100"/>
          <ac:spMkLst>
            <pc:docMk/>
            <pc:sldMk cId="3854519768" sldId="388"/>
            <ac:spMk id="4" creationId="{65E8EE53-BFB4-2F19-53C0-7AC36DE7DA10}"/>
          </ac:spMkLst>
        </pc:spChg>
        <pc:spChg chg="mod">
          <ac:chgData name="Toby Donaldson" userId="2e6e5431-bb17-4c41-9985-d39c50d83c73" providerId="ADAL" clId="{7F9681A8-EEE2-56F4-9B39-ECCBEE0471AC}" dt="2026-02-05T03:36:48.207" v="39688"/>
          <ac:spMkLst>
            <pc:docMk/>
            <pc:sldMk cId="3854519768" sldId="388"/>
            <ac:spMk id="27" creationId="{E9D28935-F41A-CF03-713D-0D02073CF9E3}"/>
          </ac:spMkLst>
        </pc:spChg>
      </pc:sldChg>
      <pc:sldChg chg="modSp add mod">
        <pc:chgData name="Toby Donaldson" userId="2e6e5431-bb17-4c41-9985-d39c50d83c73" providerId="ADAL" clId="{7F9681A8-EEE2-56F4-9B39-ECCBEE0471AC}" dt="2026-02-05T03:39:15.127" v="39870" actId="113"/>
        <pc:sldMkLst>
          <pc:docMk/>
          <pc:sldMk cId="2218192303" sldId="389"/>
        </pc:sldMkLst>
        <pc:spChg chg="mod">
          <ac:chgData name="Toby Donaldson" userId="2e6e5431-bb17-4c41-9985-d39c50d83c73" providerId="ADAL" clId="{7F9681A8-EEE2-56F4-9B39-ECCBEE0471AC}" dt="2026-02-05T03:39:08.438" v="39869" actId="207"/>
          <ac:spMkLst>
            <pc:docMk/>
            <pc:sldMk cId="2218192303" sldId="389"/>
            <ac:spMk id="2" creationId="{B33B5B34-72D5-DE5E-B776-DF65F5DE4166}"/>
          </ac:spMkLst>
        </pc:spChg>
        <pc:spChg chg="mod">
          <ac:chgData name="Toby Donaldson" userId="2e6e5431-bb17-4c41-9985-d39c50d83c73" providerId="ADAL" clId="{7F9681A8-EEE2-56F4-9B39-ECCBEE0471AC}" dt="2026-02-05T03:39:15.127" v="39870" actId="113"/>
          <ac:spMkLst>
            <pc:docMk/>
            <pc:sldMk cId="2218192303" sldId="389"/>
            <ac:spMk id="7" creationId="{23943938-8CCC-F123-AB08-C33F502CB801}"/>
          </ac:spMkLst>
        </pc:spChg>
      </pc:sldChg>
      <pc:sldChg chg="modSp new mod">
        <pc:chgData name="Toby Donaldson" userId="2e6e5431-bb17-4c41-9985-d39c50d83c73" providerId="ADAL" clId="{7F9681A8-EEE2-56F4-9B39-ECCBEE0471AC}" dt="2026-02-05T03:38:48.822" v="39867" actId="5793"/>
        <pc:sldMkLst>
          <pc:docMk/>
          <pc:sldMk cId="404349655" sldId="390"/>
        </pc:sldMkLst>
        <pc:spChg chg="mod">
          <ac:chgData name="Toby Donaldson" userId="2e6e5431-bb17-4c41-9985-d39c50d83c73" providerId="ADAL" clId="{7F9681A8-EEE2-56F4-9B39-ECCBEE0471AC}" dt="2026-02-05T03:38:24.388" v="39817" actId="20577"/>
          <ac:spMkLst>
            <pc:docMk/>
            <pc:sldMk cId="404349655" sldId="390"/>
            <ac:spMk id="2" creationId="{2095D901-DDB4-2996-E646-59B64DCA4660}"/>
          </ac:spMkLst>
        </pc:spChg>
        <pc:spChg chg="mod">
          <ac:chgData name="Toby Donaldson" userId="2e6e5431-bb17-4c41-9985-d39c50d83c73" providerId="ADAL" clId="{7F9681A8-EEE2-56F4-9B39-ECCBEE0471AC}" dt="2026-02-05T03:38:48.822" v="39867" actId="5793"/>
          <ac:spMkLst>
            <pc:docMk/>
            <pc:sldMk cId="404349655" sldId="390"/>
            <ac:spMk id="3" creationId="{7C126938-859B-F394-3961-C2FC73AC1595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44:17.961" v="40210" actId="21"/>
        <pc:sldMkLst>
          <pc:docMk/>
          <pc:sldMk cId="510654176" sldId="391"/>
        </pc:sldMkLst>
        <pc:spChg chg="mod">
          <ac:chgData name="Toby Donaldson" userId="2e6e5431-bb17-4c41-9985-d39c50d83c73" providerId="ADAL" clId="{7F9681A8-EEE2-56F4-9B39-ECCBEE0471AC}" dt="2026-02-05T03:40:25.714" v="39878" actId="20577"/>
          <ac:spMkLst>
            <pc:docMk/>
            <pc:sldMk cId="510654176" sldId="391"/>
            <ac:spMk id="2" creationId="{34CC1BCF-1DA6-D889-F159-C2DD37FB24CD}"/>
          </ac:spMkLst>
        </pc:spChg>
        <pc:spChg chg="mod">
          <ac:chgData name="Toby Donaldson" userId="2e6e5431-bb17-4c41-9985-d39c50d83c73" providerId="ADAL" clId="{7F9681A8-EEE2-56F4-9B39-ECCBEE0471AC}" dt="2026-02-05T03:44:05.319" v="40208" actId="1076"/>
          <ac:spMkLst>
            <pc:docMk/>
            <pc:sldMk cId="510654176" sldId="391"/>
            <ac:spMk id="27" creationId="{EA253DF1-918D-C9E1-30A8-046BFC9EA34A}"/>
          </ac:spMkLst>
        </pc:spChg>
      </pc:sldChg>
      <pc:sldChg chg="delSp add mod">
        <pc:chgData name="Toby Donaldson" userId="2e6e5431-bb17-4c41-9985-d39c50d83c73" providerId="ADAL" clId="{7F9681A8-EEE2-56F4-9B39-ECCBEE0471AC}" dt="2026-02-05T03:44:29.562" v="40212" actId="21"/>
        <pc:sldMkLst>
          <pc:docMk/>
          <pc:sldMk cId="1753350055" sldId="392"/>
        </pc:sldMkLst>
      </pc:sldChg>
      <pc:sldChg chg="addSp modSp add mod">
        <pc:chgData name="Toby Donaldson" userId="2e6e5431-bb17-4c41-9985-d39c50d83c73" providerId="ADAL" clId="{7F9681A8-EEE2-56F4-9B39-ECCBEE0471AC}" dt="2026-02-05T03:54:26.432" v="40898" actId="20577"/>
        <pc:sldMkLst>
          <pc:docMk/>
          <pc:sldMk cId="1757759290" sldId="393"/>
        </pc:sldMkLst>
        <pc:spChg chg="mod">
          <ac:chgData name="Toby Donaldson" userId="2e6e5431-bb17-4c41-9985-d39c50d83c73" providerId="ADAL" clId="{7F9681A8-EEE2-56F4-9B39-ECCBEE0471AC}" dt="2026-02-05T03:45:49.570" v="40309" actId="1076"/>
          <ac:spMkLst>
            <pc:docMk/>
            <pc:sldMk cId="1757759290" sldId="393"/>
            <ac:spMk id="6" creationId="{29CA5E19-82CB-3E66-9443-58058BACA2FF}"/>
          </ac:spMkLst>
        </pc:spChg>
        <pc:spChg chg="add mod">
          <ac:chgData name="Toby Donaldson" userId="2e6e5431-bb17-4c41-9985-d39c50d83c73" providerId="ADAL" clId="{7F9681A8-EEE2-56F4-9B39-ECCBEE0471AC}" dt="2026-02-05T03:45:34.517" v="40305" actId="113"/>
          <ac:spMkLst>
            <pc:docMk/>
            <pc:sldMk cId="1757759290" sldId="393"/>
            <ac:spMk id="7" creationId="{2C647FA9-2880-B3FC-81A6-9F6B5F88742E}"/>
          </ac:spMkLst>
        </pc:spChg>
        <pc:spChg chg="add mod">
          <ac:chgData name="Toby Donaldson" userId="2e6e5431-bb17-4c41-9985-d39c50d83c73" providerId="ADAL" clId="{7F9681A8-EEE2-56F4-9B39-ECCBEE0471AC}" dt="2026-02-05T03:47:19.920" v="40490" actId="1076"/>
          <ac:spMkLst>
            <pc:docMk/>
            <pc:sldMk cId="1757759290" sldId="393"/>
            <ac:spMk id="9" creationId="{5B6C1EBE-FE1D-3C8E-C448-6418C711A046}"/>
          </ac:spMkLst>
        </pc:spChg>
        <pc:spChg chg="add mod">
          <ac:chgData name="Toby Donaldson" userId="2e6e5431-bb17-4c41-9985-d39c50d83c73" providerId="ADAL" clId="{7F9681A8-EEE2-56F4-9B39-ECCBEE0471AC}" dt="2026-02-05T03:54:26.432" v="40898" actId="20577"/>
          <ac:spMkLst>
            <pc:docMk/>
            <pc:sldMk cId="1757759290" sldId="393"/>
            <ac:spMk id="10" creationId="{FC91E141-83C6-744D-E187-202B14EC8DCD}"/>
          </ac:spMkLst>
        </pc:spChg>
        <pc:cxnChg chg="add">
          <ac:chgData name="Toby Donaldson" userId="2e6e5431-bb17-4c41-9985-d39c50d83c73" providerId="ADAL" clId="{7F9681A8-EEE2-56F4-9B39-ECCBEE0471AC}" dt="2026-02-05T03:51:50.845" v="40886" actId="11529"/>
          <ac:cxnSpMkLst>
            <pc:docMk/>
            <pc:sldMk cId="1757759290" sldId="393"/>
            <ac:cxnSpMk id="12" creationId="{877BE2D5-0366-385F-5B10-C1AAC4661EE9}"/>
          </ac:cxnSpMkLst>
        </pc:cxnChg>
        <pc:cxnChg chg="add mod">
          <ac:chgData name="Toby Donaldson" userId="2e6e5431-bb17-4c41-9985-d39c50d83c73" providerId="ADAL" clId="{7F9681A8-EEE2-56F4-9B39-ECCBEE0471AC}" dt="2026-02-05T03:52:02.688" v="40890" actId="14100"/>
          <ac:cxnSpMkLst>
            <pc:docMk/>
            <pc:sldMk cId="1757759290" sldId="393"/>
            <ac:cxnSpMk id="14" creationId="{94B7C523-4469-4723-2BCB-1E0BB627DCD1}"/>
          </ac:cxnSpMkLst>
        </pc:cxnChg>
        <pc:cxnChg chg="add mod">
          <ac:chgData name="Toby Donaldson" userId="2e6e5431-bb17-4c41-9985-d39c50d83c73" providerId="ADAL" clId="{7F9681A8-EEE2-56F4-9B39-ECCBEE0471AC}" dt="2026-02-05T03:52:11.455" v="40893" actId="14100"/>
          <ac:cxnSpMkLst>
            <pc:docMk/>
            <pc:sldMk cId="1757759290" sldId="393"/>
            <ac:cxnSpMk id="17" creationId="{2EC118CE-711B-EA4E-78D1-CCDDBFAB8B45}"/>
          </ac:cxnSpMkLst>
        </pc:cxnChg>
        <pc:cxnChg chg="add mod">
          <ac:chgData name="Toby Donaldson" userId="2e6e5431-bb17-4c41-9985-d39c50d83c73" providerId="ADAL" clId="{7F9681A8-EEE2-56F4-9B39-ECCBEE0471AC}" dt="2026-02-05T03:52:23.391" v="40896" actId="14100"/>
          <ac:cxnSpMkLst>
            <pc:docMk/>
            <pc:sldMk cId="1757759290" sldId="393"/>
            <ac:cxnSpMk id="20" creationId="{1E385CC2-8A09-7D59-060B-EC88AA69EB4A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05T03:59:44.273" v="41233" actId="21"/>
        <pc:sldMkLst>
          <pc:docMk/>
          <pc:sldMk cId="1859674180" sldId="394"/>
        </pc:sldMkLst>
        <pc:spChg chg="mod">
          <ac:chgData name="Toby Donaldson" userId="2e6e5431-bb17-4c41-9985-d39c50d83c73" providerId="ADAL" clId="{7F9681A8-EEE2-56F4-9B39-ECCBEE0471AC}" dt="2026-02-05T03:55:18.872" v="40932" actId="20577"/>
          <ac:spMkLst>
            <pc:docMk/>
            <pc:sldMk cId="1859674180" sldId="394"/>
            <ac:spMk id="2" creationId="{6360F522-DFA2-9C52-9C3A-EA9AB9665BCD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4" creationId="{DF6E9FD4-62B4-8A37-24F4-69D09828FAFC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5" creationId="{CD1D981E-CED7-6C2F-E001-4B4ADDDB6B7C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6" creationId="{FD568AF0-DA84-A4F9-5C5C-930B9C1E98E1}"/>
          </ac:spMkLst>
        </pc:spChg>
      </pc:sldChg>
      <pc:sldChg chg="delSp add mod ord">
        <pc:chgData name="Toby Donaldson" userId="2e6e5431-bb17-4c41-9985-d39c50d83c73" providerId="ADAL" clId="{7F9681A8-EEE2-56F4-9B39-ECCBEE0471AC}" dt="2026-02-05T03:59:33.211" v="41231" actId="20578"/>
        <pc:sldMkLst>
          <pc:docMk/>
          <pc:sldMk cId="2050593658" sldId="395"/>
        </pc:sldMkLst>
      </pc:sldChg>
      <pc:sldChg chg="addSp delSp modSp add mod ord">
        <pc:chgData name="Toby Donaldson" userId="2e6e5431-bb17-4c41-9985-d39c50d83c73" providerId="ADAL" clId="{7F9681A8-EEE2-56F4-9B39-ECCBEE0471AC}" dt="2026-02-05T04:02:45.961" v="41442" actId="11529"/>
        <pc:sldMkLst>
          <pc:docMk/>
          <pc:sldMk cId="1453493737" sldId="396"/>
        </pc:sldMkLst>
        <pc:spChg chg="mod">
          <ac:chgData name="Toby Donaldson" userId="2e6e5431-bb17-4c41-9985-d39c50d83c73" providerId="ADAL" clId="{7F9681A8-EEE2-56F4-9B39-ECCBEE0471AC}" dt="2026-02-05T04:02:28.430" v="41440" actId="2711"/>
          <ac:spMkLst>
            <pc:docMk/>
            <pc:sldMk cId="1453493737" sldId="396"/>
            <ac:spMk id="5" creationId="{A9129D6F-93FC-1089-4895-BA023234F6EB}"/>
          </ac:spMkLst>
        </pc:spChg>
        <pc:spChg chg="add">
          <ac:chgData name="Toby Donaldson" userId="2e6e5431-bb17-4c41-9985-d39c50d83c73" providerId="ADAL" clId="{7F9681A8-EEE2-56F4-9B39-ECCBEE0471AC}" dt="2026-02-05T04:02:38.381" v="41441" actId="11529"/>
          <ac:spMkLst>
            <pc:docMk/>
            <pc:sldMk cId="1453493737" sldId="396"/>
            <ac:spMk id="13" creationId="{1B67B4E0-93C5-DBEF-48BB-318E7D1BC5EA}"/>
          </ac:spMkLst>
        </pc:spChg>
        <pc:grpChg chg="add mod">
          <ac:chgData name="Toby Donaldson" userId="2e6e5431-bb17-4c41-9985-d39c50d83c73" providerId="ADAL" clId="{7F9681A8-EEE2-56F4-9B39-ECCBEE0471AC}" dt="2026-02-05T04:00:42.991" v="41244" actId="1076"/>
          <ac:grpSpMkLst>
            <pc:docMk/>
            <pc:sldMk cId="1453493737" sldId="396"/>
            <ac:grpSpMk id="12" creationId="{D9A2B812-A639-814A-7F16-F476C35F9E18}"/>
          </ac:grpSpMkLst>
        </pc:grpChg>
        <pc:cxnChg chg="add mod">
          <ac:chgData name="Toby Donaldson" userId="2e6e5431-bb17-4c41-9985-d39c50d83c73" providerId="ADAL" clId="{7F9681A8-EEE2-56F4-9B39-ECCBEE0471AC}" dt="2026-02-05T04:00:28.871" v="41240" actId="164"/>
          <ac:cxnSpMkLst>
            <pc:docMk/>
            <pc:sldMk cId="1453493737" sldId="396"/>
            <ac:cxnSpMk id="8" creationId="{2334A3A7-6EBD-B70F-A213-6480D3E876C8}"/>
          </ac:cxnSpMkLst>
        </pc:cxnChg>
        <pc:cxnChg chg="add mod">
          <ac:chgData name="Toby Donaldson" userId="2e6e5431-bb17-4c41-9985-d39c50d83c73" providerId="ADAL" clId="{7F9681A8-EEE2-56F4-9B39-ECCBEE0471AC}" dt="2026-02-05T04:00:28.871" v="41240" actId="164"/>
          <ac:cxnSpMkLst>
            <pc:docMk/>
            <pc:sldMk cId="1453493737" sldId="396"/>
            <ac:cxnSpMk id="9" creationId="{FB06CC97-6850-10F3-A458-C2C2083C5025}"/>
          </ac:cxnSpMkLst>
        </pc:cxnChg>
        <pc:cxnChg chg="add">
          <ac:chgData name="Toby Donaldson" userId="2e6e5431-bb17-4c41-9985-d39c50d83c73" providerId="ADAL" clId="{7F9681A8-EEE2-56F4-9B39-ECCBEE0471AC}" dt="2026-02-05T04:02:45.961" v="41442" actId="11529"/>
          <ac:cxnSpMkLst>
            <pc:docMk/>
            <pc:sldMk cId="1453493737" sldId="396"/>
            <ac:cxnSpMk id="15" creationId="{7333D0F3-0C56-EE89-B93C-C6911C69080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4:07:45.843" v="41859" actId="1076"/>
        <pc:sldMkLst>
          <pc:docMk/>
          <pc:sldMk cId="535630765" sldId="397"/>
        </pc:sldMkLst>
        <pc:spChg chg="add del">
          <ac:chgData name="Toby Donaldson" userId="2e6e5431-bb17-4c41-9985-d39c50d83c73" providerId="ADAL" clId="{7F9681A8-EEE2-56F4-9B39-ECCBEE0471AC}" dt="2026-02-05T04:03:56.120" v="41447" actId="21"/>
          <ac:spMkLst>
            <pc:docMk/>
            <pc:sldMk cId="535630765" sldId="397"/>
            <ac:spMk id="4" creationId="{10020B76-D770-5DF0-FDE0-F4DFF085B8E6}"/>
          </ac:spMkLst>
        </pc:spChg>
        <pc:spChg chg="mod">
          <ac:chgData name="Toby Donaldson" userId="2e6e5431-bb17-4c41-9985-d39c50d83c73" providerId="ADAL" clId="{7F9681A8-EEE2-56F4-9B39-ECCBEE0471AC}" dt="2026-02-05T04:07:13.811" v="41736" actId="14100"/>
          <ac:spMkLst>
            <pc:docMk/>
            <pc:sldMk cId="535630765" sldId="397"/>
            <ac:spMk id="5" creationId="{1F2BACAC-4AE2-1589-1734-986F5CBAB608}"/>
          </ac:spMkLst>
        </pc:spChg>
        <pc:spChg chg="mod">
          <ac:chgData name="Toby Donaldson" userId="2e6e5431-bb17-4c41-9985-d39c50d83c73" providerId="ADAL" clId="{7F9681A8-EEE2-56F4-9B39-ECCBEE0471AC}" dt="2026-02-05T04:06:14.976" v="41694" actId="20577"/>
          <ac:spMkLst>
            <pc:docMk/>
            <pc:sldMk cId="535630765" sldId="397"/>
            <ac:spMk id="7" creationId="{F8F9C31C-CCC1-E76F-5292-1D91AFB5F83C}"/>
          </ac:spMkLst>
        </pc:spChg>
        <pc:spChg chg="add mod">
          <ac:chgData name="Toby Donaldson" userId="2e6e5431-bb17-4c41-9985-d39c50d83c73" providerId="ADAL" clId="{7F9681A8-EEE2-56F4-9B39-ECCBEE0471AC}" dt="2026-02-05T04:07:45.843" v="41859" actId="1076"/>
          <ac:spMkLst>
            <pc:docMk/>
            <pc:sldMk cId="535630765" sldId="397"/>
            <ac:spMk id="10" creationId="{F30BDCD8-530C-2B74-9735-F5F55D80D4D4}"/>
          </ac:spMkLst>
        </pc:spChg>
        <pc:spChg chg="mod">
          <ac:chgData name="Toby Donaldson" userId="2e6e5431-bb17-4c41-9985-d39c50d83c73" providerId="ADAL" clId="{7F9681A8-EEE2-56F4-9B39-ECCBEE0471AC}" dt="2026-02-05T04:06:19.960" v="41695" actId="14100"/>
          <ac:spMkLst>
            <pc:docMk/>
            <pc:sldMk cId="535630765" sldId="397"/>
            <ac:spMk id="13" creationId="{75921B94-937D-B988-ACDD-728C2B4CFBEC}"/>
          </ac:spMkLst>
        </pc:spChg>
        <pc:grpChg chg="add del">
          <ac:chgData name="Toby Donaldson" userId="2e6e5431-bb17-4c41-9985-d39c50d83c73" providerId="ADAL" clId="{7F9681A8-EEE2-56F4-9B39-ECCBEE0471AC}" dt="2026-02-05T04:03:56.603" v="41448" actId="21"/>
          <ac:grpSpMkLst>
            <pc:docMk/>
            <pc:sldMk cId="535630765" sldId="397"/>
            <ac:grpSpMk id="12" creationId="{28A6B2A9-A6D4-3644-DA91-4AECDADBE7CC}"/>
          </ac:grpSpMkLst>
        </pc:grpChg>
        <pc:cxnChg chg="mod">
          <ac:chgData name="Toby Donaldson" userId="2e6e5431-bb17-4c41-9985-d39c50d83c73" providerId="ADAL" clId="{7F9681A8-EEE2-56F4-9B39-ECCBEE0471AC}" dt="2026-02-05T04:06:25.026" v="41696" actId="14100"/>
          <ac:cxnSpMkLst>
            <pc:docMk/>
            <pc:sldMk cId="535630765" sldId="397"/>
            <ac:cxnSpMk id="15" creationId="{5E453D04-1579-23E7-DB2A-99B9F9E8FAB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4:18:28.609" v="42198" actId="255"/>
        <pc:sldMkLst>
          <pc:docMk/>
          <pc:sldMk cId="4169726502" sldId="398"/>
        </pc:sldMkLst>
        <pc:spChg chg="mod">
          <ac:chgData name="Toby Donaldson" userId="2e6e5431-bb17-4c41-9985-d39c50d83c73" providerId="ADAL" clId="{7F9681A8-EEE2-56F4-9B39-ECCBEE0471AC}" dt="2026-02-05T04:10:12.710" v="41990" actId="1076"/>
          <ac:spMkLst>
            <pc:docMk/>
            <pc:sldMk cId="4169726502" sldId="398"/>
            <ac:spMk id="5" creationId="{0D8BA2A6-2B64-52C8-5EA7-EB8EE6F3331E}"/>
          </ac:spMkLst>
        </pc:spChg>
        <pc:spChg chg="add mod">
          <ac:chgData name="Toby Donaldson" userId="2e6e5431-bb17-4c41-9985-d39c50d83c73" providerId="ADAL" clId="{7F9681A8-EEE2-56F4-9B39-ECCBEE0471AC}" dt="2026-02-05T04:17:25.524" v="42177"/>
          <ac:spMkLst>
            <pc:docMk/>
            <pc:sldMk cId="4169726502" sldId="398"/>
            <ac:spMk id="6" creationId="{0CD04DD3-2AB5-3B86-EFE5-DA22866CA680}"/>
          </ac:spMkLst>
        </pc:spChg>
        <pc:spChg chg="mod">
          <ac:chgData name="Toby Donaldson" userId="2e6e5431-bb17-4c41-9985-d39c50d83c73" providerId="ADAL" clId="{7F9681A8-EEE2-56F4-9B39-ECCBEE0471AC}" dt="2026-02-05T04:17:57.617" v="42194" actId="20577"/>
          <ac:spMkLst>
            <pc:docMk/>
            <pc:sldMk cId="4169726502" sldId="398"/>
            <ac:spMk id="7" creationId="{0C2BA893-24C9-07B8-55D3-A3EDF67EBD44}"/>
          </ac:spMkLst>
        </pc:spChg>
        <pc:spChg chg="mod">
          <ac:chgData name="Toby Donaldson" userId="2e6e5431-bb17-4c41-9985-d39c50d83c73" providerId="ADAL" clId="{7F9681A8-EEE2-56F4-9B39-ECCBEE0471AC}" dt="2026-02-05T04:17:41.595" v="42181" actId="1076"/>
          <ac:spMkLst>
            <pc:docMk/>
            <pc:sldMk cId="4169726502" sldId="398"/>
            <ac:spMk id="10" creationId="{2F1C14D2-8EF2-9ECD-8F32-6B12104D489B}"/>
          </ac:spMkLst>
        </pc:spChg>
        <pc:spChg chg="add mod">
          <ac:chgData name="Toby Donaldson" userId="2e6e5431-bb17-4c41-9985-d39c50d83c73" providerId="ADAL" clId="{7F9681A8-EEE2-56F4-9B39-ECCBEE0471AC}" dt="2026-02-05T04:18:28.609" v="42198" actId="255"/>
          <ac:spMkLst>
            <pc:docMk/>
            <pc:sldMk cId="4169726502" sldId="398"/>
            <ac:spMk id="11" creationId="{520A72CC-86EB-0868-A1E2-82E5E7AD05C1}"/>
          </ac:spMkLst>
        </pc:spChg>
        <pc:spChg chg="add mod">
          <ac:chgData name="Toby Donaldson" userId="2e6e5431-bb17-4c41-9985-d39c50d83c73" providerId="ADAL" clId="{7F9681A8-EEE2-56F4-9B39-ECCBEE0471AC}" dt="2026-02-05T04:17:25.524" v="42177"/>
          <ac:spMkLst>
            <pc:docMk/>
            <pc:sldMk cId="4169726502" sldId="398"/>
            <ac:spMk id="14" creationId="{8089DA6E-51CB-EF21-ACDF-A4EBC63882CB}"/>
          </ac:spMkLst>
        </pc:spChg>
        <pc:spChg chg="add mod">
          <ac:chgData name="Toby Donaldson" userId="2e6e5431-bb17-4c41-9985-d39c50d83c73" providerId="ADAL" clId="{7F9681A8-EEE2-56F4-9B39-ECCBEE0471AC}" dt="2026-02-05T04:18:04.313" v="42195" actId="14100"/>
          <ac:spMkLst>
            <pc:docMk/>
            <pc:sldMk cId="4169726502" sldId="398"/>
            <ac:spMk id="17" creationId="{4D461EE7-A47C-19F9-B980-04F50DE7E669}"/>
          </ac:spMkLst>
        </pc:spChg>
        <pc:cxnChg chg="add mod">
          <ac:chgData name="Toby Donaldson" userId="2e6e5431-bb17-4c41-9985-d39c50d83c73" providerId="ADAL" clId="{7F9681A8-EEE2-56F4-9B39-ECCBEE0471AC}" dt="2026-02-05T04:18:28.609" v="42198" actId="255"/>
          <ac:cxnSpMkLst>
            <pc:docMk/>
            <pc:sldMk cId="4169726502" sldId="398"/>
            <ac:cxnSpMk id="16" creationId="{0801C444-B67A-DD4F-81A0-850BD2B90C4B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5T04:20:20.515" v="42269" actId="14100"/>
        <pc:sldMkLst>
          <pc:docMk/>
          <pc:sldMk cId="1003155399" sldId="399"/>
        </pc:sldMkLst>
        <pc:spChg chg="add mod">
          <ac:chgData name="Toby Donaldson" userId="2e6e5431-bb17-4c41-9985-d39c50d83c73" providerId="ADAL" clId="{7F9681A8-EEE2-56F4-9B39-ECCBEE0471AC}" dt="2026-02-05T04:20:16.662" v="42268" actId="20577"/>
          <ac:spMkLst>
            <pc:docMk/>
            <pc:sldMk cId="1003155399" sldId="399"/>
            <ac:spMk id="3" creationId="{CC59F06E-F6EF-B7B1-4A68-2E443C6A8E14}"/>
          </ac:spMkLst>
        </pc:spChg>
        <pc:spChg chg="mod">
          <ac:chgData name="Toby Donaldson" userId="2e6e5431-bb17-4c41-9985-d39c50d83c73" providerId="ADAL" clId="{7F9681A8-EEE2-56F4-9B39-ECCBEE0471AC}" dt="2026-02-05T04:20:00.864" v="42265" actId="14100"/>
          <ac:spMkLst>
            <pc:docMk/>
            <pc:sldMk cId="1003155399" sldId="399"/>
            <ac:spMk id="10" creationId="{BD0059DF-CE9C-B9C0-D162-664ACFD4ABED}"/>
          </ac:spMkLst>
        </pc:spChg>
        <pc:spChg chg="mod">
          <ac:chgData name="Toby Donaldson" userId="2e6e5431-bb17-4c41-9985-d39c50d83c73" providerId="ADAL" clId="{7F9681A8-EEE2-56F4-9B39-ECCBEE0471AC}" dt="2026-02-05T04:19:09.082" v="42202" actId="14100"/>
          <ac:spMkLst>
            <pc:docMk/>
            <pc:sldMk cId="1003155399" sldId="399"/>
            <ac:spMk id="17" creationId="{86FFBDE0-B39C-B05F-9130-DCA6B4CE772C}"/>
          </ac:spMkLst>
        </pc:spChg>
        <pc:cxnChg chg="add mod">
          <ac:chgData name="Toby Donaldson" userId="2e6e5431-bb17-4c41-9985-d39c50d83c73" providerId="ADAL" clId="{7F9681A8-EEE2-56F4-9B39-ECCBEE0471AC}" dt="2026-02-05T04:20:20.515" v="42269" actId="14100"/>
          <ac:cxnSpMkLst>
            <pc:docMk/>
            <pc:sldMk cId="1003155399" sldId="399"/>
            <ac:cxnSpMk id="4" creationId="{304A7F39-B0E1-0CCA-6ECB-99567F231BDC}"/>
          </ac:cxnSpMkLst>
        </pc:cxnChg>
      </pc:sldChg>
      <pc:sldChg chg="modSp add mod">
        <pc:chgData name="Toby Donaldson" userId="2e6e5431-bb17-4c41-9985-d39c50d83c73" providerId="ADAL" clId="{7F9681A8-EEE2-56F4-9B39-ECCBEE0471AC}" dt="2026-02-05T04:22:19.765" v="42424" actId="113"/>
        <pc:sldMkLst>
          <pc:docMk/>
          <pc:sldMk cId="3459116067" sldId="400"/>
        </pc:sldMkLst>
        <pc:spChg chg="mod">
          <ac:chgData name="Toby Donaldson" userId="2e6e5431-bb17-4c41-9985-d39c50d83c73" providerId="ADAL" clId="{7F9681A8-EEE2-56F4-9B39-ECCBEE0471AC}" dt="2026-02-05T04:20:46.077" v="42273" actId="207"/>
          <ac:spMkLst>
            <pc:docMk/>
            <pc:sldMk cId="3459116067" sldId="400"/>
            <ac:spMk id="7" creationId="{519491E7-ABB2-8DD8-95F5-CEB93F05C907}"/>
          </ac:spMkLst>
        </pc:spChg>
        <pc:spChg chg="mod">
          <ac:chgData name="Toby Donaldson" userId="2e6e5431-bb17-4c41-9985-d39c50d83c73" providerId="ADAL" clId="{7F9681A8-EEE2-56F4-9B39-ECCBEE0471AC}" dt="2026-02-05T04:22:19.765" v="42424" actId="113"/>
          <ac:spMkLst>
            <pc:docMk/>
            <pc:sldMk cId="3459116067" sldId="400"/>
            <ac:spMk id="10" creationId="{26E415C6-ADDB-2802-CEBD-1AA872B6C1EE}"/>
          </ac:spMkLst>
        </pc:spChg>
        <pc:spChg chg="mod">
          <ac:chgData name="Toby Donaldson" userId="2e6e5431-bb17-4c41-9985-d39c50d83c73" providerId="ADAL" clId="{7F9681A8-EEE2-56F4-9B39-ECCBEE0471AC}" dt="2026-02-05T04:20:40.905" v="42272" actId="14100"/>
          <ac:spMkLst>
            <pc:docMk/>
            <pc:sldMk cId="3459116067" sldId="400"/>
            <ac:spMk id="17" creationId="{F7FD7EE8-D292-9A1E-BDE7-AAD639FBE702}"/>
          </ac:spMkLst>
        </pc:spChg>
      </pc:sldChg>
      <pc:sldChg chg="modSp new mod">
        <pc:chgData name="Toby Donaldson" userId="2e6e5431-bb17-4c41-9985-d39c50d83c73" providerId="ADAL" clId="{7F9681A8-EEE2-56F4-9B39-ECCBEE0471AC}" dt="2026-02-09T22:40:12.078" v="42681" actId="113"/>
        <pc:sldMkLst>
          <pc:docMk/>
          <pc:sldMk cId="3945623705" sldId="401"/>
        </pc:sldMkLst>
        <pc:spChg chg="mod">
          <ac:chgData name="Toby Donaldson" userId="2e6e5431-bb17-4c41-9985-d39c50d83c73" providerId="ADAL" clId="{7F9681A8-EEE2-56F4-9B39-ECCBEE0471AC}" dt="2026-02-09T22:39:33.113" v="42522" actId="20577"/>
          <ac:spMkLst>
            <pc:docMk/>
            <pc:sldMk cId="3945623705" sldId="401"/>
            <ac:spMk id="2" creationId="{5568CEB2-0C63-4479-D831-BF1E106F2173}"/>
          </ac:spMkLst>
        </pc:spChg>
        <pc:spChg chg="mod">
          <ac:chgData name="Toby Donaldson" userId="2e6e5431-bb17-4c41-9985-d39c50d83c73" providerId="ADAL" clId="{7F9681A8-EEE2-56F4-9B39-ECCBEE0471AC}" dt="2026-02-09T22:40:12.078" v="42681" actId="113"/>
          <ac:spMkLst>
            <pc:docMk/>
            <pc:sldMk cId="3945623705" sldId="401"/>
            <ac:spMk id="3" creationId="{8E8872C7-DB59-A195-6CD6-B3312D1CE2C9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22:50:10.765" v="43086" actId="14100"/>
        <pc:sldMkLst>
          <pc:docMk/>
          <pc:sldMk cId="3146214423" sldId="402"/>
        </pc:sldMkLst>
        <pc:spChg chg="mod">
          <ac:chgData name="Toby Donaldson" userId="2e6e5431-bb17-4c41-9985-d39c50d83c73" providerId="ADAL" clId="{7F9681A8-EEE2-56F4-9B39-ECCBEE0471AC}" dt="2026-02-09T22:44:36.631" v="42914" actId="14100"/>
          <ac:spMkLst>
            <pc:docMk/>
            <pc:sldMk cId="3146214423" sldId="402"/>
            <ac:spMk id="2" creationId="{38A694AD-420C-CD8D-B32A-C507CEDDA24C}"/>
          </ac:spMkLst>
        </pc:spChg>
        <pc:spChg chg="del">
          <ac:chgData name="Toby Donaldson" userId="2e6e5431-bb17-4c41-9985-d39c50d83c73" providerId="ADAL" clId="{7F9681A8-EEE2-56F4-9B39-ECCBEE0471AC}" dt="2026-02-09T22:41:28.132" v="42683" actId="21"/>
          <ac:spMkLst>
            <pc:docMk/>
            <pc:sldMk cId="3146214423" sldId="402"/>
            <ac:spMk id="3" creationId="{FBD04055-818F-89C4-2F9F-CCD1E30F4FDE}"/>
          </ac:spMkLst>
        </pc:spChg>
        <pc:spChg chg="add del mod">
          <ac:chgData name="Toby Donaldson" userId="2e6e5431-bb17-4c41-9985-d39c50d83c73" providerId="ADAL" clId="{7F9681A8-EEE2-56F4-9B39-ECCBEE0471AC}" dt="2026-02-09T22:41:29.236" v="42684" actId="21"/>
          <ac:spMkLst>
            <pc:docMk/>
            <pc:sldMk cId="3146214423" sldId="402"/>
            <ac:spMk id="5" creationId="{CD1C919E-EAB8-C5FC-CBA6-0327F94BA32A}"/>
          </ac:spMkLst>
        </pc:spChg>
        <pc:spChg chg="add mod">
          <ac:chgData name="Toby Donaldson" userId="2e6e5431-bb17-4c41-9985-d39c50d83c73" providerId="ADAL" clId="{7F9681A8-EEE2-56F4-9B39-ECCBEE0471AC}" dt="2026-02-09T22:44:39.536" v="42915" actId="1076"/>
          <ac:spMkLst>
            <pc:docMk/>
            <pc:sldMk cId="3146214423" sldId="402"/>
            <ac:spMk id="6" creationId="{A9F3AF84-4CD8-2C7A-24F6-38873A9556DD}"/>
          </ac:spMkLst>
        </pc:spChg>
        <pc:spChg chg="add mod">
          <ac:chgData name="Toby Donaldson" userId="2e6e5431-bb17-4c41-9985-d39c50d83c73" providerId="ADAL" clId="{7F9681A8-EEE2-56F4-9B39-ECCBEE0471AC}" dt="2026-02-09T22:44:46.764" v="42916" actId="1076"/>
          <ac:spMkLst>
            <pc:docMk/>
            <pc:sldMk cId="3146214423" sldId="402"/>
            <ac:spMk id="7" creationId="{56E69494-C07C-227F-567F-4E8CB634672F}"/>
          </ac:spMkLst>
        </pc:spChg>
        <pc:spChg chg="add mod">
          <ac:chgData name="Toby Donaldson" userId="2e6e5431-bb17-4c41-9985-d39c50d83c73" providerId="ADAL" clId="{7F9681A8-EEE2-56F4-9B39-ECCBEE0471AC}" dt="2026-02-09T22:43:48.334" v="42889" actId="20577"/>
          <ac:spMkLst>
            <pc:docMk/>
            <pc:sldMk cId="3146214423" sldId="402"/>
            <ac:spMk id="8" creationId="{8949BCF8-70C9-3F81-9BBC-DF602891C26C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9" creationId="{9EC1C699-BCE9-D59A-52CE-E8B1EFED2332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10" creationId="{E864A160-8F77-FD86-63A8-088BAFB21367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11" creationId="{516CF66E-C128-E26C-ACEC-1A24885AF4C1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2" creationId="{9736CA93-6190-A00D-D779-EDF776419EA7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3" creationId="{94DC2017-0652-E29D-B6FC-85F00158497E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4" creationId="{F40FD88C-1B92-7B17-3277-0B4036CE61A1}"/>
          </ac:spMkLst>
        </pc:spChg>
        <pc:spChg chg="add mod">
          <ac:chgData name="Toby Donaldson" userId="2e6e5431-bb17-4c41-9985-d39c50d83c73" providerId="ADAL" clId="{7F9681A8-EEE2-56F4-9B39-ECCBEE0471AC}" dt="2026-02-09T22:48:17.715" v="43062" actId="1076"/>
          <ac:spMkLst>
            <pc:docMk/>
            <pc:sldMk cId="3146214423" sldId="402"/>
            <ac:spMk id="41" creationId="{10F2CFF1-E6B6-7C64-2E75-BA5BC23DC2B5}"/>
          </ac:spMkLst>
        </pc:spChg>
        <pc:spChg chg="add mod">
          <ac:chgData name="Toby Donaldson" userId="2e6e5431-bb17-4c41-9985-d39c50d83c73" providerId="ADAL" clId="{7F9681A8-EEE2-56F4-9B39-ECCBEE0471AC}" dt="2026-02-09T22:49:30.852" v="43072" actId="20577"/>
          <ac:spMkLst>
            <pc:docMk/>
            <pc:sldMk cId="3146214423" sldId="402"/>
            <ac:spMk id="44" creationId="{564F7613-93A8-27B4-51B3-045FE1EE7160}"/>
          </ac:spMkLst>
        </pc:spChg>
        <pc:spChg chg="add mod">
          <ac:chgData name="Toby Donaldson" userId="2e6e5431-bb17-4c41-9985-d39c50d83c73" providerId="ADAL" clId="{7F9681A8-EEE2-56F4-9B39-ECCBEE0471AC}" dt="2026-02-09T22:49:52.640" v="43080" actId="20577"/>
          <ac:spMkLst>
            <pc:docMk/>
            <pc:sldMk cId="3146214423" sldId="402"/>
            <ac:spMk id="45" creationId="{ED1B1DBE-A911-F602-1631-33428F1A4550}"/>
          </ac:spMkLst>
        </pc:spChg>
        <pc:cxnChg chg="add mod">
          <ac:chgData name="Toby Donaldson" userId="2e6e5431-bb17-4c41-9985-d39c50d83c73" providerId="ADAL" clId="{7F9681A8-EEE2-56F4-9B39-ECCBEE0471AC}" dt="2026-02-09T22:46:41.481" v="42955" actId="14100"/>
          <ac:cxnSpMkLst>
            <pc:docMk/>
            <pc:sldMk cId="3146214423" sldId="402"/>
            <ac:cxnSpMk id="16" creationId="{C92B2603-2298-3A03-BB02-5E2D77272296}"/>
          </ac:cxnSpMkLst>
        </pc:cxnChg>
        <pc:cxnChg chg="add mod">
          <ac:chgData name="Toby Donaldson" userId="2e6e5431-bb17-4c41-9985-d39c50d83c73" providerId="ADAL" clId="{7F9681A8-EEE2-56F4-9B39-ECCBEE0471AC}" dt="2026-02-09T22:46:17.498" v="42948" actId="14100"/>
          <ac:cxnSpMkLst>
            <pc:docMk/>
            <pc:sldMk cId="3146214423" sldId="402"/>
            <ac:cxnSpMk id="17" creationId="{B8945526-705B-9C61-5A8F-5058D1E74A5F}"/>
          </ac:cxnSpMkLst>
        </pc:cxnChg>
        <pc:cxnChg chg="add mod">
          <ac:chgData name="Toby Donaldson" userId="2e6e5431-bb17-4c41-9985-d39c50d83c73" providerId="ADAL" clId="{7F9681A8-EEE2-56F4-9B39-ECCBEE0471AC}" dt="2026-02-09T22:48:44.701" v="43064" actId="14100"/>
          <ac:cxnSpMkLst>
            <pc:docMk/>
            <pc:sldMk cId="3146214423" sldId="402"/>
            <ac:cxnSpMk id="20" creationId="{2025B141-B8A4-1897-C71C-FA27E69EE999}"/>
          </ac:cxnSpMkLst>
        </pc:cxnChg>
        <pc:cxnChg chg="add mod">
          <ac:chgData name="Toby Donaldson" userId="2e6e5431-bb17-4c41-9985-d39c50d83c73" providerId="ADAL" clId="{7F9681A8-EEE2-56F4-9B39-ECCBEE0471AC}" dt="2026-02-09T22:46:50.232" v="42957" actId="14100"/>
          <ac:cxnSpMkLst>
            <pc:docMk/>
            <pc:sldMk cId="3146214423" sldId="402"/>
            <ac:cxnSpMk id="23" creationId="{9792DB92-1203-559B-6444-965FFD26DF92}"/>
          </ac:cxnSpMkLst>
        </pc:cxnChg>
        <pc:cxnChg chg="add mod">
          <ac:chgData name="Toby Donaldson" userId="2e6e5431-bb17-4c41-9985-d39c50d83c73" providerId="ADAL" clId="{7F9681A8-EEE2-56F4-9B39-ECCBEE0471AC}" dt="2026-02-09T22:46:57.431" v="42960" actId="14100"/>
          <ac:cxnSpMkLst>
            <pc:docMk/>
            <pc:sldMk cId="3146214423" sldId="402"/>
            <ac:cxnSpMk id="29" creationId="{3C6356C6-3BF9-9C3A-3F3A-DBA60FA8911C}"/>
          </ac:cxnSpMkLst>
        </pc:cxnChg>
        <pc:cxnChg chg="add mod">
          <ac:chgData name="Toby Donaldson" userId="2e6e5431-bb17-4c41-9985-d39c50d83c73" providerId="ADAL" clId="{7F9681A8-EEE2-56F4-9B39-ECCBEE0471AC}" dt="2026-02-09T22:47:04.231" v="42963" actId="14100"/>
          <ac:cxnSpMkLst>
            <pc:docMk/>
            <pc:sldMk cId="3146214423" sldId="402"/>
            <ac:cxnSpMk id="32" creationId="{C5836B26-6148-A83D-8C62-3B5EC43236CE}"/>
          </ac:cxnSpMkLst>
        </pc:cxnChg>
        <pc:cxnChg chg="add mod">
          <ac:chgData name="Toby Donaldson" userId="2e6e5431-bb17-4c41-9985-d39c50d83c73" providerId="ADAL" clId="{7F9681A8-EEE2-56F4-9B39-ECCBEE0471AC}" dt="2026-02-09T22:48:35.831" v="43063" actId="14100"/>
          <ac:cxnSpMkLst>
            <pc:docMk/>
            <pc:sldMk cId="3146214423" sldId="402"/>
            <ac:cxnSpMk id="35" creationId="{F0C5CF69-40DF-C842-01B0-B24073D54886}"/>
          </ac:cxnSpMkLst>
        </pc:cxnChg>
        <pc:cxnChg chg="add mod">
          <ac:chgData name="Toby Donaldson" userId="2e6e5431-bb17-4c41-9985-d39c50d83c73" providerId="ADAL" clId="{7F9681A8-EEE2-56F4-9B39-ECCBEE0471AC}" dt="2026-02-09T22:47:25.948" v="42969" actId="14100"/>
          <ac:cxnSpMkLst>
            <pc:docMk/>
            <pc:sldMk cId="3146214423" sldId="402"/>
            <ac:cxnSpMk id="38" creationId="{3329BA7A-F510-A6EB-4E12-D9617EAFF471}"/>
          </ac:cxnSpMkLst>
        </pc:cxnChg>
        <pc:cxnChg chg="add mod">
          <ac:chgData name="Toby Donaldson" userId="2e6e5431-bb17-4c41-9985-d39c50d83c73" providerId="ADAL" clId="{7F9681A8-EEE2-56F4-9B39-ECCBEE0471AC}" dt="2026-02-09T22:50:03.266" v="43083" actId="14100"/>
          <ac:cxnSpMkLst>
            <pc:docMk/>
            <pc:sldMk cId="3146214423" sldId="402"/>
            <ac:cxnSpMk id="46" creationId="{7D3DBE95-4538-2436-B3B0-61FEA776D4C5}"/>
          </ac:cxnSpMkLst>
        </pc:cxnChg>
        <pc:cxnChg chg="add mod">
          <ac:chgData name="Toby Donaldson" userId="2e6e5431-bb17-4c41-9985-d39c50d83c73" providerId="ADAL" clId="{7F9681A8-EEE2-56F4-9B39-ECCBEE0471AC}" dt="2026-02-09T22:50:10.765" v="43086" actId="14100"/>
          <ac:cxnSpMkLst>
            <pc:docMk/>
            <pc:sldMk cId="3146214423" sldId="402"/>
            <ac:cxnSpMk id="49" creationId="{3AE42BAE-0497-8FB3-02BC-9398C6128DB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22:53:22.603" v="43323" actId="1076"/>
        <pc:sldMkLst>
          <pc:docMk/>
          <pc:sldMk cId="4256798312" sldId="403"/>
        </pc:sldMkLst>
        <pc:spChg chg="del">
          <ac:chgData name="Toby Donaldson" userId="2e6e5431-bb17-4c41-9985-d39c50d83c73" providerId="ADAL" clId="{7F9681A8-EEE2-56F4-9B39-ECCBEE0471AC}" dt="2026-02-09T22:50:58.253" v="43088" actId="21"/>
          <ac:spMkLst>
            <pc:docMk/>
            <pc:sldMk cId="4256798312" sldId="403"/>
            <ac:spMk id="6" creationId="{13E40728-D4D1-C7D3-6C2F-E3A6F52B115E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7" creationId="{C4DFEAE4-FBE9-99E0-F010-810B73350CD5}"/>
          </ac:spMkLst>
        </pc:spChg>
        <pc:spChg chg="mod">
          <ac:chgData name="Toby Donaldson" userId="2e6e5431-bb17-4c41-9985-d39c50d83c73" providerId="ADAL" clId="{7F9681A8-EEE2-56F4-9B39-ECCBEE0471AC}" dt="2026-02-09T22:51:14.948" v="43116" actId="1076"/>
          <ac:spMkLst>
            <pc:docMk/>
            <pc:sldMk cId="4256798312" sldId="403"/>
            <ac:spMk id="8" creationId="{D5DD52E6-1478-A71F-F2E6-70EE4D80BB6E}"/>
          </ac:spMkLst>
        </pc:spChg>
        <pc:spChg chg="mod">
          <ac:chgData name="Toby Donaldson" userId="2e6e5431-bb17-4c41-9985-d39c50d83c73" providerId="ADAL" clId="{7F9681A8-EEE2-56F4-9B39-ECCBEE0471AC}" dt="2026-02-09T22:51:43.464" v="43152" actId="1076"/>
          <ac:spMkLst>
            <pc:docMk/>
            <pc:sldMk cId="4256798312" sldId="403"/>
            <ac:spMk id="9" creationId="{A5418C8D-F597-37EC-BFFA-420B8DBBD523}"/>
          </ac:spMkLst>
        </pc:spChg>
        <pc:spChg chg="mod">
          <ac:chgData name="Toby Donaldson" userId="2e6e5431-bb17-4c41-9985-d39c50d83c73" providerId="ADAL" clId="{7F9681A8-EEE2-56F4-9B39-ECCBEE0471AC}" dt="2026-02-09T22:51:47.052" v="43153" actId="14100"/>
          <ac:spMkLst>
            <pc:docMk/>
            <pc:sldMk cId="4256798312" sldId="403"/>
            <ac:spMk id="10" creationId="{9C830F55-CA37-1C63-00EC-023FBF78061F}"/>
          </ac:spMkLst>
        </pc:spChg>
        <pc:spChg chg="mod">
          <ac:chgData name="Toby Donaldson" userId="2e6e5431-bb17-4c41-9985-d39c50d83c73" providerId="ADAL" clId="{7F9681A8-EEE2-56F4-9B39-ECCBEE0471AC}" dt="2026-02-09T22:52:27.848" v="43168" actId="14100"/>
          <ac:spMkLst>
            <pc:docMk/>
            <pc:sldMk cId="4256798312" sldId="403"/>
            <ac:spMk id="11" creationId="{6B7D8141-0A94-ADA0-E2CE-3BDE177306D0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2" creationId="{45451348-A2E4-E4C8-3F11-4C547D405132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3" creationId="{9594A5DD-9230-D15F-5E2E-C4F18DD27821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4" creationId="{9A7FBEC9-31E8-779A-FA21-39C75E51A897}"/>
          </ac:spMkLst>
        </pc:spChg>
        <pc:spChg chg="add mod">
          <ac:chgData name="Toby Donaldson" userId="2e6e5431-bb17-4c41-9985-d39c50d83c73" providerId="ADAL" clId="{7F9681A8-EEE2-56F4-9B39-ECCBEE0471AC}" dt="2026-02-09T22:53:22.603" v="43323" actId="1076"/>
          <ac:spMkLst>
            <pc:docMk/>
            <pc:sldMk cId="4256798312" sldId="403"/>
            <ac:spMk id="19" creationId="{D8EE7AEB-FE7C-7D1E-2F8F-36203A76E6E2}"/>
          </ac:spMkLst>
        </pc:spChg>
        <pc:spChg chg="mod">
          <ac:chgData name="Toby Donaldson" userId="2e6e5431-bb17-4c41-9985-d39c50d83c73" providerId="ADAL" clId="{7F9681A8-EEE2-56F4-9B39-ECCBEE0471AC}" dt="2026-02-09T22:52:47.408" v="43231" actId="5793"/>
          <ac:spMkLst>
            <pc:docMk/>
            <pc:sldMk cId="4256798312" sldId="403"/>
            <ac:spMk id="41" creationId="{6676CFBA-1A73-9F06-1CB1-05FC0CAAA083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44" creationId="{6B27F8E3-7143-44F6-3286-B3B53E39820E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45" creationId="{032EC963-2157-EB0E-C51D-13C6D23BECD8}"/>
          </ac:spMkLst>
        </pc:sp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16" creationId="{291899DB-6F53-E334-BC9B-4324519F92E1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17" creationId="{88D2E0A8-3922-D24D-B4B0-210B39DCFE48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20" creationId="{8B928259-1D1D-9381-1010-A193D3D568D6}"/>
          </ac:cxnSpMkLst>
        </pc:cxnChg>
        <pc:cxnChg chg="mod">
          <ac:chgData name="Toby Donaldson" userId="2e6e5431-bb17-4c41-9985-d39c50d83c73" providerId="ADAL" clId="{7F9681A8-EEE2-56F4-9B39-ECCBEE0471AC}" dt="2026-02-09T22:51:43.464" v="43152" actId="1076"/>
          <ac:cxnSpMkLst>
            <pc:docMk/>
            <pc:sldMk cId="4256798312" sldId="403"/>
            <ac:cxnSpMk id="23" creationId="{53091552-DA2A-E4AC-42AE-9B271CAA1139}"/>
          </ac:cxnSpMkLst>
        </pc:cxnChg>
        <pc:cxnChg chg="mod">
          <ac:chgData name="Toby Donaldson" userId="2e6e5431-bb17-4c41-9985-d39c50d83c73" providerId="ADAL" clId="{7F9681A8-EEE2-56F4-9B39-ECCBEE0471AC}" dt="2026-02-09T22:51:47.052" v="43153" actId="14100"/>
          <ac:cxnSpMkLst>
            <pc:docMk/>
            <pc:sldMk cId="4256798312" sldId="403"/>
            <ac:cxnSpMk id="29" creationId="{6310E079-13D1-B7B2-374B-98960582039D}"/>
          </ac:cxnSpMkLst>
        </pc:cxnChg>
        <pc:cxnChg chg="mod">
          <ac:chgData name="Toby Donaldson" userId="2e6e5431-bb17-4c41-9985-d39c50d83c73" providerId="ADAL" clId="{7F9681A8-EEE2-56F4-9B39-ECCBEE0471AC}" dt="2026-02-09T22:52:27.848" v="43168" actId="14100"/>
          <ac:cxnSpMkLst>
            <pc:docMk/>
            <pc:sldMk cId="4256798312" sldId="403"/>
            <ac:cxnSpMk id="32" creationId="{03A3D080-DFB9-ECC3-813E-FAC8D2DD0763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35" creationId="{762516BD-432B-447C-B269-EBC3D9C59FC3}"/>
          </ac:cxnSpMkLst>
        </pc:cxnChg>
        <pc:cxnChg chg="del mod">
          <ac:chgData name="Toby Donaldson" userId="2e6e5431-bb17-4c41-9985-d39c50d83c73" providerId="ADAL" clId="{7F9681A8-EEE2-56F4-9B39-ECCBEE0471AC}" dt="2026-02-09T22:51:04.115" v="43090" actId="21"/>
          <ac:cxnSpMkLst>
            <pc:docMk/>
            <pc:sldMk cId="4256798312" sldId="403"/>
            <ac:cxnSpMk id="38" creationId="{66B84AAB-66A3-50AE-EAE0-BA59CC92289D}"/>
          </ac:cxnSpMkLst>
        </pc:cxn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46" creationId="{0D6A31F9-A46C-D2FE-C136-4507BF180AC5}"/>
          </ac:cxnSpMkLst>
        </pc:cxn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49" creationId="{51B7EFF9-36C5-2014-13CE-6D524173EE49}"/>
          </ac:cxnSpMkLst>
        </pc:cxnChg>
      </pc:sldChg>
      <pc:sldChg chg="modSp new mod">
        <pc:chgData name="Toby Donaldson" userId="2e6e5431-bb17-4c41-9985-d39c50d83c73" providerId="ADAL" clId="{7F9681A8-EEE2-56F4-9B39-ECCBEE0471AC}" dt="2026-02-10T22:22:49.058" v="43894" actId="20577"/>
        <pc:sldMkLst>
          <pc:docMk/>
          <pc:sldMk cId="3575050957" sldId="404"/>
        </pc:sldMkLst>
        <pc:spChg chg="mod">
          <ac:chgData name="Toby Donaldson" userId="2e6e5431-bb17-4c41-9985-d39c50d83c73" providerId="ADAL" clId="{7F9681A8-EEE2-56F4-9B39-ECCBEE0471AC}" dt="2026-02-09T22:55:00.877" v="43350" actId="20577"/>
          <ac:spMkLst>
            <pc:docMk/>
            <pc:sldMk cId="3575050957" sldId="404"/>
            <ac:spMk id="2" creationId="{01741093-8F7E-A84B-29A1-A6CDE1AC9A08}"/>
          </ac:spMkLst>
        </pc:spChg>
        <pc:spChg chg="mod">
          <ac:chgData name="Toby Donaldson" userId="2e6e5431-bb17-4c41-9985-d39c50d83c73" providerId="ADAL" clId="{7F9681A8-EEE2-56F4-9B39-ECCBEE0471AC}" dt="2026-02-10T22:22:49.058" v="43894" actId="20577"/>
          <ac:spMkLst>
            <pc:docMk/>
            <pc:sldMk cId="3575050957" sldId="404"/>
            <ac:spMk id="3" creationId="{131D5D5E-A5A8-3C8E-203C-7BD49685CAB5}"/>
          </ac:spMkLst>
        </pc:spChg>
      </pc:sldChg>
      <pc:sldChg chg="modSp new mod">
        <pc:chgData name="Toby Donaldson" userId="2e6e5431-bb17-4c41-9985-d39c50d83c73" providerId="ADAL" clId="{7F9681A8-EEE2-56F4-9B39-ECCBEE0471AC}" dt="2026-02-10T22:35:44.823" v="44736" actId="20577"/>
        <pc:sldMkLst>
          <pc:docMk/>
          <pc:sldMk cId="3043117616" sldId="405"/>
        </pc:sldMkLst>
        <pc:spChg chg="mod">
          <ac:chgData name="Toby Donaldson" userId="2e6e5431-bb17-4c41-9985-d39c50d83c73" providerId="ADAL" clId="{7F9681A8-EEE2-56F4-9B39-ECCBEE0471AC}" dt="2026-02-10T22:23:04.142" v="43917" actId="20577"/>
          <ac:spMkLst>
            <pc:docMk/>
            <pc:sldMk cId="3043117616" sldId="405"/>
            <ac:spMk id="2" creationId="{7BD5B8FA-69CB-A8F0-3E38-66C19FE7223E}"/>
          </ac:spMkLst>
        </pc:spChg>
        <pc:spChg chg="mod">
          <ac:chgData name="Toby Donaldson" userId="2e6e5431-bb17-4c41-9985-d39c50d83c73" providerId="ADAL" clId="{7F9681A8-EEE2-56F4-9B39-ECCBEE0471AC}" dt="2026-02-10T22:35:44.823" v="44736" actId="20577"/>
          <ac:spMkLst>
            <pc:docMk/>
            <pc:sldMk cId="3043117616" sldId="405"/>
            <ac:spMk id="3" creationId="{AB7875E9-8708-7467-22FB-F46C3E42770E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22:10:27.0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23038 2900 24575,'39'0'0,"6"0"0,9 0 0,-12 0 0,5 0 0,3 0 0,2 0-1479,-3 0 0,2 0 0,2 0 0,3 0 0,0 0 0,0 0 1479,-7 0 0,0 0 0,2 0 0,0 0 0,0 0 0,1 0 0,1 0 0,0 0-319,-3 0 1,2 0 0,0 0 0,0 0 0,1 0 0,-1 0-1,1 0 1,0 0 0,0 0 318,1 0 0,1 0 0,0 0 0,0 0 0,-1 0 0,1 0 0,0 0 0,-1 0 0,0 0 0,-3 0 0,1 0 0,-1 0 0,0 0 0,-1 0 0,1 0 0,-1 0 0,0 0 0,0 0-52,4 0 0,0 0 0,-1-1 1,0 1-1,0 0 0,0 0 0,-1 1 1,-1-1 51,4 1 0,0-1 0,-1 1 0,-1 0 0,0 1 0,-1-1 0,-1 0-184,2 0 0,-2 1 1,0-1-1,-1 1 1,-1-1-1,-1 1 184,3-1 0,-1 1 0,-1 0 0,-1 0 0,-2-1 442,5 1 1,-2 0 0,-1 0-1,-2-1-442,7-1 0,-2 0 0,0 0 1165,-4 0 0,0 0 0,-2 0-1165,-4 0 0,-1 0 0,-2 0 1866,12 0 0,-2 0-1866,-6 0 0,-2 0 1236,-4 0 1,0 0-1237,-3 0 0,0 0 626,-1 0 0,-1 0-626,25 0 532,-15 0-532,-14 0 0,-13 0 0,-10 1-1696,-5 9 0,-1-6 0,1 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22:11:02.3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17347 15467 24575,'1'-5'0,"6"1"0,20 2 0,23 2 0,-14 0 0,3 0 0,6-1 0,2 0 0,0-2 0,2-2 0,2-2 0,-1-1 0,-1-2 0,-1 0 0,-3-1 0,2-1 0,-5 2 0,4-1 0,-5 1 0,-5 2 0,0 1 0,15-5 0,-4 3 0,-9 3 0,4 2 0,3-4 0,5 0 0,-5-1 0,-6 0 0,-6 2 0,-5 0 0,-3 1 0,-1 1 0,-5 1 0,-4 3 0,-3-1 0,0 2 0,8 0 0,15 0 0,19-6 0,-19 1 0,2-1 0,5-2 0,1-1 0,2 0 0,0 0 0,0 0 0,-1 1 0,-3 0 0,-2 2 0,-3 1 0,-2 0 0,20-3 0,-9 5 0,-4 1 0,3 1 0,9 1 0,-24 0 0,1 0 0,0 1 0,1 1 0,-1 0 0,0 2 0,-1 1 0,-1 0 0,1 2 0,0 0 0,-1 0 0,-1-1 0,22 8 0,-10-3 0,-13-4 0,-8 1 0,-1-2 0,7 1 0,3 0 0,3 1 0,20 2 0,-15-2 0,0-2 0,12 0 0,1-1 0,-1-1 0,3 0 0,1 0 0,-1 2 0,0-1 0,-3 0 0,-3 1 0,-6-2 0,-2 2 0,2 0 0,5 2 0,9 2 0,-22-3 0,-1-1 0,3 1 0,-1-1 0,-1 0 0,0-2 0,24 4 0,-3-3 0,-5-1 0,1-1 0,4 0 0,2 0 0,-23-2 0,1 0 0,2 0 0,1 0 0,4 0 0,0-1 0,3 0 0,0 0 0,0 0 0,1 0 0,-2 0 0,-1 0 0,-1 0 0,-2 0 0,-3 0 0,-1 0 0,-1 1 0,-1 0 0,0 0 0,0 1 0,2-1 0,0 0 0,0 1 0,0-1 0,-1-1 0,-1 0 0,-1 0 0,-1 0 0,20 0 0,-3 0 0,-4 0 0,-1 0 0,-1 0 0,2 0 0,7 0 0,7 0 0,-22 0 0,2 0 0,2 0 0,2 0 0,2 0 0,1 0 0,1-1 0,0-1 0,-3 1 0,-1-1 0,-3 0 0,-1 0 0,-3-1 0,-1 1 0,-1 1 0,0 0 0,0 0 0,1 0 0,3 1 0,0 0 0,1 0 0,1 0 0,0 0 0,-1 0 0,-2 0 0,-2 0 0,22 0 0,-14 0 0,-12 0 0,-7 0 0,-6 0 0,-2 0 0,-1 0 0,4 0 0,0 0 0,1 0 0,-1 0 0,-8 0 0,-2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52C8-3DD2-6A59-B8B0-B70D32F87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929-1DF2-1253-394E-87D3BBC77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CFC1-64B2-99C6-6730-A0966D893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</p:spTree>
    <p:extLst>
      <p:ext uri="{BB962C8B-B14F-4D97-AF65-F5344CB8AC3E}">
        <p14:creationId xmlns:p14="http://schemas.microsoft.com/office/powerpoint/2010/main" val="1310954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FF885-B9A8-D292-FC20-0A7F2D81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77B63-8802-8940-E1EB-38CC5BC02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D2E5-F974-B8AD-CA1C-D4A191035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BCB6E1-4B8C-5C2F-FA52-B71F2D7DE3A2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9160D-7F9A-91FA-1962-11FCB71F09E9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3D7A77-FEB7-4091-6B1B-9C0B88B218B9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D15E7C-69D2-7CEA-20E7-0F308BA5079F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60692-D27D-06E3-C41B-2B57E45FD6B9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512506-084C-87D8-7894-5B20A7F1F87F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96183F-EEAC-AC10-1CCE-9AAF1DFC9CCE}"/>
                  </a:ext>
                </a:extLst>
              </p14:cNvPr>
              <p14:cNvContentPartPr/>
              <p14:nvPr/>
            </p14:nvContentPartPr>
            <p14:xfrm>
              <a:off x="8293680" y="1043640"/>
              <a:ext cx="1781640" cy="20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96183F-EEAC-AC10-1CCE-9AAF1DFC9C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84320" y="1034280"/>
                <a:ext cx="1800360" cy="3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3643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A51E-BEE8-0695-10D7-155913FBE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9DF9F-0901-9D92-746A-46ED2514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23BE9-756B-AE09-E2B2-92694EED7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CAE7EF-40FC-156A-464D-9AC0DB237268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215BD6-3FB0-5C44-7251-F2966F0BF6A0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B0270F-5C7A-1668-8F8D-7802F6ABC4D7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128825F-4D51-56E4-0AB4-6590A36B02AB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486ADE-ECB0-E15D-7944-FDB6B34CB211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94C4F6D-53BD-5B0A-A699-667B8391A32D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 flipV="1">
            <a:off x="9671321" y="1841284"/>
            <a:ext cx="917014" cy="12284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1516FA-1D7E-62C7-D8BC-662F39772568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9671321" y="1964124"/>
            <a:ext cx="917014" cy="1766354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067FA8-C616-4B9A-C365-3EA9FB798EC9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804E7E-524A-F6DC-7B4B-551C684799C9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4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5D134-39D1-497E-A5F3-CFF497D60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FFB3-21B1-CEA6-B95E-5ED4B0C7F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15B86-6D86-6D44-C201-235FE722F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32983E-2CBF-0549-7053-6E1412E90BB8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AA1A8-A7D3-6828-6B05-AB86C32BC8CB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930665-22BA-3876-36ED-1CE5F7579000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793D93-5037-9ABE-510E-58A7AA889B8A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BC4972-2EAE-14EC-4BA0-44ED573DB6EB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3FEF21-FDDB-A6EC-B2E6-D775A767A423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11231299" y="4629329"/>
            <a:ext cx="0" cy="4940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FFADB42-AD68-CDE0-6097-9C5EB7010ACB}"/>
              </a:ext>
            </a:extLst>
          </p:cNvPr>
          <p:cNvSpPr txBox="1"/>
          <p:nvPr/>
        </p:nvSpPr>
        <p:spPr>
          <a:xfrm>
            <a:off x="10507135" y="3429000"/>
            <a:ext cx="144832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arrow shows the direction of inheritance.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7EE7B7-6CFA-9C47-AEDA-FA196585A535}"/>
              </a:ext>
            </a:extLst>
          </p:cNvPr>
          <p:cNvSpPr txBox="1"/>
          <p:nvPr/>
        </p:nvSpPr>
        <p:spPr>
          <a:xfrm>
            <a:off x="9909990" y="5123400"/>
            <a:ext cx="212667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points to the class it inherits from, i.e. gets all the variables and method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72263FC-1531-9ADF-D1B6-0051185F7D26}"/>
              </a:ext>
            </a:extLst>
          </p:cNvPr>
          <p:cNvCxnSpPr>
            <a:cxnSpLocks/>
          </p:cNvCxnSpPr>
          <p:nvPr/>
        </p:nvCxnSpPr>
        <p:spPr>
          <a:xfrm flipH="1" flipV="1">
            <a:off x="9028356" y="2857500"/>
            <a:ext cx="1478779" cy="57150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B2FACB-D527-CE2F-A8EC-BD66B60E7434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5DD8D9-8931-8781-EBE3-61739E4A3C3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74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2A543-C1B7-E445-7C08-53952B2B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1431-069E-58FE-9116-11120BA98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E5443-B474-57A4-42E0-6D9846897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0332B-D8F8-9495-C997-F21F6C33EE90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5C5412-DD61-2A53-DF3D-E8EE456C3A5C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CC6434-E78F-4AEC-B3BD-6A93433B33BD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9C3C76B-12BD-2964-48A1-285DA9E230EA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E8882B-ADE7-17EE-7806-71D70C3758BC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56CD9D-FA7E-2A45-F037-C3AB582D85AD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11231299" y="4629329"/>
            <a:ext cx="0" cy="4940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2B2CB32-B7AB-1339-9A08-FAE0A485F6FF}"/>
              </a:ext>
            </a:extLst>
          </p:cNvPr>
          <p:cNvSpPr txBox="1"/>
          <p:nvPr/>
        </p:nvSpPr>
        <p:spPr>
          <a:xfrm>
            <a:off x="10507135" y="3429000"/>
            <a:ext cx="144832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arrow shows the direction of inheritance.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A7EA3A-8563-A10B-A930-DE9BE3DBEBD3}"/>
              </a:ext>
            </a:extLst>
          </p:cNvPr>
          <p:cNvSpPr txBox="1"/>
          <p:nvPr/>
        </p:nvSpPr>
        <p:spPr>
          <a:xfrm>
            <a:off x="9909990" y="5123400"/>
            <a:ext cx="212667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points to the class it inherits from, i.e. gets all the variables and method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86B04-5CD9-513E-F3C6-10F290319B91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C90705B-FDED-AA61-32EA-98D68B25796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CF8CE18-2792-F9D0-F273-360A7E6B6231}"/>
              </a:ext>
            </a:extLst>
          </p:cNvPr>
          <p:cNvSpPr txBox="1"/>
          <p:nvPr/>
        </p:nvSpPr>
        <p:spPr>
          <a:xfrm>
            <a:off x="6476036" y="451407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1BB9E-19AF-503F-1EE0-42BED28A3EA7}"/>
              </a:ext>
            </a:extLst>
          </p:cNvPr>
          <p:cNvSpPr txBox="1"/>
          <p:nvPr/>
        </p:nvSpPr>
        <p:spPr>
          <a:xfrm>
            <a:off x="5375466" y="525363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public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61B7D8-7E65-4BDC-708D-D0AA6E194DB5}"/>
              </a:ext>
            </a:extLst>
          </p:cNvPr>
          <p:cNvSpPr txBox="1"/>
          <p:nvPr/>
        </p:nvSpPr>
        <p:spPr>
          <a:xfrm>
            <a:off x="6360731" y="5992297"/>
            <a:ext cx="285750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only use </a:t>
            </a:r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in this course.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9EF146-A21F-3CA6-A9C8-2086E758F996}"/>
              </a:ext>
            </a:extLst>
          </p:cNvPr>
          <p:cNvCxnSpPr>
            <a:cxnSpLocks/>
          </p:cNvCxnSpPr>
          <p:nvPr/>
        </p:nvCxnSpPr>
        <p:spPr>
          <a:xfrm flipV="1">
            <a:off x="7782119" y="5576798"/>
            <a:ext cx="0" cy="415499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FEC744-BC9F-26D7-2D1F-3DD1E3FB7CA9}"/>
              </a:ext>
            </a:extLst>
          </p:cNvPr>
          <p:cNvSpPr txBox="1"/>
          <p:nvPr/>
        </p:nvSpPr>
        <p:spPr>
          <a:xfrm>
            <a:off x="623890" y="5576798"/>
            <a:ext cx="28575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means public/private members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 have the same visibility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B868F1-C114-01D1-A7AA-53A705D37C76}"/>
              </a:ext>
            </a:extLst>
          </p:cNvPr>
          <p:cNvCxnSpPr>
            <a:cxnSpLocks/>
          </p:cNvCxnSpPr>
          <p:nvPr/>
        </p:nvCxnSpPr>
        <p:spPr>
          <a:xfrm>
            <a:off x="3481390" y="6119513"/>
            <a:ext cx="2879341" cy="13850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A7514F3-69FA-1366-3167-DFD8C3D90A13}"/>
                  </a:ext>
                </a:extLst>
              </p14:cNvPr>
              <p14:cNvContentPartPr/>
              <p14:nvPr/>
            </p14:nvContentPartPr>
            <p14:xfrm>
              <a:off x="6244920" y="5449680"/>
              <a:ext cx="2341080" cy="118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A7514F3-69FA-1366-3167-DFD8C3D90A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35560" y="5440320"/>
                <a:ext cx="2359800" cy="13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8015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D86B-87EE-F9BE-516A-45E19F08F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A0394-E2BB-8D03-7BE8-61F817434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E6E98-2E63-2600-6599-303DD6E0B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D8894A-738E-C5D3-856D-63967A78B412}"/>
              </a:ext>
            </a:extLst>
          </p:cNvPr>
          <p:cNvSpPr txBox="1"/>
          <p:nvPr/>
        </p:nvSpPr>
        <p:spPr>
          <a:xfrm>
            <a:off x="10328492" y="1471682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860B02-E769-2258-5D4E-73BC2745A626}"/>
              </a:ext>
            </a:extLst>
          </p:cNvPr>
          <p:cNvSpPr txBox="1"/>
          <p:nvPr/>
        </p:nvSpPr>
        <p:spPr>
          <a:xfrm>
            <a:off x="10289218" y="3714819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29598D-78AB-E098-7842-41ED2631A865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10971456" y="2179568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5E670C4-E311-4891-79F1-90EFF91657B9}"/>
              </a:ext>
            </a:extLst>
          </p:cNvPr>
          <p:cNvSpPr txBox="1"/>
          <p:nvPr/>
        </p:nvSpPr>
        <p:spPr>
          <a:xfrm>
            <a:off x="7850762" y="169068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023E58-ED34-70FF-0AA0-19765263A698}"/>
              </a:ext>
            </a:extLst>
          </p:cNvPr>
          <p:cNvSpPr txBox="1"/>
          <p:nvPr/>
        </p:nvSpPr>
        <p:spPr>
          <a:xfrm>
            <a:off x="6750192" y="243024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public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62273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A0ED7-D0DE-280B-5389-C89969317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7756-9B95-B505-9283-634D2C82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A290A-8A59-8754-413C-3AD47D37D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441202-81B0-5FA3-E16D-26EC04DAB550}"/>
              </a:ext>
            </a:extLst>
          </p:cNvPr>
          <p:cNvSpPr txBox="1"/>
          <p:nvPr/>
        </p:nvSpPr>
        <p:spPr>
          <a:xfrm>
            <a:off x="10328492" y="1471682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911AD-CAB8-D982-642B-0B6CC307D340}"/>
              </a:ext>
            </a:extLst>
          </p:cNvPr>
          <p:cNvSpPr txBox="1"/>
          <p:nvPr/>
        </p:nvSpPr>
        <p:spPr>
          <a:xfrm>
            <a:off x="10289218" y="3714819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30FEE1-2AA8-9D4A-B019-694E0F34CF59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10971456" y="2179568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760EF4-1A0D-D85A-06C6-DFD4464C4122}"/>
              </a:ext>
            </a:extLst>
          </p:cNvPr>
          <p:cNvSpPr txBox="1"/>
          <p:nvPr/>
        </p:nvSpPr>
        <p:spPr>
          <a:xfrm>
            <a:off x="7850762" y="169068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6CC616-008A-9AD7-55F9-12AE3A078FB2}"/>
              </a:ext>
            </a:extLst>
          </p:cNvPr>
          <p:cNvSpPr txBox="1"/>
          <p:nvPr/>
        </p:nvSpPr>
        <p:spPr>
          <a:xfrm>
            <a:off x="6750192" y="243024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0AA0D8-17AD-D066-B0A4-3E826BBC44C2}"/>
              </a:ext>
            </a:extLst>
          </p:cNvPr>
          <p:cNvSpPr txBox="1"/>
          <p:nvPr/>
        </p:nvSpPr>
        <p:spPr>
          <a:xfrm>
            <a:off x="7324919" y="3181262"/>
            <a:ext cx="285750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only use </a:t>
            </a:r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in this course.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8F4B4FC-F814-B807-AFC6-283AF5DAD760}"/>
              </a:ext>
            </a:extLst>
          </p:cNvPr>
          <p:cNvCxnSpPr>
            <a:cxnSpLocks/>
          </p:cNvCxnSpPr>
          <p:nvPr/>
        </p:nvCxnSpPr>
        <p:spPr>
          <a:xfrm flipV="1">
            <a:off x="8955257" y="2765763"/>
            <a:ext cx="0" cy="415499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CC2B86C-4DB8-47A1-F180-3C58073800CB}"/>
              </a:ext>
            </a:extLst>
          </p:cNvPr>
          <p:cNvSpPr txBox="1"/>
          <p:nvPr/>
        </p:nvSpPr>
        <p:spPr>
          <a:xfrm>
            <a:off x="7324919" y="5316196"/>
            <a:ext cx="28575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means public/private members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 keep the same visibility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2D675-C7DD-5315-7206-DEAA17D2B32E}"/>
              </a:ext>
            </a:extLst>
          </p:cNvPr>
          <p:cNvCxnSpPr>
            <a:cxnSpLocks/>
            <a:stCxn id="18" idx="0"/>
            <a:endCxn id="13" idx="2"/>
          </p:cNvCxnSpPr>
          <p:nvPr/>
        </p:nvCxnSpPr>
        <p:spPr>
          <a:xfrm flipV="1">
            <a:off x="8753669" y="3827593"/>
            <a:ext cx="0" cy="1488603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79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3AF09-6FA1-5E01-A2E5-7E58E93D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5540A-A4DC-8864-D1BA-A49BE0836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code example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Named_color</a:t>
            </a:r>
            <a:r>
              <a:rPr lang="en-US" dirty="0"/>
              <a:t> objects …</a:t>
            </a:r>
          </a:p>
          <a:p>
            <a:r>
              <a:rPr lang="en-US" dirty="0"/>
              <a:t>See code example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int_vec</a:t>
            </a:r>
            <a:r>
              <a:rPr lang="en-US" dirty="0"/>
              <a:t> inheriting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</a:t>
            </a:r>
            <a:r>
              <a:rPr lang="en-US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257285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8CEB2-0C63-4479-D831-BF1E106F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872C7-DB59-A195-6CD6-B3312D1CE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large OOP programs, it is common to create </a:t>
            </a:r>
            <a:r>
              <a:rPr lang="en-US" b="1" dirty="0"/>
              <a:t>hierarchies</a:t>
            </a:r>
            <a:r>
              <a:rPr lang="en-US" dirty="0"/>
              <a:t> of classes related by inheritance …</a:t>
            </a:r>
          </a:p>
        </p:txBody>
      </p:sp>
    </p:spTree>
    <p:extLst>
      <p:ext uri="{BB962C8B-B14F-4D97-AF65-F5344CB8AC3E}">
        <p14:creationId xmlns:p14="http://schemas.microsoft.com/office/powerpoint/2010/main" val="3945623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BED1E-12D3-F4AA-ED68-2BB6B4045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694AD-420C-CD8D-B32A-C507CEDDA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3" y="-131862"/>
            <a:ext cx="5676887" cy="13255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3AF84-4CD8-2C7A-24F6-38873A9556DD}"/>
              </a:ext>
            </a:extLst>
          </p:cNvPr>
          <p:cNvSpPr txBox="1"/>
          <p:nvPr/>
        </p:nvSpPr>
        <p:spPr>
          <a:xfrm>
            <a:off x="4533189" y="1153166"/>
            <a:ext cx="3857146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Character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 position() const;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walk_to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p);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69494-C07C-227F-567F-4E8CB634672F}"/>
              </a:ext>
            </a:extLst>
          </p:cNvPr>
          <p:cNvSpPr txBox="1"/>
          <p:nvPr/>
        </p:nvSpPr>
        <p:spPr>
          <a:xfrm>
            <a:off x="4056937" y="3269191"/>
            <a:ext cx="95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Human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49BCF8-70C9-3F81-9BBC-DF602891C26C}"/>
              </a:ext>
            </a:extLst>
          </p:cNvPr>
          <p:cNvSpPr txBox="1"/>
          <p:nvPr/>
        </p:nvSpPr>
        <p:spPr>
          <a:xfrm>
            <a:off x="8371843" y="3296150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Monster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1C699-BCE9-D59A-52CE-E8B1EFED2332}"/>
              </a:ext>
            </a:extLst>
          </p:cNvPr>
          <p:cNvSpPr txBox="1"/>
          <p:nvPr/>
        </p:nvSpPr>
        <p:spPr>
          <a:xfrm>
            <a:off x="7606297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Ogre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4A160-8F77-FD86-63A8-088BAFB21367}"/>
              </a:ext>
            </a:extLst>
          </p:cNvPr>
          <p:cNvSpPr txBox="1"/>
          <p:nvPr/>
        </p:nvSpPr>
        <p:spPr>
          <a:xfrm>
            <a:off x="9087625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Dragon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6CF66E-C128-E26C-ACEC-1A24885AF4C1}"/>
              </a:ext>
            </a:extLst>
          </p:cNvPr>
          <p:cNvSpPr txBox="1"/>
          <p:nvPr/>
        </p:nvSpPr>
        <p:spPr>
          <a:xfrm>
            <a:off x="10568953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Snake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36CA93-6190-A00D-D779-EDF776419EA7}"/>
              </a:ext>
            </a:extLst>
          </p:cNvPr>
          <p:cNvSpPr txBox="1"/>
          <p:nvPr/>
        </p:nvSpPr>
        <p:spPr>
          <a:xfrm>
            <a:off x="2046938" y="4536193"/>
            <a:ext cx="9665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Warrior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DC2017-0652-E29D-B6FC-85F00158497E}"/>
              </a:ext>
            </a:extLst>
          </p:cNvPr>
          <p:cNvSpPr txBox="1"/>
          <p:nvPr/>
        </p:nvSpPr>
        <p:spPr>
          <a:xfrm>
            <a:off x="3897857" y="4536193"/>
            <a:ext cx="70243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Thief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0FD88C-1B92-7B17-3277-0B4036CE61A1}"/>
              </a:ext>
            </a:extLst>
          </p:cNvPr>
          <p:cNvSpPr txBox="1"/>
          <p:nvPr/>
        </p:nvSpPr>
        <p:spPr>
          <a:xfrm>
            <a:off x="5484665" y="4536193"/>
            <a:ext cx="91352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Wizard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2B2603-2298-3A03-BB02-5E2D7727229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530212" y="3665482"/>
            <a:ext cx="1664610" cy="870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945526-705B-9C61-5A8F-5058D1E74A5F}"/>
              </a:ext>
            </a:extLst>
          </p:cNvPr>
          <p:cNvCxnSpPr>
            <a:cxnSpLocks/>
            <a:stCxn id="13" idx="0"/>
            <a:endCxn id="7" idx="2"/>
          </p:cNvCxnSpPr>
          <p:nvPr/>
        </p:nvCxnSpPr>
        <p:spPr>
          <a:xfrm flipV="1">
            <a:off x="4249075" y="3638523"/>
            <a:ext cx="284114" cy="89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025B141-B8A4-1897-C71C-FA27E69EE999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4895494" y="3665482"/>
            <a:ext cx="1045931" cy="870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92DB92-1203-559B-6444-965FFD26DF92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8131506" y="3665482"/>
            <a:ext cx="439470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C6356C6-3BF9-9C3A-3F3A-DBA60FA8911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flipH="1" flipV="1">
            <a:off x="8897052" y="3665482"/>
            <a:ext cx="71578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836B26-6148-A83D-8C62-3B5EC43236CE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9422260" y="3665482"/>
            <a:ext cx="167190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0C5CF69-40DF-C842-01B0-B24073D5488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4533189" y="2380454"/>
            <a:ext cx="724611" cy="888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9BA7A-F510-A6EB-4E12-D9617EAFF471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790688" y="2353495"/>
            <a:ext cx="1106364" cy="942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F2CFF1-E6B6-7C64-2E75-BA5BC23DC2B5}"/>
              </a:ext>
            </a:extLst>
          </p:cNvPr>
          <p:cNvSpPr txBox="1"/>
          <p:nvPr/>
        </p:nvSpPr>
        <p:spPr>
          <a:xfrm>
            <a:off x="694535" y="2095821"/>
            <a:ext cx="26212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classes inherit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position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walk_to</a:t>
            </a:r>
            <a:r>
              <a:rPr lang="en-CA" dirty="0">
                <a:cs typeface="Consolas" panose="020B0609020204030204" pitchFamily="49" charset="0"/>
              </a:rPr>
              <a:t>, and any other methods in </a:t>
            </a:r>
            <a:r>
              <a:rPr lang="en-CA" b="1" dirty="0">
                <a:cs typeface="Consolas" panose="020B0609020204030204" pitchFamily="49" charset="0"/>
              </a:rPr>
              <a:t>Character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4F7613-93A8-27B4-51B3-045FE1EE7160}"/>
              </a:ext>
            </a:extLst>
          </p:cNvPr>
          <p:cNvSpPr txBox="1"/>
          <p:nvPr/>
        </p:nvSpPr>
        <p:spPr>
          <a:xfrm>
            <a:off x="1247393" y="5591570"/>
            <a:ext cx="8826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Archer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1B1DBE-A911-F602-1631-33428F1A4550}"/>
              </a:ext>
            </a:extLst>
          </p:cNvPr>
          <p:cNvSpPr txBox="1"/>
          <p:nvPr/>
        </p:nvSpPr>
        <p:spPr>
          <a:xfrm>
            <a:off x="2694447" y="5591570"/>
            <a:ext cx="8576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Knight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D3DBE95-4538-2436-B3B0-61FEA776D4C5}"/>
              </a:ext>
            </a:extLst>
          </p:cNvPr>
          <p:cNvCxnSpPr>
            <a:cxnSpLocks/>
            <a:stCxn id="44" idx="0"/>
          </p:cNvCxnSpPr>
          <p:nvPr/>
        </p:nvCxnSpPr>
        <p:spPr>
          <a:xfrm flipV="1">
            <a:off x="1688700" y="4905525"/>
            <a:ext cx="517354" cy="6860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E42BAE-0497-8FB3-02BC-9398C6128DB5}"/>
              </a:ext>
            </a:extLst>
          </p:cNvPr>
          <p:cNvCxnSpPr>
            <a:cxnSpLocks/>
            <a:stCxn id="45" idx="0"/>
          </p:cNvCxnSpPr>
          <p:nvPr/>
        </p:nvCxnSpPr>
        <p:spPr>
          <a:xfrm flipH="1" flipV="1">
            <a:off x="2793278" y="4905525"/>
            <a:ext cx="329973" cy="6860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214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5ABEA-37B7-159A-BB75-5F6BB06B4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1BD4-6B08-8E73-408C-8BDB17B73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3" y="-131862"/>
            <a:ext cx="5676887" cy="13255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D52E6-1478-A71F-F2E6-70EE4D80BB6E}"/>
              </a:ext>
            </a:extLst>
          </p:cNvPr>
          <p:cNvSpPr txBox="1"/>
          <p:nvPr/>
        </p:nvSpPr>
        <p:spPr>
          <a:xfrm>
            <a:off x="5730240" y="1726489"/>
            <a:ext cx="162557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UserInterface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18C8D-F597-37EC-BFFA-420B8DBBD523}"/>
              </a:ext>
            </a:extLst>
          </p:cNvPr>
          <p:cNvSpPr txBox="1"/>
          <p:nvPr/>
        </p:nvSpPr>
        <p:spPr>
          <a:xfrm>
            <a:off x="4535611" y="2763841"/>
            <a:ext cx="14822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Keyboard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830F55-CA37-1C63-00EC-023FBF78061F}"/>
              </a:ext>
            </a:extLst>
          </p:cNvPr>
          <p:cNvSpPr txBox="1"/>
          <p:nvPr/>
        </p:nvSpPr>
        <p:spPr>
          <a:xfrm>
            <a:off x="6174183" y="2763841"/>
            <a:ext cx="16098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TouchScreen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7D8141-0A94-ADA0-E2CE-3BDE177306D0}"/>
              </a:ext>
            </a:extLst>
          </p:cNvPr>
          <p:cNvSpPr txBox="1"/>
          <p:nvPr/>
        </p:nvSpPr>
        <p:spPr>
          <a:xfrm>
            <a:off x="8214925" y="2763841"/>
            <a:ext cx="16098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ButtonPanel</a:t>
            </a:r>
            <a:endParaRPr lang="en-US" b="1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91552-DA2A-E4AC-42AE-9B271CAA1139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76715" y="2095821"/>
            <a:ext cx="655365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10E079-13D1-B7B2-374B-98960582039D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flipH="1" flipV="1">
            <a:off x="6543027" y="2095821"/>
            <a:ext cx="43607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A3D080-DFB9-ECC3-813E-FAC8D2DD0763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7347943" y="2095821"/>
            <a:ext cx="1671898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676CFBA-1A73-9F06-1CB1-05FC0CAAA083}"/>
              </a:ext>
            </a:extLst>
          </p:cNvPr>
          <p:cNvSpPr txBox="1"/>
          <p:nvPr/>
        </p:nvSpPr>
        <p:spPr>
          <a:xfrm>
            <a:off x="694535" y="2095821"/>
            <a:ext cx="262128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Imagine a medical device that has three ways to interact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EE7AEB-FE7C-7D1E-2F8F-36203A76E6E2}"/>
              </a:ext>
            </a:extLst>
          </p:cNvPr>
          <p:cNvSpPr txBox="1"/>
          <p:nvPr/>
        </p:nvSpPr>
        <p:spPr>
          <a:xfrm>
            <a:off x="9909312" y="1911155"/>
            <a:ext cx="2046919" cy="738664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cs typeface="Consolas" panose="020B0609020204030204" pitchFamily="49" charset="0"/>
              </a:rPr>
              <a:t>This could be a panel of physical buttons on the side of the machine.</a:t>
            </a:r>
          </a:p>
        </p:txBody>
      </p:sp>
    </p:spTree>
    <p:extLst>
      <p:ext uri="{BB962C8B-B14F-4D97-AF65-F5344CB8AC3E}">
        <p14:creationId xmlns:p14="http://schemas.microsoft.com/office/powerpoint/2010/main" val="425679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41093-8F7E-A84B-29A1-A6CDE1AC9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D5D5E-A5A8-3C8E-203C-7BD49685C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Another way to make classes is to skip inheritance and use </a:t>
            </a:r>
            <a:r>
              <a:rPr lang="en-US" b="1" dirty="0"/>
              <a:t>composition</a:t>
            </a:r>
            <a:r>
              <a:rPr lang="en-US" dirty="0"/>
              <a:t> instead.</a:t>
            </a:r>
          </a:p>
          <a:p>
            <a:r>
              <a:rPr lang="en-US" dirty="0"/>
              <a:t>The idea of composition is to build new classes using existing class as variables.</a:t>
            </a:r>
          </a:p>
          <a:p>
            <a:r>
              <a:rPr lang="en-US" dirty="0"/>
              <a:t>See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color_demo4.cpp</a:t>
            </a:r>
            <a:r>
              <a:rPr lang="en-US" dirty="0"/>
              <a:t> for an example …</a:t>
            </a:r>
          </a:p>
          <a:p>
            <a:r>
              <a:rPr lang="en-US" dirty="0"/>
              <a:t>In general: </a:t>
            </a:r>
            <a:r>
              <a:rPr lang="en-US" b="1" dirty="0"/>
              <a:t>prefer composition to inheritance</a:t>
            </a:r>
          </a:p>
        </p:txBody>
      </p:sp>
    </p:spTree>
    <p:extLst>
      <p:ext uri="{BB962C8B-B14F-4D97-AF65-F5344CB8AC3E}">
        <p14:creationId xmlns:p14="http://schemas.microsoft.com/office/powerpoint/2010/main" val="3575050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5699E-D7C7-2A67-5699-3DD5E03BA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BB0A3-8806-8564-A254-7F7F936780C1}"/>
              </a:ext>
            </a:extLst>
          </p:cNvPr>
          <p:cNvSpPr txBox="1"/>
          <p:nvPr/>
        </p:nvSpPr>
        <p:spPr>
          <a:xfrm>
            <a:off x="5042286" y="474345"/>
            <a:ext cx="7149714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Point() : x(0), y(0) {}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Point(const Point&amp; other) : x(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), y(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Point(double a, double b) : x(a), y(b) {}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y;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&lt;&lt; ", "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752AEE-2BDC-33E7-41C1-B2CACD27B548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DE53-58A4-9A6F-21F9-59879D33AA33}"/>
              </a:ext>
            </a:extLst>
          </p:cNvPr>
          <p:cNvSpPr txBox="1"/>
          <p:nvPr/>
        </p:nvSpPr>
        <p:spPr>
          <a:xfrm>
            <a:off x="3470564" y="2967335"/>
            <a:ext cx="10460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413009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3FEC-15F3-F46E-0A58-649E53E0B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4B0F0-63DD-BA77-2C77-6BC72F862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42E169-DED8-5AEB-07B9-243E31E94966}"/>
              </a:ext>
            </a:extLst>
          </p:cNvPr>
          <p:cNvSpPr txBox="1"/>
          <p:nvPr/>
        </p:nvSpPr>
        <p:spPr>
          <a:xfrm>
            <a:off x="4977245" y="335845"/>
            <a:ext cx="6769802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name;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age;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Person(const string&amp; n, int a) : name{n}, age{a}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if (age &lt; 0)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throw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("negative age");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get_name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name;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get_age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age;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9493FD-3F17-600C-4EF3-3FEE80181744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8EF5A-2EB0-A886-03EB-D2D5BCBA2B85}"/>
              </a:ext>
            </a:extLst>
          </p:cNvPr>
          <p:cNvSpPr txBox="1"/>
          <p:nvPr/>
        </p:nvSpPr>
        <p:spPr>
          <a:xfrm>
            <a:off x="3470564" y="2967335"/>
            <a:ext cx="10460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</p:spTree>
    <p:extLst>
      <p:ext uri="{BB962C8B-B14F-4D97-AF65-F5344CB8AC3E}">
        <p14:creationId xmlns:p14="http://schemas.microsoft.com/office/powerpoint/2010/main" val="813900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DBBC1-BBF0-C487-85E6-9FFF9813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7EB-1453-195E-DD98-81AFE8FC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E7006-A8D8-704E-F934-D22997F7FBA4}"/>
              </a:ext>
            </a:extLst>
          </p:cNvPr>
          <p:cNvSpPr txBox="1"/>
          <p:nvPr/>
        </p:nvSpPr>
        <p:spPr>
          <a:xfrm>
            <a:off x="4977245" y="335845"/>
            <a:ext cx="7149714" cy="6463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loc;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temp;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Reading(const string&amp; l, double t) : loc{l}, temp{t}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{}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get_loc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loc;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temp;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&lt;&lt; " degrees at "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CA8FD9-8930-1AC7-BDDD-FA9C9CAFB410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1FCD4-6EA8-76C8-505C-000E98C5C13B}"/>
              </a:ext>
            </a:extLst>
          </p:cNvPr>
          <p:cNvSpPr txBox="1"/>
          <p:nvPr/>
        </p:nvSpPr>
        <p:spPr>
          <a:xfrm>
            <a:off x="3470564" y="2967335"/>
            <a:ext cx="11222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</p:spTree>
    <p:extLst>
      <p:ext uri="{BB962C8B-B14F-4D97-AF65-F5344CB8AC3E}">
        <p14:creationId xmlns:p14="http://schemas.microsoft.com/office/powerpoint/2010/main" val="244198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0724-CD5B-13DA-E5D7-8E5FA4AEF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1F46C-E5C8-B2A5-269A-4CE75A2C2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4801B-8797-8C52-700E-2F6DFEDD8B7D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B9E04-5AB0-4899-20EB-A710A743E6F8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282B2-EC51-F152-F40D-CC23563F7C6B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CB608E-E1E7-36C7-FB5F-769DBDEB83D3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008521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AA2C4-A5C2-CC6A-F638-EE2D92A59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257ED-56BB-676F-93D9-67558E7FE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457334-B90B-A594-2C05-C6A8141DA2D9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829BF0-B0CC-6201-A618-A86B5540AF58}"/>
              </a:ext>
            </a:extLst>
          </p:cNvPr>
          <p:cNvSpPr txBox="1"/>
          <p:nvPr/>
        </p:nvSpPr>
        <p:spPr>
          <a:xfrm>
            <a:off x="7466992" y="469144"/>
            <a:ext cx="256092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methods have the same headers but different bodies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34F371-7A06-4738-AB6B-224BFC94D613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D01B2-083C-E5E8-BDC2-2ACA614D1020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C18A72-3C05-E189-38B6-9B12A58B27A4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A2D997-7FB7-902E-3A16-899D5D5AD943}"/>
              </a:ext>
            </a:extLst>
          </p:cNvPr>
          <p:cNvCxnSpPr>
            <a:cxnSpLocks/>
          </p:cNvCxnSpPr>
          <p:nvPr/>
        </p:nvCxnSpPr>
        <p:spPr>
          <a:xfrm flipH="1">
            <a:off x="3429000" y="1392474"/>
            <a:ext cx="4037992" cy="153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B6F563-80FF-03A2-B0BB-2CA864F4272F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7060193" y="1392474"/>
            <a:ext cx="1687264" cy="160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A08026-BCF4-A47B-8DB3-2F58D07C62B2}"/>
              </a:ext>
            </a:extLst>
          </p:cNvPr>
          <p:cNvCxnSpPr>
            <a:cxnSpLocks/>
          </p:cNvCxnSpPr>
          <p:nvPr/>
        </p:nvCxnSpPr>
        <p:spPr>
          <a:xfrm>
            <a:off x="9611139" y="1392474"/>
            <a:ext cx="596348" cy="1420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55CB399-CBE8-C6C6-9B7C-A1DB9DFB9320}"/>
              </a:ext>
            </a:extLst>
          </p:cNvPr>
          <p:cNvSpPr/>
          <p:nvPr/>
        </p:nvSpPr>
        <p:spPr>
          <a:xfrm>
            <a:off x="908052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ABB560-34DB-3BAE-1907-2AB35F59AAD8}"/>
              </a:ext>
            </a:extLst>
          </p:cNvPr>
          <p:cNvSpPr/>
          <p:nvPr/>
        </p:nvSpPr>
        <p:spPr>
          <a:xfrm>
            <a:off x="4346864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1506E9-D2F9-EB16-F387-E45F7077E519}"/>
              </a:ext>
            </a:extLst>
          </p:cNvPr>
          <p:cNvSpPr/>
          <p:nvPr/>
        </p:nvSpPr>
        <p:spPr>
          <a:xfrm>
            <a:off x="8583168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71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4D5E5-5953-647A-601B-C712D722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5F22D-BA58-763D-4925-14568552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6ACB4-FA97-B68C-18E9-98DE2EFF134C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965A6B-64BF-B469-396D-29247CDEB777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73ED8D-BF6A-C01F-C7C1-531AACF52827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E46BFA-001D-811D-5649-40D4AAE9B837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6B903F-F39B-D05F-6F72-E615FA4BF216}"/>
              </a:ext>
            </a:extLst>
          </p:cNvPr>
          <p:cNvSpPr txBox="1"/>
          <p:nvPr/>
        </p:nvSpPr>
        <p:spPr>
          <a:xfrm>
            <a:off x="4499263" y="6211669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 are identical.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9321DE1-6C47-1544-F241-DA771495BC0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101009" y="5227983"/>
            <a:ext cx="1398254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365075-558E-00F7-10A3-5ABF783AC2D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060192" y="5227983"/>
            <a:ext cx="1586851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1757F78-6EB6-3856-A197-EDC74D1953C3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79728" y="5506278"/>
            <a:ext cx="0" cy="705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E6E95D6-2C5F-E62C-A90A-19256E25BE53}"/>
              </a:ext>
            </a:extLst>
          </p:cNvPr>
          <p:cNvSpPr txBox="1"/>
          <p:nvPr/>
        </p:nvSpPr>
        <p:spPr>
          <a:xfrm>
            <a:off x="7466992" y="469144"/>
            <a:ext cx="256092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methods have the same headers but different bodies ...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9E82C2-0BAF-99C2-4E3F-7A2701E85B6A}"/>
              </a:ext>
            </a:extLst>
          </p:cNvPr>
          <p:cNvCxnSpPr>
            <a:cxnSpLocks/>
          </p:cNvCxnSpPr>
          <p:nvPr/>
        </p:nvCxnSpPr>
        <p:spPr>
          <a:xfrm flipH="1">
            <a:off x="3429000" y="1392474"/>
            <a:ext cx="4037992" cy="153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1D5909-AAD7-046A-30F5-43936285057E}"/>
              </a:ext>
            </a:extLst>
          </p:cNvPr>
          <p:cNvCxnSpPr>
            <a:cxnSpLocks/>
          </p:cNvCxnSpPr>
          <p:nvPr/>
        </p:nvCxnSpPr>
        <p:spPr>
          <a:xfrm flipH="1">
            <a:off x="7060193" y="1392474"/>
            <a:ext cx="1687264" cy="160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7B1CF9E-3E92-9CB9-BA9B-DBC32219C69C}"/>
              </a:ext>
            </a:extLst>
          </p:cNvPr>
          <p:cNvCxnSpPr>
            <a:cxnSpLocks/>
          </p:cNvCxnSpPr>
          <p:nvPr/>
        </p:nvCxnSpPr>
        <p:spPr>
          <a:xfrm>
            <a:off x="9611139" y="1392474"/>
            <a:ext cx="596348" cy="1420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020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AB45D-A3D7-8F07-2DEF-46AA5BF26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183-5440-12B4-0CE6-56B947FE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4CE7-44D6-FBAD-FFCB-8E881E233577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B891FE-E975-8712-31FF-B6BE14304875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A9F3F-09E3-05B7-95FA-58C992563FE8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BF6E7-A4C3-3982-C9D1-2D2C9B51A6AA}"/>
              </a:ext>
            </a:extLst>
          </p:cNvPr>
          <p:cNvSpPr txBox="1"/>
          <p:nvPr/>
        </p:nvSpPr>
        <p:spPr>
          <a:xfrm>
            <a:off x="7983982" y="373169"/>
            <a:ext cx="31239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… to do that we can  make a new base class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as a method and have the classes inherit it.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C64E8-9549-65F0-2149-C00A7346C779}"/>
              </a:ext>
            </a:extLst>
          </p:cNvPr>
          <p:cNvSpPr txBox="1"/>
          <p:nvPr/>
        </p:nvSpPr>
        <p:spPr>
          <a:xfrm>
            <a:off x="4192090" y="373169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Repeating identical code is </a:t>
            </a:r>
            <a:r>
              <a:rPr lang="en-CA" b="1" dirty="0">
                <a:cs typeface="Consolas" panose="020B0609020204030204" pitchFamily="49" charset="0"/>
              </a:rPr>
              <a:t>not a good idea</a:t>
            </a:r>
            <a:r>
              <a:rPr lang="en-CA" dirty="0">
                <a:cs typeface="Consolas" panose="020B0609020204030204" pitchFamily="49" charset="0"/>
              </a:rPr>
              <a:t>. We should write it once and re-use it …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A4BE9E-DA19-2FF8-44F8-9FEAF698BF50}"/>
              </a:ext>
            </a:extLst>
          </p:cNvPr>
          <p:cNvCxnSpPr>
            <a:stCxn id="5" idx="3"/>
            <a:endCxn id="8" idx="1"/>
          </p:cNvCxnSpPr>
          <p:nvPr/>
        </p:nvCxnSpPr>
        <p:spPr>
          <a:xfrm>
            <a:off x="6640154" y="973334"/>
            <a:ext cx="13438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E2749AB-2C7C-6C84-116B-F857371FD6FE}"/>
              </a:ext>
            </a:extLst>
          </p:cNvPr>
          <p:cNvSpPr txBox="1"/>
          <p:nvPr/>
        </p:nvSpPr>
        <p:spPr>
          <a:xfrm>
            <a:off x="4499263" y="6211669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 are identical.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FE6DDB-5A16-1E3D-F0D3-8C422B7A7C66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3101009" y="5227983"/>
            <a:ext cx="1398254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9FB2F6-2749-DC9D-58A4-CC98157287B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7060192" y="5227983"/>
            <a:ext cx="1586851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C3354E6-AE1C-CB84-2E3A-CA9B49B904B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779728" y="5506278"/>
            <a:ext cx="0" cy="705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816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7DA3649-0378-E6C9-57CB-5C8B536BE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D8D17-BAAD-CE9C-B405-34BA3D137480}"/>
              </a:ext>
            </a:extLst>
          </p:cNvPr>
          <p:cNvSpPr txBox="1"/>
          <p:nvPr/>
        </p:nvSpPr>
        <p:spPr>
          <a:xfrm>
            <a:off x="472345" y="3525288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B3C321-5FC0-604C-830D-CEEBF76C21E6}"/>
              </a:ext>
            </a:extLst>
          </p:cNvPr>
          <p:cNvSpPr txBox="1"/>
          <p:nvPr/>
        </p:nvSpPr>
        <p:spPr>
          <a:xfrm>
            <a:off x="1753015" y="3525288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8D30A9-C46C-E416-7341-8E7C8D2F23D2}"/>
              </a:ext>
            </a:extLst>
          </p:cNvPr>
          <p:cNvSpPr txBox="1"/>
          <p:nvPr/>
        </p:nvSpPr>
        <p:spPr>
          <a:xfrm>
            <a:off x="3174748" y="3527226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48B924-950C-2BB2-BB65-36FC4F45BDCC}"/>
              </a:ext>
            </a:extLst>
          </p:cNvPr>
          <p:cNvSpPr txBox="1"/>
          <p:nvPr/>
        </p:nvSpPr>
        <p:spPr>
          <a:xfrm>
            <a:off x="7025545" y="4552050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9B1861-5F84-11DF-6254-DF7AC9B0BEFB}"/>
              </a:ext>
            </a:extLst>
          </p:cNvPr>
          <p:cNvSpPr txBox="1"/>
          <p:nvPr/>
        </p:nvSpPr>
        <p:spPr>
          <a:xfrm>
            <a:off x="8306215" y="4552050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A80040-79B3-4092-5F5E-D16B28B9F972}"/>
              </a:ext>
            </a:extLst>
          </p:cNvPr>
          <p:cNvSpPr txBox="1"/>
          <p:nvPr/>
        </p:nvSpPr>
        <p:spPr>
          <a:xfrm>
            <a:off x="9727948" y="4553988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D797F9-0411-A464-9F55-7495AB811B0C}"/>
              </a:ext>
            </a:extLst>
          </p:cNvPr>
          <p:cNvSpPr txBox="1"/>
          <p:nvPr/>
        </p:nvSpPr>
        <p:spPr>
          <a:xfrm>
            <a:off x="8094618" y="2836682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0386B2-4F73-1549-6514-AD4A43E9E165}"/>
              </a:ext>
            </a:extLst>
          </p:cNvPr>
          <p:cNvCxnSpPr>
            <a:stCxn id="13" idx="0"/>
          </p:cNvCxnSpPr>
          <p:nvPr/>
        </p:nvCxnSpPr>
        <p:spPr>
          <a:xfrm flipV="1">
            <a:off x="7470539" y="3221182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8698FD-37EB-58E2-CEE2-464DB96690C1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8821740" y="3236792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4AF9ABD-D6F4-A234-EC0F-E3A1482915C8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9429271" y="3236792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AB734A7-978E-C843-7C54-361798DB8BB6}"/>
              </a:ext>
            </a:extLst>
          </p:cNvPr>
          <p:cNvSpPr txBox="1"/>
          <p:nvPr/>
        </p:nvSpPr>
        <p:spPr>
          <a:xfrm>
            <a:off x="1044508" y="1600877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Currently the classes are not related to each other and have this class diagram.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2CD3CF-E5DB-5885-7456-8B7AC98293AF}"/>
              </a:ext>
            </a:extLst>
          </p:cNvPr>
          <p:cNvSpPr txBox="1"/>
          <p:nvPr/>
        </p:nvSpPr>
        <p:spPr>
          <a:xfrm>
            <a:off x="7565559" y="977755"/>
            <a:ext cx="251236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Our goal is to make a new base class called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that the others can inherit from.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401B44-32D6-4D90-762B-FBF96A78AE65}"/>
              </a:ext>
            </a:extLst>
          </p:cNvPr>
          <p:cNvSpPr txBox="1"/>
          <p:nvPr/>
        </p:nvSpPr>
        <p:spPr>
          <a:xfrm>
            <a:off x="9722690" y="2642616"/>
            <a:ext cx="1768691" cy="738664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cs typeface="Consolas" panose="020B0609020204030204" pitchFamily="49" charset="0"/>
              </a:rPr>
              <a:t>We’ll put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sz="1400" dirty="0">
                <a:cs typeface="Consolas" panose="020B0609020204030204" pitchFamily="49" charset="0"/>
              </a:rPr>
              <a:t> in here so the other classes inherit it.</a:t>
            </a:r>
          </a:p>
        </p:txBody>
      </p:sp>
    </p:spTree>
    <p:extLst>
      <p:ext uri="{BB962C8B-B14F-4D97-AF65-F5344CB8AC3E}">
        <p14:creationId xmlns:p14="http://schemas.microsoft.com/office/powerpoint/2010/main" val="2620254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E08DF-BA50-B12E-96AD-458AF4EF6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387895C-2925-2284-3CC4-D34934950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5FDD2D-96F0-51C6-2FBD-1B1A7A6678E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3A931C-729F-7D7A-D874-2FC4C20C61E2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DD2E65-AEE0-B450-7195-6A1987993B1C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A18439-E65E-5E44-3725-2B9BC1E82166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A2E831-9C31-980B-C6BF-F0AD3D73F3DC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BD9FE9-FB91-3111-0252-6A301EF94621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2051662-0586-B2AB-0656-3518FF5D8CE5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4A2A897-46D7-F237-2B13-0BA68B5A0EA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C64C4-DD30-18E2-63EC-13F9E836B5F5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3847A-12A3-F6FE-83B6-C514AEA6257D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952152-4BF3-3AFA-1FD3-FDC77D19A972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1710991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39B6E-41D4-9CED-F9ED-86ECFC53E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50B463-9CDB-085A-9773-90EE2222C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35EB87-12C1-8C81-4429-C22FC568D42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717B4-6856-88CD-B5E7-CB85E61D5DA3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D74CF8-5736-E79A-ECD5-72B7876A949A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D93D3-4F79-9748-29DD-0ABE0F5C36CE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B336FB7-0A94-1FD3-8CDB-F8A5BB4E335C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4AF4D9-5AF3-32C9-4595-538BC110B82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66D70E1-5F22-A15E-91D4-2C39FACF53FA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CD50A-3063-620B-A3CC-110E1BDA6F1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046532-406B-7301-9B53-AEEF0277CD90}"/>
              </a:ext>
            </a:extLst>
          </p:cNvPr>
          <p:cNvSpPr txBox="1"/>
          <p:nvPr/>
        </p:nvSpPr>
        <p:spPr>
          <a:xfrm>
            <a:off x="1044508" y="1600877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won’t compile</a:t>
            </a:r>
            <a:r>
              <a:rPr lang="en-CA" dirty="0">
                <a:cs typeface="Consolas" panose="020B0609020204030204" pitchFamily="49" charset="0"/>
              </a:rPr>
              <a:t>! Why not?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595E4-03B8-2C15-341B-A137317A7756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F9CB1-4031-D315-A581-671F6B2B6364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E3DB1-91F2-800D-5C06-82F1B6459687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3189241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060E-8325-D266-46D9-8EB36B7EB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BB22BEB-8153-E10B-2E9E-F6DD8C40D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1D3379-873B-D126-A258-AC8BB876B82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715B1B-5BD0-A9A3-BF4A-89645116FFF3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F872EA-A8D1-A8B1-6B74-C2686C3774BD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071CEC-EBFC-B412-93BF-84357CEEDE65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BEC54A-86C3-2457-B1A3-3FD11A10CF94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384339-3359-A1E1-176B-C53F780E3B6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794EFA-CAC5-EB9F-38A5-944B0FD73854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2BB0823-BCC6-3BFF-44A7-64BBC7EA9553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DD88FA-4CC5-898D-48A4-7A2E276997D6}"/>
              </a:ext>
            </a:extLst>
          </p:cNvPr>
          <p:cNvSpPr txBox="1"/>
          <p:nvPr/>
        </p:nvSpPr>
        <p:spPr>
          <a:xfrm>
            <a:off x="1044508" y="1600877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won’t compile</a:t>
            </a:r>
            <a:r>
              <a:rPr lang="en-CA" dirty="0">
                <a:cs typeface="Consolas" panose="020B0609020204030204" pitchFamily="49" charset="0"/>
              </a:rPr>
              <a:t>! Why not?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ADF2806-50B8-BE6D-EB25-C02369DEA131}"/>
              </a:ext>
            </a:extLst>
          </p:cNvPr>
          <p:cNvCxnSpPr>
            <a:stCxn id="7" idx="3"/>
          </p:cNvCxnSpPr>
          <p:nvPr/>
        </p:nvCxnSpPr>
        <p:spPr>
          <a:xfrm>
            <a:off x="3492572" y="1924043"/>
            <a:ext cx="1266464" cy="226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AB3F05-0928-54F1-9A30-26340FB7F20E}"/>
              </a:ext>
            </a:extLst>
          </p:cNvPr>
          <p:cNvSpPr txBox="1"/>
          <p:nvPr/>
        </p:nvSpPr>
        <p:spPr>
          <a:xfrm>
            <a:off x="1044508" y="2522522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is unknown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61890-097A-C324-51B2-0B2EF5B19BDA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AFEC4-6A76-937D-9561-0256D92508CA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E48402-4296-5BCF-E158-2FB68F28C516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34300618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5BE3-C5B4-36BE-AE1F-F039F95F6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4593FC1-6108-D72F-DB90-A2E72342D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7D690-C625-CAFF-C01A-DA8D7DD59BFE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3D23D7-135D-DC46-B7C6-1C5ED0B01AA1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F5C5AF-95D7-9408-1DB5-D67F99CAB6B4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4086DA-26D8-B474-FC51-661B3A5A82DC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B1B6EB-17C4-BABA-A7C9-5189D0341878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EFA20F-A68E-46FF-3294-8EB5CCA2FA08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7C85E3-FAEB-A8F4-DD53-1BB89582E18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E2D613C-92ED-60E4-F840-C03F4EB0E1EC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4B3AD-8FCF-FFF6-D278-94CE268E69B0}"/>
              </a:ext>
            </a:extLst>
          </p:cNvPr>
          <p:cNvSpPr txBox="1"/>
          <p:nvPr/>
        </p:nvSpPr>
        <p:spPr>
          <a:xfrm>
            <a:off x="1023018" y="1245910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So we must include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 </a:t>
            </a:r>
            <a:r>
              <a:rPr lang="en-CA" b="1" dirty="0">
                <a:cs typeface="Consolas" panose="020B0609020204030204" pitchFamily="49" charset="0"/>
              </a:rPr>
              <a:t>But what should it print?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6F87B4-3419-D76A-C41A-0D3C11090C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471082" y="1846075"/>
            <a:ext cx="1287954" cy="29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38ABB97-A29E-3FE9-F8C3-6DBCC677BE58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DF9BC7-C97C-A6D6-5B91-35155C8A3DC6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4AD87C-4EAA-3338-541F-EDFCE89AA0A7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645143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5CE83-1D81-C7F5-15F0-19D5F4F6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BEEE9C-E017-C9BB-0E37-9C1018F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3F044A-8549-7B7A-8C57-9E79FF22DB74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33A1D0-50BF-C136-60A0-1CE1263C2A44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808339-F73C-6902-37F2-CC7A2E017E95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43861-7A8F-2DDB-AE5A-01633DD0CA29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1C3C13-B4CD-B3CB-7235-E292CCBD2933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7C71B22-856D-CD5E-D4C0-832367114C3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49CBBA4-248F-4702-8340-2E437CAF9EA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9E44B56-7EFD-EEC0-FFD8-F9E84F30B85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F2C66A-E786-1D62-68EA-5AA89DE601DA}"/>
              </a:ext>
            </a:extLst>
          </p:cNvPr>
          <p:cNvCxnSpPr>
            <a:cxnSpLocks/>
          </p:cNvCxnSpPr>
          <p:nvPr/>
        </p:nvCxnSpPr>
        <p:spPr>
          <a:xfrm>
            <a:off x="3471082" y="1846075"/>
            <a:ext cx="1287954" cy="29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D3AAB-4259-6FF8-580A-8988B4D5AF17}"/>
              </a:ext>
            </a:extLst>
          </p:cNvPr>
          <p:cNvSpPr txBox="1"/>
          <p:nvPr/>
        </p:nvSpPr>
        <p:spPr>
          <a:xfrm>
            <a:off x="973556" y="2661039"/>
            <a:ext cx="261283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Every class that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will have a unique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5EE0E-431D-0775-B0BF-EDD549F9B5F1}"/>
              </a:ext>
            </a:extLst>
          </p:cNvPr>
          <p:cNvSpPr txBox="1"/>
          <p:nvPr/>
        </p:nvSpPr>
        <p:spPr>
          <a:xfrm>
            <a:off x="6096001" y="3021257"/>
            <a:ext cx="2844048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What we want is a way to say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has no default implementation and will be implemented in the inheriting class ...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B57C49-134C-851B-97CA-7FB67D3BB551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560646" y="3621421"/>
            <a:ext cx="253535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19B0BF4-0525-AB93-179C-E68DC648BD78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5A00C-B4DE-85E2-E2DE-9232B576CD96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FC1D10-E163-2AAA-4A10-12329ECAAB79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6F4140-2A52-CD85-F29B-37A9F73E54A2}"/>
              </a:ext>
            </a:extLst>
          </p:cNvPr>
          <p:cNvSpPr txBox="1"/>
          <p:nvPr/>
        </p:nvSpPr>
        <p:spPr>
          <a:xfrm>
            <a:off x="1023018" y="1245910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So we must include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 </a:t>
            </a:r>
            <a:r>
              <a:rPr lang="en-CA" b="1" dirty="0">
                <a:cs typeface="Consolas" panose="020B0609020204030204" pitchFamily="49" charset="0"/>
              </a:rPr>
              <a:t>But what should it print?</a:t>
            </a:r>
          </a:p>
        </p:txBody>
      </p:sp>
    </p:spTree>
    <p:extLst>
      <p:ext uri="{BB962C8B-B14F-4D97-AF65-F5344CB8AC3E}">
        <p14:creationId xmlns:p14="http://schemas.microsoft.com/office/powerpoint/2010/main" val="1825975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4363F-92DB-AD34-BCAC-90B56D8D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585814B-8D98-2DDE-F578-0B105F0B3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81074A-74B0-5BC1-E50C-D08BC04AD8CB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2A00D-594D-6B0E-5138-D19589CE58D4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B2B4FC-9B01-B942-E872-FF1C1893E056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CBCB5E-C1DA-3D4E-0395-0B39025EAC0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B134B4-43B4-1E45-B0EF-D7C853928E49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D899A8C-F8F3-0FB6-8DAD-11A0F736D0B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F46A5B-931B-AAD9-AFE4-62C7406513D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B5EA9E9-D541-C2F9-69FE-8229A2E339F8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37F933-CB85-6B63-F104-5DA4FB82CFE0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F5B35-3FAA-7AEE-4856-F0F2CA9D99B7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AEF11-FA95-FBF6-B59B-0616F7FABB3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443C66-87ED-0321-A8B1-897704F8BD30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51B52B-236A-8B8C-4AEF-45B39EA4175A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CFE8-DC89-841A-8B49-AA602BEED0C1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EF4737-95E4-2840-E971-25697355EE4D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792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9AD37-C9CA-141C-5FB3-2B09C44BF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7ACFFA-B780-1BE5-14DC-F56CB488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749372-DDB1-DB9F-6622-5FFF6B99D22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2FBCEA-39E3-C17D-7E63-C9DA0F042829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CAE28D-BE72-D581-0F8D-213EDC4E3BAF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01CB8D-506E-176E-9EC9-3638917DE6E3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2E9277-3202-5C68-3F3D-81066CEF794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4BB7CDE-011C-0DE3-6AC0-B0F2A1836A4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3B2BC2A-5964-1777-687E-D358D7F4389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D33D4C3-C14B-3068-8D9E-76C3730280CA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EEDB33-5A13-0066-9B48-F35BDC3DA5A5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8BE631-6FEE-D122-60BF-0A3C70FE3EB1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B1B814-FE5A-083B-BA92-9B45129A9046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992AB-1DC5-1779-E94C-E11401C33CDF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6DEEA6-3F08-34C6-2A24-9808D07CF634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638409-E669-1858-09F0-22FAC99C6F3C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98B87D-7B4C-47A9-640D-33FE59A6B814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4892E-CB00-B7AD-8FA5-C4BE38F8F732}"/>
              </a:ext>
            </a:extLst>
          </p:cNvPr>
          <p:cNvSpPr txBox="1"/>
          <p:nvPr/>
        </p:nvSpPr>
        <p:spPr>
          <a:xfrm>
            <a:off x="949400" y="3214918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 means that an inheriting class can supply its own implementation.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0A59AC4-3208-F437-E499-FDBCD8E03A16}"/>
              </a:ext>
            </a:extLst>
          </p:cNvPr>
          <p:cNvCxnSpPr>
            <a:cxnSpLocks/>
          </p:cNvCxnSpPr>
          <p:nvPr/>
        </p:nvCxnSpPr>
        <p:spPr>
          <a:xfrm flipV="1">
            <a:off x="2743960" y="2016669"/>
            <a:ext cx="1242647" cy="1198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242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6C4D2-1A84-7FD3-9C4A-4787B6FE7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3990AA6-0A8B-9ECE-8CC4-5BF6FC153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88E51-322C-5D88-74F9-036B54FC7040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CD50A8-C9DC-9375-97F8-2638DA915C15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5105DA-3985-55E0-35EE-207764EB4CB0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6CFE32-F9A8-B24B-ABFF-AC79E0DEBBD3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C33D8C-E7B5-E694-F595-51028CC8D44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5567D21-61C0-6871-114A-F00C73FC983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C3E55C1-0101-8EF6-E6AF-FD0E6C213570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652AE9B-CE28-0321-7522-26FE81CB278E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645C4A-58AE-4029-6703-4493C11E1249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3BF2-FAAA-64C9-F6CE-B1ED443A4F11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42DA58-AA90-4632-B061-9F566B96004D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10E08-FFFA-5BE5-7B60-4B36DF772EFD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04846B-D3E3-7E09-D4F6-7CB4C661C648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51D35A-3992-C54E-2465-42B7714B2087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CF28E4-6C08-E87D-6F00-CAA96C2B33BD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7A883-A001-20AF-F04F-ED63BADB40A5}"/>
              </a:ext>
            </a:extLst>
          </p:cNvPr>
          <p:cNvSpPr txBox="1"/>
          <p:nvPr/>
        </p:nvSpPr>
        <p:spPr>
          <a:xfrm>
            <a:off x="949400" y="3214918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 means that an inheriting class can supply its own implementation.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4DE48D-7D6C-68A1-BEE3-B0F018496BE3}"/>
              </a:ext>
            </a:extLst>
          </p:cNvPr>
          <p:cNvCxnSpPr>
            <a:cxnSpLocks/>
          </p:cNvCxnSpPr>
          <p:nvPr/>
        </p:nvCxnSpPr>
        <p:spPr>
          <a:xfrm flipV="1">
            <a:off x="2743960" y="2016669"/>
            <a:ext cx="1242647" cy="1198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8FAE4F5-9DF0-1A7B-F2FF-CD806D13DBE7}"/>
              </a:ext>
            </a:extLst>
          </p:cNvPr>
          <p:cNvSpPr txBox="1"/>
          <p:nvPr/>
        </p:nvSpPr>
        <p:spPr>
          <a:xfrm>
            <a:off x="6622199" y="3195137"/>
            <a:ext cx="230042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= 0</a:t>
            </a:r>
            <a:r>
              <a:rPr lang="en-CA" dirty="0">
                <a:cs typeface="Consolas" panose="020B0609020204030204" pitchFamily="49" charset="0"/>
              </a:rPr>
              <a:t> means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has no default implementation.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BC670AF-3B04-281F-1456-DA4DC6C9749D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7654183" y="2016668"/>
            <a:ext cx="118229" cy="11784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158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94A48-B3D4-0D5D-7F17-31C5F05BA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921AA6E-D60D-4738-68E0-0FA97A3E3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6C9804-1F91-AF73-E36B-8FD64B26FFA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24943-E4F5-0A4E-81C5-B6E2229ED8BE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33911E-7EBB-AC17-94A2-C6FAEFE813B3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2AC30-444A-7273-62C8-7FD422EFB1C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C750E03-3ED9-2376-DB63-124E7F67C9B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BB5971E-A55E-04D9-0B2C-C650394DC3A5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C28557-0687-9BE7-6B12-6219B3C2C930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A7614B-C248-D0D2-B17C-735B35D56B91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7A1D77-69DA-5851-A99C-76BD78AC21BD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F7CA77-0B40-886E-E234-B11D432AC7F3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5C276-DBFD-44C6-CF91-593869E6BC2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47B2BD-7B13-B2CC-E298-F651D003F1E5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2EB0BC-91F9-13F1-15B1-2B0C2D67BA88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CD1768-5D14-2EE0-8EC6-CDCE10B45CF9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98CC6-B393-43EB-0774-32BF09C31D88}"/>
              </a:ext>
            </a:extLst>
          </p:cNvPr>
          <p:cNvSpPr txBox="1"/>
          <p:nvPr/>
        </p:nvSpPr>
        <p:spPr>
          <a:xfrm>
            <a:off x="7127349" y="3027922"/>
            <a:ext cx="36349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and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each inherit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CA" dirty="0">
                <a:cs typeface="Consolas" panose="020B0609020204030204" pitchFamily="49" charset="0"/>
              </a:rPr>
              <a:t>, and they must provide an implementation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18A2A7-5606-7F5A-86B3-AB89C572CF7B}"/>
              </a:ext>
            </a:extLst>
          </p:cNvPr>
          <p:cNvCxnSpPr>
            <a:cxnSpLocks/>
          </p:cNvCxnSpPr>
          <p:nvPr/>
        </p:nvCxnSpPr>
        <p:spPr>
          <a:xfrm flipH="1">
            <a:off x="2077278" y="3732037"/>
            <a:ext cx="5027568" cy="1277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DE3331-86A5-2BE2-970B-5721344828F9}"/>
              </a:ext>
            </a:extLst>
          </p:cNvPr>
          <p:cNvCxnSpPr>
            <a:cxnSpLocks/>
          </p:cNvCxnSpPr>
          <p:nvPr/>
        </p:nvCxnSpPr>
        <p:spPr>
          <a:xfrm flipH="1">
            <a:off x="6096000" y="4228251"/>
            <a:ext cx="1031349" cy="76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C8E6A67-7B8E-7A3C-F020-06E92E65996B}"/>
              </a:ext>
            </a:extLst>
          </p:cNvPr>
          <p:cNvCxnSpPr>
            <a:cxnSpLocks/>
          </p:cNvCxnSpPr>
          <p:nvPr/>
        </p:nvCxnSpPr>
        <p:spPr>
          <a:xfrm>
            <a:off x="9164882" y="4228251"/>
            <a:ext cx="0" cy="650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9196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EA2D0-ABC6-6CB4-DB6D-B2D9B9A64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6623C-2912-25EA-9F60-1AA41D922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93880C-E3A5-5E77-D906-620467F1EBCF}"/>
              </a:ext>
            </a:extLst>
          </p:cNvPr>
          <p:cNvSpPr txBox="1"/>
          <p:nvPr/>
        </p:nvSpPr>
        <p:spPr>
          <a:xfrm>
            <a:off x="8358481" y="2109272"/>
            <a:ext cx="360387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B521DC-443D-C586-C395-69791024B84A}"/>
              </a:ext>
            </a:extLst>
          </p:cNvPr>
          <p:cNvSpPr txBox="1"/>
          <p:nvPr/>
        </p:nvSpPr>
        <p:spPr>
          <a:xfrm>
            <a:off x="4104108" y="2109272"/>
            <a:ext cx="3983783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55885-FAA4-CE66-61E2-5B3D2834697D}"/>
              </a:ext>
            </a:extLst>
          </p:cNvPr>
          <p:cNvSpPr txBox="1"/>
          <p:nvPr/>
        </p:nvSpPr>
        <p:spPr>
          <a:xfrm>
            <a:off x="688495" y="2109272"/>
            <a:ext cx="3097323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CE01B-8A1A-3C3E-0411-64B85B59C024}"/>
              </a:ext>
            </a:extLst>
          </p:cNvPr>
          <p:cNvSpPr txBox="1"/>
          <p:nvPr/>
        </p:nvSpPr>
        <p:spPr>
          <a:xfrm>
            <a:off x="5436705" y="662781"/>
            <a:ext cx="36937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By inheriting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we no longer need to put identical copies of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CA" dirty="0">
                <a:cs typeface="Consolas" panose="020B0609020204030204" pitchFamily="49" charset="0"/>
              </a:rPr>
              <a:t> in each class.</a:t>
            </a:r>
          </a:p>
        </p:txBody>
      </p:sp>
    </p:spTree>
    <p:extLst>
      <p:ext uri="{BB962C8B-B14F-4D97-AF65-F5344CB8AC3E}">
        <p14:creationId xmlns:p14="http://schemas.microsoft.com/office/powerpoint/2010/main" val="1277197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44671-1F2C-0598-1147-30D1019C2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BCB52D-CE48-48CA-E0E6-BCB60C86D3A4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69476E-C8DB-CDE6-54DA-B2D9E1BDF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1859AC-CC72-6839-2FDB-F69A09B52B5A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8050E0-BABC-F561-68DC-D1E4E6425632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0A421E-5F80-E7B8-DCEE-9CAE12997F2A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ABF2C-0A58-335E-AB86-AF9221861F7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7E2B853-E4ED-4C70-3F9A-1D78091BACBA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E20894-D6D3-AEA4-2D84-CE021358102F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B62390-0C77-1AD6-8B0B-CFCF1E6BD552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5998E24-DBE0-58D7-F6AA-B91D178CA3BF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DD3B5C-E3DE-A7B7-DC1D-3282D4E5E91D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5D1CD6-6C70-30B5-3354-C9A9E66BAFF9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A35F64-2845-60BD-3564-C3953522E62C}"/>
              </a:ext>
            </a:extLst>
          </p:cNvPr>
          <p:cNvSpPr txBox="1"/>
          <p:nvPr/>
        </p:nvSpPr>
        <p:spPr>
          <a:xfrm>
            <a:off x="221672" y="1508825"/>
            <a:ext cx="3249411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there’s a problem!</a:t>
            </a:r>
            <a:br>
              <a:rPr lang="en-CA" b="1" dirty="0">
                <a:cs typeface="Consolas" panose="020B0609020204030204" pitchFamily="49" charset="0"/>
              </a:rPr>
            </a:br>
            <a:r>
              <a:rPr lang="en-CA" dirty="0">
                <a:cs typeface="Consolas" panose="020B0609020204030204" pitchFamily="49" charset="0"/>
              </a:rPr>
              <a:t>We must also declare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’s destructor to be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. Otherwise, inheriting classes will not be able to implement their own destructor (if they need one).</a:t>
            </a:r>
          </a:p>
        </p:txBody>
      </p:sp>
    </p:spTree>
    <p:extLst>
      <p:ext uri="{BB962C8B-B14F-4D97-AF65-F5344CB8AC3E}">
        <p14:creationId xmlns:p14="http://schemas.microsoft.com/office/powerpoint/2010/main" val="41825036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27B08-41C4-07E9-66FA-3A3F3845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E5B2AE-9AF8-A6DE-7722-95B5E5BEE0F3}"/>
              </a:ext>
            </a:extLst>
          </p:cNvPr>
          <p:cNvSpPr txBox="1"/>
          <p:nvPr/>
        </p:nvSpPr>
        <p:spPr>
          <a:xfrm>
            <a:off x="3667576" y="1124117"/>
            <a:ext cx="449033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~Destructor() {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04DC700-560C-B9E2-E966-A8F531FAC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9F77B1-5620-F22D-698E-8B5DC087C7C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B48F6-A63B-7B4E-B356-0CA3C052EE6A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F8C137-BA58-F466-7369-CFBBAD5B4E1D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CE8343-D5BB-C4C5-9CBC-81DF100219B2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7C4F09-19D3-0398-8D72-6C84532737A5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6EB9FD-16BC-3853-2FED-1F4F2D1A4009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D25682-C0FB-B8BA-BA0E-7CD1DF0F69A9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A1B10B-B4F5-2393-B36C-411DCB99B6B9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99F8E6-51A0-9D85-B452-50EB80DFE947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F3CED-1499-FC0B-75D9-4A3DA1DA6B2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1E6195-B97C-36EB-C877-97670BF785AE}"/>
              </a:ext>
            </a:extLst>
          </p:cNvPr>
          <p:cNvSpPr txBox="1"/>
          <p:nvPr/>
        </p:nvSpPr>
        <p:spPr>
          <a:xfrm>
            <a:off x="221672" y="1508825"/>
            <a:ext cx="3249411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there’s a problem!</a:t>
            </a:r>
            <a:br>
              <a:rPr lang="en-CA" b="1" dirty="0">
                <a:cs typeface="Consolas" panose="020B0609020204030204" pitchFamily="49" charset="0"/>
              </a:rPr>
            </a:br>
            <a:r>
              <a:rPr lang="en-CA" dirty="0">
                <a:cs typeface="Consolas" panose="020B0609020204030204" pitchFamily="49" charset="0"/>
              </a:rPr>
              <a:t>We must also declare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’s destructor to be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. Otherwise, inheriting classes will not be able to implement their own destructor (if they need one).</a:t>
            </a:r>
          </a:p>
        </p:txBody>
      </p:sp>
    </p:spTree>
    <p:extLst>
      <p:ext uri="{BB962C8B-B14F-4D97-AF65-F5344CB8AC3E}">
        <p14:creationId xmlns:p14="http://schemas.microsoft.com/office/powerpoint/2010/main" val="1451192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D901-DDB4-2996-E646-59B64DCA4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26938-859B-F394-3961-C2FC73AC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</a:t>
            </a:r>
            <a:r>
              <a:rPr lang="en-US" dirty="0" err="1"/>
              <a:t>print_demo.cpp</a:t>
            </a:r>
            <a:r>
              <a:rPr lang="en-US" dirty="0"/>
              <a:t> file in the code notes …</a:t>
            </a:r>
          </a:p>
        </p:txBody>
      </p:sp>
    </p:spTree>
    <p:extLst>
      <p:ext uri="{BB962C8B-B14F-4D97-AF65-F5344CB8AC3E}">
        <p14:creationId xmlns:p14="http://schemas.microsoft.com/office/powerpoint/2010/main" val="4043496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7BAA5-031F-A8EC-D966-EE007868B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A74DF4-C531-73EC-8A2F-AB399666C43A}"/>
              </a:ext>
            </a:extLst>
          </p:cNvPr>
          <p:cNvSpPr txBox="1"/>
          <p:nvPr/>
        </p:nvSpPr>
        <p:spPr>
          <a:xfrm>
            <a:off x="1421295" y="2644170"/>
            <a:ext cx="4027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  <a:b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&lt;&lt; "Hi!";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5E8EE53-BFB4-2F19-53C0-7AC36DE7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D28935-F41A-CF03-713D-0D02073CF9E3}"/>
              </a:ext>
            </a:extLst>
          </p:cNvPr>
          <p:cNvSpPr txBox="1"/>
          <p:nvPr/>
        </p:nvSpPr>
        <p:spPr>
          <a:xfrm>
            <a:off x="7845138" y="763390"/>
            <a:ext cx="324941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When the C++ compiler sees this definition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we say it </a:t>
            </a:r>
            <a:r>
              <a:rPr lang="en-CA" b="1" dirty="0">
                <a:cs typeface="Consolas" panose="020B0609020204030204" pitchFamily="49" charset="0"/>
              </a:rPr>
              <a:t>binds</a:t>
            </a:r>
            <a:r>
              <a:rPr lang="en-CA" dirty="0">
                <a:cs typeface="Consolas" panose="020B0609020204030204" pitchFamily="49" charset="0"/>
              </a:rPr>
              <a:t> the name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 to the function body.</a:t>
            </a:r>
          </a:p>
        </p:txBody>
      </p:sp>
    </p:spTree>
    <p:extLst>
      <p:ext uri="{BB962C8B-B14F-4D97-AF65-F5344CB8AC3E}">
        <p14:creationId xmlns:p14="http://schemas.microsoft.com/office/powerpoint/2010/main" val="38545197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89F5E-AD3D-6274-AA4E-97A0FF9C2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3B5B34-72D5-DE5E-B776-DF65F5DE4166}"/>
              </a:ext>
            </a:extLst>
          </p:cNvPr>
          <p:cNvSpPr txBox="1"/>
          <p:nvPr/>
        </p:nvSpPr>
        <p:spPr>
          <a:xfrm>
            <a:off x="1421295" y="2644170"/>
            <a:ext cx="4027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  <a:b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&lt;&lt; "Hi!";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01B7E1-5A6E-452B-AA61-06F13B5F5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B3CA25-416A-655B-3772-1C8E630A9B96}"/>
              </a:ext>
            </a:extLst>
          </p:cNvPr>
          <p:cNvSpPr txBox="1"/>
          <p:nvPr/>
        </p:nvSpPr>
        <p:spPr>
          <a:xfrm>
            <a:off x="7845138" y="763390"/>
            <a:ext cx="324941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When the C++ compiler sees this definition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we say it </a:t>
            </a:r>
            <a:r>
              <a:rPr lang="en-CA" b="1" dirty="0">
                <a:cs typeface="Consolas" panose="020B0609020204030204" pitchFamily="49" charset="0"/>
              </a:rPr>
              <a:t>binds</a:t>
            </a:r>
            <a:r>
              <a:rPr lang="en-CA" dirty="0">
                <a:cs typeface="Consolas" panose="020B0609020204030204" pitchFamily="49" charset="0"/>
              </a:rPr>
              <a:t> the name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 to the function body.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43938-8CCC-F123-AB08-C33F502CB801}"/>
              </a:ext>
            </a:extLst>
          </p:cNvPr>
          <p:cNvSpPr txBox="1"/>
          <p:nvPr/>
        </p:nvSpPr>
        <p:spPr>
          <a:xfrm>
            <a:off x="7845137" y="2903616"/>
            <a:ext cx="324941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the binding happens at </a:t>
            </a:r>
            <a:r>
              <a:rPr lang="en-CA" b="1" dirty="0">
                <a:cs typeface="Consolas" panose="020B0609020204030204" pitchFamily="49" charset="0"/>
              </a:rPr>
              <a:t>compile time</a:t>
            </a:r>
            <a:r>
              <a:rPr lang="en-CA" dirty="0">
                <a:cs typeface="Consolas" panose="020B0609020204030204" pitchFamily="49" charset="0"/>
              </a:rPr>
              <a:t>. This is called </a:t>
            </a:r>
            <a:r>
              <a:rPr lang="en-CA" b="1" dirty="0">
                <a:cs typeface="Consolas" panose="020B0609020204030204" pitchFamily="49" charset="0"/>
              </a:rPr>
              <a:t>static binding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8192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2954-771F-0FA0-6EA2-69811ACAC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C1BCF-1DA6-D889-F159-C2DD37FB24CD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A0A6D6-A4AB-1AF3-BFAD-D697E2C8F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253DF1-918D-C9E1-30A8-046BFC9EA34A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</p:spTree>
    <p:extLst>
      <p:ext uri="{BB962C8B-B14F-4D97-AF65-F5344CB8AC3E}">
        <p14:creationId xmlns:p14="http://schemas.microsoft.com/office/powerpoint/2010/main" val="510654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BF0B9-B2B0-FF3B-0BDB-62B38861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BE8A16-DF5B-8211-3195-C2752B439956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241AD1A-9059-B29F-A2AE-CAAD52A58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970BBF-E083-97E7-9645-C9E45D58E639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717A6E-22ED-8F28-65E2-2475F5AEC5CE}"/>
              </a:ext>
            </a:extLst>
          </p:cNvPr>
          <p:cNvSpPr txBox="1"/>
          <p:nvPr/>
        </p:nvSpPr>
        <p:spPr>
          <a:xfrm>
            <a:off x="2842591" y="4885225"/>
            <a:ext cx="288581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Which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is called?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 or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1B8C65-9B06-4035-8B00-C53A8306F158}"/>
              </a:ext>
            </a:extLst>
          </p:cNvPr>
          <p:cNvSpPr/>
          <p:nvPr/>
        </p:nvSpPr>
        <p:spPr>
          <a:xfrm>
            <a:off x="755372" y="5137784"/>
            <a:ext cx="1670835" cy="46675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350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F2A8B-C0D6-3FE4-A912-00B178A5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751255-021D-DEE4-EF8C-9914AC7C63D1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A49B147-6993-D0FA-99A6-EFA8D42F6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FDF427-E001-B8BF-C61F-70410A7AFD25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23C68D-7EFE-6772-4676-83C96BF4EAFF}"/>
              </a:ext>
            </a:extLst>
          </p:cNvPr>
          <p:cNvSpPr txBox="1"/>
          <p:nvPr/>
        </p:nvSpPr>
        <p:spPr>
          <a:xfrm>
            <a:off x="2842591" y="4885225"/>
            <a:ext cx="288581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Which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is called?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 or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51E6B2-E060-A481-316F-082B250DAAA5}"/>
              </a:ext>
            </a:extLst>
          </p:cNvPr>
          <p:cNvSpPr/>
          <p:nvPr/>
        </p:nvSpPr>
        <p:spPr>
          <a:xfrm>
            <a:off x="755372" y="5137784"/>
            <a:ext cx="1670835" cy="46675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CA5E19-82CB-3E66-9443-58058BACA2FF}"/>
              </a:ext>
            </a:extLst>
          </p:cNvPr>
          <p:cNvSpPr txBox="1"/>
          <p:nvPr/>
        </p:nvSpPr>
        <p:spPr>
          <a:xfrm>
            <a:off x="6025726" y="4742831"/>
            <a:ext cx="302635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</a:t>
            </a:r>
            <a:r>
              <a:rPr lang="en-CA" b="1" dirty="0">
                <a:cs typeface="Consolas" panose="020B0609020204030204" pitchFamily="49" charset="0"/>
              </a:rPr>
              <a:t>cannot</a:t>
            </a:r>
            <a:r>
              <a:rPr lang="en-CA" dirty="0">
                <a:cs typeface="Consolas" panose="020B0609020204030204" pitchFamily="49" charset="0"/>
              </a:rPr>
              <a:t> know which one just by looking at the source code.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cannot</a:t>
            </a:r>
            <a:r>
              <a:rPr lang="en-CA" dirty="0">
                <a:cs typeface="Consolas" panose="020B0609020204030204" pitchFamily="49" charset="0"/>
              </a:rPr>
              <a:t> be bound at compile-time.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647FA9-2880-B3FC-81A6-9F6B5F88742E}"/>
              </a:ext>
            </a:extLst>
          </p:cNvPr>
          <p:cNvSpPr txBox="1"/>
          <p:nvPr/>
        </p:nvSpPr>
        <p:spPr>
          <a:xfrm>
            <a:off x="9349409" y="4741898"/>
            <a:ext cx="268687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is bound to its implementation at runtime. We say it is </a:t>
            </a:r>
            <a:r>
              <a:rPr lang="en-CA" b="1" dirty="0">
                <a:cs typeface="Consolas" panose="020B0609020204030204" pitchFamily="49" charset="0"/>
              </a:rPr>
              <a:t>dynamically bound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C1EBE-FE1D-3C8E-C448-6418C711A046}"/>
              </a:ext>
            </a:extLst>
          </p:cNvPr>
          <p:cNvSpPr txBox="1"/>
          <p:nvPr/>
        </p:nvSpPr>
        <p:spPr>
          <a:xfrm>
            <a:off x="9349409" y="3429000"/>
            <a:ext cx="268687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Dynamic binding is a key feature of OOP.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91E141-83C6-744D-E187-202B14EC8DCD}"/>
              </a:ext>
            </a:extLst>
          </p:cNvPr>
          <p:cNvSpPr txBox="1"/>
          <p:nvPr/>
        </p:nvSpPr>
        <p:spPr>
          <a:xfrm>
            <a:off x="7792278" y="662781"/>
            <a:ext cx="4244009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Dynamic binding in C++ is implemented by giving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a special array called a </a:t>
            </a:r>
            <a:r>
              <a:rPr lang="en-CA" b="1" dirty="0" err="1">
                <a:cs typeface="Consolas" panose="020B0609020204030204" pitchFamily="49" charset="0"/>
              </a:rPr>
              <a:t>vtable</a:t>
            </a:r>
            <a:r>
              <a:rPr lang="en-CA" dirty="0">
                <a:cs typeface="Consolas" panose="020B0609020204030204" pitchFamily="49" charset="0"/>
              </a:rPr>
              <a:t> that stores pointers to the different implementations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. Each object has a pointer (</a:t>
            </a:r>
            <a:r>
              <a:rPr lang="en-CA" b="1" dirty="0" err="1">
                <a:cs typeface="Consolas" panose="020B0609020204030204" pitchFamily="49" charset="0"/>
              </a:rPr>
              <a:t>vptr</a:t>
            </a:r>
            <a:r>
              <a:rPr lang="en-CA" dirty="0">
                <a:cs typeface="Consolas" panose="020B0609020204030204" pitchFamily="49" charset="0"/>
              </a:rPr>
              <a:t>) to the </a:t>
            </a:r>
            <a:r>
              <a:rPr lang="en-CA" b="1" dirty="0" err="1">
                <a:cs typeface="Consolas" panose="020B0609020204030204" pitchFamily="49" charset="0"/>
              </a:rPr>
              <a:t>vtable</a:t>
            </a:r>
            <a:r>
              <a:rPr lang="en-CA" dirty="0">
                <a:cs typeface="Consolas" panose="020B0609020204030204" pitchFamily="49" charset="0"/>
              </a:rPr>
              <a:t> that it uses to get the right method at runtime.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7BE2D5-0366-385F-5B10-C1AAC4661EE9}"/>
              </a:ext>
            </a:extLst>
          </p:cNvPr>
          <p:cNvCxnSpPr>
            <a:stCxn id="3" idx="3"/>
            <a:endCxn id="6" idx="1"/>
          </p:cNvCxnSpPr>
          <p:nvPr/>
        </p:nvCxnSpPr>
        <p:spPr>
          <a:xfrm flipV="1">
            <a:off x="5728401" y="5342996"/>
            <a:ext cx="297325" cy="3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B7C523-4469-4723-2BCB-1E0BB627DCD1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9052084" y="5342063"/>
            <a:ext cx="297325" cy="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C118CE-711B-EA4E-78D1-CCDDBFAB8B45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10692848" y="4075331"/>
            <a:ext cx="0" cy="6665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385CC2-8A09-7D59-060B-EC88AA69EB4A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10692848" y="2694106"/>
            <a:ext cx="0" cy="734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77592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1806F-671A-1787-2BFA-30E8C8BC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AF047-631D-AD4C-B3F2-CA1FF3701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D9EE5-A15D-2090-D245-D35197D6B0DB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D35A0-1F10-62E0-E7F2-7EB396096472}"/>
              </a:ext>
            </a:extLst>
          </p:cNvPr>
          <p:cNvSpPr txBox="1"/>
          <p:nvPr/>
        </p:nvSpPr>
        <p:spPr>
          <a:xfrm>
            <a:off x="3019999" y="2659557"/>
            <a:ext cx="27917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Why does this line </a:t>
            </a:r>
            <a:r>
              <a:rPr lang="en-CA" b="1" dirty="0">
                <a:cs typeface="Consolas" panose="020B0609020204030204" pitchFamily="49" charset="0"/>
              </a:rPr>
              <a:t>not</a:t>
            </a:r>
            <a:r>
              <a:rPr lang="en-CA" dirty="0">
                <a:cs typeface="Consolas" panose="020B0609020204030204" pitchFamily="49" charset="0"/>
              </a:rPr>
              <a:t> compile (even if we add a default constructor)?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4E27-8A92-1962-30AF-9FC1B238F059}"/>
              </a:ext>
            </a:extLst>
          </p:cNvPr>
          <p:cNvSpPr txBox="1"/>
          <p:nvPr/>
        </p:nvSpPr>
        <p:spPr>
          <a:xfrm>
            <a:off x="3019999" y="3866991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has a virtual method,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, that has no implementation. So we can never create just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</p:spTree>
    <p:extLst>
      <p:ext uri="{BB962C8B-B14F-4D97-AF65-F5344CB8AC3E}">
        <p14:creationId xmlns:p14="http://schemas.microsoft.com/office/powerpoint/2010/main" val="2050593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0F522-DFA2-9C52-9C3A-EA9AB9665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E9FD4-62B4-8A37-24F4-69D09828FAFC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981E-CED7-6C2F-E001-4B4ADDDB6B7C}"/>
              </a:ext>
            </a:extLst>
          </p:cNvPr>
          <p:cNvSpPr txBox="1"/>
          <p:nvPr/>
        </p:nvSpPr>
        <p:spPr>
          <a:xfrm>
            <a:off x="3019999" y="2659557"/>
            <a:ext cx="27917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Why does this line </a:t>
            </a:r>
            <a:r>
              <a:rPr lang="en-CA" b="1" dirty="0">
                <a:cs typeface="Consolas" panose="020B0609020204030204" pitchFamily="49" charset="0"/>
              </a:rPr>
              <a:t>not</a:t>
            </a:r>
            <a:r>
              <a:rPr lang="en-CA" dirty="0">
                <a:cs typeface="Consolas" panose="020B0609020204030204" pitchFamily="49" charset="0"/>
              </a:rPr>
              <a:t> compile (even if we add a default constructor)?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568AF0-DA84-A4F9-5C5C-930B9C1E98E1}"/>
              </a:ext>
            </a:extLst>
          </p:cNvPr>
          <p:cNvSpPr txBox="1"/>
          <p:nvPr/>
        </p:nvSpPr>
        <p:spPr>
          <a:xfrm>
            <a:off x="3019999" y="3866991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has a virtual method,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, that has no implementation. So we can never create just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</p:spTree>
    <p:extLst>
      <p:ext uri="{BB962C8B-B14F-4D97-AF65-F5344CB8AC3E}">
        <p14:creationId xmlns:p14="http://schemas.microsoft.com/office/powerpoint/2010/main" val="18596741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5ED9-7B9D-F84E-CA6A-E647AE864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1051F-24E7-7987-3E5F-695B434F0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CCB11-B2CE-08F5-C7B5-4F3A219E0F1E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29D6F-93FC-1089-4895-BA023234F6EB}"/>
              </a:ext>
            </a:extLst>
          </p:cNvPr>
          <p:cNvSpPr txBox="1"/>
          <p:nvPr/>
        </p:nvSpPr>
        <p:spPr>
          <a:xfrm>
            <a:off x="2075782" y="3848759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we can make a pointer to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: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Printable*</a:t>
            </a:r>
            <a:r>
              <a:rPr lang="en-CA" dirty="0">
                <a:cs typeface="Consolas" panose="020B0609020204030204" pitchFamily="49" charset="0"/>
              </a:rPr>
              <a:t> pointers can point to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F7FA9-2B99-8838-5550-3B6180F7E368}"/>
              </a:ext>
            </a:extLst>
          </p:cNvPr>
          <p:cNvSpPr txBox="1"/>
          <p:nvPr/>
        </p:nvSpPr>
        <p:spPr>
          <a:xfrm>
            <a:off x="5811699" y="2305614"/>
            <a:ext cx="639149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p1 = new Point{1, 2};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p2 = new Person{"Max", 2};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p3 = new Reading{"Black Rock",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41.5};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p1-&gt;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(1, 2)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p2-&gt;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Name: 'Max, Age: 2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p3-&gt;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41.5 degrees at Black Rock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9A2B812-A639-814A-7F16-F476C35F9E18}"/>
              </a:ext>
            </a:extLst>
          </p:cNvPr>
          <p:cNvGrpSpPr/>
          <p:nvPr/>
        </p:nvGrpSpPr>
        <p:grpSpPr>
          <a:xfrm>
            <a:off x="235242" y="2562332"/>
            <a:ext cx="2355574" cy="779223"/>
            <a:chOff x="1371600" y="5344319"/>
            <a:chExt cx="2355574" cy="39055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334A3A7-6EBD-B70F-A213-6480D3E876C8}"/>
                </a:ext>
              </a:extLst>
            </p:cNvPr>
            <p:cNvCxnSpPr/>
            <p:nvPr/>
          </p:nvCxnSpPr>
          <p:spPr>
            <a:xfrm flipV="1">
              <a:off x="1371600" y="5344319"/>
              <a:ext cx="2355574" cy="39055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B06CC97-6850-10F3-A458-C2C2083C5025}"/>
                </a:ext>
              </a:extLst>
            </p:cNvPr>
            <p:cNvCxnSpPr>
              <a:cxnSpLocks/>
            </p:cNvCxnSpPr>
            <p:nvPr/>
          </p:nvCxnSpPr>
          <p:spPr>
            <a:xfrm>
              <a:off x="1560576" y="5496719"/>
              <a:ext cx="2166598" cy="12379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1B67B4E0-93C5-DBEF-48BB-318E7D1BC5EA}"/>
              </a:ext>
            </a:extLst>
          </p:cNvPr>
          <p:cNvSpPr/>
          <p:nvPr/>
        </p:nvSpPr>
        <p:spPr>
          <a:xfrm>
            <a:off x="5575852" y="2305614"/>
            <a:ext cx="235847" cy="271364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33D0F3-0C56-EE89-B93C-C6911C690808}"/>
              </a:ext>
            </a:extLst>
          </p:cNvPr>
          <p:cNvCxnSpPr/>
          <p:nvPr/>
        </p:nvCxnSpPr>
        <p:spPr>
          <a:xfrm flipV="1">
            <a:off x="4867482" y="3667539"/>
            <a:ext cx="688492" cy="288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4937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A9430-E794-AC1E-A03D-B072F4275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6A4A-8AB3-E730-12AA-A862D5489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020B76-D770-5DF0-FDE0-F4DFF085B8E6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BACAC-4AE2-1589-1734-986F5CBAB608}"/>
              </a:ext>
            </a:extLst>
          </p:cNvPr>
          <p:cNvSpPr txBox="1"/>
          <p:nvPr/>
        </p:nvSpPr>
        <p:spPr>
          <a:xfrm>
            <a:off x="964096" y="3848759"/>
            <a:ext cx="302257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Vector’s must store objects of the same type.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vector&lt;Pointer*&gt;</a:t>
            </a:r>
            <a:r>
              <a:rPr lang="en-CA" dirty="0">
                <a:cs typeface="Consolas" panose="020B0609020204030204" pitchFamily="49" charset="0"/>
              </a:rPr>
              <a:t> can store pointers to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F9C31C-CCC1-E76F-5292-1D91AFB5F83C}"/>
              </a:ext>
            </a:extLst>
          </p:cNvPr>
          <p:cNvSpPr txBox="1"/>
          <p:nvPr/>
        </p:nvSpPr>
        <p:spPr>
          <a:xfrm>
            <a:off x="4930883" y="2305614"/>
            <a:ext cx="737894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vector&lt;Printable*&gt; v = { new Point{1, 2},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new Person{"Max", 2},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new Reading{"Black Rock",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41.5}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};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for(Printable* p : v)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p-&gt;print();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A6B2A9-A6D4-3644-DA91-4AECDADBE7CC}"/>
              </a:ext>
            </a:extLst>
          </p:cNvPr>
          <p:cNvGrpSpPr/>
          <p:nvPr/>
        </p:nvGrpSpPr>
        <p:grpSpPr>
          <a:xfrm>
            <a:off x="235242" y="2562332"/>
            <a:ext cx="2355574" cy="779223"/>
            <a:chOff x="1371600" y="5344319"/>
            <a:chExt cx="2355574" cy="39055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32E150-98D2-85C2-831B-DD892274D02B}"/>
                </a:ext>
              </a:extLst>
            </p:cNvPr>
            <p:cNvCxnSpPr/>
            <p:nvPr/>
          </p:nvCxnSpPr>
          <p:spPr>
            <a:xfrm flipV="1">
              <a:off x="1371600" y="5344319"/>
              <a:ext cx="2355574" cy="39055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BA2FB9A-C201-3129-8705-71361976EA4C}"/>
                </a:ext>
              </a:extLst>
            </p:cNvPr>
            <p:cNvCxnSpPr>
              <a:cxnSpLocks/>
            </p:cNvCxnSpPr>
            <p:nvPr/>
          </p:nvCxnSpPr>
          <p:spPr>
            <a:xfrm>
              <a:off x="1560576" y="5496719"/>
              <a:ext cx="2166598" cy="12379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75921B94-937D-B988-ACDD-728C2B4CFBEC}"/>
              </a:ext>
            </a:extLst>
          </p:cNvPr>
          <p:cNvSpPr/>
          <p:nvPr/>
        </p:nvSpPr>
        <p:spPr>
          <a:xfrm>
            <a:off x="4675158" y="2305614"/>
            <a:ext cx="255725" cy="309133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53D04-1579-23E7-DB2A-99B9F9E8FABB}"/>
              </a:ext>
            </a:extLst>
          </p:cNvPr>
          <p:cNvCxnSpPr>
            <a:cxnSpLocks/>
          </p:cNvCxnSpPr>
          <p:nvPr/>
        </p:nvCxnSpPr>
        <p:spPr>
          <a:xfrm flipV="1">
            <a:off x="3986666" y="3848759"/>
            <a:ext cx="688492" cy="107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30BDCD8-530C-2B74-9735-F5F55D80D4D4}"/>
              </a:ext>
            </a:extLst>
          </p:cNvPr>
          <p:cNvSpPr txBox="1"/>
          <p:nvPr/>
        </p:nvSpPr>
        <p:spPr>
          <a:xfrm>
            <a:off x="964096" y="5637832"/>
            <a:ext cx="302257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It’s as if we are storing different types of objects in the same collection.</a:t>
            </a:r>
          </a:p>
        </p:txBody>
      </p:sp>
    </p:spTree>
    <p:extLst>
      <p:ext uri="{BB962C8B-B14F-4D97-AF65-F5344CB8AC3E}">
        <p14:creationId xmlns:p14="http://schemas.microsoft.com/office/powerpoint/2010/main" val="535630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BC4-A4E4-37BF-AE6A-6B240CBD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0F01F-F6E4-AF28-BE73-137CDA867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BA2A6-2B64-52C8-5EA7-EB8EE6F3331E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2BA893-24C9-07B8-55D3-A3EDF67EBD44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1C14D2-8EF2-9ECD-8F32-6B12104D489B}"/>
              </a:ext>
            </a:extLst>
          </p:cNvPr>
          <p:cNvSpPr txBox="1"/>
          <p:nvPr/>
        </p:nvSpPr>
        <p:spPr>
          <a:xfrm>
            <a:off x="2151393" y="2587154"/>
            <a:ext cx="253991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code is okay: it compiles and runs.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04DD3-2AB5-3B86-EFE5-DA22866CA680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0A72CC-86EB-0868-A1E2-82E5E7AD05C1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089DA6E-51CB-EF21-ACDF-A4EBC63882CB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01C444-B67A-DD4F-81A0-850BD2B90C4B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4D461EE7-A47C-19F9-B980-04F50DE7E669}"/>
              </a:ext>
            </a:extLst>
          </p:cNvPr>
          <p:cNvSpPr/>
          <p:nvPr/>
        </p:nvSpPr>
        <p:spPr>
          <a:xfrm>
            <a:off x="4800600" y="2362149"/>
            <a:ext cx="180360" cy="9340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265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A45D-4A15-5660-FA99-2CD9517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1BAA9-7A0A-A49E-C71C-3A41D2CE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7E8195-E5A1-F1FA-B905-D915044A9200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5E099F-7647-D3B7-6D38-1E0145D0DF5F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0059DF-CE9C-B9C0-D162-664ACFD4ABED}"/>
              </a:ext>
            </a:extLst>
          </p:cNvPr>
          <p:cNvSpPr txBox="1"/>
          <p:nvPr/>
        </p:nvSpPr>
        <p:spPr>
          <a:xfrm>
            <a:off x="1828800" y="3481674"/>
            <a:ext cx="264283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code is also okay: it compiles and runs.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 and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  <a:r>
              <a:rPr lang="en-CA" dirty="0">
                <a:cs typeface="Consolas" panose="020B0609020204030204" pitchFamily="49" charset="0"/>
              </a:rPr>
              <a:t> both point to the same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B5CAE0-283B-26C9-9A8F-A1B1A8983404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14FB70-F8D1-7E0A-9A26-C83A478F5E80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D50285-B9EB-7486-828D-639C7E38E697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130A621-0002-75C9-672C-807140D1061F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86FFBDE0-B39C-B05F-9130-DCA6B4CE772C}"/>
              </a:ext>
            </a:extLst>
          </p:cNvPr>
          <p:cNvSpPr/>
          <p:nvPr/>
        </p:nvSpPr>
        <p:spPr>
          <a:xfrm>
            <a:off x="4780721" y="3618300"/>
            <a:ext cx="150161" cy="55613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59F06E-F6EF-B7B1-4A68-2E443C6A8E14}"/>
              </a:ext>
            </a:extLst>
          </p:cNvPr>
          <p:cNvSpPr txBox="1"/>
          <p:nvPr/>
        </p:nvSpPr>
        <p:spPr>
          <a:xfrm>
            <a:off x="8497166" y="3641214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4A7F39-B0E1-0CCA-6ECB-99567F231BD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8851750" y="3872047"/>
            <a:ext cx="1191715" cy="39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3155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2172F-55B1-D216-56E9-FCA0DF4A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D3EF-33F1-8D5F-E911-78538EB12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3FCDB-06FA-4DCE-77E9-59A2D5127F2B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9491E7-ABB2-8DD8-95F5-CEB93F05C907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E415C6-ADDB-2802-CEBD-1AA872B6C1EE}"/>
              </a:ext>
            </a:extLst>
          </p:cNvPr>
          <p:cNvSpPr txBox="1"/>
          <p:nvPr/>
        </p:nvSpPr>
        <p:spPr>
          <a:xfrm>
            <a:off x="1798983" y="3624707"/>
            <a:ext cx="290665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this line does not compile! </a:t>
            </a:r>
            <a:r>
              <a:rPr lang="en-CA" dirty="0">
                <a:cs typeface="Consolas" panose="020B0609020204030204" pitchFamily="49" charset="0"/>
              </a:rPr>
              <a:t>Since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is of type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Printable*</a:t>
            </a:r>
            <a:r>
              <a:rPr lang="en-CA" dirty="0">
                <a:cs typeface="Consolas" panose="020B0609020204030204" pitchFamily="49" charset="0"/>
              </a:rPr>
              <a:t> it can only access methods that are in 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4DFBF-8F37-381D-35FE-3591CDE68F59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52A864-8F9D-B28E-4B30-F0859530246D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3DA3E-2293-7B03-2A90-1ECDFED9CA6F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19085B-363E-723D-A831-BFD1A5FD3CC6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F7FD7EE8-D292-9A1E-BDE7-AAD639FBE702}"/>
              </a:ext>
            </a:extLst>
          </p:cNvPr>
          <p:cNvSpPr/>
          <p:nvPr/>
        </p:nvSpPr>
        <p:spPr>
          <a:xfrm>
            <a:off x="4780722" y="4174360"/>
            <a:ext cx="150161" cy="37802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C7EB8F-1F96-449B-8926-2A42DED5F005}"/>
              </a:ext>
            </a:extLst>
          </p:cNvPr>
          <p:cNvSpPr txBox="1"/>
          <p:nvPr/>
        </p:nvSpPr>
        <p:spPr>
          <a:xfrm>
            <a:off x="8497166" y="3641214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DDD359-7561-64F6-2487-14AF790B256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8851750" y="3872047"/>
            <a:ext cx="1191715" cy="39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1160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5B8FA-69CB-A8F0-3E38-66C19FE7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Programming Advice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875E9-8708-7467-22FB-F46C3E427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Use destructors for calling delete and cleaning up</a:t>
            </a:r>
          </a:p>
          <a:p>
            <a:pPr lvl="1"/>
            <a:r>
              <a:rPr lang="en-US" dirty="0"/>
              <a:t>They’re a good solution the problem when to call delete.</a:t>
            </a:r>
          </a:p>
          <a:p>
            <a:pPr marL="0" indent="0">
              <a:buNone/>
            </a:pPr>
            <a:r>
              <a:rPr lang="en-US" b="1" dirty="0"/>
              <a:t>Prefer private to public</a:t>
            </a:r>
          </a:p>
          <a:p>
            <a:pPr lvl="1"/>
            <a:r>
              <a:rPr lang="en-US" dirty="0"/>
              <a:t>Private gives you more control over access and prevents meddling</a:t>
            </a:r>
          </a:p>
          <a:p>
            <a:pPr marL="0" indent="0">
              <a:buNone/>
            </a:pPr>
            <a:r>
              <a:rPr lang="en-US" b="1" dirty="0"/>
              <a:t>Prefer immutable (no setters) to mutable</a:t>
            </a:r>
          </a:p>
          <a:p>
            <a:pPr lvl="1"/>
            <a:r>
              <a:rPr lang="en-US" dirty="0"/>
              <a:t>Objects that don’t change are often simpler, and easy to share</a:t>
            </a:r>
          </a:p>
          <a:p>
            <a:pPr marL="0" indent="0">
              <a:buNone/>
            </a:pPr>
            <a:r>
              <a:rPr lang="en-US" b="1" dirty="0"/>
              <a:t>Prefer composition to inheritance</a:t>
            </a:r>
          </a:p>
          <a:p>
            <a:pPr lvl="1"/>
            <a:r>
              <a:rPr lang="en-US" dirty="0"/>
              <a:t>Composition tends to be more flexible and often more straightforward</a:t>
            </a:r>
          </a:p>
          <a:p>
            <a:pPr marL="0" indent="0">
              <a:buNone/>
            </a:pPr>
            <a:r>
              <a:rPr lang="en-US" b="1" dirty="0"/>
              <a:t>Prefer inheriting abstract classes instead of classes </a:t>
            </a:r>
            <a:r>
              <a:rPr lang="en-US" b="1"/>
              <a:t>with implementations</a:t>
            </a:r>
            <a:endParaRPr lang="en-US" b="1" dirty="0"/>
          </a:p>
          <a:p>
            <a:pPr lvl="1"/>
            <a:r>
              <a:rPr lang="en-US" dirty="0"/>
              <a:t>Abstract classes implement the idea of pure interfaces in C++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117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8447</TotalTime>
  <Words>4110</Words>
  <Application>Microsoft Macintosh PowerPoint</Application>
  <PresentationFormat>Widescreen</PresentationFormat>
  <Paragraphs>915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Consolas</vt:lpstr>
      <vt:lpstr>Office Theme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Inheritance Hierarchies</vt:lpstr>
      <vt:lpstr>Inheritance Hierarchies</vt:lpstr>
      <vt:lpstr>Inheritance Hierarchies</vt:lpstr>
      <vt:lpstr>Composition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The Idea of Binding</vt:lpstr>
      <vt:lpstr>The Idea of Binding</vt:lpstr>
      <vt:lpstr>The Idea of Binding</vt:lpstr>
      <vt:lpstr>The Idea of Binding</vt:lpstr>
      <vt:lpstr>The Idea of Binding</vt:lpstr>
      <vt:lpstr>Pointers to Objects</vt:lpstr>
      <vt:lpstr>Pointers to Objects</vt:lpstr>
      <vt:lpstr>Pointers to Objects</vt:lpstr>
      <vt:lpstr>Pointers to Objects</vt:lpstr>
      <vt:lpstr>Pointers to Objects</vt:lpstr>
      <vt:lpstr>Pointers to Objects</vt:lpstr>
      <vt:lpstr>Pointers to Objects</vt:lpstr>
      <vt:lpstr>OOP Programming Advice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2026-02-10T22:35:53Z</dcterms:modified>
</cp:coreProperties>
</file>