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3"/>
  </p:notesMasterIdLst>
  <p:sldIdLst>
    <p:sldId id="358" r:id="rId2"/>
    <p:sldId id="361" r:id="rId3"/>
    <p:sldId id="359" r:id="rId4"/>
    <p:sldId id="360" r:id="rId5"/>
    <p:sldId id="362" r:id="rId6"/>
    <p:sldId id="363" r:id="rId7"/>
    <p:sldId id="364" r:id="rId8"/>
    <p:sldId id="365" r:id="rId9"/>
    <p:sldId id="366" r:id="rId10"/>
    <p:sldId id="367" r:id="rId11"/>
    <p:sldId id="368" r:id="rId12"/>
    <p:sldId id="371" r:id="rId13"/>
    <p:sldId id="370" r:id="rId14"/>
    <p:sldId id="372" r:id="rId15"/>
    <p:sldId id="373" r:id="rId16"/>
    <p:sldId id="374" r:id="rId17"/>
    <p:sldId id="376" r:id="rId18"/>
    <p:sldId id="380" r:id="rId19"/>
    <p:sldId id="377" r:id="rId20"/>
    <p:sldId id="378" r:id="rId21"/>
    <p:sldId id="381" r:id="rId22"/>
    <p:sldId id="379" r:id="rId23"/>
    <p:sldId id="382" r:id="rId24"/>
    <p:sldId id="383" r:id="rId25"/>
    <p:sldId id="384" r:id="rId26"/>
    <p:sldId id="385" r:id="rId27"/>
    <p:sldId id="386" r:id="rId28"/>
    <p:sldId id="387" r:id="rId29"/>
    <p:sldId id="390" r:id="rId30"/>
    <p:sldId id="388" r:id="rId31"/>
    <p:sldId id="389" r:id="rId32"/>
    <p:sldId id="391" r:id="rId33"/>
    <p:sldId id="392" r:id="rId34"/>
    <p:sldId id="393" r:id="rId35"/>
    <p:sldId id="395" r:id="rId36"/>
    <p:sldId id="394" r:id="rId37"/>
    <p:sldId id="396" r:id="rId38"/>
    <p:sldId id="397" r:id="rId39"/>
    <p:sldId id="398" r:id="rId40"/>
    <p:sldId id="399" r:id="rId41"/>
    <p:sldId id="400" r:id="rId4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7C9DDAD8-27EC-E54D-BF9C-23E3848C8D55}">
          <p14:sldIdLst>
            <p14:sldId id="358"/>
            <p14:sldId id="361"/>
            <p14:sldId id="359"/>
            <p14:sldId id="360"/>
            <p14:sldId id="362"/>
            <p14:sldId id="363"/>
            <p14:sldId id="364"/>
            <p14:sldId id="365"/>
          </p14:sldIdLst>
        </p14:section>
        <p14:section name="Printing" id="{D7128EE0-1CF1-5D45-8972-9459F5B9FBBA}">
          <p14:sldIdLst>
            <p14:sldId id="366"/>
            <p14:sldId id="367"/>
            <p14:sldId id="368"/>
            <p14:sldId id="371"/>
            <p14:sldId id="370"/>
            <p14:sldId id="372"/>
            <p14:sldId id="373"/>
            <p14:sldId id="374"/>
            <p14:sldId id="376"/>
            <p14:sldId id="380"/>
            <p14:sldId id="377"/>
            <p14:sldId id="378"/>
            <p14:sldId id="381"/>
            <p14:sldId id="379"/>
            <p14:sldId id="382"/>
            <p14:sldId id="383"/>
            <p14:sldId id="384"/>
            <p14:sldId id="385"/>
            <p14:sldId id="386"/>
            <p14:sldId id="387"/>
            <p14:sldId id="390"/>
          </p14:sldIdLst>
        </p14:section>
        <p14:section name="Binding" id="{D7E91CE2-500A-594C-B053-5031E287C748}">
          <p14:sldIdLst>
            <p14:sldId id="388"/>
            <p14:sldId id="389"/>
            <p14:sldId id="391"/>
            <p14:sldId id="392"/>
            <p14:sldId id="393"/>
          </p14:sldIdLst>
        </p14:section>
        <p14:section name="Pointers to objects" id="{3571755C-25C8-C142-911D-2A4A4A66C834}">
          <p14:sldIdLst>
            <p14:sldId id="395"/>
            <p14:sldId id="394"/>
            <p14:sldId id="396"/>
            <p14:sldId id="397"/>
            <p14:sldId id="398"/>
            <p14:sldId id="399"/>
            <p14:sldId id="40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031807C-CA44-5448-9277-29B97F58CE06}" v="123" dt="2026-02-09T06:41:39.29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890"/>
    <p:restoredTop sz="96327"/>
  </p:normalViewPr>
  <p:slideViewPr>
    <p:cSldViewPr snapToGrid="0">
      <p:cViewPr varScale="1">
        <p:scale>
          <a:sx n="128" d="100"/>
          <a:sy n="128" d="100"/>
        </p:scale>
        <p:origin x="52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48" Type="http://schemas.microsoft.com/office/2016/11/relationships/changesInfo" Target="changesInfos/changesInfo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oby Donaldson" userId="2e6e5431-bb17-4c41-9985-d39c50d83c73" providerId="ADAL" clId="{F31BC264-820E-54C4-A6D1-F92AF9CC222E}"/>
    <pc:docChg chg="undo redo custSel addSld delSld modSld sldOrd delSection modSection">
      <pc:chgData name="Toby Donaldson" userId="2e6e5431-bb17-4c41-9985-d39c50d83c73" providerId="ADAL" clId="{F31BC264-820E-54C4-A6D1-F92AF9CC222E}" dt="2026-02-04T21:13:19.497" v="10078"/>
      <pc:docMkLst>
        <pc:docMk/>
      </pc:docMkLst>
      <pc:sldChg chg="addSp delSp modSp add mod">
        <pc:chgData name="Toby Donaldson" userId="2e6e5431-bb17-4c41-9985-d39c50d83c73" providerId="ADAL" clId="{F31BC264-820E-54C4-A6D1-F92AF9CC222E}" dt="2026-02-02T20:59:59.566" v="10077"/>
        <pc:sldMkLst>
          <pc:docMk/>
          <pc:sldMk cId="1310954690" sldId="358"/>
        </pc:sldMkLst>
        <pc:spChg chg="mod">
          <ac:chgData name="Toby Donaldson" userId="2e6e5431-bb17-4c41-9985-d39c50d83c73" providerId="ADAL" clId="{F31BC264-820E-54C4-A6D1-F92AF9CC222E}" dt="2026-02-02T20:15:01.315" v="10051" actId="20577"/>
          <ac:spMkLst>
            <pc:docMk/>
            <pc:sldMk cId="1310954690" sldId="358"/>
            <ac:spMk id="3" creationId="{7B35CFC1-64B2-99C6-6730-A0966D893A78}"/>
          </ac:spMkLst>
        </pc:spChg>
      </pc:sldChg>
    </pc:docChg>
  </pc:docChgLst>
  <pc:docChgLst>
    <pc:chgData name="Toby Donaldson" userId="2e6e5431-bb17-4c41-9985-d39c50d83c73" providerId="ADAL" clId="{7F9681A8-EEE2-56F4-9B39-ECCBEE0471AC}"/>
    <pc:docChg chg="undo redo custSel addSld delSld modSld sldOrd addSection delSection modSection">
      <pc:chgData name="Toby Donaldson" userId="2e6e5431-bb17-4c41-9985-d39c50d83c73" providerId="ADAL" clId="{7F9681A8-EEE2-56F4-9B39-ECCBEE0471AC}" dt="2026-02-09T06:44:44.412" v="42494" actId="113"/>
      <pc:docMkLst>
        <pc:docMk/>
      </pc:docMkLst>
      <pc:sldChg chg="del">
        <pc:chgData name="Toby Donaldson" userId="2e6e5431-bb17-4c41-9985-d39c50d83c73" providerId="ADAL" clId="{7F9681A8-EEE2-56F4-9B39-ECCBEE0471AC}" dt="2026-02-09T06:37:15.131" v="42425" actId="2696"/>
        <pc:sldMkLst>
          <pc:docMk/>
          <pc:sldMk cId="1204002011" sldId="334"/>
        </pc:sldMkLst>
      </pc:sldChg>
      <pc:sldChg chg="addSp delSp modSp mod">
        <pc:chgData name="Toby Donaldson" userId="2e6e5431-bb17-4c41-9985-d39c50d83c73" providerId="ADAL" clId="{7F9681A8-EEE2-56F4-9B39-ECCBEE0471AC}" dt="2026-02-09T06:43:16.733" v="42482" actId="113"/>
        <pc:sldMkLst>
          <pc:docMk/>
          <pc:sldMk cId="1310954690" sldId="358"/>
        </pc:sldMkLst>
        <pc:spChg chg="mod">
          <ac:chgData name="Toby Donaldson" userId="2e6e5431-bb17-4c41-9985-d39c50d83c73" providerId="ADAL" clId="{7F9681A8-EEE2-56F4-9B39-ECCBEE0471AC}" dt="2026-02-05T00:27:38.186" v="35282" actId="14100"/>
          <ac:spMkLst>
            <pc:docMk/>
            <pc:sldMk cId="1310954690" sldId="358"/>
            <ac:spMk id="2" creationId="{EBAAF929-1DF2-1253-394E-87D3BBC779D4}"/>
          </ac:spMkLst>
        </pc:spChg>
        <pc:spChg chg="mod">
          <ac:chgData name="Toby Donaldson" userId="2e6e5431-bb17-4c41-9985-d39c50d83c73" providerId="ADAL" clId="{7F9681A8-EEE2-56F4-9B39-ECCBEE0471AC}" dt="2026-02-09T06:43:16.733" v="42482" actId="113"/>
          <ac:spMkLst>
            <pc:docMk/>
            <pc:sldMk cId="1310954690" sldId="358"/>
            <ac:spMk id="3" creationId="{7B35CFC1-64B2-99C6-6730-A0966D893A78}"/>
          </ac:spMkLst>
        </pc:spChg>
      </pc:sldChg>
      <pc:sldChg chg="addSp delSp modSp add mod">
        <pc:chgData name="Toby Donaldson" userId="2e6e5431-bb17-4c41-9985-d39c50d83c73" providerId="ADAL" clId="{7F9681A8-EEE2-56F4-9B39-ECCBEE0471AC}" dt="2026-02-09T06:43:33.783" v="42486" actId="113"/>
        <pc:sldMkLst>
          <pc:docMk/>
          <pc:sldMk cId="411447716" sldId="359"/>
        </pc:sldMkLst>
        <pc:spChg chg="mod">
          <ac:chgData name="Toby Donaldson" userId="2e6e5431-bb17-4c41-9985-d39c50d83c73" providerId="ADAL" clId="{7F9681A8-EEE2-56F4-9B39-ECCBEE0471AC}" dt="2026-02-09T06:43:33.783" v="42486" actId="113"/>
          <ac:spMkLst>
            <pc:docMk/>
            <pc:sldMk cId="411447716" sldId="359"/>
            <ac:spMk id="3" creationId="{41C23BE9-756B-AE09-E2B2-92694EED71B3}"/>
          </ac:spMkLst>
        </pc:spChg>
        <pc:spChg chg="add mod">
          <ac:chgData name="Toby Donaldson" userId="2e6e5431-bb17-4c41-9985-d39c50d83c73" providerId="ADAL" clId="{7F9681A8-EEE2-56F4-9B39-ECCBEE0471AC}" dt="2026-02-05T00:36:59.851" v="35656"/>
          <ac:spMkLst>
            <pc:docMk/>
            <pc:sldMk cId="411447716" sldId="359"/>
            <ac:spMk id="14" creationId="{21067FA8-C616-4B9A-C365-3EA9FB798EC9}"/>
          </ac:spMkLst>
        </pc:spChg>
        <pc:cxnChg chg="add mod">
          <ac:chgData name="Toby Donaldson" userId="2e6e5431-bb17-4c41-9985-d39c50d83c73" providerId="ADAL" clId="{7F9681A8-EEE2-56F4-9B39-ECCBEE0471AC}" dt="2026-02-05T00:33:35.657" v="35568" actId="14100"/>
          <ac:cxnSpMkLst>
            <pc:docMk/>
            <pc:sldMk cId="411447716" sldId="359"/>
            <ac:cxnSpMk id="7" creationId="{9D1516FA-1D7E-62C7-D8BC-662F39772568}"/>
          </ac:cxnSpMkLst>
        </pc:cxnChg>
        <pc:cxnChg chg="add mod">
          <ac:chgData name="Toby Donaldson" userId="2e6e5431-bb17-4c41-9985-d39c50d83c73" providerId="ADAL" clId="{7F9681A8-EEE2-56F4-9B39-ECCBEE0471AC}" dt="2026-02-05T00:36:59.851" v="35656"/>
          <ac:cxnSpMkLst>
            <pc:docMk/>
            <pc:sldMk cId="411447716" sldId="359"/>
            <ac:cxnSpMk id="15" creationId="{85804E7E-524A-F6DC-7B4B-551C684799C9}"/>
          </ac:cxnSpMkLst>
        </pc:cxnChg>
        <pc:cxnChg chg="mod">
          <ac:chgData name="Toby Donaldson" userId="2e6e5431-bb17-4c41-9985-d39c50d83c73" providerId="ADAL" clId="{7F9681A8-EEE2-56F4-9B39-ECCBEE0471AC}" dt="2026-02-05T00:33:28.422" v="35565" actId="14100"/>
          <ac:cxnSpMkLst>
            <pc:docMk/>
            <pc:sldMk cId="411447716" sldId="359"/>
            <ac:cxnSpMk id="25" creationId="{194C4F6D-53BD-5B0A-A699-667B8391A32D}"/>
          </ac:cxnSpMkLst>
        </pc:cxnChg>
      </pc:sldChg>
      <pc:sldChg chg="addSp modSp add mod">
        <pc:chgData name="Toby Donaldson" userId="2e6e5431-bb17-4c41-9985-d39c50d83c73" providerId="ADAL" clId="{7F9681A8-EEE2-56F4-9B39-ECCBEE0471AC}" dt="2026-02-09T06:43:38.634" v="42488" actId="113"/>
        <pc:sldMkLst>
          <pc:docMk/>
          <pc:sldMk cId="3970740836" sldId="360"/>
        </pc:sldMkLst>
        <pc:spChg chg="mod">
          <ac:chgData name="Toby Donaldson" userId="2e6e5431-bb17-4c41-9985-d39c50d83c73" providerId="ADAL" clId="{7F9681A8-EEE2-56F4-9B39-ECCBEE0471AC}" dt="2026-02-09T06:43:38.634" v="42488" actId="113"/>
          <ac:spMkLst>
            <pc:docMk/>
            <pc:sldMk cId="3970740836" sldId="360"/>
            <ac:spMk id="3" creationId="{79515B86-6D86-6D44-C201-235FE722F03E}"/>
          </ac:spMkLst>
        </pc:spChg>
        <pc:spChg chg="add mod">
          <ac:chgData name="Toby Donaldson" userId="2e6e5431-bb17-4c41-9985-d39c50d83c73" providerId="ADAL" clId="{7F9681A8-EEE2-56F4-9B39-ECCBEE0471AC}" dt="2026-02-05T00:37:01.588" v="35657"/>
          <ac:spMkLst>
            <pc:docMk/>
            <pc:sldMk cId="3970740836" sldId="360"/>
            <ac:spMk id="5" creationId="{90B2FACB-D527-CE2F-A8EC-BD66B60E7434}"/>
          </ac:spMkLst>
        </pc:spChg>
        <pc:spChg chg="mod">
          <ac:chgData name="Toby Donaldson" userId="2e6e5431-bb17-4c41-9985-d39c50d83c73" providerId="ADAL" clId="{7F9681A8-EEE2-56F4-9B39-ECCBEE0471AC}" dt="2026-02-05T00:37:23.106" v="35700" actId="20577"/>
          <ac:spMkLst>
            <pc:docMk/>
            <pc:sldMk cId="3970740836" sldId="360"/>
            <ac:spMk id="22" creationId="{D77EE7B7-6CFA-9C47-AEDA-FA196585A535}"/>
          </ac:spMkLst>
        </pc:spChg>
        <pc:cxnChg chg="add mod">
          <ac:chgData name="Toby Donaldson" userId="2e6e5431-bb17-4c41-9985-d39c50d83c73" providerId="ADAL" clId="{7F9681A8-EEE2-56F4-9B39-ECCBEE0471AC}" dt="2026-02-05T00:37:01.588" v="35657"/>
          <ac:cxnSpMkLst>
            <pc:docMk/>
            <pc:sldMk cId="3970740836" sldId="360"/>
            <ac:cxnSpMk id="6" creationId="{575DD8D9-8931-8781-EBE3-61739E4A3C3E}"/>
          </ac:cxnSpMkLst>
        </pc:cxnChg>
      </pc:sldChg>
      <pc:sldChg chg="addSp modSp add mod">
        <pc:chgData name="Toby Donaldson" userId="2e6e5431-bb17-4c41-9985-d39c50d83c73" providerId="ADAL" clId="{7F9681A8-EEE2-56F4-9B39-ECCBEE0471AC}" dt="2026-02-09T06:43:29.083" v="42484" actId="113"/>
        <pc:sldMkLst>
          <pc:docMk/>
          <pc:sldMk cId="663643088" sldId="361"/>
        </pc:sldMkLst>
        <pc:spChg chg="mod">
          <ac:chgData name="Toby Donaldson" userId="2e6e5431-bb17-4c41-9985-d39c50d83c73" providerId="ADAL" clId="{7F9681A8-EEE2-56F4-9B39-ECCBEE0471AC}" dt="2026-02-09T06:43:29.083" v="42484" actId="113"/>
          <ac:spMkLst>
            <pc:docMk/>
            <pc:sldMk cId="663643088" sldId="361"/>
            <ac:spMk id="3" creationId="{5CDBD2E5-F974-B8AD-CA1C-D4A19103585F}"/>
          </ac:spMkLst>
        </pc:spChg>
        <pc:spChg chg="add mod">
          <ac:chgData name="Toby Donaldson" userId="2e6e5431-bb17-4c41-9985-d39c50d83c73" providerId="ADAL" clId="{7F9681A8-EEE2-56F4-9B39-ECCBEE0471AC}" dt="2026-02-05T00:36:20.972" v="35651" actId="1076"/>
          <ac:spMkLst>
            <pc:docMk/>
            <pc:sldMk cId="663643088" sldId="361"/>
            <ac:spMk id="5" creationId="{03060692-D27D-06E3-C41B-2B57E45FD6B9}"/>
          </ac:spMkLst>
        </pc:spChg>
        <pc:cxnChg chg="add mod">
          <ac:chgData name="Toby Donaldson" userId="2e6e5431-bb17-4c41-9985-d39c50d83c73" providerId="ADAL" clId="{7F9681A8-EEE2-56F4-9B39-ECCBEE0471AC}" dt="2026-02-05T00:36:42.889" v="35655" actId="14100"/>
          <ac:cxnSpMkLst>
            <pc:docMk/>
            <pc:sldMk cId="663643088" sldId="361"/>
            <ac:cxnSpMk id="6" creationId="{E5512506-084C-87D8-7894-5B20A7F1F87F}"/>
          </ac:cxnSpMkLst>
        </pc:cxnChg>
      </pc:sldChg>
      <pc:sldChg chg="addSp delSp modSp add mod">
        <pc:chgData name="Toby Donaldson" userId="2e6e5431-bb17-4c41-9985-d39c50d83c73" providerId="ADAL" clId="{7F9681A8-EEE2-56F4-9B39-ECCBEE0471AC}" dt="2026-02-09T06:44:35.149" v="42490" actId="113"/>
        <pc:sldMkLst>
          <pc:docMk/>
          <pc:sldMk cId="858015762" sldId="362"/>
        </pc:sldMkLst>
        <pc:spChg chg="mod">
          <ac:chgData name="Toby Donaldson" userId="2e6e5431-bb17-4c41-9985-d39c50d83c73" providerId="ADAL" clId="{7F9681A8-EEE2-56F4-9B39-ECCBEE0471AC}" dt="2026-02-09T06:44:35.149" v="42490" actId="113"/>
          <ac:spMkLst>
            <pc:docMk/>
            <pc:sldMk cId="858015762" sldId="362"/>
            <ac:spMk id="3" creationId="{8E1E5443-B474-57A4-42E0-6D9846897F01}"/>
          </ac:spMkLst>
        </pc:spChg>
        <pc:spChg chg="add mod">
          <ac:chgData name="Toby Donaldson" userId="2e6e5431-bb17-4c41-9985-d39c50d83c73" providerId="ADAL" clId="{7F9681A8-EEE2-56F4-9B39-ECCBEE0471AC}" dt="2026-02-05T00:41:46.420" v="35930" actId="1076"/>
          <ac:spMkLst>
            <pc:docMk/>
            <pc:sldMk cId="858015762" sldId="362"/>
            <ac:spMk id="7" creationId="{8CF8CE18-2792-F9D0-F273-360A7E6B6231}"/>
          </ac:spMkLst>
        </pc:spChg>
        <pc:spChg chg="add mod">
          <ac:chgData name="Toby Donaldson" userId="2e6e5431-bb17-4c41-9985-d39c50d83c73" providerId="ADAL" clId="{7F9681A8-EEE2-56F4-9B39-ECCBEE0471AC}" dt="2026-02-05T00:40:14.719" v="35819" actId="20577"/>
          <ac:spMkLst>
            <pc:docMk/>
            <pc:sldMk cId="858015762" sldId="362"/>
            <ac:spMk id="9" creationId="{C8F1BB9E-19AF-503F-1EE0-42BED28A3EA7}"/>
          </ac:spMkLst>
        </pc:spChg>
        <pc:spChg chg="add mod">
          <ac:chgData name="Toby Donaldson" userId="2e6e5431-bb17-4c41-9985-d39c50d83c73" providerId="ADAL" clId="{7F9681A8-EEE2-56F4-9B39-ECCBEE0471AC}" dt="2026-02-05T00:42:38.618" v="35966" actId="113"/>
          <ac:spMkLst>
            <pc:docMk/>
            <pc:sldMk cId="858015762" sldId="362"/>
            <ac:spMk id="13" creationId="{4361B7D8-7E65-4BDC-708D-D0AA6E194DB5}"/>
          </ac:spMkLst>
        </pc:spChg>
        <pc:spChg chg="add mod">
          <ac:chgData name="Toby Donaldson" userId="2e6e5431-bb17-4c41-9985-d39c50d83c73" providerId="ADAL" clId="{7F9681A8-EEE2-56F4-9B39-ECCBEE0471AC}" dt="2026-02-05T00:43:10.497" v="36007" actId="20577"/>
          <ac:spMkLst>
            <pc:docMk/>
            <pc:sldMk cId="858015762" sldId="362"/>
            <ac:spMk id="18" creationId="{D6FEC744-BC9F-26D7-2D1F-3DD1E3FB7CA9}"/>
          </ac:spMkLst>
        </pc:spChg>
        <pc:cxnChg chg="add mod">
          <ac:chgData name="Toby Donaldson" userId="2e6e5431-bb17-4c41-9985-d39c50d83c73" providerId="ADAL" clId="{7F9681A8-EEE2-56F4-9B39-ECCBEE0471AC}" dt="2026-02-05T00:41:02.070" v="35873" actId="14100"/>
          <ac:cxnSpMkLst>
            <pc:docMk/>
            <pc:sldMk cId="858015762" sldId="362"/>
            <ac:cxnSpMk id="14" creationId="{C99EF146-A21F-3CA6-A9C8-2086E758F996}"/>
          </ac:cxnSpMkLst>
        </pc:cxnChg>
        <pc:cxnChg chg="add mod">
          <ac:chgData name="Toby Donaldson" userId="2e6e5431-bb17-4c41-9985-d39c50d83c73" providerId="ADAL" clId="{7F9681A8-EEE2-56F4-9B39-ECCBEE0471AC}" dt="2026-02-05T00:42:30.171" v="35965" actId="1076"/>
          <ac:cxnSpMkLst>
            <pc:docMk/>
            <pc:sldMk cId="858015762" sldId="362"/>
            <ac:cxnSpMk id="20" creationId="{94B868F1-C114-01D1-A7AA-53A705D37C76}"/>
          </ac:cxnSpMkLst>
        </pc:cxnChg>
      </pc:sldChg>
      <pc:sldChg chg="delSp modSp add mod">
        <pc:chgData name="Toby Donaldson" userId="2e6e5431-bb17-4c41-9985-d39c50d83c73" providerId="ADAL" clId="{7F9681A8-EEE2-56F4-9B39-ECCBEE0471AC}" dt="2026-02-09T06:44:40.107" v="42492" actId="113"/>
        <pc:sldMkLst>
          <pc:docMk/>
          <pc:sldMk cId="1562273311" sldId="363"/>
        </pc:sldMkLst>
        <pc:spChg chg="mod">
          <ac:chgData name="Toby Donaldson" userId="2e6e5431-bb17-4c41-9985-d39c50d83c73" providerId="ADAL" clId="{7F9681A8-EEE2-56F4-9B39-ECCBEE0471AC}" dt="2026-02-09T06:44:40.107" v="42492" actId="113"/>
          <ac:spMkLst>
            <pc:docMk/>
            <pc:sldMk cId="1562273311" sldId="363"/>
            <ac:spMk id="3" creationId="{AD8E6E98-2E63-2600-6599-303DD6E0BEF4}"/>
          </ac:spMkLst>
        </pc:spChg>
        <pc:spChg chg="mod">
          <ac:chgData name="Toby Donaldson" userId="2e6e5431-bb17-4c41-9985-d39c50d83c73" providerId="ADAL" clId="{7F9681A8-EEE2-56F4-9B39-ECCBEE0471AC}" dt="2026-02-05T00:44:21.075" v="36010" actId="1076"/>
          <ac:spMkLst>
            <pc:docMk/>
            <pc:sldMk cId="1562273311" sldId="363"/>
            <ac:spMk id="4" creationId="{01D8894A-738E-C5D3-856D-63967A78B412}"/>
          </ac:spMkLst>
        </pc:spChg>
        <pc:spChg chg="mod">
          <ac:chgData name="Toby Donaldson" userId="2e6e5431-bb17-4c41-9985-d39c50d83c73" providerId="ADAL" clId="{7F9681A8-EEE2-56F4-9B39-ECCBEE0471AC}" dt="2026-02-05T00:44:30.789" v="36011" actId="1076"/>
          <ac:spMkLst>
            <pc:docMk/>
            <pc:sldMk cId="1562273311" sldId="363"/>
            <ac:spMk id="7" creationId="{95E670C4-E311-4891-79F1-90EFF91657B9}"/>
          </ac:spMkLst>
        </pc:spChg>
        <pc:spChg chg="mod">
          <ac:chgData name="Toby Donaldson" userId="2e6e5431-bb17-4c41-9985-d39c50d83c73" providerId="ADAL" clId="{7F9681A8-EEE2-56F4-9B39-ECCBEE0471AC}" dt="2026-02-05T00:44:21.075" v="36010" actId="1076"/>
          <ac:spMkLst>
            <pc:docMk/>
            <pc:sldMk cId="1562273311" sldId="363"/>
            <ac:spMk id="8" creationId="{19860B02-E769-2258-5D4E-73BC2745A626}"/>
          </ac:spMkLst>
        </pc:spChg>
        <pc:spChg chg="mod">
          <ac:chgData name="Toby Donaldson" userId="2e6e5431-bb17-4c41-9985-d39c50d83c73" providerId="ADAL" clId="{7F9681A8-EEE2-56F4-9B39-ECCBEE0471AC}" dt="2026-02-05T00:44:30.789" v="36011" actId="1076"/>
          <ac:spMkLst>
            <pc:docMk/>
            <pc:sldMk cId="1562273311" sldId="363"/>
            <ac:spMk id="9" creationId="{1E023E58-ED34-70FF-0AA0-19765263A698}"/>
          </ac:spMkLst>
        </pc:spChg>
        <pc:cxnChg chg="mod">
          <ac:chgData name="Toby Donaldson" userId="2e6e5431-bb17-4c41-9985-d39c50d83c73" providerId="ADAL" clId="{7F9681A8-EEE2-56F4-9B39-ECCBEE0471AC}" dt="2026-02-05T00:44:21.075" v="36010" actId="1076"/>
          <ac:cxnSpMkLst>
            <pc:docMk/>
            <pc:sldMk cId="1562273311" sldId="363"/>
            <ac:cxnSpMk id="10" creationId="{2529598D-78AB-E098-7842-41ED2631A865}"/>
          </ac:cxnSpMkLst>
        </pc:cxnChg>
      </pc:sldChg>
      <pc:sldChg chg="modSp add mod">
        <pc:chgData name="Toby Donaldson" userId="2e6e5431-bb17-4c41-9985-d39c50d83c73" providerId="ADAL" clId="{7F9681A8-EEE2-56F4-9B39-ECCBEE0471AC}" dt="2026-02-09T06:44:44.412" v="42494" actId="113"/>
        <pc:sldMkLst>
          <pc:docMk/>
          <pc:sldMk cId="2629793367" sldId="364"/>
        </pc:sldMkLst>
        <pc:spChg chg="mod">
          <ac:chgData name="Toby Donaldson" userId="2e6e5431-bb17-4c41-9985-d39c50d83c73" providerId="ADAL" clId="{7F9681A8-EEE2-56F4-9B39-ECCBEE0471AC}" dt="2026-02-09T06:44:44.412" v="42494" actId="113"/>
          <ac:spMkLst>
            <pc:docMk/>
            <pc:sldMk cId="2629793367" sldId="364"/>
            <ac:spMk id="3" creationId="{448A290A-8A59-8754-413C-3AD47D37D7D8}"/>
          </ac:spMkLst>
        </pc:spChg>
        <pc:spChg chg="mod">
          <ac:chgData name="Toby Donaldson" userId="2e6e5431-bb17-4c41-9985-d39c50d83c73" providerId="ADAL" clId="{7F9681A8-EEE2-56F4-9B39-ECCBEE0471AC}" dt="2026-02-05T00:45:32.174" v="36023" actId="207"/>
          <ac:spMkLst>
            <pc:docMk/>
            <pc:sldMk cId="2629793367" sldId="364"/>
            <ac:spMk id="9" creationId="{CD6CC616-008A-9AD7-55F9-12AE3A078FB2}"/>
          </ac:spMkLst>
        </pc:spChg>
        <pc:spChg chg="mod">
          <ac:chgData name="Toby Donaldson" userId="2e6e5431-bb17-4c41-9985-d39c50d83c73" providerId="ADAL" clId="{7F9681A8-EEE2-56F4-9B39-ECCBEE0471AC}" dt="2026-02-05T00:45:50.272" v="36027" actId="20577"/>
          <ac:spMkLst>
            <pc:docMk/>
            <pc:sldMk cId="2629793367" sldId="364"/>
            <ac:spMk id="18" creationId="{7CC2B86C-4DB8-47A1-F180-3C58073800CB}"/>
          </ac:spMkLst>
        </pc:spChg>
      </pc:sldChg>
      <pc:sldChg chg="modSp new mod">
        <pc:chgData name="Toby Donaldson" userId="2e6e5431-bb17-4c41-9985-d39c50d83c73" providerId="ADAL" clId="{7F9681A8-EEE2-56F4-9B39-ECCBEE0471AC}" dt="2026-02-05T00:47:00.226" v="36122" actId="20577"/>
        <pc:sldMkLst>
          <pc:docMk/>
          <pc:sldMk cId="257285338" sldId="365"/>
        </pc:sldMkLst>
        <pc:spChg chg="mod">
          <ac:chgData name="Toby Donaldson" userId="2e6e5431-bb17-4c41-9985-d39c50d83c73" providerId="ADAL" clId="{7F9681A8-EEE2-56F4-9B39-ECCBEE0471AC}" dt="2026-02-05T00:46:23.245" v="36046" actId="20577"/>
          <ac:spMkLst>
            <pc:docMk/>
            <pc:sldMk cId="257285338" sldId="365"/>
            <ac:spMk id="2" creationId="{CC43AF09-6FA1-5E01-A2E5-7E58E93DE8A1}"/>
          </ac:spMkLst>
        </pc:spChg>
        <pc:spChg chg="mod">
          <ac:chgData name="Toby Donaldson" userId="2e6e5431-bb17-4c41-9985-d39c50d83c73" providerId="ADAL" clId="{7F9681A8-EEE2-56F4-9B39-ECCBEE0471AC}" dt="2026-02-05T00:47:00.226" v="36122" actId="20577"/>
          <ac:spMkLst>
            <pc:docMk/>
            <pc:sldMk cId="257285338" sldId="365"/>
            <ac:spMk id="3" creationId="{C705540A-A4DC-8864-D1BA-A49BE0836CBB}"/>
          </ac:spMkLst>
        </pc:spChg>
      </pc:sldChg>
      <pc:sldChg chg="addSp delSp modSp new mod">
        <pc:chgData name="Toby Donaldson" userId="2e6e5431-bb17-4c41-9985-d39c50d83c73" providerId="ADAL" clId="{7F9681A8-EEE2-56F4-9B39-ECCBEE0471AC}" dt="2026-02-05T02:21:29.399" v="36436" actId="14100"/>
        <pc:sldMkLst>
          <pc:docMk/>
          <pc:sldMk cId="413009064" sldId="366"/>
        </pc:sldMkLst>
        <pc:spChg chg="mod">
          <ac:chgData name="Toby Donaldson" userId="2e6e5431-bb17-4c41-9985-d39c50d83c73" providerId="ADAL" clId="{7F9681A8-EEE2-56F4-9B39-ECCBEE0471AC}" dt="2026-02-05T02:15:42.063" v="36195" actId="1076"/>
          <ac:spMkLst>
            <pc:docMk/>
            <pc:sldMk cId="413009064" sldId="366"/>
            <ac:spMk id="2" creationId="{3035699E-D7C7-2A67-5699-3DD5E03BAE0B}"/>
          </ac:spMkLst>
        </pc:spChg>
        <pc:spChg chg="add mod">
          <ac:chgData name="Toby Donaldson" userId="2e6e5431-bb17-4c41-9985-d39c50d83c73" providerId="ADAL" clId="{7F9681A8-EEE2-56F4-9B39-ECCBEE0471AC}" dt="2026-02-05T02:18:51.381" v="36316" actId="1076"/>
          <ac:spMkLst>
            <pc:docMk/>
            <pc:sldMk cId="413009064" sldId="366"/>
            <ac:spMk id="4" creationId="{11FBB0A3-8806-8564-A254-7F7F936780C1}"/>
          </ac:spMkLst>
        </pc:spChg>
        <pc:spChg chg="add mod">
          <ac:chgData name="Toby Donaldson" userId="2e6e5431-bb17-4c41-9985-d39c50d83c73" providerId="ADAL" clId="{7F9681A8-EEE2-56F4-9B39-ECCBEE0471AC}" dt="2026-02-05T02:21:08.515" v="36419" actId="1076"/>
          <ac:spMkLst>
            <pc:docMk/>
            <pc:sldMk cId="413009064" sldId="366"/>
            <ac:spMk id="5" creationId="{F5752AEE-2BDC-33E7-41C1-B2CACD27B548}"/>
          </ac:spMkLst>
        </pc:spChg>
        <pc:spChg chg="add mod">
          <ac:chgData name="Toby Donaldson" userId="2e6e5431-bb17-4c41-9985-d39c50d83c73" providerId="ADAL" clId="{7F9681A8-EEE2-56F4-9B39-ECCBEE0471AC}" dt="2026-02-05T02:21:29.399" v="36436" actId="14100"/>
          <ac:spMkLst>
            <pc:docMk/>
            <pc:sldMk cId="413009064" sldId="366"/>
            <ac:spMk id="6" creationId="{9951DE53-58A4-9A6F-21F9-59879D33AA33}"/>
          </ac:spMkLst>
        </pc:spChg>
      </pc:sldChg>
      <pc:sldChg chg="addSp modSp add mod">
        <pc:chgData name="Toby Donaldson" userId="2e6e5431-bb17-4c41-9985-d39c50d83c73" providerId="ADAL" clId="{7F9681A8-EEE2-56F4-9B39-ECCBEE0471AC}" dt="2026-02-05T02:21:40.543" v="36443" actId="20577"/>
        <pc:sldMkLst>
          <pc:docMk/>
          <pc:sldMk cId="813900012" sldId="367"/>
        </pc:sldMkLst>
        <pc:spChg chg="add mod">
          <ac:chgData name="Toby Donaldson" userId="2e6e5431-bb17-4c41-9985-d39c50d83c73" providerId="ADAL" clId="{7F9681A8-EEE2-56F4-9B39-ECCBEE0471AC}" dt="2026-02-05T02:21:37.168" v="36437"/>
          <ac:spMkLst>
            <pc:docMk/>
            <pc:sldMk cId="813900012" sldId="367"/>
            <ac:spMk id="3" creationId="{3D9493FD-3F17-600C-4EF3-3FEE80181744}"/>
          </ac:spMkLst>
        </pc:spChg>
        <pc:spChg chg="mod">
          <ac:chgData name="Toby Donaldson" userId="2e6e5431-bb17-4c41-9985-d39c50d83c73" providerId="ADAL" clId="{7F9681A8-EEE2-56F4-9B39-ECCBEE0471AC}" dt="2026-02-05T02:18:26.630" v="36314" actId="1076"/>
          <ac:spMkLst>
            <pc:docMk/>
            <pc:sldMk cId="813900012" sldId="367"/>
            <ac:spMk id="4" creationId="{E642E169-DED8-5AEB-07B9-243E31E94966}"/>
          </ac:spMkLst>
        </pc:spChg>
        <pc:spChg chg="add mod">
          <ac:chgData name="Toby Donaldson" userId="2e6e5431-bb17-4c41-9985-d39c50d83c73" providerId="ADAL" clId="{7F9681A8-EEE2-56F4-9B39-ECCBEE0471AC}" dt="2026-02-05T02:21:40.543" v="36443" actId="20577"/>
          <ac:spMkLst>
            <pc:docMk/>
            <pc:sldMk cId="813900012" sldId="367"/>
            <ac:spMk id="5" creationId="{53C8EF5A-2EB0-A886-03EB-D2D5BCBA2B85}"/>
          </ac:spMkLst>
        </pc:spChg>
      </pc:sldChg>
      <pc:sldChg chg="addSp modSp add mod">
        <pc:chgData name="Toby Donaldson" userId="2e6e5431-bb17-4c41-9985-d39c50d83c73" providerId="ADAL" clId="{7F9681A8-EEE2-56F4-9B39-ECCBEE0471AC}" dt="2026-02-05T02:21:50.283" v="36452" actId="14100"/>
        <pc:sldMkLst>
          <pc:docMk/>
          <pc:sldMk cId="244198095" sldId="368"/>
        </pc:sldMkLst>
        <pc:spChg chg="add mod">
          <ac:chgData name="Toby Donaldson" userId="2e6e5431-bb17-4c41-9985-d39c50d83c73" providerId="ADAL" clId="{7F9681A8-EEE2-56F4-9B39-ECCBEE0471AC}" dt="2026-02-05T02:21:44.228" v="36444"/>
          <ac:spMkLst>
            <pc:docMk/>
            <pc:sldMk cId="244198095" sldId="368"/>
            <ac:spMk id="3" creationId="{0ACA8FD9-8930-1AC7-BDDD-FA9C9CAFB410}"/>
          </ac:spMkLst>
        </pc:spChg>
        <pc:spChg chg="mod">
          <ac:chgData name="Toby Donaldson" userId="2e6e5431-bb17-4c41-9985-d39c50d83c73" providerId="ADAL" clId="{7F9681A8-EEE2-56F4-9B39-ECCBEE0471AC}" dt="2026-02-05T02:20:08.665" v="36369" actId="20577"/>
          <ac:spMkLst>
            <pc:docMk/>
            <pc:sldMk cId="244198095" sldId="368"/>
            <ac:spMk id="4" creationId="{D82E7006-A8D8-704E-F934-D22997F7FBA4}"/>
          </ac:spMkLst>
        </pc:spChg>
        <pc:spChg chg="add mod">
          <ac:chgData name="Toby Donaldson" userId="2e6e5431-bb17-4c41-9985-d39c50d83c73" providerId="ADAL" clId="{7F9681A8-EEE2-56F4-9B39-ECCBEE0471AC}" dt="2026-02-05T02:21:50.283" v="36452" actId="14100"/>
          <ac:spMkLst>
            <pc:docMk/>
            <pc:sldMk cId="244198095" sldId="368"/>
            <ac:spMk id="5" creationId="{A031FCD4-6EA8-76C8-505C-000E98C5C13B}"/>
          </ac:spMkLst>
        </pc:spChg>
      </pc:sldChg>
      <pc:sldChg chg="addSp delSp modSp add mod">
        <pc:chgData name="Toby Donaldson" userId="2e6e5431-bb17-4c41-9985-d39c50d83c73" providerId="ADAL" clId="{7F9681A8-EEE2-56F4-9B39-ECCBEE0471AC}" dt="2026-02-09T06:41:32.880" v="42457" actId="21"/>
        <pc:sldMkLst>
          <pc:docMk/>
          <pc:sldMk cId="1446371632" sldId="370"/>
        </pc:sldMkLst>
        <pc:spChg chg="mod">
          <ac:chgData name="Toby Donaldson" userId="2e6e5431-bb17-4c41-9985-d39c50d83c73" providerId="ADAL" clId="{7F9681A8-EEE2-56F4-9B39-ECCBEE0471AC}" dt="2026-02-09T06:39:36.098" v="42443" actId="1076"/>
          <ac:spMkLst>
            <pc:docMk/>
            <pc:sldMk cId="1446371632" sldId="370"/>
            <ac:spMk id="3" creationId="{E1829BF0-B0CC-6201-A618-A86B5540AF58}"/>
          </ac:spMkLst>
        </pc:spChg>
        <pc:spChg chg="mod">
          <ac:chgData name="Toby Donaldson" userId="2e6e5431-bb17-4c41-9985-d39c50d83c73" providerId="ADAL" clId="{7F9681A8-EEE2-56F4-9B39-ECCBEE0471AC}" dt="2026-02-05T02:30:24.750" v="36805" actId="207"/>
          <ac:spMkLst>
            <pc:docMk/>
            <pc:sldMk cId="1446371632" sldId="370"/>
            <ac:spMk id="4" creationId="{23457334-B90B-A594-2C05-C6A8141DA2D9}"/>
          </ac:spMkLst>
        </pc:spChg>
        <pc:spChg chg="add mod">
          <ac:chgData name="Toby Donaldson" userId="2e6e5431-bb17-4c41-9985-d39c50d83c73" providerId="ADAL" clId="{7F9681A8-EEE2-56F4-9B39-ECCBEE0471AC}" dt="2026-02-05T02:30:21.512" v="36804" actId="207"/>
          <ac:spMkLst>
            <pc:docMk/>
            <pc:sldMk cId="1446371632" sldId="370"/>
            <ac:spMk id="6" creationId="{6D34F371-7A06-4738-AB6B-224BFC94D613}"/>
          </ac:spMkLst>
        </pc:spChg>
        <pc:spChg chg="add mod">
          <ac:chgData name="Toby Donaldson" userId="2e6e5431-bb17-4c41-9985-d39c50d83c73" providerId="ADAL" clId="{7F9681A8-EEE2-56F4-9B39-ECCBEE0471AC}" dt="2026-02-05T02:30:17.933" v="36803" actId="207"/>
          <ac:spMkLst>
            <pc:docMk/>
            <pc:sldMk cId="1446371632" sldId="370"/>
            <ac:spMk id="7" creationId="{6CFD01B2-083C-E5E8-BDC2-2ACA614D1020}"/>
          </ac:spMkLst>
        </pc:spChg>
        <pc:spChg chg="add mod">
          <ac:chgData name="Toby Donaldson" userId="2e6e5431-bb17-4c41-9985-d39c50d83c73" providerId="ADAL" clId="{7F9681A8-EEE2-56F4-9B39-ECCBEE0471AC}" dt="2026-02-05T02:26:43.872" v="36629"/>
          <ac:spMkLst>
            <pc:docMk/>
            <pc:sldMk cId="1446371632" sldId="370"/>
            <ac:spMk id="8" creationId="{82C18A72-3C05-E189-38B6-9B12A58B27A4}"/>
          </ac:spMkLst>
        </pc:spChg>
        <pc:cxnChg chg="add del mod">
          <ac:chgData name="Toby Donaldson" userId="2e6e5431-bb17-4c41-9985-d39c50d83c73" providerId="ADAL" clId="{7F9681A8-EEE2-56F4-9B39-ECCBEE0471AC}" dt="2026-02-09T06:41:32.880" v="42457" actId="21"/>
          <ac:cxnSpMkLst>
            <pc:docMk/>
            <pc:sldMk cId="1446371632" sldId="370"/>
            <ac:cxnSpMk id="9" creationId="{19A2D997-7FB7-902E-3A16-899D5D5AD943}"/>
          </ac:cxnSpMkLst>
        </pc:cxnChg>
        <pc:cxnChg chg="add del mod">
          <ac:chgData name="Toby Donaldson" userId="2e6e5431-bb17-4c41-9985-d39c50d83c73" providerId="ADAL" clId="{7F9681A8-EEE2-56F4-9B39-ECCBEE0471AC}" dt="2026-02-09T06:41:32.880" v="42457" actId="21"/>
          <ac:cxnSpMkLst>
            <pc:docMk/>
            <pc:sldMk cId="1446371632" sldId="370"/>
            <ac:cxnSpMk id="10" creationId="{D7B6F563-80FF-03A2-B0BB-2CA864F4272F}"/>
          </ac:cxnSpMkLst>
        </pc:cxnChg>
        <pc:cxnChg chg="add del mod">
          <ac:chgData name="Toby Donaldson" userId="2e6e5431-bb17-4c41-9985-d39c50d83c73" providerId="ADAL" clId="{7F9681A8-EEE2-56F4-9B39-ECCBEE0471AC}" dt="2026-02-09T06:41:32.880" v="42457" actId="21"/>
          <ac:cxnSpMkLst>
            <pc:docMk/>
            <pc:sldMk cId="1446371632" sldId="370"/>
            <ac:cxnSpMk id="13" creationId="{6BA08026-BCF4-A47B-8DB3-2F58D07C62B2}"/>
          </ac:cxnSpMkLst>
        </pc:cxnChg>
      </pc:sldChg>
      <pc:sldChg chg="delSp modSp add mod ord">
        <pc:chgData name="Toby Donaldson" userId="2e6e5431-bb17-4c41-9985-d39c50d83c73" providerId="ADAL" clId="{7F9681A8-EEE2-56F4-9B39-ECCBEE0471AC}" dt="2026-02-05T02:29:44.637" v="36797" actId="20578"/>
        <pc:sldMkLst>
          <pc:docMk/>
          <pc:sldMk cId="1008521194" sldId="371"/>
        </pc:sldMkLst>
        <pc:spChg chg="mod">
          <ac:chgData name="Toby Donaldson" userId="2e6e5431-bb17-4c41-9985-d39c50d83c73" providerId="ADAL" clId="{7F9681A8-EEE2-56F4-9B39-ECCBEE0471AC}" dt="2026-02-05T02:29:40.852" v="36796" actId="207"/>
          <ac:spMkLst>
            <pc:docMk/>
            <pc:sldMk cId="1008521194" sldId="371"/>
            <ac:spMk id="4" creationId="{5564801B-8797-8C52-700E-2F6DFEDD8B7D}"/>
          </ac:spMkLst>
        </pc:spChg>
        <pc:spChg chg="mod">
          <ac:chgData name="Toby Donaldson" userId="2e6e5431-bb17-4c41-9985-d39c50d83c73" providerId="ADAL" clId="{7F9681A8-EEE2-56F4-9B39-ECCBEE0471AC}" dt="2026-02-05T02:29:35.977" v="36795" actId="207"/>
          <ac:spMkLst>
            <pc:docMk/>
            <pc:sldMk cId="1008521194" sldId="371"/>
            <ac:spMk id="6" creationId="{6FCB9E04-5AB0-4899-20EB-A710A743E6F8}"/>
          </ac:spMkLst>
        </pc:spChg>
        <pc:spChg chg="mod">
          <ac:chgData name="Toby Donaldson" userId="2e6e5431-bb17-4c41-9985-d39c50d83c73" providerId="ADAL" clId="{7F9681A8-EEE2-56F4-9B39-ECCBEE0471AC}" dt="2026-02-05T02:29:30.085" v="36794" actId="207"/>
          <ac:spMkLst>
            <pc:docMk/>
            <pc:sldMk cId="1008521194" sldId="371"/>
            <ac:spMk id="7" creationId="{9E5282B2-EC51-F152-F40D-CC23563F7C6B}"/>
          </ac:spMkLst>
        </pc:spChg>
      </pc:sldChg>
      <pc:sldChg chg="addSp delSp modSp add mod">
        <pc:chgData name="Toby Donaldson" userId="2e6e5431-bb17-4c41-9985-d39c50d83c73" providerId="ADAL" clId="{7F9681A8-EEE2-56F4-9B39-ECCBEE0471AC}" dt="2026-02-09T06:41:36.593" v="42458"/>
        <pc:sldMkLst>
          <pc:docMk/>
          <pc:sldMk cId="1681020253" sldId="372"/>
        </pc:sldMkLst>
        <pc:spChg chg="del">
          <ac:chgData name="Toby Donaldson" userId="2e6e5431-bb17-4c41-9985-d39c50d83c73" providerId="ADAL" clId="{7F9681A8-EEE2-56F4-9B39-ECCBEE0471AC}" dt="2026-02-09T06:39:42.251" v="42444" actId="21"/>
          <ac:spMkLst>
            <pc:docMk/>
            <pc:sldMk cId="1681020253" sldId="372"/>
            <ac:spMk id="3" creationId="{E18ABB53-4FD3-1598-BCA5-04904EDD175D}"/>
          </ac:spMkLst>
        </pc:spChg>
        <pc:spChg chg="mod">
          <ac:chgData name="Toby Donaldson" userId="2e6e5431-bb17-4c41-9985-d39c50d83c73" providerId="ADAL" clId="{7F9681A8-EEE2-56F4-9B39-ECCBEE0471AC}" dt="2026-02-05T02:31:36.266" v="36825" actId="207"/>
          <ac:spMkLst>
            <pc:docMk/>
            <pc:sldMk cId="1681020253" sldId="372"/>
            <ac:spMk id="4" creationId="{4556ACB4-FA97-B68C-18E9-98DE2EFF134C}"/>
          </ac:spMkLst>
        </pc:spChg>
        <pc:spChg chg="mod">
          <ac:chgData name="Toby Donaldson" userId="2e6e5431-bb17-4c41-9985-d39c50d83c73" providerId="ADAL" clId="{7F9681A8-EEE2-56F4-9B39-ECCBEE0471AC}" dt="2026-02-05T02:31:32.299" v="36824" actId="207"/>
          <ac:spMkLst>
            <pc:docMk/>
            <pc:sldMk cId="1681020253" sldId="372"/>
            <ac:spMk id="6" creationId="{5F965A6B-64BF-B469-396D-29247CDEB777}"/>
          </ac:spMkLst>
        </pc:spChg>
        <pc:spChg chg="mod">
          <ac:chgData name="Toby Donaldson" userId="2e6e5431-bb17-4c41-9985-d39c50d83c73" providerId="ADAL" clId="{7F9681A8-EEE2-56F4-9B39-ECCBEE0471AC}" dt="2026-02-05T02:31:29.223" v="36823" actId="207"/>
          <ac:spMkLst>
            <pc:docMk/>
            <pc:sldMk cId="1681020253" sldId="372"/>
            <ac:spMk id="7" creationId="{8573ED8D-BF6A-C01F-C7C1-531AACF52827}"/>
          </ac:spMkLst>
        </pc:spChg>
        <pc:spChg chg="mod">
          <ac:chgData name="Toby Donaldson" userId="2e6e5431-bb17-4c41-9985-d39c50d83c73" providerId="ADAL" clId="{7F9681A8-EEE2-56F4-9B39-ECCBEE0471AC}" dt="2026-02-09T06:38:39.382" v="42434" actId="20577"/>
          <ac:spMkLst>
            <pc:docMk/>
            <pc:sldMk cId="1681020253" sldId="372"/>
            <ac:spMk id="9" creationId="{0B6B903F-F39B-D05F-6F72-E615FA4BF216}"/>
          </ac:spMkLst>
        </pc:spChg>
        <pc:spChg chg="add mod">
          <ac:chgData name="Toby Donaldson" userId="2e6e5431-bb17-4c41-9985-d39c50d83c73" providerId="ADAL" clId="{7F9681A8-EEE2-56F4-9B39-ECCBEE0471AC}" dt="2026-02-09T06:39:57.775" v="42445"/>
          <ac:spMkLst>
            <pc:docMk/>
            <pc:sldMk cId="1681020253" sldId="372"/>
            <ac:spMk id="18" creationId="{1E6E95D6-2C5F-E62C-A90A-19256E25BE53}"/>
          </ac:spMkLst>
        </pc:spChg>
        <pc:cxnChg chg="add mod">
          <ac:chgData name="Toby Donaldson" userId="2e6e5431-bb17-4c41-9985-d39c50d83c73" providerId="ADAL" clId="{7F9681A8-EEE2-56F4-9B39-ECCBEE0471AC}" dt="2026-02-09T06:39:22.362" v="42442" actId="14100"/>
          <ac:cxnSpMkLst>
            <pc:docMk/>
            <pc:sldMk cId="1681020253" sldId="372"/>
            <ac:cxnSpMk id="10" creationId="{19321DE1-6C47-1544-F241-DA771495BC01}"/>
          </ac:cxnSpMkLst>
        </pc:cxnChg>
        <pc:cxnChg chg="add mod">
          <ac:chgData name="Toby Donaldson" userId="2e6e5431-bb17-4c41-9985-d39c50d83c73" providerId="ADAL" clId="{7F9681A8-EEE2-56F4-9B39-ECCBEE0471AC}" dt="2026-02-09T06:39:02.611" v="42438" actId="14100"/>
          <ac:cxnSpMkLst>
            <pc:docMk/>
            <pc:sldMk cId="1681020253" sldId="372"/>
            <ac:cxnSpMk id="11" creationId="{95365075-558E-00F7-10A3-5ABF783AC2D0}"/>
          </ac:cxnSpMkLst>
        </pc:cxnChg>
        <pc:cxnChg chg="add mod">
          <ac:chgData name="Toby Donaldson" userId="2e6e5431-bb17-4c41-9985-d39c50d83c73" providerId="ADAL" clId="{7F9681A8-EEE2-56F4-9B39-ECCBEE0471AC}" dt="2026-02-09T06:39:18.478" v="42441" actId="14100"/>
          <ac:cxnSpMkLst>
            <pc:docMk/>
            <pc:sldMk cId="1681020253" sldId="372"/>
            <ac:cxnSpMk id="14" creationId="{81757F78-6EB6-3856-A197-EDC74D1953C3}"/>
          </ac:cxnSpMkLst>
        </pc:cxnChg>
        <pc:cxnChg chg="add mod">
          <ac:chgData name="Toby Donaldson" userId="2e6e5431-bb17-4c41-9985-d39c50d83c73" providerId="ADAL" clId="{7F9681A8-EEE2-56F4-9B39-ECCBEE0471AC}" dt="2026-02-09T06:41:36.593" v="42458"/>
          <ac:cxnSpMkLst>
            <pc:docMk/>
            <pc:sldMk cId="1681020253" sldId="372"/>
            <ac:cxnSpMk id="19" creationId="{569E82C2-0BAF-99C2-4E3F-7A2701E85B6A}"/>
          </ac:cxnSpMkLst>
        </pc:cxnChg>
        <pc:cxnChg chg="add mod">
          <ac:chgData name="Toby Donaldson" userId="2e6e5431-bb17-4c41-9985-d39c50d83c73" providerId="ADAL" clId="{7F9681A8-EEE2-56F4-9B39-ECCBEE0471AC}" dt="2026-02-09T06:41:36.593" v="42458"/>
          <ac:cxnSpMkLst>
            <pc:docMk/>
            <pc:sldMk cId="1681020253" sldId="372"/>
            <ac:cxnSpMk id="20" creationId="{501D5909-AAD7-046A-30F5-43936285057E}"/>
          </ac:cxnSpMkLst>
        </pc:cxnChg>
        <pc:cxnChg chg="add mod">
          <ac:chgData name="Toby Donaldson" userId="2e6e5431-bb17-4c41-9985-d39c50d83c73" providerId="ADAL" clId="{7F9681A8-EEE2-56F4-9B39-ECCBEE0471AC}" dt="2026-02-09T06:41:36.593" v="42458"/>
          <ac:cxnSpMkLst>
            <pc:docMk/>
            <pc:sldMk cId="1681020253" sldId="372"/>
            <ac:cxnSpMk id="21" creationId="{A7B1CF9E-3E92-9CB9-BA9B-DBC32219C69C}"/>
          </ac:cxnSpMkLst>
        </pc:cxnChg>
      </pc:sldChg>
      <pc:sldChg chg="addSp delSp modSp add mod">
        <pc:chgData name="Toby Donaldson" userId="2e6e5431-bb17-4c41-9985-d39c50d83c73" providerId="ADAL" clId="{7F9681A8-EEE2-56F4-9B39-ECCBEE0471AC}" dt="2026-02-09T06:42:40.938" v="42480" actId="20577"/>
        <pc:sldMkLst>
          <pc:docMk/>
          <pc:sldMk cId="1168166515" sldId="373"/>
        </pc:sldMkLst>
        <pc:spChg chg="add mod">
          <ac:chgData name="Toby Donaldson" userId="2e6e5431-bb17-4c41-9985-d39c50d83c73" providerId="ADAL" clId="{7F9681A8-EEE2-56F4-9B39-ECCBEE0471AC}" dt="2026-02-09T06:40:16.428" v="42446"/>
          <ac:spMkLst>
            <pc:docMk/>
            <pc:sldMk cId="1168166515" sldId="373"/>
            <ac:spMk id="3" creationId="{FE2749AB-2C7C-6C84-116B-F857371FD6FE}"/>
          </ac:spMkLst>
        </pc:spChg>
        <pc:spChg chg="add mod">
          <ac:chgData name="Toby Donaldson" userId="2e6e5431-bb17-4c41-9985-d39c50d83c73" providerId="ADAL" clId="{7F9681A8-EEE2-56F4-9B39-ECCBEE0471AC}" dt="2026-02-09T06:42:05.603" v="42463" actId="113"/>
          <ac:spMkLst>
            <pc:docMk/>
            <pc:sldMk cId="1168166515" sldId="373"/>
            <ac:spMk id="5" creationId="{B56C64E8-9549-65F0-2149-C00A7346C779}"/>
          </ac:spMkLst>
        </pc:spChg>
        <pc:spChg chg="mod">
          <ac:chgData name="Toby Donaldson" userId="2e6e5431-bb17-4c41-9985-d39c50d83c73" providerId="ADAL" clId="{7F9681A8-EEE2-56F4-9B39-ECCBEE0471AC}" dt="2026-02-09T06:42:40.938" v="42480" actId="20577"/>
          <ac:spMkLst>
            <pc:docMk/>
            <pc:sldMk cId="1168166515" sldId="373"/>
            <ac:spMk id="8" creationId="{3F1BF6E7-A4C3-3982-C9D1-2D2C9B51A6AA}"/>
          </ac:spMkLst>
        </pc:spChg>
        <pc:cxnChg chg="add mod">
          <ac:chgData name="Toby Donaldson" userId="2e6e5431-bb17-4c41-9985-d39c50d83c73" providerId="ADAL" clId="{7F9681A8-EEE2-56F4-9B39-ECCBEE0471AC}" dt="2026-02-09T06:40:16.428" v="42446"/>
          <ac:cxnSpMkLst>
            <pc:docMk/>
            <pc:sldMk cId="1168166515" sldId="373"/>
            <ac:cxnSpMk id="9" creationId="{78FE6DDB-5A16-1E3D-F0D3-8C422B7A7C66}"/>
          </ac:cxnSpMkLst>
        </pc:cxnChg>
        <pc:cxnChg chg="add mod">
          <ac:chgData name="Toby Donaldson" userId="2e6e5431-bb17-4c41-9985-d39c50d83c73" providerId="ADAL" clId="{7F9681A8-EEE2-56F4-9B39-ECCBEE0471AC}" dt="2026-02-09T06:40:16.428" v="42446"/>
          <ac:cxnSpMkLst>
            <pc:docMk/>
            <pc:sldMk cId="1168166515" sldId="373"/>
            <ac:cxnSpMk id="10" creationId="{CD9FB2F6-2749-DC9D-58A4-CC98157287B0}"/>
          </ac:cxnSpMkLst>
        </pc:cxnChg>
        <pc:cxnChg chg="add">
          <ac:chgData name="Toby Donaldson" userId="2e6e5431-bb17-4c41-9985-d39c50d83c73" providerId="ADAL" clId="{7F9681A8-EEE2-56F4-9B39-ECCBEE0471AC}" dt="2026-02-05T02:35:00.382" v="37218" actId="11529"/>
          <ac:cxnSpMkLst>
            <pc:docMk/>
            <pc:sldMk cId="1168166515" sldId="373"/>
            <ac:cxnSpMk id="11" creationId="{C7A4BE9E-DA19-2FF8-44F8-9FEAF698BF50}"/>
          </ac:cxnSpMkLst>
        </pc:cxnChg>
        <pc:cxnChg chg="add mod">
          <ac:chgData name="Toby Donaldson" userId="2e6e5431-bb17-4c41-9985-d39c50d83c73" providerId="ADAL" clId="{7F9681A8-EEE2-56F4-9B39-ECCBEE0471AC}" dt="2026-02-09T06:40:16.428" v="42446"/>
          <ac:cxnSpMkLst>
            <pc:docMk/>
            <pc:sldMk cId="1168166515" sldId="373"/>
            <ac:cxnSpMk id="12" creationId="{9C3354E6-AE1C-CB84-2E3A-CA9B49B904B5}"/>
          </ac:cxnSpMkLst>
        </pc:cxnChg>
        <pc:cxnChg chg="add del mod">
          <ac:chgData name="Toby Donaldson" userId="2e6e5431-bb17-4c41-9985-d39c50d83c73" providerId="ADAL" clId="{7F9681A8-EEE2-56F4-9B39-ECCBEE0471AC}" dt="2026-02-09T06:41:49.531" v="42460" actId="21"/>
          <ac:cxnSpMkLst>
            <pc:docMk/>
            <pc:sldMk cId="1168166515" sldId="373"/>
            <ac:cxnSpMk id="13" creationId="{0A073432-61DF-E72F-83BB-F570C6F3F43E}"/>
          </ac:cxnSpMkLst>
        </pc:cxnChg>
        <pc:cxnChg chg="add del mod">
          <ac:chgData name="Toby Donaldson" userId="2e6e5431-bb17-4c41-9985-d39c50d83c73" providerId="ADAL" clId="{7F9681A8-EEE2-56F4-9B39-ECCBEE0471AC}" dt="2026-02-09T06:41:51.728" v="42462" actId="21"/>
          <ac:cxnSpMkLst>
            <pc:docMk/>
            <pc:sldMk cId="1168166515" sldId="373"/>
            <ac:cxnSpMk id="14" creationId="{FC1683B5-23CD-2C1B-0794-13D17E7BCEC1}"/>
          </ac:cxnSpMkLst>
        </pc:cxnChg>
        <pc:cxnChg chg="add del mod">
          <ac:chgData name="Toby Donaldson" userId="2e6e5431-bb17-4c41-9985-d39c50d83c73" providerId="ADAL" clId="{7F9681A8-EEE2-56F4-9B39-ECCBEE0471AC}" dt="2026-02-09T06:41:50.693" v="42461" actId="21"/>
          <ac:cxnSpMkLst>
            <pc:docMk/>
            <pc:sldMk cId="1168166515" sldId="373"/>
            <ac:cxnSpMk id="15" creationId="{B5127169-A13A-063A-C395-51E963A52C7F}"/>
          </ac:cxnSpMkLst>
        </pc:cxnChg>
      </pc:sldChg>
      <pc:sldChg chg="addSp delSp modSp new mod">
        <pc:chgData name="Toby Donaldson" userId="2e6e5431-bb17-4c41-9985-d39c50d83c73" providerId="ADAL" clId="{7F9681A8-EEE2-56F4-9B39-ECCBEE0471AC}" dt="2026-02-05T02:43:11.179" v="37596" actId="1076"/>
        <pc:sldMkLst>
          <pc:docMk/>
          <pc:sldMk cId="2620254302" sldId="374"/>
        </pc:sldMkLst>
        <pc:spChg chg="add mod">
          <ac:chgData name="Toby Donaldson" userId="2e6e5431-bb17-4c41-9985-d39c50d83c73" providerId="ADAL" clId="{7F9681A8-EEE2-56F4-9B39-ECCBEE0471AC}" dt="2026-02-05T02:35:51.161" v="37222"/>
          <ac:spMkLst>
            <pc:docMk/>
            <pc:sldMk cId="2620254302" sldId="374"/>
            <ac:spMk id="4" creationId="{E7DA3649-0378-E6C9-57CB-5C8B536BEA6B}"/>
          </ac:spMkLst>
        </pc:spChg>
        <pc:spChg chg="add mod">
          <ac:chgData name="Toby Donaldson" userId="2e6e5431-bb17-4c41-9985-d39c50d83c73" providerId="ADAL" clId="{7F9681A8-EEE2-56F4-9B39-ECCBEE0471AC}" dt="2026-02-05T02:39:19.424" v="37307" actId="1076"/>
          <ac:spMkLst>
            <pc:docMk/>
            <pc:sldMk cId="2620254302" sldId="374"/>
            <ac:spMk id="8" creationId="{621D8D17-BAAD-CE9C-B405-34BA3D137480}"/>
          </ac:spMkLst>
        </pc:spChg>
        <pc:spChg chg="add mod">
          <ac:chgData name="Toby Donaldson" userId="2e6e5431-bb17-4c41-9985-d39c50d83c73" providerId="ADAL" clId="{7F9681A8-EEE2-56F4-9B39-ECCBEE0471AC}" dt="2026-02-05T02:39:19.424" v="37307" actId="1076"/>
          <ac:spMkLst>
            <pc:docMk/>
            <pc:sldMk cId="2620254302" sldId="374"/>
            <ac:spMk id="11" creationId="{61B3C321-5FC0-604C-830D-CEEBF76C21E6}"/>
          </ac:spMkLst>
        </pc:spChg>
        <pc:spChg chg="add mod">
          <ac:chgData name="Toby Donaldson" userId="2e6e5431-bb17-4c41-9985-d39c50d83c73" providerId="ADAL" clId="{7F9681A8-EEE2-56F4-9B39-ECCBEE0471AC}" dt="2026-02-05T02:39:19.424" v="37307" actId="1076"/>
          <ac:spMkLst>
            <pc:docMk/>
            <pc:sldMk cId="2620254302" sldId="374"/>
            <ac:spMk id="12" creationId="{F48D30A9-C46C-E416-7341-8E7C8D2F23D2}"/>
          </ac:spMkLst>
        </pc:spChg>
        <pc:spChg chg="add mod">
          <ac:chgData name="Toby Donaldson" userId="2e6e5431-bb17-4c41-9985-d39c50d83c73" providerId="ADAL" clId="{7F9681A8-EEE2-56F4-9B39-ECCBEE0471AC}" dt="2026-02-05T02:39:14.270" v="37306" actId="1076"/>
          <ac:spMkLst>
            <pc:docMk/>
            <pc:sldMk cId="2620254302" sldId="374"/>
            <ac:spMk id="13" creationId="{B748B924-950C-2BB2-BB65-36FC4F45BDCC}"/>
          </ac:spMkLst>
        </pc:spChg>
        <pc:spChg chg="add mod">
          <ac:chgData name="Toby Donaldson" userId="2e6e5431-bb17-4c41-9985-d39c50d83c73" providerId="ADAL" clId="{7F9681A8-EEE2-56F4-9B39-ECCBEE0471AC}" dt="2026-02-05T02:39:14.270" v="37306" actId="1076"/>
          <ac:spMkLst>
            <pc:docMk/>
            <pc:sldMk cId="2620254302" sldId="374"/>
            <ac:spMk id="14" creationId="{DB9B1861-5F84-11DF-6254-DF7AC9B0BEFB}"/>
          </ac:spMkLst>
        </pc:spChg>
        <pc:spChg chg="add mod">
          <ac:chgData name="Toby Donaldson" userId="2e6e5431-bb17-4c41-9985-d39c50d83c73" providerId="ADAL" clId="{7F9681A8-EEE2-56F4-9B39-ECCBEE0471AC}" dt="2026-02-05T02:39:14.270" v="37306" actId="1076"/>
          <ac:spMkLst>
            <pc:docMk/>
            <pc:sldMk cId="2620254302" sldId="374"/>
            <ac:spMk id="15" creationId="{C5A80040-79B3-4092-5F5E-D16B28B9F972}"/>
          </ac:spMkLst>
        </pc:spChg>
        <pc:spChg chg="add mod">
          <ac:chgData name="Toby Donaldson" userId="2e6e5431-bb17-4c41-9985-d39c50d83c73" providerId="ADAL" clId="{7F9681A8-EEE2-56F4-9B39-ECCBEE0471AC}" dt="2026-02-05T02:39:14.270" v="37306" actId="1076"/>
          <ac:spMkLst>
            <pc:docMk/>
            <pc:sldMk cId="2620254302" sldId="374"/>
            <ac:spMk id="16" creationId="{C4D797F9-0411-A464-9F55-7495AB811B0C}"/>
          </ac:spMkLst>
        </pc:spChg>
        <pc:spChg chg="add mod">
          <ac:chgData name="Toby Donaldson" userId="2e6e5431-bb17-4c41-9985-d39c50d83c73" providerId="ADAL" clId="{7F9681A8-EEE2-56F4-9B39-ECCBEE0471AC}" dt="2026-02-05T02:39:49.617" v="37408" actId="20577"/>
          <ac:spMkLst>
            <pc:docMk/>
            <pc:sldMk cId="2620254302" sldId="374"/>
            <ac:spMk id="25" creationId="{4AB734A7-978E-C843-7C54-361798DB8BB6}"/>
          </ac:spMkLst>
        </pc:spChg>
        <pc:spChg chg="add mod">
          <ac:chgData name="Toby Donaldson" userId="2e6e5431-bb17-4c41-9985-d39c50d83c73" providerId="ADAL" clId="{7F9681A8-EEE2-56F4-9B39-ECCBEE0471AC}" dt="2026-02-05T02:40:37.714" v="37508" actId="2711"/>
          <ac:spMkLst>
            <pc:docMk/>
            <pc:sldMk cId="2620254302" sldId="374"/>
            <ac:spMk id="26" creationId="{FB2CD3CF-E5DB-5885-7456-8B7AC98293AF}"/>
          </ac:spMkLst>
        </pc:spChg>
        <pc:spChg chg="add mod">
          <ac:chgData name="Toby Donaldson" userId="2e6e5431-bb17-4c41-9985-d39c50d83c73" providerId="ADAL" clId="{7F9681A8-EEE2-56F4-9B39-ECCBEE0471AC}" dt="2026-02-05T02:43:11.179" v="37596" actId="1076"/>
          <ac:spMkLst>
            <pc:docMk/>
            <pc:sldMk cId="2620254302" sldId="374"/>
            <ac:spMk id="27" creationId="{B1401B44-32D6-4D90-762B-FBF96A78AE65}"/>
          </ac:spMkLst>
        </pc:spChg>
        <pc:cxnChg chg="add mod">
          <ac:chgData name="Toby Donaldson" userId="2e6e5431-bb17-4c41-9985-d39c50d83c73" providerId="ADAL" clId="{7F9681A8-EEE2-56F4-9B39-ECCBEE0471AC}" dt="2026-02-05T02:39:14.270" v="37306" actId="1076"/>
          <ac:cxnSpMkLst>
            <pc:docMk/>
            <pc:sldMk cId="2620254302" sldId="374"/>
            <ac:cxnSpMk id="18" creationId="{FA0386B2-4F73-1549-6514-AD4A43E9E165}"/>
          </ac:cxnSpMkLst>
        </pc:cxnChg>
        <pc:cxnChg chg="add mod">
          <ac:chgData name="Toby Donaldson" userId="2e6e5431-bb17-4c41-9985-d39c50d83c73" providerId="ADAL" clId="{7F9681A8-EEE2-56F4-9B39-ECCBEE0471AC}" dt="2026-02-05T02:39:14.270" v="37306" actId="1076"/>
          <ac:cxnSpMkLst>
            <pc:docMk/>
            <pc:sldMk cId="2620254302" sldId="374"/>
            <ac:cxnSpMk id="19" creationId="{398698FD-37EB-58E2-CEE2-464DB96690C1}"/>
          </ac:cxnSpMkLst>
        </pc:cxnChg>
        <pc:cxnChg chg="add mod">
          <ac:chgData name="Toby Donaldson" userId="2e6e5431-bb17-4c41-9985-d39c50d83c73" providerId="ADAL" clId="{7F9681A8-EEE2-56F4-9B39-ECCBEE0471AC}" dt="2026-02-05T02:39:14.270" v="37306" actId="1076"/>
          <ac:cxnSpMkLst>
            <pc:docMk/>
            <pc:sldMk cId="2620254302" sldId="374"/>
            <ac:cxnSpMk id="22" creationId="{94AF9ABD-D6F4-A234-EC0F-E3A1482915C8}"/>
          </ac:cxnSpMkLst>
        </pc:cxnChg>
      </pc:sldChg>
      <pc:sldChg chg="addSp delSp modSp add mod">
        <pc:chgData name="Toby Donaldson" userId="2e6e5431-bb17-4c41-9985-d39c50d83c73" providerId="ADAL" clId="{7F9681A8-EEE2-56F4-9B39-ECCBEE0471AC}" dt="2026-02-05T03:10:21.532" v="38321" actId="21"/>
        <pc:sldMkLst>
          <pc:docMk/>
          <pc:sldMk cId="1710991907" sldId="376"/>
        </pc:sldMkLst>
        <pc:spChg chg="add mod">
          <ac:chgData name="Toby Donaldson" userId="2e6e5431-bb17-4c41-9985-d39c50d83c73" providerId="ADAL" clId="{7F9681A8-EEE2-56F4-9B39-ECCBEE0471AC}" dt="2026-02-05T03:09:18.294" v="38312"/>
          <ac:spMkLst>
            <pc:docMk/>
            <pc:sldMk cId="1710991907" sldId="376"/>
            <ac:spMk id="10" creationId="{B7AC64C4-DD30-18E2-63EC-13F9E836B5F5}"/>
          </ac:spMkLst>
        </pc:spChg>
        <pc:spChg chg="add mod">
          <ac:chgData name="Toby Donaldson" userId="2e6e5431-bb17-4c41-9985-d39c50d83c73" providerId="ADAL" clId="{7F9681A8-EEE2-56F4-9B39-ECCBEE0471AC}" dt="2026-02-05T03:09:18.294" v="38312"/>
          <ac:spMkLst>
            <pc:docMk/>
            <pc:sldMk cId="1710991907" sldId="376"/>
            <ac:spMk id="11" creationId="{78F3847A-12A3-F6FE-83B6-C514AEA6257D}"/>
          </ac:spMkLst>
        </pc:spChg>
        <pc:spChg chg="add mod">
          <ac:chgData name="Toby Donaldson" userId="2e6e5431-bb17-4c41-9985-d39c50d83c73" providerId="ADAL" clId="{7F9681A8-EEE2-56F4-9B39-ECCBEE0471AC}" dt="2026-02-05T03:09:18.294" v="38312"/>
          <ac:spMkLst>
            <pc:docMk/>
            <pc:sldMk cId="1710991907" sldId="376"/>
            <ac:spMk id="12" creationId="{CB952152-4BF3-3AFA-1FD3-FDC77D19A972}"/>
          </ac:spMkLst>
        </pc:spChg>
      </pc:sldChg>
      <pc:sldChg chg="addSp delSp modSp add mod">
        <pc:chgData name="Toby Donaldson" userId="2e6e5431-bb17-4c41-9985-d39c50d83c73" providerId="ADAL" clId="{7F9681A8-EEE2-56F4-9B39-ECCBEE0471AC}" dt="2026-02-05T03:09:17.064" v="38311"/>
        <pc:sldMkLst>
          <pc:docMk/>
          <pc:sldMk cId="3430061896" sldId="377"/>
        </pc:sldMkLst>
        <pc:spChg chg="mod">
          <ac:chgData name="Toby Donaldson" userId="2e6e5431-bb17-4c41-9985-d39c50d83c73" providerId="ADAL" clId="{7F9681A8-EEE2-56F4-9B39-ECCBEE0471AC}" dt="2026-02-05T02:59:32.970" v="37763" actId="207"/>
          <ac:spMkLst>
            <pc:docMk/>
            <pc:sldMk cId="3430061896" sldId="377"/>
            <ac:spMk id="2" creationId="{42BB0823-BCC6-3BFF-44A7-64BBC7EA9553}"/>
          </ac:spMkLst>
        </pc:spChg>
        <pc:spChg chg="mod">
          <ac:chgData name="Toby Donaldson" userId="2e6e5431-bb17-4c41-9985-d39c50d83c73" providerId="ADAL" clId="{7F9681A8-EEE2-56F4-9B39-ECCBEE0471AC}" dt="2026-02-05T02:59:25.926" v="37762" actId="113"/>
          <ac:spMkLst>
            <pc:docMk/>
            <pc:sldMk cId="3430061896" sldId="377"/>
            <ac:spMk id="7" creationId="{6FDD88FA-4CC5-898D-48A4-7A2E276997D6}"/>
          </ac:spMkLst>
        </pc:spChg>
        <pc:spChg chg="add mod">
          <ac:chgData name="Toby Donaldson" userId="2e6e5431-bb17-4c41-9985-d39c50d83c73" providerId="ADAL" clId="{7F9681A8-EEE2-56F4-9B39-ECCBEE0471AC}" dt="2026-02-05T03:01:01.606" v="37890" actId="1076"/>
          <ac:spMkLst>
            <pc:docMk/>
            <pc:sldMk cId="3430061896" sldId="377"/>
            <ac:spMk id="8" creationId="{8CAB3F05-0928-54F1-9A30-26340FB7F20E}"/>
          </ac:spMkLst>
        </pc:spChg>
        <pc:spChg chg="add mod">
          <ac:chgData name="Toby Donaldson" userId="2e6e5431-bb17-4c41-9985-d39c50d83c73" providerId="ADAL" clId="{7F9681A8-EEE2-56F4-9B39-ECCBEE0471AC}" dt="2026-02-05T03:09:17.064" v="38311"/>
          <ac:spMkLst>
            <pc:docMk/>
            <pc:sldMk cId="3430061896" sldId="377"/>
            <ac:spMk id="10" creationId="{E9A61890-097A-C324-51B2-0B2EF5B19BDA}"/>
          </ac:spMkLst>
        </pc:spChg>
        <pc:spChg chg="add mod">
          <ac:chgData name="Toby Donaldson" userId="2e6e5431-bb17-4c41-9985-d39c50d83c73" providerId="ADAL" clId="{7F9681A8-EEE2-56F4-9B39-ECCBEE0471AC}" dt="2026-02-05T03:09:17.064" v="38311"/>
          <ac:spMkLst>
            <pc:docMk/>
            <pc:sldMk cId="3430061896" sldId="377"/>
            <ac:spMk id="11" creationId="{6A1AFEC4-6A76-937D-9561-0256D92508CA}"/>
          </ac:spMkLst>
        </pc:spChg>
        <pc:spChg chg="add mod">
          <ac:chgData name="Toby Donaldson" userId="2e6e5431-bb17-4c41-9985-d39c50d83c73" providerId="ADAL" clId="{7F9681A8-EEE2-56F4-9B39-ECCBEE0471AC}" dt="2026-02-05T03:09:17.064" v="38311"/>
          <ac:spMkLst>
            <pc:docMk/>
            <pc:sldMk cId="3430061896" sldId="377"/>
            <ac:spMk id="12" creationId="{EBE48402-4296-5BCF-E158-2FB68F28C516}"/>
          </ac:spMkLst>
        </pc:spChg>
      </pc:sldChg>
      <pc:sldChg chg="addSp delSp modSp add mod">
        <pc:chgData name="Toby Donaldson" userId="2e6e5431-bb17-4c41-9985-d39c50d83c73" providerId="ADAL" clId="{7F9681A8-EEE2-56F4-9B39-ECCBEE0471AC}" dt="2026-02-05T03:10:54.036" v="38323" actId="21"/>
        <pc:sldMkLst>
          <pc:docMk/>
          <pc:sldMk cId="645143950" sldId="378"/>
        </pc:sldMkLst>
        <pc:spChg chg="mod">
          <ac:chgData name="Toby Donaldson" userId="2e6e5431-bb17-4c41-9985-d39c50d83c73" providerId="ADAL" clId="{7F9681A8-EEE2-56F4-9B39-ECCBEE0471AC}" dt="2026-02-05T03:02:47.739" v="38021" actId="1076"/>
          <ac:spMkLst>
            <pc:docMk/>
            <pc:sldMk cId="645143950" sldId="378"/>
            <ac:spMk id="7" creationId="{E364B3AD-8FCF-FFF6-D278-94CE268E69B0}"/>
          </ac:spMkLst>
        </pc:spChg>
        <pc:spChg chg="add mod">
          <ac:chgData name="Toby Donaldson" userId="2e6e5431-bb17-4c41-9985-d39c50d83c73" providerId="ADAL" clId="{7F9681A8-EEE2-56F4-9B39-ECCBEE0471AC}" dt="2026-02-05T03:09:15.058" v="38310"/>
          <ac:spMkLst>
            <pc:docMk/>
            <pc:sldMk cId="645143950" sldId="378"/>
            <ac:spMk id="23" creationId="{A38ABB97-A29E-3FE9-F8C3-6DBCC677BE58}"/>
          </ac:spMkLst>
        </pc:spChg>
        <pc:spChg chg="add mod">
          <ac:chgData name="Toby Donaldson" userId="2e6e5431-bb17-4c41-9985-d39c50d83c73" providerId="ADAL" clId="{7F9681A8-EEE2-56F4-9B39-ECCBEE0471AC}" dt="2026-02-05T03:09:15.058" v="38310"/>
          <ac:spMkLst>
            <pc:docMk/>
            <pc:sldMk cId="645143950" sldId="378"/>
            <ac:spMk id="24" creationId="{4CDF9BC7-C97C-A6D6-5B91-35155C8A3DC6}"/>
          </ac:spMkLst>
        </pc:spChg>
        <pc:spChg chg="add mod">
          <ac:chgData name="Toby Donaldson" userId="2e6e5431-bb17-4c41-9985-d39c50d83c73" providerId="ADAL" clId="{7F9681A8-EEE2-56F4-9B39-ECCBEE0471AC}" dt="2026-02-05T03:09:15.058" v="38310"/>
          <ac:spMkLst>
            <pc:docMk/>
            <pc:sldMk cId="645143950" sldId="378"/>
            <ac:spMk id="25" creationId="{6F4AD87C-4EAA-3338-541F-EDFCE89AA0A7}"/>
          </ac:spMkLst>
        </pc:spChg>
        <pc:cxnChg chg="mod">
          <ac:chgData name="Toby Donaldson" userId="2e6e5431-bb17-4c41-9985-d39c50d83c73" providerId="ADAL" clId="{7F9681A8-EEE2-56F4-9B39-ECCBEE0471AC}" dt="2026-02-05T03:02:52.840" v="38022" actId="14100"/>
          <ac:cxnSpMkLst>
            <pc:docMk/>
            <pc:sldMk cId="645143950" sldId="378"/>
            <ac:cxnSpMk id="9" creationId="{B66F87B4-3419-D76A-C41A-0D3C11090C85}"/>
          </ac:cxnSpMkLst>
        </pc:cxnChg>
      </pc:sldChg>
      <pc:sldChg chg="addSp delSp modSp add mod">
        <pc:chgData name="Toby Donaldson" userId="2e6e5431-bb17-4c41-9985-d39c50d83c73" providerId="ADAL" clId="{7F9681A8-EEE2-56F4-9B39-ECCBEE0471AC}" dt="2026-02-05T03:16:33.395" v="38629" actId="21"/>
        <pc:sldMkLst>
          <pc:docMk/>
          <pc:sldMk cId="514792209" sldId="379"/>
        </pc:sldMkLst>
        <pc:spChg chg="mod">
          <ac:chgData name="Toby Donaldson" userId="2e6e5431-bb17-4c41-9985-d39c50d83c73" providerId="ADAL" clId="{7F9681A8-EEE2-56F4-9B39-ECCBEE0471AC}" dt="2026-02-05T03:11:50.452" v="38364" actId="207"/>
          <ac:spMkLst>
            <pc:docMk/>
            <pc:sldMk cId="514792209" sldId="379"/>
            <ac:spMk id="2" creationId="{AB5EA9E9-D541-C2F9-69FE-8229A2E339F8}"/>
          </ac:spMkLst>
        </pc:spChg>
        <pc:spChg chg="mod">
          <ac:chgData name="Toby Donaldson" userId="2e6e5431-bb17-4c41-9985-d39c50d83c73" providerId="ADAL" clId="{7F9681A8-EEE2-56F4-9B39-ECCBEE0471AC}" dt="2026-02-05T03:06:09.793" v="38266" actId="1076"/>
          <ac:spMkLst>
            <pc:docMk/>
            <pc:sldMk cId="514792209" sldId="379"/>
            <ac:spMk id="3" creationId="{6237F933-CB85-6B63-F104-5DA4FB82CFE0}"/>
          </ac:spMkLst>
        </pc:spChg>
        <pc:spChg chg="mod">
          <ac:chgData name="Toby Donaldson" userId="2e6e5431-bb17-4c41-9985-d39c50d83c73" providerId="ADAL" clId="{7F9681A8-EEE2-56F4-9B39-ECCBEE0471AC}" dt="2026-02-05T03:06:09.793" v="38266" actId="1076"/>
          <ac:spMkLst>
            <pc:docMk/>
            <pc:sldMk cId="514792209" sldId="379"/>
            <ac:spMk id="5" creationId="{0AEF5B35-3FAA-7AEE-4856-F0F2CA9D99B7}"/>
          </ac:spMkLst>
        </pc:spChg>
        <pc:spChg chg="mod">
          <ac:chgData name="Toby Donaldson" userId="2e6e5431-bb17-4c41-9985-d39c50d83c73" providerId="ADAL" clId="{7F9681A8-EEE2-56F4-9B39-ECCBEE0471AC}" dt="2026-02-05T03:06:09.793" v="38266" actId="1076"/>
          <ac:spMkLst>
            <pc:docMk/>
            <pc:sldMk cId="514792209" sldId="379"/>
            <ac:spMk id="6" creationId="{905AEF11-FA95-FBF6-B59B-0616F7FABB3B}"/>
          </ac:spMkLst>
        </pc:spChg>
        <pc:spChg chg="mod">
          <ac:chgData name="Toby Donaldson" userId="2e6e5431-bb17-4c41-9985-d39c50d83c73" providerId="ADAL" clId="{7F9681A8-EEE2-56F4-9B39-ECCBEE0471AC}" dt="2026-02-05T03:12:30.205" v="38422" actId="20577"/>
          <ac:spMkLst>
            <pc:docMk/>
            <pc:sldMk cId="514792209" sldId="379"/>
            <ac:spMk id="7" creationId="{52443C66-87ED-0321-A8B1-897704F8BD30}"/>
          </ac:spMkLst>
        </pc:spChg>
        <pc:spChg chg="add mod">
          <ac:chgData name="Toby Donaldson" userId="2e6e5431-bb17-4c41-9985-d39c50d83c73" providerId="ADAL" clId="{7F9681A8-EEE2-56F4-9B39-ECCBEE0471AC}" dt="2026-02-05T03:13:09.346" v="38428" actId="14100"/>
          <ac:spMkLst>
            <pc:docMk/>
            <pc:sldMk cId="514792209" sldId="379"/>
            <ac:spMk id="8" creationId="{D751B52B-236A-8B8C-4AEF-45B39EA4175A}"/>
          </ac:spMkLst>
        </pc:spChg>
        <pc:spChg chg="add mod">
          <ac:chgData name="Toby Donaldson" userId="2e6e5431-bb17-4c41-9985-d39c50d83c73" providerId="ADAL" clId="{7F9681A8-EEE2-56F4-9B39-ECCBEE0471AC}" dt="2026-02-05T03:13:22.779" v="38431" actId="14100"/>
          <ac:spMkLst>
            <pc:docMk/>
            <pc:sldMk cId="514792209" sldId="379"/>
            <ac:spMk id="10" creationId="{EFECCFE8-DC89-841A-8B49-AA602BEED0C1}"/>
          </ac:spMkLst>
        </pc:spChg>
        <pc:spChg chg="add mod">
          <ac:chgData name="Toby Donaldson" userId="2e6e5431-bb17-4c41-9985-d39c50d83c73" providerId="ADAL" clId="{7F9681A8-EEE2-56F4-9B39-ECCBEE0471AC}" dt="2026-02-05T03:13:36.345" v="38435" actId="14100"/>
          <ac:spMkLst>
            <pc:docMk/>
            <pc:sldMk cId="514792209" sldId="379"/>
            <ac:spMk id="20" creationId="{ECEF4737-95E4-2840-E971-25697355EE4D}"/>
          </ac:spMkLst>
        </pc:spChg>
      </pc:sldChg>
      <pc:sldChg chg="add">
        <pc:chgData name="Toby Donaldson" userId="2e6e5431-bb17-4c41-9985-d39c50d83c73" providerId="ADAL" clId="{7F9681A8-EEE2-56F4-9B39-ECCBEE0471AC}" dt="2026-02-05T03:10:18.229" v="38320" actId="2890"/>
        <pc:sldMkLst>
          <pc:docMk/>
          <pc:sldMk cId="3189241944" sldId="380"/>
        </pc:sldMkLst>
      </pc:sldChg>
      <pc:sldChg chg="modSp add mod">
        <pc:chgData name="Toby Donaldson" userId="2e6e5431-bb17-4c41-9985-d39c50d83c73" providerId="ADAL" clId="{7F9681A8-EEE2-56F4-9B39-ECCBEE0471AC}" dt="2026-02-05T03:11:22.429" v="38361" actId="14100"/>
        <pc:sldMkLst>
          <pc:docMk/>
          <pc:sldMk cId="1825975758" sldId="381"/>
        </pc:sldMkLst>
        <pc:spChg chg="mod">
          <ac:chgData name="Toby Donaldson" userId="2e6e5431-bb17-4c41-9985-d39c50d83c73" providerId="ADAL" clId="{7F9681A8-EEE2-56F4-9B39-ECCBEE0471AC}" dt="2026-02-05T03:11:22.429" v="38361" actId="14100"/>
          <ac:spMkLst>
            <pc:docMk/>
            <pc:sldMk cId="1825975758" sldId="381"/>
            <ac:spMk id="12" creationId="{61E5EE0E-431D-0775-B0BF-EDD549F9B5F1}"/>
          </ac:spMkLst>
        </pc:spChg>
        <pc:cxnChg chg="mod">
          <ac:chgData name="Toby Donaldson" userId="2e6e5431-bb17-4c41-9985-d39c50d83c73" providerId="ADAL" clId="{7F9681A8-EEE2-56F4-9B39-ECCBEE0471AC}" dt="2026-02-05T03:11:22.429" v="38361" actId="14100"/>
          <ac:cxnSpMkLst>
            <pc:docMk/>
            <pc:sldMk cId="1825975758" sldId="381"/>
            <ac:cxnSpMk id="17" creationId="{8CB57C49-134C-851B-97CA-7FB67D3BB551}"/>
          </ac:cxnSpMkLst>
        </pc:cxnChg>
      </pc:sldChg>
      <pc:sldChg chg="delSp modSp add mod">
        <pc:chgData name="Toby Donaldson" userId="2e6e5431-bb17-4c41-9985-d39c50d83c73" providerId="ADAL" clId="{7F9681A8-EEE2-56F4-9B39-ECCBEE0471AC}" dt="2026-02-05T03:16:29.257" v="38628" actId="21"/>
        <pc:sldMkLst>
          <pc:docMk/>
          <pc:sldMk cId="3804242943" sldId="382"/>
        </pc:sldMkLst>
      </pc:sldChg>
      <pc:sldChg chg="delSp add mod">
        <pc:chgData name="Toby Donaldson" userId="2e6e5431-bb17-4c41-9985-d39c50d83c73" providerId="ADAL" clId="{7F9681A8-EEE2-56F4-9B39-ECCBEE0471AC}" dt="2026-02-05T03:16:36.713" v="38630" actId="21"/>
        <pc:sldMkLst>
          <pc:docMk/>
          <pc:sldMk cId="1743158922" sldId="383"/>
        </pc:sldMkLst>
      </pc:sldChg>
      <pc:sldChg chg="addSp delSp modSp add mod">
        <pc:chgData name="Toby Donaldson" userId="2e6e5431-bb17-4c41-9985-d39c50d83c73" providerId="ADAL" clId="{7F9681A8-EEE2-56F4-9B39-ECCBEE0471AC}" dt="2026-02-05T03:19:38.697" v="38829" actId="14100"/>
        <pc:sldMkLst>
          <pc:docMk/>
          <pc:sldMk cId="3949196787" sldId="384"/>
        </pc:sldMkLst>
        <pc:spChg chg="mod">
          <ac:chgData name="Toby Donaldson" userId="2e6e5431-bb17-4c41-9985-d39c50d83c73" providerId="ADAL" clId="{7F9681A8-EEE2-56F4-9B39-ECCBEE0471AC}" dt="2026-02-05T03:19:04.166" v="38819" actId="1076"/>
          <ac:spMkLst>
            <pc:docMk/>
            <pc:sldMk cId="3949196787" sldId="384"/>
            <ac:spMk id="27" creationId="{E8798CC6-B393-43EB-0774-32BF09C31D88}"/>
          </ac:spMkLst>
        </pc:spChg>
        <pc:cxnChg chg="add mod">
          <ac:chgData name="Toby Donaldson" userId="2e6e5431-bb17-4c41-9985-d39c50d83c73" providerId="ADAL" clId="{7F9681A8-EEE2-56F4-9B39-ECCBEE0471AC}" dt="2026-02-05T03:19:17.347" v="38823" actId="14100"/>
          <ac:cxnSpMkLst>
            <pc:docMk/>
            <pc:sldMk cId="3949196787" sldId="384"/>
            <ac:cxnSpMk id="9" creationId="{E018A2A7-5606-7F5A-86B3-AB89C572CF7B}"/>
          </ac:cxnSpMkLst>
        </pc:cxnChg>
        <pc:cxnChg chg="add mod">
          <ac:chgData name="Toby Donaldson" userId="2e6e5431-bb17-4c41-9985-d39c50d83c73" providerId="ADAL" clId="{7F9681A8-EEE2-56F4-9B39-ECCBEE0471AC}" dt="2026-02-05T03:19:26.998" v="38826" actId="14100"/>
          <ac:cxnSpMkLst>
            <pc:docMk/>
            <pc:sldMk cId="3949196787" sldId="384"/>
            <ac:cxnSpMk id="24" creationId="{05DE3331-86A5-2BE2-970B-5721344828F9}"/>
          </ac:cxnSpMkLst>
        </pc:cxnChg>
        <pc:cxnChg chg="add mod">
          <ac:chgData name="Toby Donaldson" userId="2e6e5431-bb17-4c41-9985-d39c50d83c73" providerId="ADAL" clId="{7F9681A8-EEE2-56F4-9B39-ECCBEE0471AC}" dt="2026-02-05T03:19:38.697" v="38829" actId="14100"/>
          <ac:cxnSpMkLst>
            <pc:docMk/>
            <pc:sldMk cId="3949196787" sldId="384"/>
            <ac:cxnSpMk id="29" creationId="{4C8E6A67-7B8E-7A3C-F020-06E92E65996B}"/>
          </ac:cxnSpMkLst>
        </pc:cxnChg>
      </pc:sldChg>
      <pc:sldChg chg="addSp delSp modSp add mod ord">
        <pc:chgData name="Toby Donaldson" userId="2e6e5431-bb17-4c41-9985-d39c50d83c73" providerId="ADAL" clId="{7F9681A8-EEE2-56F4-9B39-ECCBEE0471AC}" dt="2026-02-05T03:24:19.747" v="39099" actId="20578"/>
        <pc:sldMkLst>
          <pc:docMk/>
          <pc:sldMk cId="1277197031" sldId="385"/>
        </pc:sldMkLst>
        <pc:spChg chg="add mod">
          <ac:chgData name="Toby Donaldson" userId="2e6e5431-bb17-4c41-9985-d39c50d83c73" providerId="ADAL" clId="{7F9681A8-EEE2-56F4-9B39-ECCBEE0471AC}" dt="2026-02-05T03:23:08.763" v="39097" actId="1076"/>
          <ac:spMkLst>
            <pc:docMk/>
            <pc:sldMk cId="1277197031" sldId="385"/>
            <ac:spMk id="3" creationId="{52ACE01B-8A1A-3C3E-0411-64B85B59C024}"/>
          </ac:spMkLst>
        </pc:spChg>
        <pc:spChg chg="mod">
          <ac:chgData name="Toby Donaldson" userId="2e6e5431-bb17-4c41-9985-d39c50d83c73" providerId="ADAL" clId="{7F9681A8-EEE2-56F4-9B39-ECCBEE0471AC}" dt="2026-02-05T03:21:48.130" v="38909" actId="207"/>
          <ac:spMkLst>
            <pc:docMk/>
            <pc:sldMk cId="1277197031" sldId="385"/>
            <ac:spMk id="4" creationId="{0E93880C-E3A5-5E77-D906-620467F1EBCF}"/>
          </ac:spMkLst>
        </pc:spChg>
        <pc:spChg chg="mod">
          <ac:chgData name="Toby Donaldson" userId="2e6e5431-bb17-4c41-9985-d39c50d83c73" providerId="ADAL" clId="{7F9681A8-EEE2-56F4-9B39-ECCBEE0471AC}" dt="2026-02-05T03:21:38.513" v="38907" actId="207"/>
          <ac:spMkLst>
            <pc:docMk/>
            <pc:sldMk cId="1277197031" sldId="385"/>
            <ac:spMk id="6" creationId="{28B521DC-443D-C586-C395-69791024B84A}"/>
          </ac:spMkLst>
        </pc:spChg>
        <pc:spChg chg="mod">
          <ac:chgData name="Toby Donaldson" userId="2e6e5431-bb17-4c41-9985-d39c50d83c73" providerId="ADAL" clId="{7F9681A8-EEE2-56F4-9B39-ECCBEE0471AC}" dt="2026-02-05T03:21:41.685" v="38908" actId="207"/>
          <ac:spMkLst>
            <pc:docMk/>
            <pc:sldMk cId="1277197031" sldId="385"/>
            <ac:spMk id="7" creationId="{A0D55885-FAA4-CE66-61E2-5B3D2834697D}"/>
          </ac:spMkLst>
        </pc:spChg>
      </pc:sldChg>
      <pc:sldChg chg="delSp modSp add mod">
        <pc:chgData name="Toby Donaldson" userId="2e6e5431-bb17-4c41-9985-d39c50d83c73" providerId="ADAL" clId="{7F9681A8-EEE2-56F4-9B39-ECCBEE0471AC}" dt="2026-02-05T03:28:06.705" v="39414" actId="20577"/>
        <pc:sldMkLst>
          <pc:docMk/>
          <pc:sldMk cId="4182503665" sldId="386"/>
        </pc:sldMkLst>
        <pc:spChg chg="mod">
          <ac:chgData name="Toby Donaldson" userId="2e6e5431-bb17-4c41-9985-d39c50d83c73" providerId="ADAL" clId="{7F9681A8-EEE2-56F4-9B39-ECCBEE0471AC}" dt="2026-02-05T03:28:03.922" v="39412" actId="20577"/>
          <ac:spMkLst>
            <pc:docMk/>
            <pc:sldMk cId="4182503665" sldId="386"/>
            <ac:spMk id="2" creationId="{52BCB52D-CE48-48CA-E0E6-BCB60C86D3A4}"/>
          </ac:spMkLst>
        </pc:spChg>
        <pc:spChg chg="mod">
          <ac:chgData name="Toby Donaldson" userId="2e6e5431-bb17-4c41-9985-d39c50d83c73" providerId="ADAL" clId="{7F9681A8-EEE2-56F4-9B39-ECCBEE0471AC}" dt="2026-02-05T03:28:06.705" v="39414" actId="20577"/>
          <ac:spMkLst>
            <pc:docMk/>
            <pc:sldMk cId="4182503665" sldId="386"/>
            <ac:spMk id="27" creationId="{1EA35F64-2845-60BD-3564-C3953522E62C}"/>
          </ac:spMkLst>
        </pc:spChg>
      </pc:sldChg>
      <pc:sldChg chg="modSp add mod">
        <pc:chgData name="Toby Donaldson" userId="2e6e5431-bb17-4c41-9985-d39c50d83c73" providerId="ADAL" clId="{7F9681A8-EEE2-56F4-9B39-ECCBEE0471AC}" dt="2026-02-05T03:28:41.375" v="39447" actId="207"/>
        <pc:sldMkLst>
          <pc:docMk/>
          <pc:sldMk cId="1451192674" sldId="387"/>
        </pc:sldMkLst>
        <pc:spChg chg="mod">
          <ac:chgData name="Toby Donaldson" userId="2e6e5431-bb17-4c41-9985-d39c50d83c73" providerId="ADAL" clId="{7F9681A8-EEE2-56F4-9B39-ECCBEE0471AC}" dt="2026-02-05T03:28:41.375" v="39447" actId="207"/>
          <ac:spMkLst>
            <pc:docMk/>
            <pc:sldMk cId="1451192674" sldId="387"/>
            <ac:spMk id="2" creationId="{5DE5B2AE-9AF8-A6DE-7722-95B5E5BEE0F3}"/>
          </ac:spMkLst>
        </pc:spChg>
      </pc:sldChg>
      <pc:sldChg chg="addSp delSp modSp add mod">
        <pc:chgData name="Toby Donaldson" userId="2e6e5431-bb17-4c41-9985-d39c50d83c73" providerId="ADAL" clId="{7F9681A8-EEE2-56F4-9B39-ECCBEE0471AC}" dt="2026-02-05T03:39:04.789" v="39868" actId="207"/>
        <pc:sldMkLst>
          <pc:docMk/>
          <pc:sldMk cId="3854519768" sldId="388"/>
        </pc:sldMkLst>
        <pc:spChg chg="mod">
          <ac:chgData name="Toby Donaldson" userId="2e6e5431-bb17-4c41-9985-d39c50d83c73" providerId="ADAL" clId="{7F9681A8-EEE2-56F4-9B39-ECCBEE0471AC}" dt="2026-02-05T03:39:04.789" v="39868" actId="207"/>
          <ac:spMkLst>
            <pc:docMk/>
            <pc:sldMk cId="3854519768" sldId="388"/>
            <ac:spMk id="2" creationId="{B4A74DF4-C531-73EC-8A2F-AB399666C43A}"/>
          </ac:spMkLst>
        </pc:spChg>
        <pc:spChg chg="mod">
          <ac:chgData name="Toby Donaldson" userId="2e6e5431-bb17-4c41-9985-d39c50d83c73" providerId="ADAL" clId="{7F9681A8-EEE2-56F4-9B39-ECCBEE0471AC}" dt="2026-02-05T03:34:56" v="39478" actId="14100"/>
          <ac:spMkLst>
            <pc:docMk/>
            <pc:sldMk cId="3854519768" sldId="388"/>
            <ac:spMk id="4" creationId="{65E8EE53-BFB4-2F19-53C0-7AC36DE7DA10}"/>
          </ac:spMkLst>
        </pc:spChg>
        <pc:spChg chg="mod">
          <ac:chgData name="Toby Donaldson" userId="2e6e5431-bb17-4c41-9985-d39c50d83c73" providerId="ADAL" clId="{7F9681A8-EEE2-56F4-9B39-ECCBEE0471AC}" dt="2026-02-05T03:36:48.207" v="39688"/>
          <ac:spMkLst>
            <pc:docMk/>
            <pc:sldMk cId="3854519768" sldId="388"/>
            <ac:spMk id="27" creationId="{E9D28935-F41A-CF03-713D-0D02073CF9E3}"/>
          </ac:spMkLst>
        </pc:spChg>
      </pc:sldChg>
      <pc:sldChg chg="modSp add mod">
        <pc:chgData name="Toby Donaldson" userId="2e6e5431-bb17-4c41-9985-d39c50d83c73" providerId="ADAL" clId="{7F9681A8-EEE2-56F4-9B39-ECCBEE0471AC}" dt="2026-02-05T03:39:15.127" v="39870" actId="113"/>
        <pc:sldMkLst>
          <pc:docMk/>
          <pc:sldMk cId="2218192303" sldId="389"/>
        </pc:sldMkLst>
        <pc:spChg chg="mod">
          <ac:chgData name="Toby Donaldson" userId="2e6e5431-bb17-4c41-9985-d39c50d83c73" providerId="ADAL" clId="{7F9681A8-EEE2-56F4-9B39-ECCBEE0471AC}" dt="2026-02-05T03:39:08.438" v="39869" actId="207"/>
          <ac:spMkLst>
            <pc:docMk/>
            <pc:sldMk cId="2218192303" sldId="389"/>
            <ac:spMk id="2" creationId="{B33B5B34-72D5-DE5E-B776-DF65F5DE4166}"/>
          </ac:spMkLst>
        </pc:spChg>
        <pc:spChg chg="mod">
          <ac:chgData name="Toby Donaldson" userId="2e6e5431-bb17-4c41-9985-d39c50d83c73" providerId="ADAL" clId="{7F9681A8-EEE2-56F4-9B39-ECCBEE0471AC}" dt="2026-02-05T03:39:15.127" v="39870" actId="113"/>
          <ac:spMkLst>
            <pc:docMk/>
            <pc:sldMk cId="2218192303" sldId="389"/>
            <ac:spMk id="7" creationId="{23943938-8CCC-F123-AB08-C33F502CB801}"/>
          </ac:spMkLst>
        </pc:spChg>
      </pc:sldChg>
      <pc:sldChg chg="modSp new mod">
        <pc:chgData name="Toby Donaldson" userId="2e6e5431-bb17-4c41-9985-d39c50d83c73" providerId="ADAL" clId="{7F9681A8-EEE2-56F4-9B39-ECCBEE0471AC}" dt="2026-02-05T03:38:48.822" v="39867" actId="5793"/>
        <pc:sldMkLst>
          <pc:docMk/>
          <pc:sldMk cId="404349655" sldId="390"/>
        </pc:sldMkLst>
        <pc:spChg chg="mod">
          <ac:chgData name="Toby Donaldson" userId="2e6e5431-bb17-4c41-9985-d39c50d83c73" providerId="ADAL" clId="{7F9681A8-EEE2-56F4-9B39-ECCBEE0471AC}" dt="2026-02-05T03:38:24.388" v="39817" actId="20577"/>
          <ac:spMkLst>
            <pc:docMk/>
            <pc:sldMk cId="404349655" sldId="390"/>
            <ac:spMk id="2" creationId="{2095D901-DDB4-2996-E646-59B64DCA4660}"/>
          </ac:spMkLst>
        </pc:spChg>
        <pc:spChg chg="mod">
          <ac:chgData name="Toby Donaldson" userId="2e6e5431-bb17-4c41-9985-d39c50d83c73" providerId="ADAL" clId="{7F9681A8-EEE2-56F4-9B39-ECCBEE0471AC}" dt="2026-02-05T03:38:48.822" v="39867" actId="5793"/>
          <ac:spMkLst>
            <pc:docMk/>
            <pc:sldMk cId="404349655" sldId="390"/>
            <ac:spMk id="3" creationId="{7C126938-859B-F394-3961-C2FC73AC1595}"/>
          </ac:spMkLst>
        </pc:spChg>
      </pc:sldChg>
      <pc:sldChg chg="addSp delSp modSp add mod">
        <pc:chgData name="Toby Donaldson" userId="2e6e5431-bb17-4c41-9985-d39c50d83c73" providerId="ADAL" clId="{7F9681A8-EEE2-56F4-9B39-ECCBEE0471AC}" dt="2026-02-05T03:44:17.961" v="40210" actId="21"/>
        <pc:sldMkLst>
          <pc:docMk/>
          <pc:sldMk cId="510654176" sldId="391"/>
        </pc:sldMkLst>
        <pc:spChg chg="mod">
          <ac:chgData name="Toby Donaldson" userId="2e6e5431-bb17-4c41-9985-d39c50d83c73" providerId="ADAL" clId="{7F9681A8-EEE2-56F4-9B39-ECCBEE0471AC}" dt="2026-02-05T03:40:25.714" v="39878" actId="20577"/>
          <ac:spMkLst>
            <pc:docMk/>
            <pc:sldMk cId="510654176" sldId="391"/>
            <ac:spMk id="2" creationId="{34CC1BCF-1DA6-D889-F159-C2DD37FB24CD}"/>
          </ac:spMkLst>
        </pc:spChg>
        <pc:spChg chg="mod">
          <ac:chgData name="Toby Donaldson" userId="2e6e5431-bb17-4c41-9985-d39c50d83c73" providerId="ADAL" clId="{7F9681A8-EEE2-56F4-9B39-ECCBEE0471AC}" dt="2026-02-05T03:44:05.319" v="40208" actId="1076"/>
          <ac:spMkLst>
            <pc:docMk/>
            <pc:sldMk cId="510654176" sldId="391"/>
            <ac:spMk id="27" creationId="{EA253DF1-918D-C9E1-30A8-046BFC9EA34A}"/>
          </ac:spMkLst>
        </pc:spChg>
      </pc:sldChg>
      <pc:sldChg chg="delSp add mod">
        <pc:chgData name="Toby Donaldson" userId="2e6e5431-bb17-4c41-9985-d39c50d83c73" providerId="ADAL" clId="{7F9681A8-EEE2-56F4-9B39-ECCBEE0471AC}" dt="2026-02-05T03:44:29.562" v="40212" actId="21"/>
        <pc:sldMkLst>
          <pc:docMk/>
          <pc:sldMk cId="1753350055" sldId="392"/>
        </pc:sldMkLst>
      </pc:sldChg>
      <pc:sldChg chg="addSp modSp add mod">
        <pc:chgData name="Toby Donaldson" userId="2e6e5431-bb17-4c41-9985-d39c50d83c73" providerId="ADAL" clId="{7F9681A8-EEE2-56F4-9B39-ECCBEE0471AC}" dt="2026-02-05T03:54:26.432" v="40898" actId="20577"/>
        <pc:sldMkLst>
          <pc:docMk/>
          <pc:sldMk cId="1757759290" sldId="393"/>
        </pc:sldMkLst>
        <pc:spChg chg="mod">
          <ac:chgData name="Toby Donaldson" userId="2e6e5431-bb17-4c41-9985-d39c50d83c73" providerId="ADAL" clId="{7F9681A8-EEE2-56F4-9B39-ECCBEE0471AC}" dt="2026-02-05T03:45:49.570" v="40309" actId="1076"/>
          <ac:spMkLst>
            <pc:docMk/>
            <pc:sldMk cId="1757759290" sldId="393"/>
            <ac:spMk id="6" creationId="{29CA5E19-82CB-3E66-9443-58058BACA2FF}"/>
          </ac:spMkLst>
        </pc:spChg>
        <pc:spChg chg="add mod">
          <ac:chgData name="Toby Donaldson" userId="2e6e5431-bb17-4c41-9985-d39c50d83c73" providerId="ADAL" clId="{7F9681A8-EEE2-56F4-9B39-ECCBEE0471AC}" dt="2026-02-05T03:45:34.517" v="40305" actId="113"/>
          <ac:spMkLst>
            <pc:docMk/>
            <pc:sldMk cId="1757759290" sldId="393"/>
            <ac:spMk id="7" creationId="{2C647FA9-2880-B3FC-81A6-9F6B5F88742E}"/>
          </ac:spMkLst>
        </pc:spChg>
        <pc:spChg chg="add mod">
          <ac:chgData name="Toby Donaldson" userId="2e6e5431-bb17-4c41-9985-d39c50d83c73" providerId="ADAL" clId="{7F9681A8-EEE2-56F4-9B39-ECCBEE0471AC}" dt="2026-02-05T03:47:19.920" v="40490" actId="1076"/>
          <ac:spMkLst>
            <pc:docMk/>
            <pc:sldMk cId="1757759290" sldId="393"/>
            <ac:spMk id="9" creationId="{5B6C1EBE-FE1D-3C8E-C448-6418C711A046}"/>
          </ac:spMkLst>
        </pc:spChg>
        <pc:spChg chg="add mod">
          <ac:chgData name="Toby Donaldson" userId="2e6e5431-bb17-4c41-9985-d39c50d83c73" providerId="ADAL" clId="{7F9681A8-EEE2-56F4-9B39-ECCBEE0471AC}" dt="2026-02-05T03:54:26.432" v="40898" actId="20577"/>
          <ac:spMkLst>
            <pc:docMk/>
            <pc:sldMk cId="1757759290" sldId="393"/>
            <ac:spMk id="10" creationId="{FC91E141-83C6-744D-E187-202B14EC8DCD}"/>
          </ac:spMkLst>
        </pc:spChg>
        <pc:cxnChg chg="add">
          <ac:chgData name="Toby Donaldson" userId="2e6e5431-bb17-4c41-9985-d39c50d83c73" providerId="ADAL" clId="{7F9681A8-EEE2-56F4-9B39-ECCBEE0471AC}" dt="2026-02-05T03:51:50.845" v="40886" actId="11529"/>
          <ac:cxnSpMkLst>
            <pc:docMk/>
            <pc:sldMk cId="1757759290" sldId="393"/>
            <ac:cxnSpMk id="12" creationId="{877BE2D5-0366-385F-5B10-C1AAC4661EE9}"/>
          </ac:cxnSpMkLst>
        </pc:cxnChg>
        <pc:cxnChg chg="add mod">
          <ac:chgData name="Toby Donaldson" userId="2e6e5431-bb17-4c41-9985-d39c50d83c73" providerId="ADAL" clId="{7F9681A8-EEE2-56F4-9B39-ECCBEE0471AC}" dt="2026-02-05T03:52:02.688" v="40890" actId="14100"/>
          <ac:cxnSpMkLst>
            <pc:docMk/>
            <pc:sldMk cId="1757759290" sldId="393"/>
            <ac:cxnSpMk id="14" creationId="{94B7C523-4469-4723-2BCB-1E0BB627DCD1}"/>
          </ac:cxnSpMkLst>
        </pc:cxnChg>
        <pc:cxnChg chg="add mod">
          <ac:chgData name="Toby Donaldson" userId="2e6e5431-bb17-4c41-9985-d39c50d83c73" providerId="ADAL" clId="{7F9681A8-EEE2-56F4-9B39-ECCBEE0471AC}" dt="2026-02-05T03:52:11.455" v="40893" actId="14100"/>
          <ac:cxnSpMkLst>
            <pc:docMk/>
            <pc:sldMk cId="1757759290" sldId="393"/>
            <ac:cxnSpMk id="17" creationId="{2EC118CE-711B-EA4E-78D1-CCDDBFAB8B45}"/>
          </ac:cxnSpMkLst>
        </pc:cxnChg>
        <pc:cxnChg chg="add mod">
          <ac:chgData name="Toby Donaldson" userId="2e6e5431-bb17-4c41-9985-d39c50d83c73" providerId="ADAL" clId="{7F9681A8-EEE2-56F4-9B39-ECCBEE0471AC}" dt="2026-02-05T03:52:23.391" v="40896" actId="14100"/>
          <ac:cxnSpMkLst>
            <pc:docMk/>
            <pc:sldMk cId="1757759290" sldId="393"/>
            <ac:cxnSpMk id="20" creationId="{1E385CC2-8A09-7D59-060B-EC88AA69EB4A}"/>
          </ac:cxnSpMkLst>
        </pc:cxnChg>
      </pc:sldChg>
      <pc:sldChg chg="addSp delSp modSp new mod">
        <pc:chgData name="Toby Donaldson" userId="2e6e5431-bb17-4c41-9985-d39c50d83c73" providerId="ADAL" clId="{7F9681A8-EEE2-56F4-9B39-ECCBEE0471AC}" dt="2026-02-05T03:59:44.273" v="41233" actId="21"/>
        <pc:sldMkLst>
          <pc:docMk/>
          <pc:sldMk cId="1859674180" sldId="394"/>
        </pc:sldMkLst>
        <pc:spChg chg="mod">
          <ac:chgData name="Toby Donaldson" userId="2e6e5431-bb17-4c41-9985-d39c50d83c73" providerId="ADAL" clId="{7F9681A8-EEE2-56F4-9B39-ECCBEE0471AC}" dt="2026-02-05T03:55:18.872" v="40932" actId="20577"/>
          <ac:spMkLst>
            <pc:docMk/>
            <pc:sldMk cId="1859674180" sldId="394"/>
            <ac:spMk id="2" creationId="{6360F522-DFA2-9C52-9C3A-EA9AB9665BCD}"/>
          </ac:spMkLst>
        </pc:spChg>
        <pc:spChg chg="add mod">
          <ac:chgData name="Toby Donaldson" userId="2e6e5431-bb17-4c41-9985-d39c50d83c73" providerId="ADAL" clId="{7F9681A8-EEE2-56F4-9B39-ECCBEE0471AC}" dt="2026-02-05T03:59:08.790" v="41226" actId="1076"/>
          <ac:spMkLst>
            <pc:docMk/>
            <pc:sldMk cId="1859674180" sldId="394"/>
            <ac:spMk id="4" creationId="{DF6E9FD4-62B4-8A37-24F4-69D09828FAFC}"/>
          </ac:spMkLst>
        </pc:spChg>
        <pc:spChg chg="add mod">
          <ac:chgData name="Toby Donaldson" userId="2e6e5431-bb17-4c41-9985-d39c50d83c73" providerId="ADAL" clId="{7F9681A8-EEE2-56F4-9B39-ECCBEE0471AC}" dt="2026-02-05T03:59:08.790" v="41226" actId="1076"/>
          <ac:spMkLst>
            <pc:docMk/>
            <pc:sldMk cId="1859674180" sldId="394"/>
            <ac:spMk id="5" creationId="{CD1D981E-CED7-6C2F-E001-4B4ADDDB6B7C}"/>
          </ac:spMkLst>
        </pc:spChg>
        <pc:spChg chg="add mod">
          <ac:chgData name="Toby Donaldson" userId="2e6e5431-bb17-4c41-9985-d39c50d83c73" providerId="ADAL" clId="{7F9681A8-EEE2-56F4-9B39-ECCBEE0471AC}" dt="2026-02-05T03:59:08.790" v="41226" actId="1076"/>
          <ac:spMkLst>
            <pc:docMk/>
            <pc:sldMk cId="1859674180" sldId="394"/>
            <ac:spMk id="6" creationId="{FD568AF0-DA84-A4F9-5C5C-930B9C1E98E1}"/>
          </ac:spMkLst>
        </pc:spChg>
      </pc:sldChg>
      <pc:sldChg chg="delSp add mod ord">
        <pc:chgData name="Toby Donaldson" userId="2e6e5431-bb17-4c41-9985-d39c50d83c73" providerId="ADAL" clId="{7F9681A8-EEE2-56F4-9B39-ECCBEE0471AC}" dt="2026-02-05T03:59:33.211" v="41231" actId="20578"/>
        <pc:sldMkLst>
          <pc:docMk/>
          <pc:sldMk cId="2050593658" sldId="395"/>
        </pc:sldMkLst>
      </pc:sldChg>
      <pc:sldChg chg="addSp delSp modSp add mod ord">
        <pc:chgData name="Toby Donaldson" userId="2e6e5431-bb17-4c41-9985-d39c50d83c73" providerId="ADAL" clId="{7F9681A8-EEE2-56F4-9B39-ECCBEE0471AC}" dt="2026-02-05T04:02:45.961" v="41442" actId="11529"/>
        <pc:sldMkLst>
          <pc:docMk/>
          <pc:sldMk cId="1453493737" sldId="396"/>
        </pc:sldMkLst>
        <pc:spChg chg="mod">
          <ac:chgData name="Toby Donaldson" userId="2e6e5431-bb17-4c41-9985-d39c50d83c73" providerId="ADAL" clId="{7F9681A8-EEE2-56F4-9B39-ECCBEE0471AC}" dt="2026-02-05T04:02:28.430" v="41440" actId="2711"/>
          <ac:spMkLst>
            <pc:docMk/>
            <pc:sldMk cId="1453493737" sldId="396"/>
            <ac:spMk id="5" creationId="{A9129D6F-93FC-1089-4895-BA023234F6EB}"/>
          </ac:spMkLst>
        </pc:spChg>
        <pc:spChg chg="add">
          <ac:chgData name="Toby Donaldson" userId="2e6e5431-bb17-4c41-9985-d39c50d83c73" providerId="ADAL" clId="{7F9681A8-EEE2-56F4-9B39-ECCBEE0471AC}" dt="2026-02-05T04:02:38.381" v="41441" actId="11529"/>
          <ac:spMkLst>
            <pc:docMk/>
            <pc:sldMk cId="1453493737" sldId="396"/>
            <ac:spMk id="13" creationId="{1B67B4E0-93C5-DBEF-48BB-318E7D1BC5EA}"/>
          </ac:spMkLst>
        </pc:spChg>
        <pc:grpChg chg="add mod">
          <ac:chgData name="Toby Donaldson" userId="2e6e5431-bb17-4c41-9985-d39c50d83c73" providerId="ADAL" clId="{7F9681A8-EEE2-56F4-9B39-ECCBEE0471AC}" dt="2026-02-05T04:00:42.991" v="41244" actId="1076"/>
          <ac:grpSpMkLst>
            <pc:docMk/>
            <pc:sldMk cId="1453493737" sldId="396"/>
            <ac:grpSpMk id="12" creationId="{D9A2B812-A639-814A-7F16-F476C35F9E18}"/>
          </ac:grpSpMkLst>
        </pc:grpChg>
        <pc:cxnChg chg="add mod">
          <ac:chgData name="Toby Donaldson" userId="2e6e5431-bb17-4c41-9985-d39c50d83c73" providerId="ADAL" clId="{7F9681A8-EEE2-56F4-9B39-ECCBEE0471AC}" dt="2026-02-05T04:00:28.871" v="41240" actId="164"/>
          <ac:cxnSpMkLst>
            <pc:docMk/>
            <pc:sldMk cId="1453493737" sldId="396"/>
            <ac:cxnSpMk id="8" creationId="{2334A3A7-6EBD-B70F-A213-6480D3E876C8}"/>
          </ac:cxnSpMkLst>
        </pc:cxnChg>
        <pc:cxnChg chg="add mod">
          <ac:chgData name="Toby Donaldson" userId="2e6e5431-bb17-4c41-9985-d39c50d83c73" providerId="ADAL" clId="{7F9681A8-EEE2-56F4-9B39-ECCBEE0471AC}" dt="2026-02-05T04:00:28.871" v="41240" actId="164"/>
          <ac:cxnSpMkLst>
            <pc:docMk/>
            <pc:sldMk cId="1453493737" sldId="396"/>
            <ac:cxnSpMk id="9" creationId="{FB06CC97-6850-10F3-A458-C2C2083C5025}"/>
          </ac:cxnSpMkLst>
        </pc:cxnChg>
        <pc:cxnChg chg="add">
          <ac:chgData name="Toby Donaldson" userId="2e6e5431-bb17-4c41-9985-d39c50d83c73" providerId="ADAL" clId="{7F9681A8-EEE2-56F4-9B39-ECCBEE0471AC}" dt="2026-02-05T04:02:45.961" v="41442" actId="11529"/>
          <ac:cxnSpMkLst>
            <pc:docMk/>
            <pc:sldMk cId="1453493737" sldId="396"/>
            <ac:cxnSpMk id="15" creationId="{7333D0F3-0C56-EE89-B93C-C6911C690808}"/>
          </ac:cxnSpMkLst>
        </pc:cxnChg>
      </pc:sldChg>
      <pc:sldChg chg="addSp delSp modSp add mod">
        <pc:chgData name="Toby Donaldson" userId="2e6e5431-bb17-4c41-9985-d39c50d83c73" providerId="ADAL" clId="{7F9681A8-EEE2-56F4-9B39-ECCBEE0471AC}" dt="2026-02-05T04:07:45.843" v="41859" actId="1076"/>
        <pc:sldMkLst>
          <pc:docMk/>
          <pc:sldMk cId="535630765" sldId="397"/>
        </pc:sldMkLst>
        <pc:spChg chg="add del">
          <ac:chgData name="Toby Donaldson" userId="2e6e5431-bb17-4c41-9985-d39c50d83c73" providerId="ADAL" clId="{7F9681A8-EEE2-56F4-9B39-ECCBEE0471AC}" dt="2026-02-05T04:03:56.120" v="41447" actId="21"/>
          <ac:spMkLst>
            <pc:docMk/>
            <pc:sldMk cId="535630765" sldId="397"/>
            <ac:spMk id="4" creationId="{10020B76-D770-5DF0-FDE0-F4DFF085B8E6}"/>
          </ac:spMkLst>
        </pc:spChg>
        <pc:spChg chg="mod">
          <ac:chgData name="Toby Donaldson" userId="2e6e5431-bb17-4c41-9985-d39c50d83c73" providerId="ADAL" clId="{7F9681A8-EEE2-56F4-9B39-ECCBEE0471AC}" dt="2026-02-05T04:07:13.811" v="41736" actId="14100"/>
          <ac:spMkLst>
            <pc:docMk/>
            <pc:sldMk cId="535630765" sldId="397"/>
            <ac:spMk id="5" creationId="{1F2BACAC-4AE2-1589-1734-986F5CBAB608}"/>
          </ac:spMkLst>
        </pc:spChg>
        <pc:spChg chg="mod">
          <ac:chgData name="Toby Donaldson" userId="2e6e5431-bb17-4c41-9985-d39c50d83c73" providerId="ADAL" clId="{7F9681A8-EEE2-56F4-9B39-ECCBEE0471AC}" dt="2026-02-05T04:06:14.976" v="41694" actId="20577"/>
          <ac:spMkLst>
            <pc:docMk/>
            <pc:sldMk cId="535630765" sldId="397"/>
            <ac:spMk id="7" creationId="{F8F9C31C-CCC1-E76F-5292-1D91AFB5F83C}"/>
          </ac:spMkLst>
        </pc:spChg>
        <pc:spChg chg="add mod">
          <ac:chgData name="Toby Donaldson" userId="2e6e5431-bb17-4c41-9985-d39c50d83c73" providerId="ADAL" clId="{7F9681A8-EEE2-56F4-9B39-ECCBEE0471AC}" dt="2026-02-05T04:07:45.843" v="41859" actId="1076"/>
          <ac:spMkLst>
            <pc:docMk/>
            <pc:sldMk cId="535630765" sldId="397"/>
            <ac:spMk id="10" creationId="{F30BDCD8-530C-2B74-9735-F5F55D80D4D4}"/>
          </ac:spMkLst>
        </pc:spChg>
        <pc:spChg chg="mod">
          <ac:chgData name="Toby Donaldson" userId="2e6e5431-bb17-4c41-9985-d39c50d83c73" providerId="ADAL" clId="{7F9681A8-EEE2-56F4-9B39-ECCBEE0471AC}" dt="2026-02-05T04:06:19.960" v="41695" actId="14100"/>
          <ac:spMkLst>
            <pc:docMk/>
            <pc:sldMk cId="535630765" sldId="397"/>
            <ac:spMk id="13" creationId="{75921B94-937D-B988-ACDD-728C2B4CFBEC}"/>
          </ac:spMkLst>
        </pc:spChg>
        <pc:grpChg chg="add del">
          <ac:chgData name="Toby Donaldson" userId="2e6e5431-bb17-4c41-9985-d39c50d83c73" providerId="ADAL" clId="{7F9681A8-EEE2-56F4-9B39-ECCBEE0471AC}" dt="2026-02-05T04:03:56.603" v="41448" actId="21"/>
          <ac:grpSpMkLst>
            <pc:docMk/>
            <pc:sldMk cId="535630765" sldId="397"/>
            <ac:grpSpMk id="12" creationId="{28A6B2A9-A6D4-3644-DA91-4AECDADBE7CC}"/>
          </ac:grpSpMkLst>
        </pc:grpChg>
        <pc:cxnChg chg="mod">
          <ac:chgData name="Toby Donaldson" userId="2e6e5431-bb17-4c41-9985-d39c50d83c73" providerId="ADAL" clId="{7F9681A8-EEE2-56F4-9B39-ECCBEE0471AC}" dt="2026-02-05T04:06:25.026" v="41696" actId="14100"/>
          <ac:cxnSpMkLst>
            <pc:docMk/>
            <pc:sldMk cId="535630765" sldId="397"/>
            <ac:cxnSpMk id="15" creationId="{5E453D04-1579-23E7-DB2A-99B9F9E8FABB}"/>
          </ac:cxnSpMkLst>
        </pc:cxnChg>
      </pc:sldChg>
      <pc:sldChg chg="addSp delSp modSp add mod">
        <pc:chgData name="Toby Donaldson" userId="2e6e5431-bb17-4c41-9985-d39c50d83c73" providerId="ADAL" clId="{7F9681A8-EEE2-56F4-9B39-ECCBEE0471AC}" dt="2026-02-05T04:18:28.609" v="42198" actId="255"/>
        <pc:sldMkLst>
          <pc:docMk/>
          <pc:sldMk cId="4169726502" sldId="398"/>
        </pc:sldMkLst>
        <pc:spChg chg="mod">
          <ac:chgData name="Toby Donaldson" userId="2e6e5431-bb17-4c41-9985-d39c50d83c73" providerId="ADAL" clId="{7F9681A8-EEE2-56F4-9B39-ECCBEE0471AC}" dt="2026-02-05T04:10:12.710" v="41990" actId="1076"/>
          <ac:spMkLst>
            <pc:docMk/>
            <pc:sldMk cId="4169726502" sldId="398"/>
            <ac:spMk id="5" creationId="{0D8BA2A6-2B64-52C8-5EA7-EB8EE6F3331E}"/>
          </ac:spMkLst>
        </pc:spChg>
        <pc:spChg chg="add mod">
          <ac:chgData name="Toby Donaldson" userId="2e6e5431-bb17-4c41-9985-d39c50d83c73" providerId="ADAL" clId="{7F9681A8-EEE2-56F4-9B39-ECCBEE0471AC}" dt="2026-02-05T04:17:25.524" v="42177"/>
          <ac:spMkLst>
            <pc:docMk/>
            <pc:sldMk cId="4169726502" sldId="398"/>
            <ac:spMk id="6" creationId="{0CD04DD3-2AB5-3B86-EFE5-DA22866CA680}"/>
          </ac:spMkLst>
        </pc:spChg>
        <pc:spChg chg="mod">
          <ac:chgData name="Toby Donaldson" userId="2e6e5431-bb17-4c41-9985-d39c50d83c73" providerId="ADAL" clId="{7F9681A8-EEE2-56F4-9B39-ECCBEE0471AC}" dt="2026-02-05T04:17:57.617" v="42194" actId="20577"/>
          <ac:spMkLst>
            <pc:docMk/>
            <pc:sldMk cId="4169726502" sldId="398"/>
            <ac:spMk id="7" creationId="{0C2BA893-24C9-07B8-55D3-A3EDF67EBD44}"/>
          </ac:spMkLst>
        </pc:spChg>
        <pc:spChg chg="mod">
          <ac:chgData name="Toby Donaldson" userId="2e6e5431-bb17-4c41-9985-d39c50d83c73" providerId="ADAL" clId="{7F9681A8-EEE2-56F4-9B39-ECCBEE0471AC}" dt="2026-02-05T04:17:41.595" v="42181" actId="1076"/>
          <ac:spMkLst>
            <pc:docMk/>
            <pc:sldMk cId="4169726502" sldId="398"/>
            <ac:spMk id="10" creationId="{2F1C14D2-8EF2-9ECD-8F32-6B12104D489B}"/>
          </ac:spMkLst>
        </pc:spChg>
        <pc:spChg chg="add mod">
          <ac:chgData name="Toby Donaldson" userId="2e6e5431-bb17-4c41-9985-d39c50d83c73" providerId="ADAL" clId="{7F9681A8-EEE2-56F4-9B39-ECCBEE0471AC}" dt="2026-02-05T04:18:28.609" v="42198" actId="255"/>
          <ac:spMkLst>
            <pc:docMk/>
            <pc:sldMk cId="4169726502" sldId="398"/>
            <ac:spMk id="11" creationId="{520A72CC-86EB-0868-A1E2-82E5E7AD05C1}"/>
          </ac:spMkLst>
        </pc:spChg>
        <pc:spChg chg="add mod">
          <ac:chgData name="Toby Donaldson" userId="2e6e5431-bb17-4c41-9985-d39c50d83c73" providerId="ADAL" clId="{7F9681A8-EEE2-56F4-9B39-ECCBEE0471AC}" dt="2026-02-05T04:17:25.524" v="42177"/>
          <ac:spMkLst>
            <pc:docMk/>
            <pc:sldMk cId="4169726502" sldId="398"/>
            <ac:spMk id="14" creationId="{8089DA6E-51CB-EF21-ACDF-A4EBC63882CB}"/>
          </ac:spMkLst>
        </pc:spChg>
        <pc:spChg chg="add mod">
          <ac:chgData name="Toby Donaldson" userId="2e6e5431-bb17-4c41-9985-d39c50d83c73" providerId="ADAL" clId="{7F9681A8-EEE2-56F4-9B39-ECCBEE0471AC}" dt="2026-02-05T04:18:04.313" v="42195" actId="14100"/>
          <ac:spMkLst>
            <pc:docMk/>
            <pc:sldMk cId="4169726502" sldId="398"/>
            <ac:spMk id="17" creationId="{4D461EE7-A47C-19F9-B980-04F50DE7E669}"/>
          </ac:spMkLst>
        </pc:spChg>
        <pc:cxnChg chg="add mod">
          <ac:chgData name="Toby Donaldson" userId="2e6e5431-bb17-4c41-9985-d39c50d83c73" providerId="ADAL" clId="{7F9681A8-EEE2-56F4-9B39-ECCBEE0471AC}" dt="2026-02-05T04:18:28.609" v="42198" actId="255"/>
          <ac:cxnSpMkLst>
            <pc:docMk/>
            <pc:sldMk cId="4169726502" sldId="398"/>
            <ac:cxnSpMk id="16" creationId="{0801C444-B67A-DD4F-81A0-850BD2B90C4B}"/>
          </ac:cxnSpMkLst>
        </pc:cxnChg>
      </pc:sldChg>
      <pc:sldChg chg="addSp modSp add mod">
        <pc:chgData name="Toby Donaldson" userId="2e6e5431-bb17-4c41-9985-d39c50d83c73" providerId="ADAL" clId="{7F9681A8-EEE2-56F4-9B39-ECCBEE0471AC}" dt="2026-02-05T04:20:20.515" v="42269" actId="14100"/>
        <pc:sldMkLst>
          <pc:docMk/>
          <pc:sldMk cId="1003155399" sldId="399"/>
        </pc:sldMkLst>
        <pc:spChg chg="add mod">
          <ac:chgData name="Toby Donaldson" userId="2e6e5431-bb17-4c41-9985-d39c50d83c73" providerId="ADAL" clId="{7F9681A8-EEE2-56F4-9B39-ECCBEE0471AC}" dt="2026-02-05T04:20:16.662" v="42268" actId="20577"/>
          <ac:spMkLst>
            <pc:docMk/>
            <pc:sldMk cId="1003155399" sldId="399"/>
            <ac:spMk id="3" creationId="{CC59F06E-F6EF-B7B1-4A68-2E443C6A8E14}"/>
          </ac:spMkLst>
        </pc:spChg>
        <pc:spChg chg="mod">
          <ac:chgData name="Toby Donaldson" userId="2e6e5431-bb17-4c41-9985-d39c50d83c73" providerId="ADAL" clId="{7F9681A8-EEE2-56F4-9B39-ECCBEE0471AC}" dt="2026-02-05T04:20:00.864" v="42265" actId="14100"/>
          <ac:spMkLst>
            <pc:docMk/>
            <pc:sldMk cId="1003155399" sldId="399"/>
            <ac:spMk id="10" creationId="{BD0059DF-CE9C-B9C0-D162-664ACFD4ABED}"/>
          </ac:spMkLst>
        </pc:spChg>
        <pc:spChg chg="mod">
          <ac:chgData name="Toby Donaldson" userId="2e6e5431-bb17-4c41-9985-d39c50d83c73" providerId="ADAL" clId="{7F9681A8-EEE2-56F4-9B39-ECCBEE0471AC}" dt="2026-02-05T04:19:09.082" v="42202" actId="14100"/>
          <ac:spMkLst>
            <pc:docMk/>
            <pc:sldMk cId="1003155399" sldId="399"/>
            <ac:spMk id="17" creationId="{86FFBDE0-B39C-B05F-9130-DCA6B4CE772C}"/>
          </ac:spMkLst>
        </pc:spChg>
        <pc:cxnChg chg="add mod">
          <ac:chgData name="Toby Donaldson" userId="2e6e5431-bb17-4c41-9985-d39c50d83c73" providerId="ADAL" clId="{7F9681A8-EEE2-56F4-9B39-ECCBEE0471AC}" dt="2026-02-05T04:20:20.515" v="42269" actId="14100"/>
          <ac:cxnSpMkLst>
            <pc:docMk/>
            <pc:sldMk cId="1003155399" sldId="399"/>
            <ac:cxnSpMk id="4" creationId="{304A7F39-B0E1-0CCA-6ECB-99567F231BDC}"/>
          </ac:cxnSpMkLst>
        </pc:cxnChg>
      </pc:sldChg>
      <pc:sldChg chg="modSp add mod">
        <pc:chgData name="Toby Donaldson" userId="2e6e5431-bb17-4c41-9985-d39c50d83c73" providerId="ADAL" clId="{7F9681A8-EEE2-56F4-9B39-ECCBEE0471AC}" dt="2026-02-05T04:22:19.765" v="42424" actId="113"/>
        <pc:sldMkLst>
          <pc:docMk/>
          <pc:sldMk cId="3459116067" sldId="400"/>
        </pc:sldMkLst>
        <pc:spChg chg="mod">
          <ac:chgData name="Toby Donaldson" userId="2e6e5431-bb17-4c41-9985-d39c50d83c73" providerId="ADAL" clId="{7F9681A8-EEE2-56F4-9B39-ECCBEE0471AC}" dt="2026-02-05T04:20:46.077" v="42273" actId="207"/>
          <ac:spMkLst>
            <pc:docMk/>
            <pc:sldMk cId="3459116067" sldId="400"/>
            <ac:spMk id="7" creationId="{519491E7-ABB2-8DD8-95F5-CEB93F05C907}"/>
          </ac:spMkLst>
        </pc:spChg>
        <pc:spChg chg="mod">
          <ac:chgData name="Toby Donaldson" userId="2e6e5431-bb17-4c41-9985-d39c50d83c73" providerId="ADAL" clId="{7F9681A8-EEE2-56F4-9B39-ECCBEE0471AC}" dt="2026-02-05T04:22:19.765" v="42424" actId="113"/>
          <ac:spMkLst>
            <pc:docMk/>
            <pc:sldMk cId="3459116067" sldId="400"/>
            <ac:spMk id="10" creationId="{26E415C6-ADDB-2802-CEBD-1AA872B6C1EE}"/>
          </ac:spMkLst>
        </pc:spChg>
        <pc:spChg chg="mod">
          <ac:chgData name="Toby Donaldson" userId="2e6e5431-bb17-4c41-9985-d39c50d83c73" providerId="ADAL" clId="{7F9681A8-EEE2-56F4-9B39-ECCBEE0471AC}" dt="2026-02-05T04:20:40.905" v="42272" actId="14100"/>
          <ac:spMkLst>
            <pc:docMk/>
            <pc:sldMk cId="3459116067" sldId="400"/>
            <ac:spMk id="17" creationId="{F7FD7EE8-D292-9A1E-BDE7-AAD639FBE702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E4A08A-2663-6E4C-B1DC-5BBC17F83115}" type="datetimeFigureOut">
              <a:rPr lang="en-US" smtClean="0"/>
              <a:t>2/8/26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F16645-A47E-C944-9552-3D8AE4E849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02442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AD693B-B54A-FB4B-6EC7-953239DD3C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3D7A95D-1D0C-D780-2D1A-E47B84D398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93E244-328F-31AF-AAD9-5708E4CE43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424796-D03B-5E41-81B6-00E7B73B0CFA}" type="datetimeFigureOut">
              <a:rPr lang="en-US" smtClean="0"/>
              <a:t>2/8/26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74D83C-6A18-5C4C-CE2C-4CA9C86FA8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B5C8DC-6465-E180-030D-D8350DC1E9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5CA45-3C29-6546-B417-F940210B4B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96900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401A5C-B8FA-0036-118C-15968D63C6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43926E-41D9-3434-A925-09F95F50D4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148096-9067-B680-57E3-356722FEDC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424796-D03B-5E41-81B6-00E7B73B0CFA}" type="datetimeFigureOut">
              <a:rPr lang="en-US" smtClean="0"/>
              <a:t>2/8/26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2F7A65-6C5B-BE68-E09E-0D35E7D06C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0D3053-442F-0CC5-1E8D-064506BB52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5CA45-3C29-6546-B417-F940210B4B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52125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39CFFD-1729-A7FC-BF93-AA6C50CC51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822C75-A012-3A3D-7C00-01338FFF33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2F7050-D5C7-E6F2-1660-387BB2A577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424796-D03B-5E41-81B6-00E7B73B0CFA}" type="datetimeFigureOut">
              <a:rPr lang="en-US" smtClean="0"/>
              <a:t>2/8/26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98CBF4-1FA8-63B3-0A03-95A1D9CC20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29663B-EEEB-8217-1C51-6DF46F9F60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5CA45-3C29-6546-B417-F940210B4B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3253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ED8772-2F5A-F349-3750-9F42244D18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0D90C5-D36C-A7C1-D70B-187BF565E4E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475813-7964-167E-2699-B5C2D236E0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F719A2-D7FB-CC9B-1322-79059BF3A5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424796-D03B-5E41-81B6-00E7B73B0CFA}" type="datetimeFigureOut">
              <a:rPr lang="en-US" smtClean="0"/>
              <a:t>2/8/26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6EB3D-B949-4375-09DD-B48F9477A4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D41877-2E38-856E-6ED2-BB434572A3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5CA45-3C29-6546-B417-F940210B4B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25091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1530C1-CF65-1F4E-62A4-8A267B4F69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E8DD89-A9BD-5A57-CCE8-19DD489AF7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A21C458-7330-D04D-F9F2-7D1987EF36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CBF7821-D00A-CE8D-8EEA-217BD2657B0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949AF7A-FB79-797C-54E0-2E6F228DB4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AE28ED9-755F-63D2-728E-4E8E10DE99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424796-D03B-5E41-81B6-00E7B73B0CFA}" type="datetimeFigureOut">
              <a:rPr lang="en-US" smtClean="0"/>
              <a:t>2/8/26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C63508A-6563-84B4-15B3-5F772E7A2E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EB56A40-C8F2-FEE2-44BD-7F1C7E6A8A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5CA45-3C29-6546-B417-F940210B4B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67889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18E70F-A2C9-CA1E-5EA7-F2DCF63183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36240F6-F282-949A-9C97-AF366DADAA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424796-D03B-5E41-81B6-00E7B73B0CFA}" type="datetimeFigureOut">
              <a:rPr lang="en-US" smtClean="0"/>
              <a:t>2/8/26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14A81E-B830-2343-C925-DA0D1234AF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5D7C86-5AD2-1955-140C-0742BC0266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5CA45-3C29-6546-B417-F940210B4B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87228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9B214CF-D0A7-FF95-52B1-614170CD05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424796-D03B-5E41-81B6-00E7B73B0CFA}" type="datetimeFigureOut">
              <a:rPr lang="en-US" smtClean="0"/>
              <a:t>2/8/26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7F9B845-F2AE-B8A1-CF7C-9FFBF349E1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33606E-8D2F-7901-820A-7C33D37235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5CA45-3C29-6546-B417-F940210B4B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07019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156DD1-FCA5-F5DA-BD35-9746F3AF96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DBBC1F-E81B-CC4D-DC4C-FE2CD7E50D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BACC53-6868-A490-D8C2-0CACD49C0E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EE3745-42F8-8C0C-3A79-4A3F68ACCA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424796-D03B-5E41-81B6-00E7B73B0CFA}" type="datetimeFigureOut">
              <a:rPr lang="en-US" smtClean="0"/>
              <a:t>2/8/26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FFCC9E-FC77-541B-C2D9-075E8AF71C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522C65-7714-4DB1-44ED-9223360E09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5CA45-3C29-6546-B417-F940210B4B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28859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C0CCD9-E4C6-6962-B2FE-6F4D50B029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45559F1-3560-2B7B-0961-1B12846E53C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6CA246-DEAE-F413-7601-9F6C7D0E5A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3B5172-7CEF-F8B3-AD57-399A9646D5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424796-D03B-5E41-81B6-00E7B73B0CFA}" type="datetimeFigureOut">
              <a:rPr lang="en-US" smtClean="0"/>
              <a:t>2/8/26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F03944-5759-EA95-455D-0DFAFBB8B7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F61D3E-D83A-3035-1494-CEFA8340F9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5CA45-3C29-6546-B417-F940210B4B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47433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FB2262-78EC-3BB3-F7B7-9C59389970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B8B63C-F4AF-FB61-B4C9-28210DE5FB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75A544-98CB-6877-CA8C-483E22F130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424796-D03B-5E41-81B6-00E7B73B0CFA}" type="datetimeFigureOut">
              <a:rPr lang="en-US" smtClean="0"/>
              <a:t>2/8/26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086F01-CCC1-8CC0-619A-B49294B9C2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E1B96D-297C-FEA8-716E-61D6837D2E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5CA45-3C29-6546-B417-F940210B4B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11899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CE903BE-3057-0B24-84CF-48FC011FDD7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611AC69-023D-6415-1FD6-8F9246558C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E05223-9301-1F7D-53FB-81DA4CAAA0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424796-D03B-5E41-81B6-00E7B73B0CFA}" type="datetimeFigureOut">
              <a:rPr lang="en-US" smtClean="0"/>
              <a:t>2/8/26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9C2D39-8526-CD27-4DC1-A59696E94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D2349E-39FB-E1B5-2272-65D67BDCEB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5CA45-3C29-6546-B417-F940210B4B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39876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238FFE2-83AC-9C12-C7C0-B55686907F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A696B9-60CE-E4DD-26C3-E868ADC223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D4A305-BC6D-9691-BE5B-3C57B7E7D81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8424796-D03B-5E41-81B6-00E7B73B0CFA}" type="datetimeFigureOut">
              <a:rPr lang="en-US" smtClean="0"/>
              <a:t>2/8/26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6C8E59-6D69-29F0-83AE-27F8589A10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47A18C-424A-C1AB-CEDE-834BA08718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E65CA45-3C29-6546-B417-F940210B4B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96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E252C8-3DD2-6A59-B8B0-B70D32F874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AAF929-1DF2-1253-394E-87D3BBC779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4128655" cy="1325563"/>
          </a:xfrm>
        </p:spPr>
        <p:txBody>
          <a:bodyPr/>
          <a:lstStyle/>
          <a:p>
            <a:r>
              <a:rPr lang="en-US" dirty="0"/>
              <a:t>OOP: Inheritance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35CFC1-64B2-99C6-6730-A0966D893A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697682" cy="4351338"/>
          </a:xfrm>
        </p:spPr>
        <p:txBody>
          <a:bodyPr>
            <a:normAutofit/>
          </a:bodyPr>
          <a:lstStyle/>
          <a:p>
            <a:r>
              <a:rPr lang="en-US" b="1" dirty="0"/>
              <a:t>Inheritance</a:t>
            </a:r>
            <a:r>
              <a:rPr lang="en-US" dirty="0"/>
              <a:t> can be thought of as a trick for making new class based on an existing class</a:t>
            </a:r>
          </a:p>
          <a:p>
            <a:r>
              <a:rPr lang="en-US" dirty="0"/>
              <a:t>You can make a new class called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Child</a:t>
            </a:r>
            <a:r>
              <a:rPr lang="en-US" dirty="0"/>
              <a:t> by </a:t>
            </a:r>
            <a:r>
              <a:rPr lang="en-US" b="1" dirty="0"/>
              <a:t>inheriting</a:t>
            </a:r>
            <a:r>
              <a:rPr lang="en-US" dirty="0"/>
              <a:t> from some  existing class called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Base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Child</a:t>
            </a:r>
            <a:r>
              <a:rPr lang="en-US" dirty="0"/>
              <a:t> gets all the variables and methods of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Base</a:t>
            </a:r>
          </a:p>
        </p:txBody>
      </p:sp>
    </p:spTree>
    <p:extLst>
      <p:ext uri="{BB962C8B-B14F-4D97-AF65-F5344CB8AC3E}">
        <p14:creationId xmlns:p14="http://schemas.microsoft.com/office/powerpoint/2010/main" val="13109546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8FF885-B9A8-D292-FC20-0A7F2D8141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277B63-8802-8940-E1EB-38CC5BC02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4128655" cy="1325563"/>
          </a:xfrm>
        </p:spPr>
        <p:txBody>
          <a:bodyPr/>
          <a:lstStyle/>
          <a:p>
            <a:r>
              <a:rPr lang="en-US" dirty="0"/>
              <a:t>OOP: Inheritance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DBD2E5-F974-B8AD-CA1C-D4A1910358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697682" cy="4351338"/>
          </a:xfrm>
        </p:spPr>
        <p:txBody>
          <a:bodyPr>
            <a:normAutofit/>
          </a:bodyPr>
          <a:lstStyle/>
          <a:p>
            <a:r>
              <a:rPr lang="en-US" b="1" dirty="0"/>
              <a:t>Inheritance</a:t>
            </a:r>
            <a:r>
              <a:rPr lang="en-US" dirty="0"/>
              <a:t> can be thought of as a trick for making new class based on an existing class</a:t>
            </a:r>
          </a:p>
          <a:p>
            <a:r>
              <a:rPr lang="en-US" dirty="0"/>
              <a:t>You can make a new class called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Child</a:t>
            </a:r>
            <a:r>
              <a:rPr lang="en-US" dirty="0"/>
              <a:t> by </a:t>
            </a:r>
            <a:r>
              <a:rPr lang="en-US" b="1" dirty="0"/>
              <a:t>inheriting</a:t>
            </a:r>
            <a:r>
              <a:rPr lang="en-US" dirty="0"/>
              <a:t> from some  existing class called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Base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Child</a:t>
            </a:r>
            <a:r>
              <a:rPr lang="en-US" dirty="0"/>
              <a:t> gets all the variables and methods of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Base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3BCB6E1-4B8C-5C2F-FA52-B71F2D7DE3A2}"/>
              </a:ext>
            </a:extLst>
          </p:cNvPr>
          <p:cNvSpPr txBox="1"/>
          <p:nvPr/>
        </p:nvSpPr>
        <p:spPr>
          <a:xfrm>
            <a:off x="8385392" y="1487341"/>
            <a:ext cx="1285929" cy="70788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4000" dirty="0"/>
              <a:t>Base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D79160D-7F9A-91FA-1962-11FCB71F09E9}"/>
              </a:ext>
            </a:extLst>
          </p:cNvPr>
          <p:cNvSpPr txBox="1"/>
          <p:nvPr/>
        </p:nvSpPr>
        <p:spPr>
          <a:xfrm>
            <a:off x="8346118" y="3730478"/>
            <a:ext cx="1364476" cy="70788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4000" dirty="0"/>
              <a:t>Child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F03D7A77-FEB7-4091-6B1B-9C0B88B218B9}"/>
              </a:ext>
            </a:extLst>
          </p:cNvPr>
          <p:cNvCxnSpPr>
            <a:stCxn id="8" idx="0"/>
            <a:endCxn id="4" idx="2"/>
          </p:cNvCxnSpPr>
          <p:nvPr/>
        </p:nvCxnSpPr>
        <p:spPr>
          <a:xfrm flipV="1">
            <a:off x="9028356" y="2195227"/>
            <a:ext cx="1" cy="153525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2DD15E7C-69D2-7CEA-20E7-0F308BA5079F}"/>
              </a:ext>
            </a:extLst>
          </p:cNvPr>
          <p:cNvSpPr txBox="1"/>
          <p:nvPr/>
        </p:nvSpPr>
        <p:spPr>
          <a:xfrm>
            <a:off x="8146722" y="363142"/>
            <a:ext cx="1763268" cy="646331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>
                <a:cs typeface="Consolas" panose="020B0609020204030204" pitchFamily="49" charset="0"/>
              </a:rPr>
              <a:t>This is called a </a:t>
            </a:r>
            <a:r>
              <a:rPr lang="en-CA" b="1" dirty="0">
                <a:cs typeface="Consolas" panose="020B0609020204030204" pitchFamily="49" charset="0"/>
              </a:rPr>
              <a:t>Class Diagram</a:t>
            </a:r>
            <a:r>
              <a:rPr lang="en-CA" dirty="0">
                <a:cs typeface="Consolas" panose="020B0609020204030204" pitchFamily="49" charset="0"/>
              </a:rPr>
              <a:t>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3060692-D27D-06E3-C41B-2B57E45FD6B9}"/>
              </a:ext>
            </a:extLst>
          </p:cNvPr>
          <p:cNvSpPr txBox="1"/>
          <p:nvPr/>
        </p:nvSpPr>
        <p:spPr>
          <a:xfrm>
            <a:off x="5654248" y="219372"/>
            <a:ext cx="1763268" cy="923330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>
                <a:cs typeface="Consolas" panose="020B0609020204030204" pitchFamily="49" charset="0"/>
              </a:rPr>
              <a:t>It shows that 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Child</a:t>
            </a:r>
            <a:r>
              <a:rPr lang="en-CA" dirty="0">
                <a:cs typeface="Consolas" panose="020B0609020204030204" pitchFamily="49" charset="0"/>
              </a:rPr>
              <a:t> inherits from 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Base</a:t>
            </a:r>
            <a:r>
              <a:rPr lang="en-CA" dirty="0">
                <a:cs typeface="Consolas" panose="020B0609020204030204" pitchFamily="49" charset="0"/>
              </a:rPr>
              <a:t>.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E5512506-084C-87D8-7894-5B20A7F1F87F}"/>
              </a:ext>
            </a:extLst>
          </p:cNvPr>
          <p:cNvCxnSpPr>
            <a:cxnSpLocks/>
            <a:stCxn id="5" idx="3"/>
            <a:endCxn id="11" idx="1"/>
          </p:cNvCxnSpPr>
          <p:nvPr/>
        </p:nvCxnSpPr>
        <p:spPr>
          <a:xfrm>
            <a:off x="7417516" y="681037"/>
            <a:ext cx="729206" cy="5271"/>
          </a:xfrm>
          <a:prstGeom prst="straightConnector1">
            <a:avLst/>
          </a:prstGeom>
          <a:ln w="63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36430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89A51E-BEE8-0695-10D7-155913FBEA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F9DF9F-0901-9D92-746A-46ED25145D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4128655" cy="1325563"/>
          </a:xfrm>
        </p:spPr>
        <p:txBody>
          <a:bodyPr/>
          <a:lstStyle/>
          <a:p>
            <a:r>
              <a:rPr lang="en-US" dirty="0"/>
              <a:t>OOP: Inheritance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C23BE9-756B-AE09-E2B2-92694EED71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697682" cy="4351338"/>
          </a:xfrm>
        </p:spPr>
        <p:txBody>
          <a:bodyPr>
            <a:normAutofit/>
          </a:bodyPr>
          <a:lstStyle/>
          <a:p>
            <a:r>
              <a:rPr lang="en-US" b="1" dirty="0"/>
              <a:t>Inheritance</a:t>
            </a:r>
            <a:r>
              <a:rPr lang="en-US" dirty="0"/>
              <a:t> can be thought of as a trick for making new class based on an existing class</a:t>
            </a:r>
          </a:p>
          <a:p>
            <a:r>
              <a:rPr lang="en-US" dirty="0"/>
              <a:t>You can make a new class called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Child</a:t>
            </a:r>
            <a:r>
              <a:rPr lang="en-US" dirty="0"/>
              <a:t> by </a:t>
            </a:r>
            <a:r>
              <a:rPr lang="en-US" b="1" dirty="0"/>
              <a:t>inheriting</a:t>
            </a:r>
            <a:r>
              <a:rPr lang="en-US" dirty="0"/>
              <a:t> from some  existing class called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Base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Child</a:t>
            </a:r>
            <a:r>
              <a:rPr lang="en-US" dirty="0"/>
              <a:t> gets all the variables and methods of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Base</a:t>
            </a:r>
            <a:endParaRPr lang="en-US" dirty="0"/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DCAE7EF-40FC-156A-464D-9AC0DB237268}"/>
              </a:ext>
            </a:extLst>
          </p:cNvPr>
          <p:cNvSpPr txBox="1"/>
          <p:nvPr/>
        </p:nvSpPr>
        <p:spPr>
          <a:xfrm>
            <a:off x="8385392" y="1487341"/>
            <a:ext cx="1285929" cy="70788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4000" dirty="0"/>
              <a:t>Base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2215BD6-3FB0-5C44-7251-F2966F0BF6A0}"/>
              </a:ext>
            </a:extLst>
          </p:cNvPr>
          <p:cNvSpPr txBox="1"/>
          <p:nvPr/>
        </p:nvSpPr>
        <p:spPr>
          <a:xfrm>
            <a:off x="8346118" y="3730478"/>
            <a:ext cx="1364476" cy="70788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4000" dirty="0"/>
              <a:t>Child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39B0270F-5C7A-1668-8F8D-7802F6ABC4D7}"/>
              </a:ext>
            </a:extLst>
          </p:cNvPr>
          <p:cNvCxnSpPr>
            <a:stCxn id="8" idx="0"/>
            <a:endCxn id="4" idx="2"/>
          </p:cNvCxnSpPr>
          <p:nvPr/>
        </p:nvCxnSpPr>
        <p:spPr>
          <a:xfrm flipV="1">
            <a:off x="9028356" y="2195227"/>
            <a:ext cx="1" cy="153525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B128825F-4D51-56E4-0AB4-6590A36B02AB}"/>
              </a:ext>
            </a:extLst>
          </p:cNvPr>
          <p:cNvSpPr txBox="1"/>
          <p:nvPr/>
        </p:nvSpPr>
        <p:spPr>
          <a:xfrm>
            <a:off x="8146722" y="363142"/>
            <a:ext cx="1763268" cy="646331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>
                <a:cs typeface="Consolas" panose="020B0609020204030204" pitchFamily="49" charset="0"/>
              </a:rPr>
              <a:t>This is called a </a:t>
            </a:r>
            <a:r>
              <a:rPr lang="en-CA" b="1" dirty="0">
                <a:cs typeface="Consolas" panose="020B0609020204030204" pitchFamily="49" charset="0"/>
              </a:rPr>
              <a:t>Class Diagram</a:t>
            </a:r>
            <a:r>
              <a:rPr lang="en-CA" dirty="0">
                <a:cs typeface="Consolas" panose="020B0609020204030204" pitchFamily="49" charset="0"/>
              </a:rPr>
              <a:t>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B486ADE-ECB0-E15D-7944-FDB6B34CB211}"/>
              </a:ext>
            </a:extLst>
          </p:cNvPr>
          <p:cNvSpPr txBox="1"/>
          <p:nvPr/>
        </p:nvSpPr>
        <p:spPr>
          <a:xfrm>
            <a:off x="10588335" y="1502459"/>
            <a:ext cx="1448327" cy="923330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>
                <a:cs typeface="Consolas" panose="020B0609020204030204" pitchFamily="49" charset="0"/>
              </a:rPr>
              <a:t>Rectangles represent classes.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194C4F6D-53BD-5B0A-A699-667B8391A32D}"/>
              </a:ext>
            </a:extLst>
          </p:cNvPr>
          <p:cNvCxnSpPr>
            <a:cxnSpLocks/>
            <a:stCxn id="12" idx="1"/>
            <a:endCxn id="4" idx="3"/>
          </p:cNvCxnSpPr>
          <p:nvPr/>
        </p:nvCxnSpPr>
        <p:spPr>
          <a:xfrm flipH="1" flipV="1">
            <a:off x="9671321" y="1841284"/>
            <a:ext cx="917014" cy="122840"/>
          </a:xfrm>
          <a:prstGeom prst="straightConnector1">
            <a:avLst/>
          </a:prstGeom>
          <a:ln w="63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9D1516FA-1D7E-62C7-D8BC-662F39772568}"/>
              </a:ext>
            </a:extLst>
          </p:cNvPr>
          <p:cNvCxnSpPr>
            <a:cxnSpLocks/>
            <a:stCxn id="12" idx="1"/>
          </p:cNvCxnSpPr>
          <p:nvPr/>
        </p:nvCxnSpPr>
        <p:spPr>
          <a:xfrm flipH="1">
            <a:off x="9671321" y="1964124"/>
            <a:ext cx="917014" cy="1766354"/>
          </a:xfrm>
          <a:prstGeom prst="straightConnector1">
            <a:avLst/>
          </a:prstGeom>
          <a:ln w="63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21067FA8-C616-4B9A-C365-3EA9FB798EC9}"/>
              </a:ext>
            </a:extLst>
          </p:cNvPr>
          <p:cNvSpPr txBox="1"/>
          <p:nvPr/>
        </p:nvSpPr>
        <p:spPr>
          <a:xfrm>
            <a:off x="5654248" y="219372"/>
            <a:ext cx="1763268" cy="923330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>
                <a:cs typeface="Consolas" panose="020B0609020204030204" pitchFamily="49" charset="0"/>
              </a:rPr>
              <a:t>It shows that 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Child</a:t>
            </a:r>
            <a:r>
              <a:rPr lang="en-CA" dirty="0">
                <a:cs typeface="Consolas" panose="020B0609020204030204" pitchFamily="49" charset="0"/>
              </a:rPr>
              <a:t> inherits from 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Base</a:t>
            </a:r>
            <a:r>
              <a:rPr lang="en-CA" dirty="0">
                <a:cs typeface="Consolas" panose="020B0609020204030204" pitchFamily="49" charset="0"/>
              </a:rPr>
              <a:t>.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85804E7E-524A-F6DC-7B4B-551C684799C9}"/>
              </a:ext>
            </a:extLst>
          </p:cNvPr>
          <p:cNvCxnSpPr>
            <a:cxnSpLocks/>
            <a:stCxn id="14" idx="3"/>
          </p:cNvCxnSpPr>
          <p:nvPr/>
        </p:nvCxnSpPr>
        <p:spPr>
          <a:xfrm>
            <a:off x="7417516" y="681037"/>
            <a:ext cx="729206" cy="5271"/>
          </a:xfrm>
          <a:prstGeom prst="straightConnector1">
            <a:avLst/>
          </a:prstGeom>
          <a:ln w="63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14477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25D134-39D1-497E-A5F3-CFF497D600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24FFB3-21B1-CEA6-B95E-5ED4B0C7F7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4128655" cy="1325563"/>
          </a:xfrm>
        </p:spPr>
        <p:txBody>
          <a:bodyPr/>
          <a:lstStyle/>
          <a:p>
            <a:r>
              <a:rPr lang="en-US" dirty="0"/>
              <a:t>OOP: Inheritance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515B86-6D86-6D44-C201-235FE722F0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697682" cy="4351338"/>
          </a:xfrm>
        </p:spPr>
        <p:txBody>
          <a:bodyPr>
            <a:normAutofit/>
          </a:bodyPr>
          <a:lstStyle/>
          <a:p>
            <a:r>
              <a:rPr lang="en-US" b="1" dirty="0"/>
              <a:t>Inheritance</a:t>
            </a:r>
            <a:r>
              <a:rPr lang="en-US" dirty="0"/>
              <a:t> can be thought of as a trick for making new class based on an existing class</a:t>
            </a:r>
          </a:p>
          <a:p>
            <a:r>
              <a:rPr lang="en-US" dirty="0"/>
              <a:t>You can make a new class called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Child</a:t>
            </a:r>
            <a:r>
              <a:rPr lang="en-US" dirty="0"/>
              <a:t> by </a:t>
            </a:r>
            <a:r>
              <a:rPr lang="en-US" b="1" dirty="0"/>
              <a:t>inheriting</a:t>
            </a:r>
            <a:r>
              <a:rPr lang="en-US" dirty="0"/>
              <a:t> from some  existing class called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Base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Child</a:t>
            </a:r>
            <a:r>
              <a:rPr lang="en-US" dirty="0"/>
              <a:t> gets all the variables and methods of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Base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832983E-2CBF-0549-7053-6E1412E90BB8}"/>
              </a:ext>
            </a:extLst>
          </p:cNvPr>
          <p:cNvSpPr txBox="1"/>
          <p:nvPr/>
        </p:nvSpPr>
        <p:spPr>
          <a:xfrm>
            <a:off x="8385392" y="1487341"/>
            <a:ext cx="1285929" cy="70788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4000" dirty="0"/>
              <a:t>Base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0DAA1A8-A7D3-6828-6B05-AB86C32BC8CB}"/>
              </a:ext>
            </a:extLst>
          </p:cNvPr>
          <p:cNvSpPr txBox="1"/>
          <p:nvPr/>
        </p:nvSpPr>
        <p:spPr>
          <a:xfrm>
            <a:off x="8346118" y="3730478"/>
            <a:ext cx="1364476" cy="70788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4000" dirty="0"/>
              <a:t>Child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F5930665-22BA-3876-36ED-1CE5F7579000}"/>
              </a:ext>
            </a:extLst>
          </p:cNvPr>
          <p:cNvCxnSpPr>
            <a:stCxn id="8" idx="0"/>
            <a:endCxn id="4" idx="2"/>
          </p:cNvCxnSpPr>
          <p:nvPr/>
        </p:nvCxnSpPr>
        <p:spPr>
          <a:xfrm flipV="1">
            <a:off x="9028356" y="2195227"/>
            <a:ext cx="1" cy="153525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57793D93-5037-9ABE-510E-58A7AA889B8A}"/>
              </a:ext>
            </a:extLst>
          </p:cNvPr>
          <p:cNvSpPr txBox="1"/>
          <p:nvPr/>
        </p:nvSpPr>
        <p:spPr>
          <a:xfrm>
            <a:off x="8146722" y="363142"/>
            <a:ext cx="1763268" cy="646331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>
                <a:cs typeface="Consolas" panose="020B0609020204030204" pitchFamily="49" charset="0"/>
              </a:rPr>
              <a:t>This is called a </a:t>
            </a:r>
            <a:r>
              <a:rPr lang="en-CA" b="1" dirty="0">
                <a:cs typeface="Consolas" panose="020B0609020204030204" pitchFamily="49" charset="0"/>
              </a:rPr>
              <a:t>Class Diagram</a:t>
            </a:r>
            <a:r>
              <a:rPr lang="en-CA" dirty="0">
                <a:cs typeface="Consolas" panose="020B0609020204030204" pitchFamily="49" charset="0"/>
              </a:rPr>
              <a:t>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EBC4972-2EAE-14EC-4BA0-44ED573DB6EB}"/>
              </a:ext>
            </a:extLst>
          </p:cNvPr>
          <p:cNvSpPr txBox="1"/>
          <p:nvPr/>
        </p:nvSpPr>
        <p:spPr>
          <a:xfrm>
            <a:off x="10588335" y="1502459"/>
            <a:ext cx="1448327" cy="923330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>
                <a:cs typeface="Consolas" panose="020B0609020204030204" pitchFamily="49" charset="0"/>
              </a:rPr>
              <a:t>Rectangles represent classes.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A53FEF21-FDDB-A6EC-B2E6-D775A767A423}"/>
              </a:ext>
            </a:extLst>
          </p:cNvPr>
          <p:cNvCxnSpPr>
            <a:cxnSpLocks/>
            <a:endCxn id="19" idx="2"/>
          </p:cNvCxnSpPr>
          <p:nvPr/>
        </p:nvCxnSpPr>
        <p:spPr>
          <a:xfrm flipV="1">
            <a:off x="11231299" y="4629329"/>
            <a:ext cx="0" cy="494071"/>
          </a:xfrm>
          <a:prstGeom prst="straightConnector1">
            <a:avLst/>
          </a:prstGeom>
          <a:ln w="63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AFFADB42-AD68-CDE0-6097-9C5EB7010ACB}"/>
              </a:ext>
            </a:extLst>
          </p:cNvPr>
          <p:cNvSpPr txBox="1"/>
          <p:nvPr/>
        </p:nvSpPr>
        <p:spPr>
          <a:xfrm>
            <a:off x="10507135" y="3429000"/>
            <a:ext cx="1448327" cy="1200329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>
                <a:cs typeface="Consolas" panose="020B0609020204030204" pitchFamily="49" charset="0"/>
              </a:rPr>
              <a:t>The arrow shows the direction of inheritance.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77EE7B7-6CFA-9C47-AEDA-FA196585A535}"/>
              </a:ext>
            </a:extLst>
          </p:cNvPr>
          <p:cNvSpPr txBox="1"/>
          <p:nvPr/>
        </p:nvSpPr>
        <p:spPr>
          <a:xfrm>
            <a:off x="9909990" y="5123400"/>
            <a:ext cx="2126671" cy="1477328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Child</a:t>
            </a:r>
            <a:r>
              <a:rPr lang="en-CA" dirty="0">
                <a:cs typeface="Consolas" panose="020B0609020204030204" pitchFamily="49" charset="0"/>
              </a:rPr>
              <a:t> points to the class it inherits from, i.e. gets all the variables and method of 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Base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D72263FC-1531-9ADF-D1B6-0051185F7D26}"/>
              </a:ext>
            </a:extLst>
          </p:cNvPr>
          <p:cNvCxnSpPr>
            <a:cxnSpLocks/>
          </p:cNvCxnSpPr>
          <p:nvPr/>
        </p:nvCxnSpPr>
        <p:spPr>
          <a:xfrm flipH="1" flipV="1">
            <a:off x="9028356" y="2857500"/>
            <a:ext cx="1478779" cy="571500"/>
          </a:xfrm>
          <a:prstGeom prst="straightConnector1">
            <a:avLst/>
          </a:prstGeom>
          <a:ln w="63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90B2FACB-D527-CE2F-A8EC-BD66B60E7434}"/>
              </a:ext>
            </a:extLst>
          </p:cNvPr>
          <p:cNvSpPr txBox="1"/>
          <p:nvPr/>
        </p:nvSpPr>
        <p:spPr>
          <a:xfrm>
            <a:off x="5654248" y="219372"/>
            <a:ext cx="1763268" cy="923330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>
                <a:cs typeface="Consolas" panose="020B0609020204030204" pitchFamily="49" charset="0"/>
              </a:rPr>
              <a:t>It shows that 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Child</a:t>
            </a:r>
            <a:r>
              <a:rPr lang="en-CA" dirty="0">
                <a:cs typeface="Consolas" panose="020B0609020204030204" pitchFamily="49" charset="0"/>
              </a:rPr>
              <a:t> inherits from 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Base</a:t>
            </a:r>
            <a:r>
              <a:rPr lang="en-CA" dirty="0">
                <a:cs typeface="Consolas" panose="020B0609020204030204" pitchFamily="49" charset="0"/>
              </a:rPr>
              <a:t>.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575DD8D9-8931-8781-EBE3-61739E4A3C3E}"/>
              </a:ext>
            </a:extLst>
          </p:cNvPr>
          <p:cNvCxnSpPr>
            <a:cxnSpLocks/>
            <a:stCxn id="5" idx="3"/>
          </p:cNvCxnSpPr>
          <p:nvPr/>
        </p:nvCxnSpPr>
        <p:spPr>
          <a:xfrm>
            <a:off x="7417516" y="681037"/>
            <a:ext cx="729206" cy="5271"/>
          </a:xfrm>
          <a:prstGeom prst="straightConnector1">
            <a:avLst/>
          </a:prstGeom>
          <a:ln w="63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707408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A2A543-C1B7-E445-7C08-53952B2B0E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F41431-069E-58FE-9116-11120BA987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4128655" cy="1325563"/>
          </a:xfrm>
        </p:spPr>
        <p:txBody>
          <a:bodyPr/>
          <a:lstStyle/>
          <a:p>
            <a:r>
              <a:rPr lang="en-US" dirty="0"/>
              <a:t>OOP: Inheritance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1E5443-B474-57A4-42E0-6D9846897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697682" cy="4351338"/>
          </a:xfrm>
        </p:spPr>
        <p:txBody>
          <a:bodyPr>
            <a:normAutofit/>
          </a:bodyPr>
          <a:lstStyle/>
          <a:p>
            <a:r>
              <a:rPr lang="en-US" b="1" dirty="0"/>
              <a:t>Inheritance</a:t>
            </a:r>
            <a:r>
              <a:rPr lang="en-US" dirty="0"/>
              <a:t> can be thought of as a trick for making new class based on an existing class</a:t>
            </a:r>
          </a:p>
          <a:p>
            <a:r>
              <a:rPr lang="en-US" dirty="0"/>
              <a:t>You can make a new class called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Child</a:t>
            </a:r>
            <a:r>
              <a:rPr lang="en-US" dirty="0"/>
              <a:t> by </a:t>
            </a:r>
            <a:r>
              <a:rPr lang="en-US" b="1" dirty="0"/>
              <a:t>inheriting</a:t>
            </a:r>
            <a:r>
              <a:rPr lang="en-US" dirty="0"/>
              <a:t> from some  existing class called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Base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Child</a:t>
            </a:r>
            <a:r>
              <a:rPr lang="en-US" dirty="0"/>
              <a:t> gets all the variables and methods of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Base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5F0332B-D8F8-9495-C997-F21F6C33EE90}"/>
              </a:ext>
            </a:extLst>
          </p:cNvPr>
          <p:cNvSpPr txBox="1"/>
          <p:nvPr/>
        </p:nvSpPr>
        <p:spPr>
          <a:xfrm>
            <a:off x="8385392" y="1487341"/>
            <a:ext cx="1285929" cy="70788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4000" dirty="0"/>
              <a:t>Base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F5C5412-DD61-2A53-DF3D-E8EE456C3A5C}"/>
              </a:ext>
            </a:extLst>
          </p:cNvPr>
          <p:cNvSpPr txBox="1"/>
          <p:nvPr/>
        </p:nvSpPr>
        <p:spPr>
          <a:xfrm>
            <a:off x="8346118" y="3730478"/>
            <a:ext cx="1364476" cy="70788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4000" dirty="0"/>
              <a:t>Child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25CC6434-E78F-4AEC-B3BD-6A93433B33BD}"/>
              </a:ext>
            </a:extLst>
          </p:cNvPr>
          <p:cNvCxnSpPr>
            <a:stCxn id="8" idx="0"/>
            <a:endCxn id="4" idx="2"/>
          </p:cNvCxnSpPr>
          <p:nvPr/>
        </p:nvCxnSpPr>
        <p:spPr>
          <a:xfrm flipV="1">
            <a:off x="9028356" y="2195227"/>
            <a:ext cx="1" cy="153525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B9C3C76B-12BD-2964-48A1-285DA9E230EA}"/>
              </a:ext>
            </a:extLst>
          </p:cNvPr>
          <p:cNvSpPr txBox="1"/>
          <p:nvPr/>
        </p:nvSpPr>
        <p:spPr>
          <a:xfrm>
            <a:off x="8146722" y="363142"/>
            <a:ext cx="1763268" cy="646331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>
                <a:cs typeface="Consolas" panose="020B0609020204030204" pitchFamily="49" charset="0"/>
              </a:rPr>
              <a:t>This is called a </a:t>
            </a:r>
            <a:r>
              <a:rPr lang="en-CA" b="1" dirty="0">
                <a:cs typeface="Consolas" panose="020B0609020204030204" pitchFamily="49" charset="0"/>
              </a:rPr>
              <a:t>Class Diagram</a:t>
            </a:r>
            <a:r>
              <a:rPr lang="en-CA" dirty="0">
                <a:cs typeface="Consolas" panose="020B0609020204030204" pitchFamily="49" charset="0"/>
              </a:rPr>
              <a:t>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BE8882B-ADE7-17EE-7806-71D70C3758BC}"/>
              </a:ext>
            </a:extLst>
          </p:cNvPr>
          <p:cNvSpPr txBox="1"/>
          <p:nvPr/>
        </p:nvSpPr>
        <p:spPr>
          <a:xfrm>
            <a:off x="10588335" y="1502459"/>
            <a:ext cx="1448327" cy="923330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>
                <a:cs typeface="Consolas" panose="020B0609020204030204" pitchFamily="49" charset="0"/>
              </a:rPr>
              <a:t>Rectangles represent classes.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7C56CD9D-FA7E-2A45-F037-C3AB582D85AD}"/>
              </a:ext>
            </a:extLst>
          </p:cNvPr>
          <p:cNvCxnSpPr>
            <a:cxnSpLocks/>
            <a:endCxn id="19" idx="2"/>
          </p:cNvCxnSpPr>
          <p:nvPr/>
        </p:nvCxnSpPr>
        <p:spPr>
          <a:xfrm flipV="1">
            <a:off x="11231299" y="4629329"/>
            <a:ext cx="0" cy="494071"/>
          </a:xfrm>
          <a:prstGeom prst="straightConnector1">
            <a:avLst/>
          </a:prstGeom>
          <a:ln w="63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E2B2CB32-B7AB-1339-9A08-FAE0A485F6FF}"/>
              </a:ext>
            </a:extLst>
          </p:cNvPr>
          <p:cNvSpPr txBox="1"/>
          <p:nvPr/>
        </p:nvSpPr>
        <p:spPr>
          <a:xfrm>
            <a:off x="10507135" y="3429000"/>
            <a:ext cx="1448327" cy="1200329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>
                <a:cs typeface="Consolas" panose="020B0609020204030204" pitchFamily="49" charset="0"/>
              </a:rPr>
              <a:t>The arrow shows the direction of inheritance.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AA7EA3A-8563-A10B-A930-DE9BE3DBEBD3}"/>
              </a:ext>
            </a:extLst>
          </p:cNvPr>
          <p:cNvSpPr txBox="1"/>
          <p:nvPr/>
        </p:nvSpPr>
        <p:spPr>
          <a:xfrm>
            <a:off x="9909990" y="5123400"/>
            <a:ext cx="2126671" cy="1477328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Child</a:t>
            </a:r>
            <a:r>
              <a:rPr lang="en-CA" dirty="0">
                <a:cs typeface="Consolas" panose="020B0609020204030204" pitchFamily="49" charset="0"/>
              </a:rPr>
              <a:t> points to the class it inherits from, i.e. gets all the variables and method of 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Base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C886B04-5CD9-513E-F3C6-10F290319B91}"/>
              </a:ext>
            </a:extLst>
          </p:cNvPr>
          <p:cNvSpPr txBox="1"/>
          <p:nvPr/>
        </p:nvSpPr>
        <p:spPr>
          <a:xfrm>
            <a:off x="5654248" y="219372"/>
            <a:ext cx="1763268" cy="923330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>
                <a:cs typeface="Consolas" panose="020B0609020204030204" pitchFamily="49" charset="0"/>
              </a:rPr>
              <a:t>It shows that 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Child</a:t>
            </a:r>
            <a:r>
              <a:rPr lang="en-CA" dirty="0">
                <a:cs typeface="Consolas" panose="020B0609020204030204" pitchFamily="49" charset="0"/>
              </a:rPr>
              <a:t> inherits from 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Base</a:t>
            </a:r>
            <a:r>
              <a:rPr lang="en-CA" dirty="0">
                <a:cs typeface="Consolas" panose="020B0609020204030204" pitchFamily="49" charset="0"/>
              </a:rPr>
              <a:t>.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9C90705B-FDED-AA61-32EA-98D68B25796F}"/>
              </a:ext>
            </a:extLst>
          </p:cNvPr>
          <p:cNvCxnSpPr>
            <a:cxnSpLocks/>
            <a:stCxn id="5" idx="3"/>
          </p:cNvCxnSpPr>
          <p:nvPr/>
        </p:nvCxnSpPr>
        <p:spPr>
          <a:xfrm>
            <a:off x="7417516" y="681037"/>
            <a:ext cx="729206" cy="5271"/>
          </a:xfrm>
          <a:prstGeom prst="straightConnector1">
            <a:avLst/>
          </a:prstGeom>
          <a:ln w="63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8CF8CE18-2792-F9D0-F273-360A7E6B6231}"/>
              </a:ext>
            </a:extLst>
          </p:cNvPr>
          <p:cNvSpPr txBox="1"/>
          <p:nvPr/>
        </p:nvSpPr>
        <p:spPr>
          <a:xfrm>
            <a:off x="6476036" y="4514078"/>
            <a:ext cx="1448327" cy="646331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>
                <a:cs typeface="Consolas" panose="020B0609020204030204" pitchFamily="49" charset="0"/>
              </a:rPr>
              <a:t>In C++ we write this ...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8F1BB9E-19AF-503F-1EE0-42BED28A3EA7}"/>
              </a:ext>
            </a:extLst>
          </p:cNvPr>
          <p:cNvSpPr txBox="1"/>
          <p:nvPr/>
        </p:nvSpPr>
        <p:spPr>
          <a:xfrm>
            <a:off x="5375466" y="5253633"/>
            <a:ext cx="360387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class Child : public Base {</a:t>
            </a:r>
            <a:b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// ...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};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361B7D8-7E65-4BDC-708D-D0AA6E194DB5}"/>
              </a:ext>
            </a:extLst>
          </p:cNvPr>
          <p:cNvSpPr txBox="1"/>
          <p:nvPr/>
        </p:nvSpPr>
        <p:spPr>
          <a:xfrm>
            <a:off x="6360731" y="5992297"/>
            <a:ext cx="2857500" cy="646331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>
                <a:cs typeface="Consolas" panose="020B0609020204030204" pitchFamily="49" charset="0"/>
              </a:rPr>
              <a:t>We only use </a:t>
            </a:r>
            <a:r>
              <a:rPr lang="en-CA" b="1" dirty="0">
                <a:cs typeface="Consolas" panose="020B0609020204030204" pitchFamily="49" charset="0"/>
              </a:rPr>
              <a:t>public inheritance </a:t>
            </a:r>
            <a:r>
              <a:rPr lang="en-CA" dirty="0">
                <a:cs typeface="Consolas" panose="020B0609020204030204" pitchFamily="49" charset="0"/>
              </a:rPr>
              <a:t>in this course.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C99EF146-A21F-3CA6-A9C8-2086E758F996}"/>
              </a:ext>
            </a:extLst>
          </p:cNvPr>
          <p:cNvCxnSpPr>
            <a:cxnSpLocks/>
          </p:cNvCxnSpPr>
          <p:nvPr/>
        </p:nvCxnSpPr>
        <p:spPr>
          <a:xfrm flipV="1">
            <a:off x="7782119" y="5576798"/>
            <a:ext cx="0" cy="415499"/>
          </a:xfrm>
          <a:prstGeom prst="straightConnector1">
            <a:avLst/>
          </a:prstGeom>
          <a:ln w="63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D6FEC744-BC9F-26D7-2D1F-3DD1E3FB7CA9}"/>
              </a:ext>
            </a:extLst>
          </p:cNvPr>
          <p:cNvSpPr txBox="1"/>
          <p:nvPr/>
        </p:nvSpPr>
        <p:spPr>
          <a:xfrm>
            <a:off x="623890" y="5576798"/>
            <a:ext cx="2857500" cy="1200329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b="1" dirty="0">
                <a:cs typeface="Consolas" panose="020B0609020204030204" pitchFamily="49" charset="0"/>
              </a:rPr>
              <a:t>Public inheritance </a:t>
            </a:r>
            <a:r>
              <a:rPr lang="en-CA" dirty="0">
                <a:cs typeface="Consolas" panose="020B0609020204030204" pitchFamily="49" charset="0"/>
              </a:rPr>
              <a:t>means public/private members from 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Base</a:t>
            </a:r>
            <a:r>
              <a:rPr lang="en-CA" dirty="0">
                <a:cs typeface="Consolas" panose="020B0609020204030204" pitchFamily="49" charset="0"/>
              </a:rPr>
              <a:t> have the same visibility in 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Child</a:t>
            </a:r>
            <a:r>
              <a:rPr lang="en-CA" dirty="0">
                <a:cs typeface="Consolas" panose="020B0609020204030204" pitchFamily="49" charset="0"/>
              </a:rPr>
              <a:t>.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94B868F1-C114-01D1-A7AA-53A705D37C76}"/>
              </a:ext>
            </a:extLst>
          </p:cNvPr>
          <p:cNvCxnSpPr>
            <a:cxnSpLocks/>
          </p:cNvCxnSpPr>
          <p:nvPr/>
        </p:nvCxnSpPr>
        <p:spPr>
          <a:xfrm>
            <a:off x="3481390" y="6119513"/>
            <a:ext cx="2879341" cy="138500"/>
          </a:xfrm>
          <a:prstGeom prst="straightConnector1">
            <a:avLst/>
          </a:prstGeom>
          <a:ln w="63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580157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94D86B-87EE-F9BE-516A-45E19F08FD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4A0394-E2BB-8D03-7BE8-61F8174343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4128655" cy="1325563"/>
          </a:xfrm>
        </p:spPr>
        <p:txBody>
          <a:bodyPr/>
          <a:lstStyle/>
          <a:p>
            <a:r>
              <a:rPr lang="en-US" dirty="0"/>
              <a:t>OOP: Inheritance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8E6E98-2E63-2600-6599-303DD6E0BE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697682" cy="4351338"/>
          </a:xfrm>
        </p:spPr>
        <p:txBody>
          <a:bodyPr>
            <a:normAutofit/>
          </a:bodyPr>
          <a:lstStyle/>
          <a:p>
            <a:r>
              <a:rPr lang="en-US" b="1" dirty="0"/>
              <a:t>Inheritance</a:t>
            </a:r>
            <a:r>
              <a:rPr lang="en-US" dirty="0"/>
              <a:t> can be thought of as a trick for making new class based on an existing class</a:t>
            </a:r>
          </a:p>
          <a:p>
            <a:r>
              <a:rPr lang="en-US" dirty="0"/>
              <a:t>You can make a new class called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Child</a:t>
            </a:r>
            <a:r>
              <a:rPr lang="en-US" dirty="0"/>
              <a:t> by </a:t>
            </a:r>
            <a:r>
              <a:rPr lang="en-US" b="1" dirty="0"/>
              <a:t>inheriting</a:t>
            </a:r>
            <a:r>
              <a:rPr lang="en-US" dirty="0"/>
              <a:t> from some  existing class called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Base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Child</a:t>
            </a:r>
            <a:r>
              <a:rPr lang="en-US" dirty="0"/>
              <a:t> gets all the variables and methods of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Base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1D8894A-738E-C5D3-856D-63967A78B412}"/>
              </a:ext>
            </a:extLst>
          </p:cNvPr>
          <p:cNvSpPr txBox="1"/>
          <p:nvPr/>
        </p:nvSpPr>
        <p:spPr>
          <a:xfrm>
            <a:off x="10328492" y="1471682"/>
            <a:ext cx="1285929" cy="70788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4000" dirty="0"/>
              <a:t>Base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9860B02-E769-2258-5D4E-73BC2745A626}"/>
              </a:ext>
            </a:extLst>
          </p:cNvPr>
          <p:cNvSpPr txBox="1"/>
          <p:nvPr/>
        </p:nvSpPr>
        <p:spPr>
          <a:xfrm>
            <a:off x="10289218" y="3714819"/>
            <a:ext cx="1364476" cy="70788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4000" dirty="0"/>
              <a:t>Child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2529598D-78AB-E098-7842-41ED2631A865}"/>
              </a:ext>
            </a:extLst>
          </p:cNvPr>
          <p:cNvCxnSpPr>
            <a:stCxn id="8" idx="0"/>
            <a:endCxn id="4" idx="2"/>
          </p:cNvCxnSpPr>
          <p:nvPr/>
        </p:nvCxnSpPr>
        <p:spPr>
          <a:xfrm flipV="1">
            <a:off x="10971456" y="2179568"/>
            <a:ext cx="1" cy="153525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95E670C4-E311-4891-79F1-90EFF91657B9}"/>
              </a:ext>
            </a:extLst>
          </p:cNvPr>
          <p:cNvSpPr txBox="1"/>
          <p:nvPr/>
        </p:nvSpPr>
        <p:spPr>
          <a:xfrm>
            <a:off x="7850762" y="1690688"/>
            <a:ext cx="1448327" cy="646331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>
                <a:cs typeface="Consolas" panose="020B0609020204030204" pitchFamily="49" charset="0"/>
              </a:rPr>
              <a:t>In C++ we write this ...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E023E58-ED34-70FF-0AA0-19765263A698}"/>
              </a:ext>
            </a:extLst>
          </p:cNvPr>
          <p:cNvSpPr txBox="1"/>
          <p:nvPr/>
        </p:nvSpPr>
        <p:spPr>
          <a:xfrm>
            <a:off x="6750192" y="2430243"/>
            <a:ext cx="360387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class Child : public Base {</a:t>
            </a:r>
            <a:b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// ...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15622733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2A0ED7-D0DE-280B-5389-C899693174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2A7756-9B95-B505-9283-634D2C8277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4128655" cy="1325563"/>
          </a:xfrm>
        </p:spPr>
        <p:txBody>
          <a:bodyPr/>
          <a:lstStyle/>
          <a:p>
            <a:r>
              <a:rPr lang="en-US" dirty="0"/>
              <a:t>OOP: Inheritance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8A290A-8A59-8754-413C-3AD47D37D7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697682" cy="4351338"/>
          </a:xfrm>
        </p:spPr>
        <p:txBody>
          <a:bodyPr>
            <a:normAutofit/>
          </a:bodyPr>
          <a:lstStyle/>
          <a:p>
            <a:r>
              <a:rPr lang="en-US" b="1" dirty="0"/>
              <a:t>Inheritance</a:t>
            </a:r>
            <a:r>
              <a:rPr lang="en-US" dirty="0"/>
              <a:t> can be thought of as a trick for making new class based on an existing class</a:t>
            </a:r>
          </a:p>
          <a:p>
            <a:r>
              <a:rPr lang="en-US" dirty="0"/>
              <a:t>You can make a new class called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Child</a:t>
            </a:r>
            <a:r>
              <a:rPr lang="en-US" dirty="0"/>
              <a:t> by </a:t>
            </a:r>
            <a:r>
              <a:rPr lang="en-US" b="1" dirty="0"/>
              <a:t>inheriting</a:t>
            </a:r>
            <a:r>
              <a:rPr lang="en-US" dirty="0"/>
              <a:t> from some  existing class called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Base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Child</a:t>
            </a:r>
            <a:r>
              <a:rPr lang="en-US" dirty="0"/>
              <a:t> gets all the variables and methods of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Base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F441202-81B0-5FA3-E16D-26EC04DAB550}"/>
              </a:ext>
            </a:extLst>
          </p:cNvPr>
          <p:cNvSpPr txBox="1"/>
          <p:nvPr/>
        </p:nvSpPr>
        <p:spPr>
          <a:xfrm>
            <a:off x="10328492" y="1471682"/>
            <a:ext cx="1285929" cy="70788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4000" dirty="0"/>
              <a:t>Base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A6911AD-CAB8-D982-642B-0B6CC307D340}"/>
              </a:ext>
            </a:extLst>
          </p:cNvPr>
          <p:cNvSpPr txBox="1"/>
          <p:nvPr/>
        </p:nvSpPr>
        <p:spPr>
          <a:xfrm>
            <a:off x="10289218" y="3714819"/>
            <a:ext cx="1364476" cy="70788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4000" dirty="0"/>
              <a:t>Child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E130FEE1-2AA8-9D4A-B019-694E0F34CF59}"/>
              </a:ext>
            </a:extLst>
          </p:cNvPr>
          <p:cNvCxnSpPr>
            <a:stCxn id="8" idx="0"/>
            <a:endCxn id="4" idx="2"/>
          </p:cNvCxnSpPr>
          <p:nvPr/>
        </p:nvCxnSpPr>
        <p:spPr>
          <a:xfrm flipV="1">
            <a:off x="10971456" y="2179568"/>
            <a:ext cx="1" cy="153525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79760EF4-1A0D-D85A-06C6-DFD4464C4122}"/>
              </a:ext>
            </a:extLst>
          </p:cNvPr>
          <p:cNvSpPr txBox="1"/>
          <p:nvPr/>
        </p:nvSpPr>
        <p:spPr>
          <a:xfrm>
            <a:off x="7850762" y="1690688"/>
            <a:ext cx="1448327" cy="646331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>
                <a:cs typeface="Consolas" panose="020B0609020204030204" pitchFamily="49" charset="0"/>
              </a:rPr>
              <a:t>In C++ we write this ...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D6CC616-008A-9AD7-55F9-12AE3A078FB2}"/>
              </a:ext>
            </a:extLst>
          </p:cNvPr>
          <p:cNvSpPr txBox="1"/>
          <p:nvPr/>
        </p:nvSpPr>
        <p:spPr>
          <a:xfrm>
            <a:off x="6750192" y="2430243"/>
            <a:ext cx="360387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class Child : 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public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Base {</a:t>
            </a:r>
            <a:b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// ...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};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C0AA0D8-17AD-D066-B0A4-3E826BBC44C2}"/>
              </a:ext>
            </a:extLst>
          </p:cNvPr>
          <p:cNvSpPr txBox="1"/>
          <p:nvPr/>
        </p:nvSpPr>
        <p:spPr>
          <a:xfrm>
            <a:off x="7324919" y="3181262"/>
            <a:ext cx="2857500" cy="646331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>
                <a:cs typeface="Consolas" panose="020B0609020204030204" pitchFamily="49" charset="0"/>
              </a:rPr>
              <a:t>We only use </a:t>
            </a:r>
            <a:r>
              <a:rPr lang="en-CA" b="1" dirty="0">
                <a:cs typeface="Consolas" panose="020B0609020204030204" pitchFamily="49" charset="0"/>
              </a:rPr>
              <a:t>public inheritance </a:t>
            </a:r>
            <a:r>
              <a:rPr lang="en-CA" dirty="0">
                <a:cs typeface="Consolas" panose="020B0609020204030204" pitchFamily="49" charset="0"/>
              </a:rPr>
              <a:t>in this course.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98F4B4FC-F814-B807-AFC6-283AF5DAD760}"/>
              </a:ext>
            </a:extLst>
          </p:cNvPr>
          <p:cNvCxnSpPr>
            <a:cxnSpLocks/>
          </p:cNvCxnSpPr>
          <p:nvPr/>
        </p:nvCxnSpPr>
        <p:spPr>
          <a:xfrm flipV="1">
            <a:off x="8955257" y="2765763"/>
            <a:ext cx="0" cy="415499"/>
          </a:xfrm>
          <a:prstGeom prst="straightConnector1">
            <a:avLst/>
          </a:prstGeom>
          <a:ln w="63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7CC2B86C-4DB8-47A1-F180-3C58073800CB}"/>
              </a:ext>
            </a:extLst>
          </p:cNvPr>
          <p:cNvSpPr txBox="1"/>
          <p:nvPr/>
        </p:nvSpPr>
        <p:spPr>
          <a:xfrm>
            <a:off x="7324919" y="5316196"/>
            <a:ext cx="2857500" cy="1200329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b="1" dirty="0">
                <a:cs typeface="Consolas" panose="020B0609020204030204" pitchFamily="49" charset="0"/>
              </a:rPr>
              <a:t>Public inheritance </a:t>
            </a:r>
            <a:r>
              <a:rPr lang="en-CA" dirty="0">
                <a:cs typeface="Consolas" panose="020B0609020204030204" pitchFamily="49" charset="0"/>
              </a:rPr>
              <a:t>means public/private members from 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Base</a:t>
            </a:r>
            <a:r>
              <a:rPr lang="en-CA" dirty="0">
                <a:cs typeface="Consolas" panose="020B0609020204030204" pitchFamily="49" charset="0"/>
              </a:rPr>
              <a:t> keep the same visibility in 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Child</a:t>
            </a:r>
            <a:r>
              <a:rPr lang="en-CA" dirty="0">
                <a:cs typeface="Consolas" panose="020B0609020204030204" pitchFamily="49" charset="0"/>
              </a:rPr>
              <a:t>.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9172D675-C7DD-5315-7206-DEAA17D2B32E}"/>
              </a:ext>
            </a:extLst>
          </p:cNvPr>
          <p:cNvCxnSpPr>
            <a:cxnSpLocks/>
            <a:stCxn id="18" idx="0"/>
            <a:endCxn id="13" idx="2"/>
          </p:cNvCxnSpPr>
          <p:nvPr/>
        </p:nvCxnSpPr>
        <p:spPr>
          <a:xfrm flipV="1">
            <a:off x="8753669" y="3827593"/>
            <a:ext cx="0" cy="1488603"/>
          </a:xfrm>
          <a:prstGeom prst="straightConnector1">
            <a:avLst/>
          </a:prstGeom>
          <a:ln w="63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297933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43AF09-6FA1-5E01-A2E5-7E58E93DE8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OOP: Inheritance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05540A-A4DC-8864-D1BA-A49BE0836C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See code example of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int_vec</a:t>
            </a:r>
            <a:r>
              <a:rPr lang="en-US" dirty="0"/>
              <a:t> inheriting from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vector&lt;int&gt;</a:t>
            </a:r>
            <a:r>
              <a:rPr lang="en-US" dirty="0"/>
              <a:t> …</a:t>
            </a:r>
          </a:p>
        </p:txBody>
      </p:sp>
    </p:spTree>
    <p:extLst>
      <p:ext uri="{BB962C8B-B14F-4D97-AF65-F5344CB8AC3E}">
        <p14:creationId xmlns:p14="http://schemas.microsoft.com/office/powerpoint/2010/main" val="2572853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35699E-D7C7-2A67-5699-3DD5E03BA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4346864" cy="1325563"/>
          </a:xfrm>
        </p:spPr>
        <p:txBody>
          <a:bodyPr/>
          <a:lstStyle/>
          <a:p>
            <a:r>
              <a:rPr lang="en-US" dirty="0"/>
              <a:t>Printable Objects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1FBB0A3-8806-8564-A254-7F7F936780C1}"/>
              </a:ext>
            </a:extLst>
          </p:cNvPr>
          <p:cNvSpPr txBox="1"/>
          <p:nvPr/>
        </p:nvSpPr>
        <p:spPr>
          <a:xfrm>
            <a:off x="5042286" y="474345"/>
            <a:ext cx="7149714" cy="59093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class Point {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private: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double x;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double y;</a:t>
            </a:r>
          </a:p>
          <a:p>
            <a:endParaRPr lang="en-CA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public: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Point() : x(0), y(0) {}</a:t>
            </a:r>
            <a:b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Point(const Point&amp; other) : x(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other.x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), y(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other.y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) {}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Point(double a, double b) : x(a), y(b) {}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double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get_x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() const { return x; }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double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get_y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() const { return y; }</a:t>
            </a:r>
          </a:p>
          <a:p>
            <a:endParaRPr lang="en-CA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void print() const { 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&lt;&lt; '(' &lt;&lt; x &lt;&lt; ", " &lt;&lt; y &lt;&lt; ')’; 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}</a:t>
            </a:r>
            <a:b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endParaRPr lang="en-CA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void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println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() const {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print();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&lt;&lt; "\n";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}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}; // class Point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5752AEE-2BDC-33E7-41C1-B2CACD27B548}"/>
              </a:ext>
            </a:extLst>
          </p:cNvPr>
          <p:cNvSpPr txBox="1"/>
          <p:nvPr/>
        </p:nvSpPr>
        <p:spPr>
          <a:xfrm>
            <a:off x="1127844" y="1212707"/>
            <a:ext cx="1740047" cy="923330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>
                <a:cs typeface="Consolas" panose="020B0609020204030204" pitchFamily="49" charset="0"/>
              </a:rPr>
              <a:t>Let’s look at three different classes …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951DE53-58A4-9A6F-21F9-59879D33AA33}"/>
              </a:ext>
            </a:extLst>
          </p:cNvPr>
          <p:cNvSpPr txBox="1"/>
          <p:nvPr/>
        </p:nvSpPr>
        <p:spPr>
          <a:xfrm>
            <a:off x="3470564" y="2967335"/>
            <a:ext cx="1046018" cy="369332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Point</a:t>
            </a:r>
          </a:p>
        </p:txBody>
      </p:sp>
    </p:spTree>
    <p:extLst>
      <p:ext uri="{BB962C8B-B14F-4D97-AF65-F5344CB8AC3E}">
        <p14:creationId xmlns:p14="http://schemas.microsoft.com/office/powerpoint/2010/main" val="4130090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773FEC-15F3-F46E-0A58-649E53E0B1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D4B0F0-63DD-BA77-2C77-6BC72F8626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4346864" cy="1325563"/>
          </a:xfrm>
        </p:spPr>
        <p:txBody>
          <a:bodyPr/>
          <a:lstStyle/>
          <a:p>
            <a:r>
              <a:rPr lang="en-US" dirty="0"/>
              <a:t>Printable Objects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642E169-DED8-5AEB-07B9-243E31E94966}"/>
              </a:ext>
            </a:extLst>
          </p:cNvPr>
          <p:cNvSpPr txBox="1"/>
          <p:nvPr/>
        </p:nvSpPr>
        <p:spPr>
          <a:xfrm>
            <a:off x="4977245" y="335845"/>
            <a:ext cx="6769802" cy="61863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class Person {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string name;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int age;</a:t>
            </a:r>
          </a:p>
          <a:p>
            <a:endParaRPr lang="en-CA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public: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Person(const string&amp; n, int a) : name{n}, age{a} {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if (age &lt; 0)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  throw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runtime_error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("negative age");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}</a:t>
            </a:r>
          </a:p>
          <a:p>
            <a:endParaRPr lang="en-CA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string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get_name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() const { return name; }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int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get_age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() const { return age; }</a:t>
            </a:r>
          </a:p>
          <a:p>
            <a:endParaRPr lang="en-CA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void print() const { 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&lt;&lt; "Name: '" &lt;&lt; name &lt;&lt; ", Age: " &lt;&lt; age; 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}</a:t>
            </a:r>
          </a:p>
          <a:p>
            <a:endParaRPr lang="en-CA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void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println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() const {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print();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&lt;&lt; "\n";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}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}; // class Person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D9493FD-3F17-600C-4EF3-3FEE80181744}"/>
              </a:ext>
            </a:extLst>
          </p:cNvPr>
          <p:cNvSpPr txBox="1"/>
          <p:nvPr/>
        </p:nvSpPr>
        <p:spPr>
          <a:xfrm>
            <a:off x="1127844" y="1212707"/>
            <a:ext cx="1740047" cy="923330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>
                <a:cs typeface="Consolas" panose="020B0609020204030204" pitchFamily="49" charset="0"/>
              </a:rPr>
              <a:t>Let’s look at three different classes …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3C8EF5A-2EB0-A886-03EB-D2D5BCBA2B85}"/>
              </a:ext>
            </a:extLst>
          </p:cNvPr>
          <p:cNvSpPr txBox="1"/>
          <p:nvPr/>
        </p:nvSpPr>
        <p:spPr>
          <a:xfrm>
            <a:off x="3470564" y="2967335"/>
            <a:ext cx="1046018" cy="369332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Person</a:t>
            </a:r>
          </a:p>
        </p:txBody>
      </p:sp>
    </p:spTree>
    <p:extLst>
      <p:ext uri="{BB962C8B-B14F-4D97-AF65-F5344CB8AC3E}">
        <p14:creationId xmlns:p14="http://schemas.microsoft.com/office/powerpoint/2010/main" val="8139000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4DBBC1-BBF0-C487-85E6-9FFF98134C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C9F7EB-1453-195E-DD98-81AFE8FC5D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4346864" cy="1325563"/>
          </a:xfrm>
        </p:spPr>
        <p:txBody>
          <a:bodyPr/>
          <a:lstStyle/>
          <a:p>
            <a:r>
              <a:rPr lang="en-US" dirty="0"/>
              <a:t>Printable Objects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82E7006-A8D8-704E-F934-D22997F7FBA4}"/>
              </a:ext>
            </a:extLst>
          </p:cNvPr>
          <p:cNvSpPr txBox="1"/>
          <p:nvPr/>
        </p:nvSpPr>
        <p:spPr>
          <a:xfrm>
            <a:off x="4977245" y="335845"/>
            <a:ext cx="7149714" cy="64633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class Reading {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private: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string loc;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double temp;</a:t>
            </a:r>
          </a:p>
          <a:p>
            <a:endParaRPr lang="en-CA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public: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Reading(const string&amp; l, double t) : loc{l}, temp{t} 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{}</a:t>
            </a:r>
          </a:p>
          <a:p>
            <a:b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string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get_loc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() const { return loc; }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double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get_temp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() const { return temp; }</a:t>
            </a:r>
          </a:p>
          <a:p>
            <a:endParaRPr lang="en-CA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void print() const { 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&lt;&lt; temp &lt;&lt; " degrees at " &lt;&lt; loc; 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}</a:t>
            </a:r>
          </a:p>
          <a:p>
            <a:endParaRPr lang="en-CA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void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println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() const {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print();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&lt;&lt; "\n";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}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}; // class Reading</a:t>
            </a:r>
          </a:p>
          <a:p>
            <a:b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endParaRPr lang="en-CA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ACA8FD9-8930-1AC7-BDDD-FA9C9CAFB410}"/>
              </a:ext>
            </a:extLst>
          </p:cNvPr>
          <p:cNvSpPr txBox="1"/>
          <p:nvPr/>
        </p:nvSpPr>
        <p:spPr>
          <a:xfrm>
            <a:off x="1127844" y="1212707"/>
            <a:ext cx="1740047" cy="923330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>
                <a:cs typeface="Consolas" panose="020B0609020204030204" pitchFamily="49" charset="0"/>
              </a:rPr>
              <a:t>Let’s look at three different classes …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031FCD4-6EA8-76C8-505C-000E98C5C13B}"/>
              </a:ext>
            </a:extLst>
          </p:cNvPr>
          <p:cNvSpPr txBox="1"/>
          <p:nvPr/>
        </p:nvSpPr>
        <p:spPr>
          <a:xfrm>
            <a:off x="3470564" y="2967335"/>
            <a:ext cx="1122218" cy="369332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Reading</a:t>
            </a:r>
          </a:p>
        </p:txBody>
      </p:sp>
    </p:spTree>
    <p:extLst>
      <p:ext uri="{BB962C8B-B14F-4D97-AF65-F5344CB8AC3E}">
        <p14:creationId xmlns:p14="http://schemas.microsoft.com/office/powerpoint/2010/main" val="2441980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FB0724-CD5B-13DA-E5D7-8E5FA4AEF1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91F46C-E5C8-B2A5-269A-4CE75A2C2E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4346864" cy="1325563"/>
          </a:xfrm>
        </p:spPr>
        <p:txBody>
          <a:bodyPr/>
          <a:lstStyle/>
          <a:p>
            <a:r>
              <a:rPr lang="en-US" dirty="0"/>
              <a:t>Printable Objects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564801B-8797-8C52-700E-2F6DFEDD8B7D}"/>
              </a:ext>
            </a:extLst>
          </p:cNvPr>
          <p:cNvSpPr txBox="1"/>
          <p:nvPr/>
        </p:nvSpPr>
        <p:spPr>
          <a:xfrm>
            <a:off x="8358481" y="2109272"/>
            <a:ext cx="3603872" cy="397031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class Reading {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// ...</a:t>
            </a:r>
          </a:p>
          <a:p>
            <a:endParaRPr lang="en-CA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CA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void print() const { </a:t>
            </a:r>
          </a:p>
          <a:p>
            <a:r>
              <a:rPr lang="en-CA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CA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CA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&lt;&lt; temp </a:t>
            </a:r>
          </a:p>
          <a:p>
            <a:r>
              <a:rPr lang="en-CA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&lt;&lt; " degrees at " </a:t>
            </a:r>
          </a:p>
          <a:p>
            <a:r>
              <a:rPr lang="en-CA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&lt;&lt; loc; </a:t>
            </a:r>
          </a:p>
          <a:p>
            <a:r>
              <a:rPr lang="en-CA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}</a:t>
            </a:r>
          </a:p>
          <a:p>
            <a:endParaRPr lang="en-CA" dirty="0">
              <a:solidFill>
                <a:srgbClr val="FF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CA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void </a:t>
            </a:r>
            <a:r>
              <a:rPr lang="en-CA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println</a:t>
            </a:r>
            <a:r>
              <a:rPr lang="en-CA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 const {</a:t>
            </a:r>
          </a:p>
          <a:p>
            <a:r>
              <a:rPr lang="en-CA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print();</a:t>
            </a:r>
          </a:p>
          <a:p>
            <a:r>
              <a:rPr lang="en-CA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CA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CA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&lt;&lt; "\n";</a:t>
            </a:r>
          </a:p>
          <a:p>
            <a:r>
              <a:rPr lang="en-CA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}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}; // class Reading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FCB9E04-5AB0-4899-20EB-A710A743E6F8}"/>
              </a:ext>
            </a:extLst>
          </p:cNvPr>
          <p:cNvSpPr txBox="1"/>
          <p:nvPr/>
        </p:nvSpPr>
        <p:spPr>
          <a:xfrm>
            <a:off x="4104108" y="2109272"/>
            <a:ext cx="3983783" cy="397031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class Person {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// ...</a:t>
            </a:r>
          </a:p>
          <a:p>
            <a:endParaRPr lang="en-CA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CA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void print() const { </a:t>
            </a:r>
          </a:p>
          <a:p>
            <a:r>
              <a:rPr lang="en-CA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CA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CA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&lt;&lt; "Name: '" &lt;&lt; name </a:t>
            </a:r>
          </a:p>
          <a:p>
            <a:r>
              <a:rPr lang="en-CA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&lt;&lt; ", Age: " &lt;&lt; age; </a:t>
            </a:r>
          </a:p>
          <a:p>
            <a:r>
              <a:rPr lang="en-CA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}</a:t>
            </a:r>
          </a:p>
          <a:p>
            <a:endParaRPr lang="en-CA" dirty="0">
              <a:solidFill>
                <a:srgbClr val="FF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CA" dirty="0">
              <a:solidFill>
                <a:srgbClr val="FF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CA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void </a:t>
            </a:r>
            <a:r>
              <a:rPr lang="en-CA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println</a:t>
            </a:r>
            <a:r>
              <a:rPr lang="en-CA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 const {</a:t>
            </a:r>
          </a:p>
          <a:p>
            <a:r>
              <a:rPr lang="en-CA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print();</a:t>
            </a:r>
          </a:p>
          <a:p>
            <a:r>
              <a:rPr lang="en-CA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CA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CA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&lt;&lt; "\n";</a:t>
            </a:r>
          </a:p>
          <a:p>
            <a:r>
              <a:rPr lang="en-CA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}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}; // class Person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E5282B2-EC51-F152-F40D-CC23563F7C6B}"/>
              </a:ext>
            </a:extLst>
          </p:cNvPr>
          <p:cNvSpPr txBox="1"/>
          <p:nvPr/>
        </p:nvSpPr>
        <p:spPr>
          <a:xfrm>
            <a:off x="688495" y="2109272"/>
            <a:ext cx="3223959" cy="397031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class Point {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// ...</a:t>
            </a:r>
          </a:p>
          <a:p>
            <a:endParaRPr lang="en-CA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CA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void print() const { </a:t>
            </a:r>
          </a:p>
          <a:p>
            <a:r>
              <a:rPr lang="en-CA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CA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CA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&lt;&lt; '(' &lt;&lt; x </a:t>
            </a:r>
          </a:p>
          <a:p>
            <a:r>
              <a:rPr lang="en-CA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&lt;&lt; ", " </a:t>
            </a:r>
          </a:p>
          <a:p>
            <a:r>
              <a:rPr lang="en-CA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&lt;&lt; y &lt;&lt; ')’; </a:t>
            </a:r>
          </a:p>
          <a:p>
            <a:r>
              <a:rPr lang="en-CA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}</a:t>
            </a:r>
            <a:br>
              <a:rPr lang="en-CA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endParaRPr lang="en-CA" dirty="0">
              <a:solidFill>
                <a:srgbClr val="FF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CA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void </a:t>
            </a:r>
            <a:r>
              <a:rPr lang="en-CA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println</a:t>
            </a:r>
            <a:r>
              <a:rPr lang="en-CA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 const {</a:t>
            </a:r>
          </a:p>
          <a:p>
            <a:r>
              <a:rPr lang="en-CA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print();</a:t>
            </a:r>
          </a:p>
          <a:p>
            <a:r>
              <a:rPr lang="en-CA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CA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CA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&lt;&lt; "\n";</a:t>
            </a:r>
          </a:p>
          <a:p>
            <a:r>
              <a:rPr lang="en-CA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}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}; // class Point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7CB608E-E1E7-36C7-FB5F-769DBDEB83D3}"/>
              </a:ext>
            </a:extLst>
          </p:cNvPr>
          <p:cNvSpPr txBox="1"/>
          <p:nvPr/>
        </p:nvSpPr>
        <p:spPr>
          <a:xfrm>
            <a:off x="4499264" y="607644"/>
            <a:ext cx="2560929" cy="646331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>
                <a:cs typeface="Consolas" panose="020B0609020204030204" pitchFamily="49" charset="0"/>
              </a:rPr>
              <a:t>All three have 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print</a:t>
            </a:r>
            <a:r>
              <a:rPr lang="en-CA" dirty="0">
                <a:cs typeface="Consolas" panose="020B0609020204030204" pitchFamily="49" charset="0"/>
              </a:rPr>
              <a:t> and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println</a:t>
            </a:r>
            <a:r>
              <a:rPr lang="en-CA" dirty="0">
                <a:cs typeface="Consolas" panose="020B0609020204030204" pitchFamily="49" charset="0"/>
              </a:rPr>
              <a:t> methods.</a:t>
            </a:r>
          </a:p>
        </p:txBody>
      </p:sp>
    </p:spTree>
    <p:extLst>
      <p:ext uri="{BB962C8B-B14F-4D97-AF65-F5344CB8AC3E}">
        <p14:creationId xmlns:p14="http://schemas.microsoft.com/office/powerpoint/2010/main" val="10085211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6AA2C4-A5C2-CC6A-F638-EE2D92A595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6257ED-56BB-676F-93D9-67558E7FEC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4346864" cy="1325563"/>
          </a:xfrm>
        </p:spPr>
        <p:txBody>
          <a:bodyPr/>
          <a:lstStyle/>
          <a:p>
            <a:r>
              <a:rPr lang="en-US" dirty="0"/>
              <a:t>Printable Objects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3457334-B90B-A594-2C05-C6A8141DA2D9}"/>
              </a:ext>
            </a:extLst>
          </p:cNvPr>
          <p:cNvSpPr txBox="1"/>
          <p:nvPr/>
        </p:nvSpPr>
        <p:spPr>
          <a:xfrm>
            <a:off x="8358481" y="2109272"/>
            <a:ext cx="3603872" cy="397031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class Reading {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// ...</a:t>
            </a:r>
          </a:p>
          <a:p>
            <a:endParaRPr lang="en-CA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CA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void print() const { </a:t>
            </a:r>
          </a:p>
          <a:p>
            <a:r>
              <a:rPr lang="en-CA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CA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CA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&lt;&lt; temp </a:t>
            </a:r>
          </a:p>
          <a:p>
            <a:r>
              <a:rPr lang="en-CA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&lt;&lt; " degrees at " </a:t>
            </a:r>
          </a:p>
          <a:p>
            <a:r>
              <a:rPr lang="en-CA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&lt;&lt; loc; </a:t>
            </a:r>
          </a:p>
          <a:p>
            <a:r>
              <a:rPr lang="en-CA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}</a:t>
            </a:r>
          </a:p>
          <a:p>
            <a:endParaRPr lang="en-CA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void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println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() const {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print();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&lt;&lt; "\n";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}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}; // class Reading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1829BF0-B0CC-6201-A618-A86B5540AF58}"/>
              </a:ext>
            </a:extLst>
          </p:cNvPr>
          <p:cNvSpPr txBox="1"/>
          <p:nvPr/>
        </p:nvSpPr>
        <p:spPr>
          <a:xfrm>
            <a:off x="7466992" y="469144"/>
            <a:ext cx="2560929" cy="923330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>
                <a:cs typeface="Consolas" panose="020B0609020204030204" pitchFamily="49" charset="0"/>
              </a:rPr>
              <a:t>The 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print</a:t>
            </a:r>
            <a:r>
              <a:rPr lang="en-CA" dirty="0">
                <a:cs typeface="Consolas" panose="020B0609020204030204" pitchFamily="49" charset="0"/>
              </a:rPr>
              <a:t> methods have the same headers but different bodies ...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D34F371-7A06-4738-AB6B-224BFC94D613}"/>
              </a:ext>
            </a:extLst>
          </p:cNvPr>
          <p:cNvSpPr txBox="1"/>
          <p:nvPr/>
        </p:nvSpPr>
        <p:spPr>
          <a:xfrm>
            <a:off x="4104108" y="2109272"/>
            <a:ext cx="3983783" cy="397031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class Person {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// ...</a:t>
            </a:r>
          </a:p>
          <a:p>
            <a:endParaRPr lang="en-CA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CA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void print() const { </a:t>
            </a:r>
          </a:p>
          <a:p>
            <a:r>
              <a:rPr lang="en-CA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CA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CA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&lt;&lt; "Name: '" &lt;&lt; name </a:t>
            </a:r>
          </a:p>
          <a:p>
            <a:r>
              <a:rPr lang="en-CA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&lt;&lt; ", Age: " &lt;&lt; age; </a:t>
            </a:r>
          </a:p>
          <a:p>
            <a:r>
              <a:rPr lang="en-CA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}</a:t>
            </a:r>
          </a:p>
          <a:p>
            <a:endParaRPr lang="en-CA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CA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void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println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() const {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print();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&lt;&lt; "\n";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}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}; // class Person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CFD01B2-083C-E5E8-BDC2-2ACA614D1020}"/>
              </a:ext>
            </a:extLst>
          </p:cNvPr>
          <p:cNvSpPr txBox="1"/>
          <p:nvPr/>
        </p:nvSpPr>
        <p:spPr>
          <a:xfrm>
            <a:off x="688495" y="2109272"/>
            <a:ext cx="3223959" cy="397031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class Point {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// ...</a:t>
            </a:r>
          </a:p>
          <a:p>
            <a:endParaRPr lang="en-CA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CA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void print() const { </a:t>
            </a:r>
          </a:p>
          <a:p>
            <a:r>
              <a:rPr lang="en-CA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CA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CA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&lt;&lt; '(' &lt;&lt; x </a:t>
            </a:r>
          </a:p>
          <a:p>
            <a:r>
              <a:rPr lang="en-CA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&lt;&lt; ", " </a:t>
            </a:r>
          </a:p>
          <a:p>
            <a:r>
              <a:rPr lang="en-CA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&lt;&lt; y &lt;&lt; ')’; </a:t>
            </a:r>
          </a:p>
          <a:p>
            <a:r>
              <a:rPr lang="en-CA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}</a:t>
            </a:r>
            <a:b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endParaRPr lang="en-CA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void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println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() const {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print();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&lt;&lt; "\n";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}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}; // class Point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2C18A72-3C05-E189-38B6-9B12A58B27A4}"/>
              </a:ext>
            </a:extLst>
          </p:cNvPr>
          <p:cNvSpPr txBox="1"/>
          <p:nvPr/>
        </p:nvSpPr>
        <p:spPr>
          <a:xfrm>
            <a:off x="4499264" y="607644"/>
            <a:ext cx="2560929" cy="646331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>
                <a:cs typeface="Consolas" panose="020B0609020204030204" pitchFamily="49" charset="0"/>
              </a:rPr>
              <a:t>All three have 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print</a:t>
            </a:r>
            <a:r>
              <a:rPr lang="en-CA" dirty="0">
                <a:cs typeface="Consolas" panose="020B0609020204030204" pitchFamily="49" charset="0"/>
              </a:rPr>
              <a:t> and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println</a:t>
            </a:r>
            <a:r>
              <a:rPr lang="en-CA" dirty="0">
                <a:cs typeface="Consolas" panose="020B0609020204030204" pitchFamily="49" charset="0"/>
              </a:rPr>
              <a:t> methods.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19A2D997-7FB7-902E-3A16-899D5D5AD943}"/>
              </a:ext>
            </a:extLst>
          </p:cNvPr>
          <p:cNvCxnSpPr>
            <a:cxnSpLocks/>
          </p:cNvCxnSpPr>
          <p:nvPr/>
        </p:nvCxnSpPr>
        <p:spPr>
          <a:xfrm flipH="1">
            <a:off x="3429000" y="1392474"/>
            <a:ext cx="4037992" cy="153956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D7B6F563-80FF-03A2-B0BB-2CA864F4272F}"/>
              </a:ext>
            </a:extLst>
          </p:cNvPr>
          <p:cNvCxnSpPr>
            <a:cxnSpLocks/>
            <a:stCxn id="3" idx="2"/>
          </p:cNvCxnSpPr>
          <p:nvPr/>
        </p:nvCxnSpPr>
        <p:spPr>
          <a:xfrm flipH="1">
            <a:off x="7060193" y="1392474"/>
            <a:ext cx="1687264" cy="160914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BA08026-BCF4-A47B-8DB3-2F58D07C62B2}"/>
              </a:ext>
            </a:extLst>
          </p:cNvPr>
          <p:cNvCxnSpPr>
            <a:cxnSpLocks/>
          </p:cNvCxnSpPr>
          <p:nvPr/>
        </p:nvCxnSpPr>
        <p:spPr>
          <a:xfrm>
            <a:off x="9611139" y="1392474"/>
            <a:ext cx="596348" cy="14203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463716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84D5E5-5953-647A-601B-C712D7226F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25F22D-BA58-763D-4925-1456855282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4346864" cy="1325563"/>
          </a:xfrm>
        </p:spPr>
        <p:txBody>
          <a:bodyPr/>
          <a:lstStyle/>
          <a:p>
            <a:r>
              <a:rPr lang="en-US" dirty="0"/>
              <a:t>Printable Objects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556ACB4-FA97-B68C-18E9-98DE2EFF134C}"/>
              </a:ext>
            </a:extLst>
          </p:cNvPr>
          <p:cNvSpPr txBox="1"/>
          <p:nvPr/>
        </p:nvSpPr>
        <p:spPr>
          <a:xfrm>
            <a:off x="8358481" y="2109272"/>
            <a:ext cx="3603872" cy="397031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class Reading {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// ...</a:t>
            </a:r>
          </a:p>
          <a:p>
            <a:endParaRPr lang="en-CA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void print() const { 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&lt;&lt; temp 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     &lt;&lt; " degrees at " 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     &lt;&lt; loc; 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}</a:t>
            </a:r>
          </a:p>
          <a:p>
            <a:endParaRPr lang="en-CA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CA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void </a:t>
            </a:r>
            <a:r>
              <a:rPr lang="en-CA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println</a:t>
            </a:r>
            <a:r>
              <a:rPr lang="en-CA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 const {</a:t>
            </a:r>
          </a:p>
          <a:p>
            <a:r>
              <a:rPr lang="en-CA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print();</a:t>
            </a:r>
          </a:p>
          <a:p>
            <a:r>
              <a:rPr lang="en-CA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CA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CA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&lt;&lt; "\n";</a:t>
            </a:r>
          </a:p>
          <a:p>
            <a:r>
              <a:rPr lang="en-CA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}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}; // class Reading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F965A6B-64BF-B469-396D-29247CDEB777}"/>
              </a:ext>
            </a:extLst>
          </p:cNvPr>
          <p:cNvSpPr txBox="1"/>
          <p:nvPr/>
        </p:nvSpPr>
        <p:spPr>
          <a:xfrm>
            <a:off x="4104108" y="2109272"/>
            <a:ext cx="3983783" cy="397031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class Person {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// ...</a:t>
            </a:r>
          </a:p>
          <a:p>
            <a:endParaRPr lang="en-CA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void print() const { 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&lt;&lt; "Name: '" &lt;&lt; name 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     &lt;&lt; ", Age: " &lt;&lt; age; 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}</a:t>
            </a:r>
          </a:p>
          <a:p>
            <a:endParaRPr lang="en-CA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CA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CA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void </a:t>
            </a:r>
            <a:r>
              <a:rPr lang="en-CA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println</a:t>
            </a:r>
            <a:r>
              <a:rPr lang="en-CA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 const {</a:t>
            </a:r>
          </a:p>
          <a:p>
            <a:r>
              <a:rPr lang="en-CA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print();</a:t>
            </a:r>
          </a:p>
          <a:p>
            <a:r>
              <a:rPr lang="en-CA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CA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CA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&lt;&lt; "\n";</a:t>
            </a:r>
          </a:p>
          <a:p>
            <a:r>
              <a:rPr lang="en-CA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}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}; // class Person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573ED8D-BF6A-C01F-C7C1-531AACF52827}"/>
              </a:ext>
            </a:extLst>
          </p:cNvPr>
          <p:cNvSpPr txBox="1"/>
          <p:nvPr/>
        </p:nvSpPr>
        <p:spPr>
          <a:xfrm>
            <a:off x="688495" y="2109272"/>
            <a:ext cx="3223959" cy="397031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class Point {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// ...</a:t>
            </a:r>
          </a:p>
          <a:p>
            <a:endParaRPr lang="en-CA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void print() const { 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&lt;&lt; '(' &lt;&lt; x 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     &lt;&lt; ", " 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     &lt;&lt; y &lt;&lt; ')’; 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}</a:t>
            </a:r>
            <a:b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endParaRPr lang="en-CA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CA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void </a:t>
            </a:r>
            <a:r>
              <a:rPr lang="en-CA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println</a:t>
            </a:r>
            <a:r>
              <a:rPr lang="en-CA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 const {</a:t>
            </a:r>
          </a:p>
          <a:p>
            <a:r>
              <a:rPr lang="en-CA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print();</a:t>
            </a:r>
          </a:p>
          <a:p>
            <a:r>
              <a:rPr lang="en-CA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CA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CA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&lt;&lt; "\n";</a:t>
            </a:r>
          </a:p>
          <a:p>
            <a:r>
              <a:rPr lang="en-CA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}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}; // class Point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AE46BFA-001D-811D-5649-40D4AAE9B837}"/>
              </a:ext>
            </a:extLst>
          </p:cNvPr>
          <p:cNvSpPr txBox="1"/>
          <p:nvPr/>
        </p:nvSpPr>
        <p:spPr>
          <a:xfrm>
            <a:off x="4499264" y="607644"/>
            <a:ext cx="2560929" cy="646331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>
                <a:cs typeface="Consolas" panose="020B0609020204030204" pitchFamily="49" charset="0"/>
              </a:rPr>
              <a:t>All three have 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print</a:t>
            </a:r>
            <a:r>
              <a:rPr lang="en-CA" dirty="0">
                <a:cs typeface="Consolas" panose="020B0609020204030204" pitchFamily="49" charset="0"/>
              </a:rPr>
              <a:t> and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println</a:t>
            </a:r>
            <a:r>
              <a:rPr lang="en-CA" dirty="0">
                <a:cs typeface="Consolas" panose="020B0609020204030204" pitchFamily="49" charset="0"/>
              </a:rPr>
              <a:t> methods.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B6B903F-F39B-D05F-6F72-E615FA4BF216}"/>
              </a:ext>
            </a:extLst>
          </p:cNvPr>
          <p:cNvSpPr txBox="1"/>
          <p:nvPr/>
        </p:nvSpPr>
        <p:spPr>
          <a:xfrm>
            <a:off x="4499263" y="6211669"/>
            <a:ext cx="2560929" cy="646331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>
                <a:cs typeface="Consolas" panose="020B0609020204030204" pitchFamily="49" charset="0"/>
              </a:rPr>
              <a:t>The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println</a:t>
            </a:r>
            <a:r>
              <a:rPr lang="en-CA" dirty="0">
                <a:cs typeface="Consolas" panose="020B0609020204030204" pitchFamily="49" charset="0"/>
              </a:rPr>
              <a:t> methods are identical.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9321DE1-6C47-1544-F241-DA771495BC01}"/>
              </a:ext>
            </a:extLst>
          </p:cNvPr>
          <p:cNvCxnSpPr>
            <a:cxnSpLocks/>
            <a:stCxn id="9" idx="1"/>
          </p:cNvCxnSpPr>
          <p:nvPr/>
        </p:nvCxnSpPr>
        <p:spPr>
          <a:xfrm flipH="1" flipV="1">
            <a:off x="3101009" y="5227983"/>
            <a:ext cx="1398254" cy="130685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95365075-558E-00F7-10A3-5ABF783AC2D0}"/>
              </a:ext>
            </a:extLst>
          </p:cNvPr>
          <p:cNvCxnSpPr>
            <a:cxnSpLocks/>
            <a:stCxn id="9" idx="3"/>
          </p:cNvCxnSpPr>
          <p:nvPr/>
        </p:nvCxnSpPr>
        <p:spPr>
          <a:xfrm flipV="1">
            <a:off x="7060192" y="5227983"/>
            <a:ext cx="1586851" cy="130685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81757F78-6EB6-3856-A197-EDC74D1953C3}"/>
              </a:ext>
            </a:extLst>
          </p:cNvPr>
          <p:cNvCxnSpPr>
            <a:cxnSpLocks/>
            <a:stCxn id="9" idx="0"/>
          </p:cNvCxnSpPr>
          <p:nvPr/>
        </p:nvCxnSpPr>
        <p:spPr>
          <a:xfrm flipV="1">
            <a:off x="5779728" y="5506278"/>
            <a:ext cx="0" cy="70539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1E6E95D6-2C5F-E62C-A90A-19256E25BE53}"/>
              </a:ext>
            </a:extLst>
          </p:cNvPr>
          <p:cNvSpPr txBox="1"/>
          <p:nvPr/>
        </p:nvSpPr>
        <p:spPr>
          <a:xfrm>
            <a:off x="7466992" y="469144"/>
            <a:ext cx="2560929" cy="923330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>
                <a:cs typeface="Consolas" panose="020B0609020204030204" pitchFamily="49" charset="0"/>
              </a:rPr>
              <a:t>The 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print</a:t>
            </a:r>
            <a:r>
              <a:rPr lang="en-CA" dirty="0">
                <a:cs typeface="Consolas" panose="020B0609020204030204" pitchFamily="49" charset="0"/>
              </a:rPr>
              <a:t> methods have the same headers but different bodies ...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569E82C2-0BAF-99C2-4E3F-7A2701E85B6A}"/>
              </a:ext>
            </a:extLst>
          </p:cNvPr>
          <p:cNvCxnSpPr>
            <a:cxnSpLocks/>
          </p:cNvCxnSpPr>
          <p:nvPr/>
        </p:nvCxnSpPr>
        <p:spPr>
          <a:xfrm flipH="1">
            <a:off x="3429000" y="1392474"/>
            <a:ext cx="4037992" cy="153956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501D5909-AAD7-046A-30F5-43936285057E}"/>
              </a:ext>
            </a:extLst>
          </p:cNvPr>
          <p:cNvCxnSpPr>
            <a:cxnSpLocks/>
          </p:cNvCxnSpPr>
          <p:nvPr/>
        </p:nvCxnSpPr>
        <p:spPr>
          <a:xfrm flipH="1">
            <a:off x="7060193" y="1392474"/>
            <a:ext cx="1687264" cy="160914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A7B1CF9E-3E92-9CB9-BA9B-DBC32219C69C}"/>
              </a:ext>
            </a:extLst>
          </p:cNvPr>
          <p:cNvCxnSpPr>
            <a:cxnSpLocks/>
          </p:cNvCxnSpPr>
          <p:nvPr/>
        </p:nvCxnSpPr>
        <p:spPr>
          <a:xfrm>
            <a:off x="9611139" y="1392474"/>
            <a:ext cx="596348" cy="14203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810202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EAB45D-A3D7-8F07-2DEF-46AA5BF26F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921183-5440-12B4-0CE6-56B947FED6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4346864" cy="1325563"/>
          </a:xfrm>
        </p:spPr>
        <p:txBody>
          <a:bodyPr/>
          <a:lstStyle/>
          <a:p>
            <a:r>
              <a:rPr lang="en-US" dirty="0"/>
              <a:t>Printable Objects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0C84CE7-44D6-FBAD-FFCB-8E881E233577}"/>
              </a:ext>
            </a:extLst>
          </p:cNvPr>
          <p:cNvSpPr txBox="1"/>
          <p:nvPr/>
        </p:nvSpPr>
        <p:spPr>
          <a:xfrm>
            <a:off x="8358481" y="2109272"/>
            <a:ext cx="3603872" cy="397031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class Reading {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// ...</a:t>
            </a:r>
          </a:p>
          <a:p>
            <a:endParaRPr lang="en-CA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void print() const { 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&lt;&lt; temp 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     &lt;&lt; " degrees at " 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     &lt;&lt; loc; 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}</a:t>
            </a:r>
          </a:p>
          <a:p>
            <a:endParaRPr lang="en-CA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CA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void </a:t>
            </a:r>
            <a:r>
              <a:rPr lang="en-CA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println</a:t>
            </a:r>
            <a:r>
              <a:rPr lang="en-CA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 const {</a:t>
            </a:r>
          </a:p>
          <a:p>
            <a:r>
              <a:rPr lang="en-CA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print();</a:t>
            </a:r>
          </a:p>
          <a:p>
            <a:r>
              <a:rPr lang="en-CA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CA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CA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&lt;&lt; "\n";</a:t>
            </a:r>
          </a:p>
          <a:p>
            <a:r>
              <a:rPr lang="en-CA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}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}; // class Reading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4B891FE-E975-8712-31FF-B6BE14304875}"/>
              </a:ext>
            </a:extLst>
          </p:cNvPr>
          <p:cNvSpPr txBox="1"/>
          <p:nvPr/>
        </p:nvSpPr>
        <p:spPr>
          <a:xfrm>
            <a:off x="4104108" y="2109272"/>
            <a:ext cx="3983783" cy="397031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class Person {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// ...</a:t>
            </a:r>
          </a:p>
          <a:p>
            <a:endParaRPr lang="en-CA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void print() const { 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&lt;&lt; "Name: '" &lt;&lt; name 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     &lt;&lt; ", Age: " &lt;&lt; age; 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}</a:t>
            </a:r>
          </a:p>
          <a:p>
            <a:endParaRPr lang="en-CA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CA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CA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void </a:t>
            </a:r>
            <a:r>
              <a:rPr lang="en-CA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println</a:t>
            </a:r>
            <a:r>
              <a:rPr lang="en-CA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 const {</a:t>
            </a:r>
          </a:p>
          <a:p>
            <a:r>
              <a:rPr lang="en-CA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print();</a:t>
            </a:r>
          </a:p>
          <a:p>
            <a:r>
              <a:rPr lang="en-CA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CA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CA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&lt;&lt; "\n";</a:t>
            </a:r>
          </a:p>
          <a:p>
            <a:r>
              <a:rPr lang="en-CA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}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}; // class Person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78A9F3F-09E3-05B7-95FA-58C992563FE8}"/>
              </a:ext>
            </a:extLst>
          </p:cNvPr>
          <p:cNvSpPr txBox="1"/>
          <p:nvPr/>
        </p:nvSpPr>
        <p:spPr>
          <a:xfrm>
            <a:off x="688495" y="2109272"/>
            <a:ext cx="3223959" cy="397031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class Point {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// ...</a:t>
            </a:r>
          </a:p>
          <a:p>
            <a:endParaRPr lang="en-CA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void print() const { 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&lt;&lt; '(' &lt;&lt; x 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     &lt;&lt; ", " 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     &lt;&lt; y &lt;&lt; ')’; 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}</a:t>
            </a:r>
            <a:b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endParaRPr lang="en-CA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CA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void </a:t>
            </a:r>
            <a:r>
              <a:rPr lang="en-CA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println</a:t>
            </a:r>
            <a:r>
              <a:rPr lang="en-CA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 const {</a:t>
            </a:r>
          </a:p>
          <a:p>
            <a:r>
              <a:rPr lang="en-CA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print();</a:t>
            </a:r>
          </a:p>
          <a:p>
            <a:r>
              <a:rPr lang="en-CA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CA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CA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&lt;&lt; "\n";</a:t>
            </a:r>
          </a:p>
          <a:p>
            <a:r>
              <a:rPr lang="en-CA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}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}; // class Point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F1BF6E7-A4C3-3982-C9D1-2D2C9B51A6AA}"/>
              </a:ext>
            </a:extLst>
          </p:cNvPr>
          <p:cNvSpPr txBox="1"/>
          <p:nvPr/>
        </p:nvSpPr>
        <p:spPr>
          <a:xfrm>
            <a:off x="7983982" y="373169"/>
            <a:ext cx="3123900" cy="1200329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>
                <a:cs typeface="Consolas" panose="020B0609020204030204" pitchFamily="49" charset="0"/>
              </a:rPr>
              <a:t>… to do that we can  make a new base class with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println</a:t>
            </a:r>
            <a:r>
              <a:rPr lang="en-CA" dirty="0">
                <a:cs typeface="Consolas" panose="020B0609020204030204" pitchFamily="49" charset="0"/>
              </a:rPr>
              <a:t> as a method and have the classes inherit it.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56C64E8-9549-65F0-2149-C00A7346C779}"/>
              </a:ext>
            </a:extLst>
          </p:cNvPr>
          <p:cNvSpPr txBox="1"/>
          <p:nvPr/>
        </p:nvSpPr>
        <p:spPr>
          <a:xfrm>
            <a:off x="4192090" y="373169"/>
            <a:ext cx="2448064" cy="1200329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>
                <a:cs typeface="Consolas" panose="020B0609020204030204" pitchFamily="49" charset="0"/>
              </a:rPr>
              <a:t>Repeating identical code is </a:t>
            </a:r>
            <a:r>
              <a:rPr lang="en-CA" b="1" dirty="0">
                <a:cs typeface="Consolas" panose="020B0609020204030204" pitchFamily="49" charset="0"/>
              </a:rPr>
              <a:t>not a good idea</a:t>
            </a:r>
            <a:r>
              <a:rPr lang="en-CA" dirty="0">
                <a:cs typeface="Consolas" panose="020B0609020204030204" pitchFamily="49" charset="0"/>
              </a:rPr>
              <a:t>. We should write it once and re-use it …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C7A4BE9E-DA19-2FF8-44F8-9FEAF698BF50}"/>
              </a:ext>
            </a:extLst>
          </p:cNvPr>
          <p:cNvCxnSpPr>
            <a:stCxn id="5" idx="3"/>
            <a:endCxn id="8" idx="1"/>
          </p:cNvCxnSpPr>
          <p:nvPr/>
        </p:nvCxnSpPr>
        <p:spPr>
          <a:xfrm>
            <a:off x="6640154" y="973334"/>
            <a:ext cx="134382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FE2749AB-2C7C-6C84-116B-F857371FD6FE}"/>
              </a:ext>
            </a:extLst>
          </p:cNvPr>
          <p:cNvSpPr txBox="1"/>
          <p:nvPr/>
        </p:nvSpPr>
        <p:spPr>
          <a:xfrm>
            <a:off x="4499263" y="6211669"/>
            <a:ext cx="2560929" cy="646331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>
                <a:cs typeface="Consolas" panose="020B0609020204030204" pitchFamily="49" charset="0"/>
              </a:rPr>
              <a:t>The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println</a:t>
            </a:r>
            <a:r>
              <a:rPr lang="en-CA" dirty="0">
                <a:cs typeface="Consolas" panose="020B0609020204030204" pitchFamily="49" charset="0"/>
              </a:rPr>
              <a:t> methods are identical.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78FE6DDB-5A16-1E3D-F0D3-8C422B7A7C66}"/>
              </a:ext>
            </a:extLst>
          </p:cNvPr>
          <p:cNvCxnSpPr>
            <a:cxnSpLocks/>
            <a:stCxn id="3" idx="1"/>
          </p:cNvCxnSpPr>
          <p:nvPr/>
        </p:nvCxnSpPr>
        <p:spPr>
          <a:xfrm flipH="1" flipV="1">
            <a:off x="3101009" y="5227983"/>
            <a:ext cx="1398254" cy="130685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D9FB2F6-2749-DC9D-58A4-CC98157287B0}"/>
              </a:ext>
            </a:extLst>
          </p:cNvPr>
          <p:cNvCxnSpPr>
            <a:cxnSpLocks/>
            <a:stCxn id="3" idx="3"/>
          </p:cNvCxnSpPr>
          <p:nvPr/>
        </p:nvCxnSpPr>
        <p:spPr>
          <a:xfrm flipV="1">
            <a:off x="7060192" y="5227983"/>
            <a:ext cx="1586851" cy="130685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9C3354E6-AE1C-CB84-2E3A-CA9B49B904B5}"/>
              </a:ext>
            </a:extLst>
          </p:cNvPr>
          <p:cNvCxnSpPr>
            <a:cxnSpLocks/>
            <a:stCxn id="3" idx="0"/>
          </p:cNvCxnSpPr>
          <p:nvPr/>
        </p:nvCxnSpPr>
        <p:spPr>
          <a:xfrm flipV="1">
            <a:off x="5779728" y="5506278"/>
            <a:ext cx="0" cy="70539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6816651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E7DA3649-0378-E6C9-57CB-5C8B536BEA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4346864" cy="1325563"/>
          </a:xfrm>
        </p:spPr>
        <p:txBody>
          <a:bodyPr/>
          <a:lstStyle/>
          <a:p>
            <a:r>
              <a:rPr lang="en-US" dirty="0"/>
              <a:t>Printable Objects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21D8D17-BAAD-CE9C-B405-34BA3D137480}"/>
              </a:ext>
            </a:extLst>
          </p:cNvPr>
          <p:cNvSpPr txBox="1"/>
          <p:nvPr/>
        </p:nvSpPr>
        <p:spPr>
          <a:xfrm>
            <a:off x="472345" y="3525288"/>
            <a:ext cx="889987" cy="40011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Point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1B3C321-5FC0-604C-830D-CEEBF76C21E6}"/>
              </a:ext>
            </a:extLst>
          </p:cNvPr>
          <p:cNvSpPr txBox="1"/>
          <p:nvPr/>
        </p:nvSpPr>
        <p:spPr>
          <a:xfrm>
            <a:off x="1753015" y="3525288"/>
            <a:ext cx="1031051" cy="40011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Person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48D30A9-C46C-E416-7341-8E7C8D2F23D2}"/>
              </a:ext>
            </a:extLst>
          </p:cNvPr>
          <p:cNvSpPr txBox="1"/>
          <p:nvPr/>
        </p:nvSpPr>
        <p:spPr>
          <a:xfrm>
            <a:off x="3174748" y="3527226"/>
            <a:ext cx="1172116" cy="40011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Reading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748B924-950C-2BB2-BB65-36FC4F45BDCC}"/>
              </a:ext>
            </a:extLst>
          </p:cNvPr>
          <p:cNvSpPr txBox="1"/>
          <p:nvPr/>
        </p:nvSpPr>
        <p:spPr>
          <a:xfrm>
            <a:off x="7025545" y="4552050"/>
            <a:ext cx="889987" cy="40011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Point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B9B1861-5F84-11DF-6254-DF7AC9B0BEFB}"/>
              </a:ext>
            </a:extLst>
          </p:cNvPr>
          <p:cNvSpPr txBox="1"/>
          <p:nvPr/>
        </p:nvSpPr>
        <p:spPr>
          <a:xfrm>
            <a:off x="8306215" y="4552050"/>
            <a:ext cx="1031051" cy="40011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Person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5A80040-79B3-4092-5F5E-D16B28B9F972}"/>
              </a:ext>
            </a:extLst>
          </p:cNvPr>
          <p:cNvSpPr txBox="1"/>
          <p:nvPr/>
        </p:nvSpPr>
        <p:spPr>
          <a:xfrm>
            <a:off x="9727948" y="4553988"/>
            <a:ext cx="1172116" cy="40011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Reading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4D797F9-0411-A464-9F55-7495AB811B0C}"/>
              </a:ext>
            </a:extLst>
          </p:cNvPr>
          <p:cNvSpPr txBox="1"/>
          <p:nvPr/>
        </p:nvSpPr>
        <p:spPr>
          <a:xfrm>
            <a:off x="8094618" y="2836682"/>
            <a:ext cx="1454244" cy="40011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Printable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FA0386B2-4F73-1549-6514-AD4A43E9E165}"/>
              </a:ext>
            </a:extLst>
          </p:cNvPr>
          <p:cNvCxnSpPr>
            <a:stCxn id="13" idx="0"/>
          </p:cNvCxnSpPr>
          <p:nvPr/>
        </p:nvCxnSpPr>
        <p:spPr>
          <a:xfrm flipV="1">
            <a:off x="7470539" y="3221182"/>
            <a:ext cx="835676" cy="13308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398698FD-37EB-58E2-CEE2-464DB96690C1}"/>
              </a:ext>
            </a:extLst>
          </p:cNvPr>
          <p:cNvCxnSpPr>
            <a:cxnSpLocks/>
            <a:stCxn id="14" idx="0"/>
            <a:endCxn id="16" idx="2"/>
          </p:cNvCxnSpPr>
          <p:nvPr/>
        </p:nvCxnSpPr>
        <p:spPr>
          <a:xfrm flipH="1" flipV="1">
            <a:off x="8821740" y="3236792"/>
            <a:ext cx="1" cy="131525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94AF9ABD-D6F4-A234-EC0F-E3A1482915C8}"/>
              </a:ext>
            </a:extLst>
          </p:cNvPr>
          <p:cNvCxnSpPr>
            <a:cxnSpLocks/>
            <a:stCxn id="15" idx="0"/>
          </p:cNvCxnSpPr>
          <p:nvPr/>
        </p:nvCxnSpPr>
        <p:spPr>
          <a:xfrm flipH="1" flipV="1">
            <a:off x="9429271" y="3236792"/>
            <a:ext cx="884735" cy="131719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4AB734A7-978E-C843-7C54-361798DB8BB6}"/>
              </a:ext>
            </a:extLst>
          </p:cNvPr>
          <p:cNvSpPr txBox="1"/>
          <p:nvPr/>
        </p:nvSpPr>
        <p:spPr>
          <a:xfrm>
            <a:off x="1044508" y="1600877"/>
            <a:ext cx="2448064" cy="1200329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>
                <a:cs typeface="Consolas" panose="020B0609020204030204" pitchFamily="49" charset="0"/>
              </a:rPr>
              <a:t>Currently the classes are not related to each other and have this class diagram.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B2CD3CF-E5DB-5885-7456-8B7AC98293AF}"/>
              </a:ext>
            </a:extLst>
          </p:cNvPr>
          <p:cNvSpPr txBox="1"/>
          <p:nvPr/>
        </p:nvSpPr>
        <p:spPr>
          <a:xfrm>
            <a:off x="7565559" y="977755"/>
            <a:ext cx="2512362" cy="1200329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>
                <a:cs typeface="Consolas" panose="020B0609020204030204" pitchFamily="49" charset="0"/>
              </a:rPr>
              <a:t>Our goal is to make a new base class called 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Printable</a:t>
            </a:r>
            <a:r>
              <a:rPr lang="en-CA" dirty="0">
                <a:cs typeface="Consolas" panose="020B0609020204030204" pitchFamily="49" charset="0"/>
              </a:rPr>
              <a:t> that the others can inherit from.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1401B44-32D6-4D90-762B-FBF96A78AE65}"/>
              </a:ext>
            </a:extLst>
          </p:cNvPr>
          <p:cNvSpPr txBox="1"/>
          <p:nvPr/>
        </p:nvSpPr>
        <p:spPr>
          <a:xfrm>
            <a:off x="9722690" y="2642616"/>
            <a:ext cx="1768691" cy="738664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sz="1400" dirty="0">
                <a:cs typeface="Consolas" panose="020B0609020204030204" pitchFamily="49" charset="0"/>
              </a:rPr>
              <a:t>We’ll put </a:t>
            </a:r>
            <a:r>
              <a:rPr lang="en-CA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println</a:t>
            </a:r>
            <a:r>
              <a:rPr lang="en-CA" sz="1400" dirty="0">
                <a:cs typeface="Consolas" panose="020B0609020204030204" pitchFamily="49" charset="0"/>
              </a:rPr>
              <a:t> in here so the other classes inherit it.</a:t>
            </a:r>
          </a:p>
        </p:txBody>
      </p:sp>
    </p:spTree>
    <p:extLst>
      <p:ext uri="{BB962C8B-B14F-4D97-AF65-F5344CB8AC3E}">
        <p14:creationId xmlns:p14="http://schemas.microsoft.com/office/powerpoint/2010/main" val="26202543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1E08DF-BA50-B12E-96AD-458AF4EF65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2387895C-2925-2284-3CC4-D349349502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4346864" cy="1325563"/>
          </a:xfrm>
        </p:spPr>
        <p:txBody>
          <a:bodyPr/>
          <a:lstStyle/>
          <a:p>
            <a:r>
              <a:rPr lang="en-US" dirty="0"/>
              <a:t>Printable Objects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45FDD2D-96F0-51C6-2FBD-1B1A7A6678E6}"/>
              </a:ext>
            </a:extLst>
          </p:cNvPr>
          <p:cNvSpPr txBox="1"/>
          <p:nvPr/>
        </p:nvSpPr>
        <p:spPr>
          <a:xfrm>
            <a:off x="8095809" y="2016669"/>
            <a:ext cx="889987" cy="40011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Point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F3A931C-729F-7D7A-D874-2FC4C20C61E2}"/>
              </a:ext>
            </a:extLst>
          </p:cNvPr>
          <p:cNvSpPr txBox="1"/>
          <p:nvPr/>
        </p:nvSpPr>
        <p:spPr>
          <a:xfrm>
            <a:off x="9376479" y="2016669"/>
            <a:ext cx="1031051" cy="40011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Person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7DD2E65-AEE0-B450-7195-6A1987993B1C}"/>
              </a:ext>
            </a:extLst>
          </p:cNvPr>
          <p:cNvSpPr txBox="1"/>
          <p:nvPr/>
        </p:nvSpPr>
        <p:spPr>
          <a:xfrm>
            <a:off x="10798212" y="2018607"/>
            <a:ext cx="1172116" cy="40011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Reading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CA18439-E65E-5E44-3725-2B9BC1E82166}"/>
              </a:ext>
            </a:extLst>
          </p:cNvPr>
          <p:cNvSpPr txBox="1"/>
          <p:nvPr/>
        </p:nvSpPr>
        <p:spPr>
          <a:xfrm>
            <a:off x="9164882" y="301301"/>
            <a:ext cx="1454244" cy="40011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Printable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43A2E831-9C31-980B-C6BF-F0AD3D73F3DC}"/>
              </a:ext>
            </a:extLst>
          </p:cNvPr>
          <p:cNvCxnSpPr>
            <a:stCxn id="13" idx="0"/>
          </p:cNvCxnSpPr>
          <p:nvPr/>
        </p:nvCxnSpPr>
        <p:spPr>
          <a:xfrm flipV="1">
            <a:off x="8540803" y="685801"/>
            <a:ext cx="835676" cy="13308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1ABD9FE9-FB91-3111-0252-6A301EF94621}"/>
              </a:ext>
            </a:extLst>
          </p:cNvPr>
          <p:cNvCxnSpPr>
            <a:cxnSpLocks/>
            <a:stCxn id="14" idx="0"/>
            <a:endCxn id="16" idx="2"/>
          </p:cNvCxnSpPr>
          <p:nvPr/>
        </p:nvCxnSpPr>
        <p:spPr>
          <a:xfrm flipH="1" flipV="1">
            <a:off x="9892004" y="701411"/>
            <a:ext cx="1" cy="131525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F2051662-0586-B2AB-0656-3518FF5D8CE5}"/>
              </a:ext>
            </a:extLst>
          </p:cNvPr>
          <p:cNvCxnSpPr>
            <a:cxnSpLocks/>
            <a:stCxn id="15" idx="0"/>
          </p:cNvCxnSpPr>
          <p:nvPr/>
        </p:nvCxnSpPr>
        <p:spPr>
          <a:xfrm flipH="1" flipV="1">
            <a:off x="10499535" y="701411"/>
            <a:ext cx="884735" cy="131719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24A2A897-46D7-F237-2B13-0BA68B5A0EA6}"/>
              </a:ext>
            </a:extLst>
          </p:cNvPr>
          <p:cNvSpPr txBox="1"/>
          <p:nvPr/>
        </p:nvSpPr>
        <p:spPr>
          <a:xfrm>
            <a:off x="4216248" y="1120676"/>
            <a:ext cx="3223959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struct Printable {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void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println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() const {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print();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&lt;&lt; "\n";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}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};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7AC64C4-DD30-18E2-63EC-13F9E836B5F5}"/>
              </a:ext>
            </a:extLst>
          </p:cNvPr>
          <p:cNvSpPr txBox="1"/>
          <p:nvPr/>
        </p:nvSpPr>
        <p:spPr>
          <a:xfrm>
            <a:off x="500852" y="4839394"/>
            <a:ext cx="2844048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class Point 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: public Printable {</a:t>
            </a:r>
          </a:p>
          <a:p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// ...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};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8F3847A-12A3-F6FE-83B6-C514AEA6257D}"/>
              </a:ext>
            </a:extLst>
          </p:cNvPr>
          <p:cNvSpPr txBox="1"/>
          <p:nvPr/>
        </p:nvSpPr>
        <p:spPr>
          <a:xfrm>
            <a:off x="4437376" y="4839394"/>
            <a:ext cx="2844048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class Person 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: public Printable {</a:t>
            </a:r>
          </a:p>
          <a:p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// ...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};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B952152-4BF3-3AFA-1FD3-FDC77D19A972}"/>
              </a:ext>
            </a:extLst>
          </p:cNvPr>
          <p:cNvSpPr txBox="1"/>
          <p:nvPr/>
        </p:nvSpPr>
        <p:spPr>
          <a:xfrm>
            <a:off x="8373901" y="4839394"/>
            <a:ext cx="2844048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class Reading 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: public Printable {</a:t>
            </a:r>
          </a:p>
          <a:p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// ...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}; </a:t>
            </a:r>
          </a:p>
        </p:txBody>
      </p:sp>
    </p:spTree>
    <p:extLst>
      <p:ext uri="{BB962C8B-B14F-4D97-AF65-F5344CB8AC3E}">
        <p14:creationId xmlns:p14="http://schemas.microsoft.com/office/powerpoint/2010/main" val="171099190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639B6E-41D4-9CED-F9ED-86ECFC53E0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1950B463-9CDB-085A-9773-90EE2222C1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4346864" cy="1325563"/>
          </a:xfrm>
        </p:spPr>
        <p:txBody>
          <a:bodyPr/>
          <a:lstStyle/>
          <a:p>
            <a:r>
              <a:rPr lang="en-US" dirty="0"/>
              <a:t>Printable Objects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935EB87-12C1-8C81-4429-C22FC568D42D}"/>
              </a:ext>
            </a:extLst>
          </p:cNvPr>
          <p:cNvSpPr txBox="1"/>
          <p:nvPr/>
        </p:nvSpPr>
        <p:spPr>
          <a:xfrm>
            <a:off x="8095809" y="2016669"/>
            <a:ext cx="889987" cy="40011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Point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75717B4-6856-88CD-B5E7-CB85E61D5DA3}"/>
              </a:ext>
            </a:extLst>
          </p:cNvPr>
          <p:cNvSpPr txBox="1"/>
          <p:nvPr/>
        </p:nvSpPr>
        <p:spPr>
          <a:xfrm>
            <a:off x="9376479" y="2016669"/>
            <a:ext cx="1031051" cy="40011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Person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1D74CF8-5736-E79A-ECD5-72B7876A949A}"/>
              </a:ext>
            </a:extLst>
          </p:cNvPr>
          <p:cNvSpPr txBox="1"/>
          <p:nvPr/>
        </p:nvSpPr>
        <p:spPr>
          <a:xfrm>
            <a:off x="10798212" y="2018607"/>
            <a:ext cx="1172116" cy="40011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Reading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27D93D3-4F79-9748-29DD-0ABE0F5C36CE}"/>
              </a:ext>
            </a:extLst>
          </p:cNvPr>
          <p:cNvSpPr txBox="1"/>
          <p:nvPr/>
        </p:nvSpPr>
        <p:spPr>
          <a:xfrm>
            <a:off x="9164882" y="301301"/>
            <a:ext cx="1454244" cy="40011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Printable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AB336FB7-0A94-1FD3-8CDB-F8A5BB4E335C}"/>
              </a:ext>
            </a:extLst>
          </p:cNvPr>
          <p:cNvCxnSpPr>
            <a:stCxn id="13" idx="0"/>
          </p:cNvCxnSpPr>
          <p:nvPr/>
        </p:nvCxnSpPr>
        <p:spPr>
          <a:xfrm flipV="1">
            <a:off x="8540803" y="685801"/>
            <a:ext cx="835676" cy="13308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214AF4D9-5AF3-32C9-4595-538BC110B822}"/>
              </a:ext>
            </a:extLst>
          </p:cNvPr>
          <p:cNvCxnSpPr>
            <a:cxnSpLocks/>
            <a:stCxn id="14" idx="0"/>
            <a:endCxn id="16" idx="2"/>
          </p:cNvCxnSpPr>
          <p:nvPr/>
        </p:nvCxnSpPr>
        <p:spPr>
          <a:xfrm flipH="1" flipV="1">
            <a:off x="9892004" y="701411"/>
            <a:ext cx="1" cy="131525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966D70E1-5F22-A15E-91D4-2C39FACF53FA}"/>
              </a:ext>
            </a:extLst>
          </p:cNvPr>
          <p:cNvCxnSpPr>
            <a:cxnSpLocks/>
            <a:stCxn id="15" idx="0"/>
          </p:cNvCxnSpPr>
          <p:nvPr/>
        </p:nvCxnSpPr>
        <p:spPr>
          <a:xfrm flipH="1" flipV="1">
            <a:off x="10499535" y="701411"/>
            <a:ext cx="884735" cy="131719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177CD50A-3063-620B-A3CC-110E1BDA6F16}"/>
              </a:ext>
            </a:extLst>
          </p:cNvPr>
          <p:cNvSpPr txBox="1"/>
          <p:nvPr/>
        </p:nvSpPr>
        <p:spPr>
          <a:xfrm>
            <a:off x="4216248" y="1120676"/>
            <a:ext cx="3223959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struct Printable {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void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println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() const {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print();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&lt;&lt; "\n";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}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};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6046532-406B-7301-9B53-AEEF0277CD90}"/>
              </a:ext>
            </a:extLst>
          </p:cNvPr>
          <p:cNvSpPr txBox="1"/>
          <p:nvPr/>
        </p:nvSpPr>
        <p:spPr>
          <a:xfrm>
            <a:off x="1044508" y="1600877"/>
            <a:ext cx="2448064" cy="646331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>
                <a:cs typeface="Consolas" panose="020B0609020204030204" pitchFamily="49" charset="0"/>
              </a:rPr>
              <a:t>But 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Printable</a:t>
            </a:r>
            <a:r>
              <a:rPr lang="en-CA" dirty="0">
                <a:cs typeface="Consolas" panose="020B0609020204030204" pitchFamily="49" charset="0"/>
              </a:rPr>
              <a:t> </a:t>
            </a:r>
            <a:r>
              <a:rPr lang="en-CA" b="1" dirty="0">
                <a:cs typeface="Consolas" panose="020B0609020204030204" pitchFamily="49" charset="0"/>
              </a:rPr>
              <a:t>won’t compile</a:t>
            </a:r>
            <a:r>
              <a:rPr lang="en-CA" dirty="0">
                <a:cs typeface="Consolas" panose="020B0609020204030204" pitchFamily="49" charset="0"/>
              </a:rPr>
              <a:t>! Why not?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70595E4-03B8-2C15-341B-A137317A7756}"/>
              </a:ext>
            </a:extLst>
          </p:cNvPr>
          <p:cNvSpPr txBox="1"/>
          <p:nvPr/>
        </p:nvSpPr>
        <p:spPr>
          <a:xfrm>
            <a:off x="500852" y="4839394"/>
            <a:ext cx="2844048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class Point 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: public Printable {</a:t>
            </a:r>
          </a:p>
          <a:p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// ...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};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51F9CB1-4031-D315-A581-671F6B2B6364}"/>
              </a:ext>
            </a:extLst>
          </p:cNvPr>
          <p:cNvSpPr txBox="1"/>
          <p:nvPr/>
        </p:nvSpPr>
        <p:spPr>
          <a:xfrm>
            <a:off x="4437376" y="4839394"/>
            <a:ext cx="2844048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class Person 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: public Printable {</a:t>
            </a:r>
          </a:p>
          <a:p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// ...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};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6AE3DB1-91F2-800D-5C06-82F1B6459687}"/>
              </a:ext>
            </a:extLst>
          </p:cNvPr>
          <p:cNvSpPr txBox="1"/>
          <p:nvPr/>
        </p:nvSpPr>
        <p:spPr>
          <a:xfrm>
            <a:off x="8373901" y="4839394"/>
            <a:ext cx="2844048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class Reading 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: public Printable {</a:t>
            </a:r>
          </a:p>
          <a:p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// ...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}; </a:t>
            </a:r>
          </a:p>
        </p:txBody>
      </p:sp>
    </p:spTree>
    <p:extLst>
      <p:ext uri="{BB962C8B-B14F-4D97-AF65-F5344CB8AC3E}">
        <p14:creationId xmlns:p14="http://schemas.microsoft.com/office/powerpoint/2010/main" val="318924194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3C060E-8325-D266-46D9-8EB36B7EBF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ABB22BEB-8153-E10B-2E9E-F6DD8C40DE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4346864" cy="1325563"/>
          </a:xfrm>
        </p:spPr>
        <p:txBody>
          <a:bodyPr/>
          <a:lstStyle/>
          <a:p>
            <a:r>
              <a:rPr lang="en-US" dirty="0"/>
              <a:t>Printable Objects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81D3379-873B-D126-A258-AC8BB876B82D}"/>
              </a:ext>
            </a:extLst>
          </p:cNvPr>
          <p:cNvSpPr txBox="1"/>
          <p:nvPr/>
        </p:nvSpPr>
        <p:spPr>
          <a:xfrm>
            <a:off x="8095809" y="2016669"/>
            <a:ext cx="889987" cy="40011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Point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F715B1B-5BD0-A9A3-BF4A-89645116FFF3}"/>
              </a:ext>
            </a:extLst>
          </p:cNvPr>
          <p:cNvSpPr txBox="1"/>
          <p:nvPr/>
        </p:nvSpPr>
        <p:spPr>
          <a:xfrm>
            <a:off x="9376479" y="2016669"/>
            <a:ext cx="1031051" cy="40011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Person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2F872EA-A8D1-A8B1-6B74-C2686C3774BD}"/>
              </a:ext>
            </a:extLst>
          </p:cNvPr>
          <p:cNvSpPr txBox="1"/>
          <p:nvPr/>
        </p:nvSpPr>
        <p:spPr>
          <a:xfrm>
            <a:off x="10798212" y="2018607"/>
            <a:ext cx="1172116" cy="40011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Reading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B071CEC-EBFC-B412-93BF-84357CEEDE65}"/>
              </a:ext>
            </a:extLst>
          </p:cNvPr>
          <p:cNvSpPr txBox="1"/>
          <p:nvPr/>
        </p:nvSpPr>
        <p:spPr>
          <a:xfrm>
            <a:off x="9164882" y="301301"/>
            <a:ext cx="1454244" cy="40011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Printable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D8BEC54A-86C3-2457-B1A3-3FD11A10CF94}"/>
              </a:ext>
            </a:extLst>
          </p:cNvPr>
          <p:cNvCxnSpPr>
            <a:stCxn id="13" idx="0"/>
          </p:cNvCxnSpPr>
          <p:nvPr/>
        </p:nvCxnSpPr>
        <p:spPr>
          <a:xfrm flipV="1">
            <a:off x="8540803" y="685801"/>
            <a:ext cx="835676" cy="13308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2B384339-3359-A1E1-176B-C53F780E3B63}"/>
              </a:ext>
            </a:extLst>
          </p:cNvPr>
          <p:cNvCxnSpPr>
            <a:cxnSpLocks/>
            <a:stCxn id="14" idx="0"/>
            <a:endCxn id="16" idx="2"/>
          </p:cNvCxnSpPr>
          <p:nvPr/>
        </p:nvCxnSpPr>
        <p:spPr>
          <a:xfrm flipH="1" flipV="1">
            <a:off x="9892004" y="701411"/>
            <a:ext cx="1" cy="131525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9F794EFA-CAC5-EB9F-38A5-944B0FD73854}"/>
              </a:ext>
            </a:extLst>
          </p:cNvPr>
          <p:cNvCxnSpPr>
            <a:cxnSpLocks/>
            <a:stCxn id="15" idx="0"/>
          </p:cNvCxnSpPr>
          <p:nvPr/>
        </p:nvCxnSpPr>
        <p:spPr>
          <a:xfrm flipH="1" flipV="1">
            <a:off x="10499535" y="701411"/>
            <a:ext cx="884735" cy="131719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42BB0823-BCC6-3BFF-44A7-64BBC7EA9553}"/>
              </a:ext>
            </a:extLst>
          </p:cNvPr>
          <p:cNvSpPr txBox="1"/>
          <p:nvPr/>
        </p:nvSpPr>
        <p:spPr>
          <a:xfrm>
            <a:off x="4216248" y="1120676"/>
            <a:ext cx="3223959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struct Printable {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void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println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() const {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print()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&lt;&lt; "\n";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}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};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FDD88FA-4CC5-898D-48A4-7A2E276997D6}"/>
              </a:ext>
            </a:extLst>
          </p:cNvPr>
          <p:cNvSpPr txBox="1"/>
          <p:nvPr/>
        </p:nvSpPr>
        <p:spPr>
          <a:xfrm>
            <a:off x="1044508" y="1600877"/>
            <a:ext cx="2448064" cy="646331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>
                <a:cs typeface="Consolas" panose="020B0609020204030204" pitchFamily="49" charset="0"/>
              </a:rPr>
              <a:t>But 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Printable</a:t>
            </a:r>
            <a:r>
              <a:rPr lang="en-CA" dirty="0">
                <a:cs typeface="Consolas" panose="020B0609020204030204" pitchFamily="49" charset="0"/>
              </a:rPr>
              <a:t> </a:t>
            </a:r>
            <a:r>
              <a:rPr lang="en-CA" b="1" dirty="0">
                <a:cs typeface="Consolas" panose="020B0609020204030204" pitchFamily="49" charset="0"/>
              </a:rPr>
              <a:t>won’t compile</a:t>
            </a:r>
            <a:r>
              <a:rPr lang="en-CA" dirty="0">
                <a:cs typeface="Consolas" panose="020B0609020204030204" pitchFamily="49" charset="0"/>
              </a:rPr>
              <a:t>! Why not?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1ADF2806-50B8-BE6D-EB25-C02369DEA131}"/>
              </a:ext>
            </a:extLst>
          </p:cNvPr>
          <p:cNvCxnSpPr>
            <a:stCxn id="7" idx="3"/>
          </p:cNvCxnSpPr>
          <p:nvPr/>
        </p:nvCxnSpPr>
        <p:spPr>
          <a:xfrm>
            <a:off x="3492572" y="1924043"/>
            <a:ext cx="1266464" cy="22687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8CAB3F05-0928-54F1-9A30-26340FB7F20E}"/>
              </a:ext>
            </a:extLst>
          </p:cNvPr>
          <p:cNvSpPr txBox="1"/>
          <p:nvPr/>
        </p:nvSpPr>
        <p:spPr>
          <a:xfrm>
            <a:off x="1044508" y="2522522"/>
            <a:ext cx="2448064" cy="646331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print</a:t>
            </a:r>
            <a:r>
              <a:rPr lang="en-CA" dirty="0">
                <a:cs typeface="Consolas" panose="020B0609020204030204" pitchFamily="49" charset="0"/>
              </a:rPr>
              <a:t> is unknown in 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Printable</a:t>
            </a:r>
            <a:r>
              <a:rPr lang="en-CA" dirty="0">
                <a:cs typeface="Consolas" panose="020B0609020204030204" pitchFamily="49" charset="0"/>
              </a:rPr>
              <a:t>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9A61890-097A-C324-51B2-0B2EF5B19BDA}"/>
              </a:ext>
            </a:extLst>
          </p:cNvPr>
          <p:cNvSpPr txBox="1"/>
          <p:nvPr/>
        </p:nvSpPr>
        <p:spPr>
          <a:xfrm>
            <a:off x="500852" y="4839394"/>
            <a:ext cx="2844048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class Point 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: public Printable {</a:t>
            </a:r>
          </a:p>
          <a:p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// ...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};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A1AFEC4-6A76-937D-9561-0256D92508CA}"/>
              </a:ext>
            </a:extLst>
          </p:cNvPr>
          <p:cNvSpPr txBox="1"/>
          <p:nvPr/>
        </p:nvSpPr>
        <p:spPr>
          <a:xfrm>
            <a:off x="4437376" y="4839394"/>
            <a:ext cx="2844048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class Person 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: public Printable {</a:t>
            </a:r>
          </a:p>
          <a:p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// ...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};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BE48402-4296-5BCF-E158-2FB68F28C516}"/>
              </a:ext>
            </a:extLst>
          </p:cNvPr>
          <p:cNvSpPr txBox="1"/>
          <p:nvPr/>
        </p:nvSpPr>
        <p:spPr>
          <a:xfrm>
            <a:off x="8373901" y="4839394"/>
            <a:ext cx="2844048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class Reading 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: public Printable {</a:t>
            </a:r>
          </a:p>
          <a:p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// ...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}; </a:t>
            </a:r>
          </a:p>
        </p:txBody>
      </p:sp>
    </p:spTree>
    <p:extLst>
      <p:ext uri="{BB962C8B-B14F-4D97-AF65-F5344CB8AC3E}">
        <p14:creationId xmlns:p14="http://schemas.microsoft.com/office/powerpoint/2010/main" val="343006189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165BE3-C5B4-36BE-AE1F-F039F95F6B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14593FC1-6108-D72F-DB90-A2E72342DB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4346864" cy="1325563"/>
          </a:xfrm>
        </p:spPr>
        <p:txBody>
          <a:bodyPr/>
          <a:lstStyle/>
          <a:p>
            <a:r>
              <a:rPr lang="en-US" dirty="0"/>
              <a:t>Printable Objects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327D690-C625-CAFF-C01A-DA8D7DD59BFE}"/>
              </a:ext>
            </a:extLst>
          </p:cNvPr>
          <p:cNvSpPr txBox="1"/>
          <p:nvPr/>
        </p:nvSpPr>
        <p:spPr>
          <a:xfrm>
            <a:off x="8095809" y="2016669"/>
            <a:ext cx="889987" cy="40011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Point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13D23D7-135D-DC46-B7C6-1C5ED0B01AA1}"/>
              </a:ext>
            </a:extLst>
          </p:cNvPr>
          <p:cNvSpPr txBox="1"/>
          <p:nvPr/>
        </p:nvSpPr>
        <p:spPr>
          <a:xfrm>
            <a:off x="9376479" y="2016669"/>
            <a:ext cx="1031051" cy="40011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Person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CF5C5AF-95D7-9408-1DB5-D67F99CAB6B4}"/>
              </a:ext>
            </a:extLst>
          </p:cNvPr>
          <p:cNvSpPr txBox="1"/>
          <p:nvPr/>
        </p:nvSpPr>
        <p:spPr>
          <a:xfrm>
            <a:off x="10798212" y="2018607"/>
            <a:ext cx="1172116" cy="40011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Reading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24086DA-26D8-B474-FC51-661B3A5A82DC}"/>
              </a:ext>
            </a:extLst>
          </p:cNvPr>
          <p:cNvSpPr txBox="1"/>
          <p:nvPr/>
        </p:nvSpPr>
        <p:spPr>
          <a:xfrm>
            <a:off x="9164882" y="301301"/>
            <a:ext cx="1454244" cy="40011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Printable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43B1B6EB-17C4-BABA-A7C9-5189D0341878}"/>
              </a:ext>
            </a:extLst>
          </p:cNvPr>
          <p:cNvCxnSpPr>
            <a:stCxn id="13" idx="0"/>
          </p:cNvCxnSpPr>
          <p:nvPr/>
        </p:nvCxnSpPr>
        <p:spPr>
          <a:xfrm flipV="1">
            <a:off x="8540803" y="685801"/>
            <a:ext cx="835676" cy="13308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78EFA20F-A68E-46FF-3294-8EB5CCA2FA08}"/>
              </a:ext>
            </a:extLst>
          </p:cNvPr>
          <p:cNvCxnSpPr>
            <a:cxnSpLocks/>
            <a:stCxn id="14" idx="0"/>
            <a:endCxn id="16" idx="2"/>
          </p:cNvCxnSpPr>
          <p:nvPr/>
        </p:nvCxnSpPr>
        <p:spPr>
          <a:xfrm flipH="1" flipV="1">
            <a:off x="9892004" y="701411"/>
            <a:ext cx="1" cy="131525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6B7C85E3-FAEB-A8F4-DD53-1BB89582E181}"/>
              </a:ext>
            </a:extLst>
          </p:cNvPr>
          <p:cNvCxnSpPr>
            <a:cxnSpLocks/>
            <a:stCxn id="15" idx="0"/>
          </p:cNvCxnSpPr>
          <p:nvPr/>
        </p:nvCxnSpPr>
        <p:spPr>
          <a:xfrm flipH="1" flipV="1">
            <a:off x="10499535" y="701411"/>
            <a:ext cx="884735" cy="131719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EE2D613C-92ED-60E4-F840-C03F4EB0E1EC}"/>
              </a:ext>
            </a:extLst>
          </p:cNvPr>
          <p:cNvSpPr txBox="1"/>
          <p:nvPr/>
        </p:nvSpPr>
        <p:spPr>
          <a:xfrm>
            <a:off x="4216248" y="1120676"/>
            <a:ext cx="3223959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struct Printable {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void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println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() const {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print()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&lt;&lt; "\n";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}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};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364B3AD-8FCF-FFF6-D278-94CE268E69B0}"/>
              </a:ext>
            </a:extLst>
          </p:cNvPr>
          <p:cNvSpPr txBox="1"/>
          <p:nvPr/>
        </p:nvSpPr>
        <p:spPr>
          <a:xfrm>
            <a:off x="1023018" y="1245910"/>
            <a:ext cx="2448064" cy="1200329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>
                <a:cs typeface="Consolas" panose="020B0609020204030204" pitchFamily="49" charset="0"/>
              </a:rPr>
              <a:t>So we must include a 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print()</a:t>
            </a:r>
            <a:r>
              <a:rPr lang="en-CA" dirty="0">
                <a:cs typeface="Consolas" panose="020B0609020204030204" pitchFamily="49" charset="0"/>
              </a:rPr>
              <a:t> method Printable. But what should it print?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B66F87B4-3419-D76A-C41A-0D3C11090C85}"/>
              </a:ext>
            </a:extLst>
          </p:cNvPr>
          <p:cNvCxnSpPr>
            <a:cxnSpLocks/>
            <a:stCxn id="7" idx="3"/>
          </p:cNvCxnSpPr>
          <p:nvPr/>
        </p:nvCxnSpPr>
        <p:spPr>
          <a:xfrm>
            <a:off x="3471082" y="1846075"/>
            <a:ext cx="1287954" cy="29445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A38ABB97-A29E-3FE9-F8C3-6DBCC677BE58}"/>
              </a:ext>
            </a:extLst>
          </p:cNvPr>
          <p:cNvSpPr txBox="1"/>
          <p:nvPr/>
        </p:nvSpPr>
        <p:spPr>
          <a:xfrm>
            <a:off x="500852" y="4839394"/>
            <a:ext cx="2844048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class Point 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: public Printable {</a:t>
            </a:r>
          </a:p>
          <a:p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// ...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}; 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CDF9BC7-C97C-A6D6-5B91-35155C8A3DC6}"/>
              </a:ext>
            </a:extLst>
          </p:cNvPr>
          <p:cNvSpPr txBox="1"/>
          <p:nvPr/>
        </p:nvSpPr>
        <p:spPr>
          <a:xfrm>
            <a:off x="4437376" y="4839394"/>
            <a:ext cx="2844048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class Person 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: public Printable {</a:t>
            </a:r>
          </a:p>
          <a:p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// ...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}; 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F4AD87C-4EAA-3338-541F-EDFCE89AA0A7}"/>
              </a:ext>
            </a:extLst>
          </p:cNvPr>
          <p:cNvSpPr txBox="1"/>
          <p:nvPr/>
        </p:nvSpPr>
        <p:spPr>
          <a:xfrm>
            <a:off x="8373901" y="4839394"/>
            <a:ext cx="2844048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class Reading 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: public Printable {</a:t>
            </a:r>
          </a:p>
          <a:p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// ...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}; </a:t>
            </a:r>
          </a:p>
        </p:txBody>
      </p:sp>
    </p:spTree>
    <p:extLst>
      <p:ext uri="{BB962C8B-B14F-4D97-AF65-F5344CB8AC3E}">
        <p14:creationId xmlns:p14="http://schemas.microsoft.com/office/powerpoint/2010/main" val="64514395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15CE83-1D81-C7F5-15F0-19D5F4F62C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2DBEEE9C-E017-C9BB-0E37-9C1018F0C4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4346864" cy="1325563"/>
          </a:xfrm>
        </p:spPr>
        <p:txBody>
          <a:bodyPr/>
          <a:lstStyle/>
          <a:p>
            <a:r>
              <a:rPr lang="en-US" dirty="0"/>
              <a:t>Printable Objects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F3F044A-8549-7B7A-8C57-9E79FF22DB74}"/>
              </a:ext>
            </a:extLst>
          </p:cNvPr>
          <p:cNvSpPr txBox="1"/>
          <p:nvPr/>
        </p:nvSpPr>
        <p:spPr>
          <a:xfrm>
            <a:off x="8095809" y="2016669"/>
            <a:ext cx="889987" cy="40011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Point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233A1D0-50BF-C136-60A0-1CE1263C2A44}"/>
              </a:ext>
            </a:extLst>
          </p:cNvPr>
          <p:cNvSpPr txBox="1"/>
          <p:nvPr/>
        </p:nvSpPr>
        <p:spPr>
          <a:xfrm>
            <a:off x="9376479" y="2016669"/>
            <a:ext cx="1031051" cy="40011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Person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C808339-F73C-6902-37F2-CC7A2E017E95}"/>
              </a:ext>
            </a:extLst>
          </p:cNvPr>
          <p:cNvSpPr txBox="1"/>
          <p:nvPr/>
        </p:nvSpPr>
        <p:spPr>
          <a:xfrm>
            <a:off x="10798212" y="2018607"/>
            <a:ext cx="1172116" cy="40011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Reading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A243861-7A8F-2DDB-AE5A-01633DD0CA29}"/>
              </a:ext>
            </a:extLst>
          </p:cNvPr>
          <p:cNvSpPr txBox="1"/>
          <p:nvPr/>
        </p:nvSpPr>
        <p:spPr>
          <a:xfrm>
            <a:off x="9164882" y="301301"/>
            <a:ext cx="1454244" cy="40011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Printable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3A1C3C13-B4CD-B3CB-7235-E292CCBD2933}"/>
              </a:ext>
            </a:extLst>
          </p:cNvPr>
          <p:cNvCxnSpPr>
            <a:stCxn id="13" idx="0"/>
          </p:cNvCxnSpPr>
          <p:nvPr/>
        </p:nvCxnSpPr>
        <p:spPr>
          <a:xfrm flipV="1">
            <a:off x="8540803" y="685801"/>
            <a:ext cx="835676" cy="13308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C7C71B22-856D-CD5E-D4C0-832367114C33}"/>
              </a:ext>
            </a:extLst>
          </p:cNvPr>
          <p:cNvCxnSpPr>
            <a:cxnSpLocks/>
            <a:stCxn id="14" idx="0"/>
            <a:endCxn id="16" idx="2"/>
          </p:cNvCxnSpPr>
          <p:nvPr/>
        </p:nvCxnSpPr>
        <p:spPr>
          <a:xfrm flipH="1" flipV="1">
            <a:off x="9892004" y="701411"/>
            <a:ext cx="1" cy="131525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449CBBA4-248F-4702-8340-2E437CAF9EA1}"/>
              </a:ext>
            </a:extLst>
          </p:cNvPr>
          <p:cNvCxnSpPr>
            <a:cxnSpLocks/>
            <a:stCxn id="15" idx="0"/>
          </p:cNvCxnSpPr>
          <p:nvPr/>
        </p:nvCxnSpPr>
        <p:spPr>
          <a:xfrm flipH="1" flipV="1">
            <a:off x="10499535" y="701411"/>
            <a:ext cx="884735" cy="131719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49E44B56-7EFD-EEC0-FFD8-F9E84F30B856}"/>
              </a:ext>
            </a:extLst>
          </p:cNvPr>
          <p:cNvSpPr txBox="1"/>
          <p:nvPr/>
        </p:nvSpPr>
        <p:spPr>
          <a:xfrm>
            <a:off x="4216248" y="1120676"/>
            <a:ext cx="3223959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struct Printable {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void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println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() const {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print()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&lt;&lt; "\n";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}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};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A7F5630-9891-0EFA-6F71-9E844BB54153}"/>
              </a:ext>
            </a:extLst>
          </p:cNvPr>
          <p:cNvSpPr txBox="1"/>
          <p:nvPr/>
        </p:nvSpPr>
        <p:spPr>
          <a:xfrm>
            <a:off x="1023018" y="1245910"/>
            <a:ext cx="2448064" cy="1200329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>
                <a:cs typeface="Consolas" panose="020B0609020204030204" pitchFamily="49" charset="0"/>
              </a:rPr>
              <a:t>So we must include a 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print()</a:t>
            </a:r>
            <a:r>
              <a:rPr lang="en-CA" dirty="0">
                <a:cs typeface="Consolas" panose="020B0609020204030204" pitchFamily="49" charset="0"/>
              </a:rPr>
              <a:t> method Printable. But what should it print?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E0F2C66A-E786-1D62-68EA-5AA89DE601DA}"/>
              </a:ext>
            </a:extLst>
          </p:cNvPr>
          <p:cNvCxnSpPr>
            <a:cxnSpLocks/>
            <a:stCxn id="7" idx="3"/>
          </p:cNvCxnSpPr>
          <p:nvPr/>
        </p:nvCxnSpPr>
        <p:spPr>
          <a:xfrm>
            <a:off x="3471082" y="1846075"/>
            <a:ext cx="1287954" cy="29445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896D3AAB-4259-6FF8-580A-8988B4D5AF17}"/>
              </a:ext>
            </a:extLst>
          </p:cNvPr>
          <p:cNvSpPr txBox="1"/>
          <p:nvPr/>
        </p:nvSpPr>
        <p:spPr>
          <a:xfrm>
            <a:off x="973556" y="2661039"/>
            <a:ext cx="2612839" cy="1200329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>
                <a:cs typeface="Consolas" panose="020B0609020204030204" pitchFamily="49" charset="0"/>
              </a:rPr>
              <a:t>Every class that inherits from 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Printable</a:t>
            </a:r>
            <a:r>
              <a:rPr lang="en-CA" dirty="0">
                <a:cs typeface="Consolas" panose="020B0609020204030204" pitchFamily="49" charset="0"/>
              </a:rPr>
              <a:t> will have a unique 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print</a:t>
            </a:r>
            <a:r>
              <a:rPr lang="en-CA" dirty="0">
                <a:cs typeface="Consolas" panose="020B0609020204030204" pitchFamily="49" charset="0"/>
              </a:rPr>
              <a:t> method.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1E5EE0E-431D-0775-B0BF-EDD549F9B5F1}"/>
              </a:ext>
            </a:extLst>
          </p:cNvPr>
          <p:cNvSpPr txBox="1"/>
          <p:nvPr/>
        </p:nvSpPr>
        <p:spPr>
          <a:xfrm>
            <a:off x="6096001" y="3021257"/>
            <a:ext cx="2844048" cy="1477328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>
                <a:cs typeface="Consolas" panose="020B0609020204030204" pitchFamily="49" charset="0"/>
              </a:rPr>
              <a:t>What we want is a way to say that 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print()</a:t>
            </a:r>
            <a:r>
              <a:rPr lang="en-CA" dirty="0">
                <a:cs typeface="Consolas" panose="020B0609020204030204" pitchFamily="49" charset="0"/>
              </a:rPr>
              <a:t> has no default implementation and will be implemented in the inheriting class ...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8CB57C49-134C-851B-97CA-7FB67D3BB551}"/>
              </a:ext>
            </a:extLst>
          </p:cNvPr>
          <p:cNvCxnSpPr>
            <a:cxnSpLocks/>
            <a:endCxn id="12" idx="1"/>
          </p:cNvCxnSpPr>
          <p:nvPr/>
        </p:nvCxnSpPr>
        <p:spPr>
          <a:xfrm>
            <a:off x="3560646" y="3621421"/>
            <a:ext cx="2535355" cy="1385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519B0BF4-0525-AB93-179C-E68DC648BD78}"/>
              </a:ext>
            </a:extLst>
          </p:cNvPr>
          <p:cNvSpPr txBox="1"/>
          <p:nvPr/>
        </p:nvSpPr>
        <p:spPr>
          <a:xfrm>
            <a:off x="500852" y="4839394"/>
            <a:ext cx="2844048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class Point 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: public Printable {</a:t>
            </a:r>
          </a:p>
          <a:p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// ...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}; 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B15A00C-B4DE-85E2-E2DE-9232B576CD96}"/>
              </a:ext>
            </a:extLst>
          </p:cNvPr>
          <p:cNvSpPr txBox="1"/>
          <p:nvPr/>
        </p:nvSpPr>
        <p:spPr>
          <a:xfrm>
            <a:off x="4437376" y="4839394"/>
            <a:ext cx="2844048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class Person 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: public Printable {</a:t>
            </a:r>
          </a:p>
          <a:p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// ...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}; 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1FC1D10-E163-2AAA-4A10-12329ECAAB79}"/>
              </a:ext>
            </a:extLst>
          </p:cNvPr>
          <p:cNvSpPr txBox="1"/>
          <p:nvPr/>
        </p:nvSpPr>
        <p:spPr>
          <a:xfrm>
            <a:off x="8373901" y="4839394"/>
            <a:ext cx="2844048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class Reading 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: public Printable {</a:t>
            </a:r>
          </a:p>
          <a:p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// ...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}; </a:t>
            </a:r>
          </a:p>
        </p:txBody>
      </p:sp>
    </p:spTree>
    <p:extLst>
      <p:ext uri="{BB962C8B-B14F-4D97-AF65-F5344CB8AC3E}">
        <p14:creationId xmlns:p14="http://schemas.microsoft.com/office/powerpoint/2010/main" val="182597575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84363F-92DB-AD34-BCAC-90B56D8DB1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585814B-8D98-2DDE-F578-0B105F0B3F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4346864" cy="1325563"/>
          </a:xfrm>
        </p:spPr>
        <p:txBody>
          <a:bodyPr/>
          <a:lstStyle/>
          <a:p>
            <a:r>
              <a:rPr lang="en-US" dirty="0"/>
              <a:t>Printable Objects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181074A-74B0-5BC1-E50C-D08BC04AD8CB}"/>
              </a:ext>
            </a:extLst>
          </p:cNvPr>
          <p:cNvSpPr txBox="1"/>
          <p:nvPr/>
        </p:nvSpPr>
        <p:spPr>
          <a:xfrm>
            <a:off x="8095809" y="2016669"/>
            <a:ext cx="889987" cy="40011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Point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602A00D-594D-6B0E-5138-D19589CE58D4}"/>
              </a:ext>
            </a:extLst>
          </p:cNvPr>
          <p:cNvSpPr txBox="1"/>
          <p:nvPr/>
        </p:nvSpPr>
        <p:spPr>
          <a:xfrm>
            <a:off x="9376479" y="2016669"/>
            <a:ext cx="1031051" cy="40011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Person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CB2B4FC-9B01-B942-E872-FF1C1893E056}"/>
              </a:ext>
            </a:extLst>
          </p:cNvPr>
          <p:cNvSpPr txBox="1"/>
          <p:nvPr/>
        </p:nvSpPr>
        <p:spPr>
          <a:xfrm>
            <a:off x="10798212" y="2018607"/>
            <a:ext cx="1172116" cy="40011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Reading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ECBCB5E-C1DA-3D4E-0395-0B39025EAC01}"/>
              </a:ext>
            </a:extLst>
          </p:cNvPr>
          <p:cNvSpPr txBox="1"/>
          <p:nvPr/>
        </p:nvSpPr>
        <p:spPr>
          <a:xfrm>
            <a:off x="9164882" y="301301"/>
            <a:ext cx="1454244" cy="40011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Printable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E3B134B4-43B4-1E45-B0EF-D7C853928E49}"/>
              </a:ext>
            </a:extLst>
          </p:cNvPr>
          <p:cNvCxnSpPr>
            <a:stCxn id="13" idx="0"/>
          </p:cNvCxnSpPr>
          <p:nvPr/>
        </p:nvCxnSpPr>
        <p:spPr>
          <a:xfrm flipV="1">
            <a:off x="8540803" y="685801"/>
            <a:ext cx="835676" cy="13308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2D899A8C-F8F3-0FB6-8DAD-11A0F736D0B3}"/>
              </a:ext>
            </a:extLst>
          </p:cNvPr>
          <p:cNvCxnSpPr>
            <a:cxnSpLocks/>
            <a:stCxn id="14" idx="0"/>
            <a:endCxn id="16" idx="2"/>
          </p:cNvCxnSpPr>
          <p:nvPr/>
        </p:nvCxnSpPr>
        <p:spPr>
          <a:xfrm flipH="1" flipV="1">
            <a:off x="9892004" y="701411"/>
            <a:ext cx="1" cy="131525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09F46A5B-931B-AAD9-AFE4-62C7406513DD}"/>
              </a:ext>
            </a:extLst>
          </p:cNvPr>
          <p:cNvCxnSpPr>
            <a:cxnSpLocks/>
            <a:stCxn id="15" idx="0"/>
          </p:cNvCxnSpPr>
          <p:nvPr/>
        </p:nvCxnSpPr>
        <p:spPr>
          <a:xfrm flipH="1" flipV="1">
            <a:off x="10499535" y="701411"/>
            <a:ext cx="884735" cy="131719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AB5EA9E9-D541-C2F9-69FE-8229A2E339F8}"/>
              </a:ext>
            </a:extLst>
          </p:cNvPr>
          <p:cNvSpPr txBox="1"/>
          <p:nvPr/>
        </p:nvSpPr>
        <p:spPr>
          <a:xfrm>
            <a:off x="3667576" y="1124117"/>
            <a:ext cx="4490332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struct Printable {</a:t>
            </a:r>
          </a:p>
          <a:p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virtual void print() const = 0; </a:t>
            </a:r>
          </a:p>
          <a:p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void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println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() const {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print();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&lt;&lt; "\n";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}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};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237F933-CB85-6B63-F104-5DA4FB82CFE0}"/>
              </a:ext>
            </a:extLst>
          </p:cNvPr>
          <p:cNvSpPr txBox="1"/>
          <p:nvPr/>
        </p:nvSpPr>
        <p:spPr>
          <a:xfrm>
            <a:off x="500852" y="4839394"/>
            <a:ext cx="2844048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class Point 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: public Printable {</a:t>
            </a:r>
          </a:p>
          <a:p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// ...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};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AEF5B35-3FAA-7AEE-4856-F0F2CA9D99B7}"/>
              </a:ext>
            </a:extLst>
          </p:cNvPr>
          <p:cNvSpPr txBox="1"/>
          <p:nvPr/>
        </p:nvSpPr>
        <p:spPr>
          <a:xfrm>
            <a:off x="4437376" y="4839394"/>
            <a:ext cx="2844048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class Person 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: public Printable {</a:t>
            </a:r>
          </a:p>
          <a:p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// ...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};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05AEF11-FA95-FBF6-B59B-0616F7FABB3B}"/>
              </a:ext>
            </a:extLst>
          </p:cNvPr>
          <p:cNvSpPr txBox="1"/>
          <p:nvPr/>
        </p:nvSpPr>
        <p:spPr>
          <a:xfrm>
            <a:off x="8373901" y="4839394"/>
            <a:ext cx="2844048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class Reading 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: public Printable {</a:t>
            </a:r>
          </a:p>
          <a:p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// ...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};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2443C66-87ED-0321-A8B1-897704F8BD30}"/>
              </a:ext>
            </a:extLst>
          </p:cNvPr>
          <p:cNvSpPr txBox="1"/>
          <p:nvPr/>
        </p:nvSpPr>
        <p:spPr>
          <a:xfrm>
            <a:off x="1023018" y="1245910"/>
            <a:ext cx="2448064" cy="923330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>
                <a:cs typeface="Consolas" panose="020B0609020204030204" pitchFamily="49" charset="0"/>
              </a:rPr>
              <a:t>This line declares 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print()</a:t>
            </a:r>
            <a:r>
              <a:rPr lang="en-CA" dirty="0">
                <a:cs typeface="Consolas" panose="020B0609020204030204" pitchFamily="49" charset="0"/>
              </a:rPr>
              <a:t> to be a </a:t>
            </a:r>
            <a:br>
              <a:rPr lang="en-CA" dirty="0">
                <a:cs typeface="Consolas" panose="020B0609020204030204" pitchFamily="49" charset="0"/>
              </a:rPr>
            </a:br>
            <a:r>
              <a:rPr lang="en-CA" b="1" dirty="0">
                <a:cs typeface="Consolas" panose="020B0609020204030204" pitchFamily="49" charset="0"/>
              </a:rPr>
              <a:t>pure virtual method</a:t>
            </a:r>
            <a:r>
              <a:rPr lang="en-CA" dirty="0">
                <a:cs typeface="Consolas" panose="020B0609020204030204" pitchFamily="49" charset="0"/>
              </a:rPr>
              <a:t>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751B52B-236A-8B8C-4AEF-45B39EA4175A}"/>
              </a:ext>
            </a:extLst>
          </p:cNvPr>
          <p:cNvSpPr/>
          <p:nvPr/>
        </p:nvSpPr>
        <p:spPr>
          <a:xfrm>
            <a:off x="3986607" y="1707576"/>
            <a:ext cx="902386" cy="309094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FECCFE8-DC89-841A-8B49-AA602BEED0C1}"/>
              </a:ext>
            </a:extLst>
          </p:cNvPr>
          <p:cNvSpPr/>
          <p:nvPr/>
        </p:nvSpPr>
        <p:spPr>
          <a:xfrm>
            <a:off x="4980998" y="1707575"/>
            <a:ext cx="2300426" cy="309094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CEF4737-95E4-2840-E971-25697355EE4D}"/>
              </a:ext>
            </a:extLst>
          </p:cNvPr>
          <p:cNvSpPr/>
          <p:nvPr/>
        </p:nvSpPr>
        <p:spPr>
          <a:xfrm>
            <a:off x="7363438" y="1707575"/>
            <a:ext cx="535878" cy="309094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479220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09AD37-C9CA-141C-5FB3-2B09C44BF5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767ACFFA-B780-1BE5-14DC-F56CB48873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4346864" cy="1325563"/>
          </a:xfrm>
        </p:spPr>
        <p:txBody>
          <a:bodyPr/>
          <a:lstStyle/>
          <a:p>
            <a:r>
              <a:rPr lang="en-US" dirty="0"/>
              <a:t>Printable Objects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5749372-DDB1-DB9F-6622-5FFF6B99D226}"/>
              </a:ext>
            </a:extLst>
          </p:cNvPr>
          <p:cNvSpPr txBox="1"/>
          <p:nvPr/>
        </p:nvSpPr>
        <p:spPr>
          <a:xfrm>
            <a:off x="8095809" y="2016669"/>
            <a:ext cx="889987" cy="40011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Point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E2FBCEA-39E3-C17D-7E63-C9DA0F042829}"/>
              </a:ext>
            </a:extLst>
          </p:cNvPr>
          <p:cNvSpPr txBox="1"/>
          <p:nvPr/>
        </p:nvSpPr>
        <p:spPr>
          <a:xfrm>
            <a:off x="9376479" y="2016669"/>
            <a:ext cx="1031051" cy="40011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Person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BCAE28D-BE72-D581-0F8D-213EDC4E3BAF}"/>
              </a:ext>
            </a:extLst>
          </p:cNvPr>
          <p:cNvSpPr txBox="1"/>
          <p:nvPr/>
        </p:nvSpPr>
        <p:spPr>
          <a:xfrm>
            <a:off x="10798212" y="2018607"/>
            <a:ext cx="1172116" cy="40011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Reading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E01CB8D-506E-176E-9EC9-3638917DE6E3}"/>
              </a:ext>
            </a:extLst>
          </p:cNvPr>
          <p:cNvSpPr txBox="1"/>
          <p:nvPr/>
        </p:nvSpPr>
        <p:spPr>
          <a:xfrm>
            <a:off x="9164882" y="301301"/>
            <a:ext cx="1454244" cy="40011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Printable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632E9277-3202-5C68-3F3D-81066CEF794E}"/>
              </a:ext>
            </a:extLst>
          </p:cNvPr>
          <p:cNvCxnSpPr>
            <a:stCxn id="13" idx="0"/>
          </p:cNvCxnSpPr>
          <p:nvPr/>
        </p:nvCxnSpPr>
        <p:spPr>
          <a:xfrm flipV="1">
            <a:off x="8540803" y="685801"/>
            <a:ext cx="835676" cy="13308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24BB7CDE-011C-0DE3-6AC0-B0F2A1836A42}"/>
              </a:ext>
            </a:extLst>
          </p:cNvPr>
          <p:cNvCxnSpPr>
            <a:cxnSpLocks/>
            <a:stCxn id="14" idx="0"/>
            <a:endCxn id="16" idx="2"/>
          </p:cNvCxnSpPr>
          <p:nvPr/>
        </p:nvCxnSpPr>
        <p:spPr>
          <a:xfrm flipH="1" flipV="1">
            <a:off x="9892004" y="701411"/>
            <a:ext cx="1" cy="131525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A3B2BC2A-5964-1777-687E-D358D7F4389D}"/>
              </a:ext>
            </a:extLst>
          </p:cNvPr>
          <p:cNvCxnSpPr>
            <a:cxnSpLocks/>
            <a:stCxn id="15" idx="0"/>
          </p:cNvCxnSpPr>
          <p:nvPr/>
        </p:nvCxnSpPr>
        <p:spPr>
          <a:xfrm flipH="1" flipV="1">
            <a:off x="10499535" y="701411"/>
            <a:ext cx="884735" cy="131719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DD33D4C3-C14B-3068-8D9E-76C3730280CA}"/>
              </a:ext>
            </a:extLst>
          </p:cNvPr>
          <p:cNvSpPr txBox="1"/>
          <p:nvPr/>
        </p:nvSpPr>
        <p:spPr>
          <a:xfrm>
            <a:off x="3667576" y="1124117"/>
            <a:ext cx="4490332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struct Printable {</a:t>
            </a:r>
          </a:p>
          <a:p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virtual void print() const = 0; </a:t>
            </a:r>
          </a:p>
          <a:p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void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println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() const {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print();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&lt;&lt; "\n";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}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};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2EEDB33-5A13-0066-9B48-F35BDC3DA5A5}"/>
              </a:ext>
            </a:extLst>
          </p:cNvPr>
          <p:cNvSpPr txBox="1"/>
          <p:nvPr/>
        </p:nvSpPr>
        <p:spPr>
          <a:xfrm>
            <a:off x="500852" y="4839394"/>
            <a:ext cx="2844048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class Point 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: public Printable {</a:t>
            </a:r>
          </a:p>
          <a:p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// ...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};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C8BE631-6FEE-D122-60BF-0A3C70FE3EB1}"/>
              </a:ext>
            </a:extLst>
          </p:cNvPr>
          <p:cNvSpPr txBox="1"/>
          <p:nvPr/>
        </p:nvSpPr>
        <p:spPr>
          <a:xfrm>
            <a:off x="4437376" y="4839394"/>
            <a:ext cx="2844048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class Person 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: public Printable {</a:t>
            </a:r>
          </a:p>
          <a:p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// ...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};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7B1B814-FE5A-083B-BA92-9B45129A9046}"/>
              </a:ext>
            </a:extLst>
          </p:cNvPr>
          <p:cNvSpPr txBox="1"/>
          <p:nvPr/>
        </p:nvSpPr>
        <p:spPr>
          <a:xfrm>
            <a:off x="8373901" y="4839394"/>
            <a:ext cx="2844048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class Reading 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: public Printable {</a:t>
            </a:r>
          </a:p>
          <a:p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// ...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};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EA992AB-1DC5-1779-E94C-E11401C33CDF}"/>
              </a:ext>
            </a:extLst>
          </p:cNvPr>
          <p:cNvSpPr txBox="1"/>
          <p:nvPr/>
        </p:nvSpPr>
        <p:spPr>
          <a:xfrm>
            <a:off x="1023018" y="1245910"/>
            <a:ext cx="2448064" cy="923330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>
                <a:cs typeface="Consolas" panose="020B0609020204030204" pitchFamily="49" charset="0"/>
              </a:rPr>
              <a:t>This line declares 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print()</a:t>
            </a:r>
            <a:r>
              <a:rPr lang="en-CA" dirty="0">
                <a:cs typeface="Consolas" panose="020B0609020204030204" pitchFamily="49" charset="0"/>
              </a:rPr>
              <a:t> to be a </a:t>
            </a:r>
            <a:br>
              <a:rPr lang="en-CA" dirty="0">
                <a:cs typeface="Consolas" panose="020B0609020204030204" pitchFamily="49" charset="0"/>
              </a:rPr>
            </a:br>
            <a:r>
              <a:rPr lang="en-CA" b="1" dirty="0">
                <a:cs typeface="Consolas" panose="020B0609020204030204" pitchFamily="49" charset="0"/>
              </a:rPr>
              <a:t>pure virtual method</a:t>
            </a:r>
            <a:r>
              <a:rPr lang="en-CA" dirty="0">
                <a:cs typeface="Consolas" panose="020B0609020204030204" pitchFamily="49" charset="0"/>
              </a:rPr>
              <a:t>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96DEEA6-3F08-34C6-2A24-9808D07CF634}"/>
              </a:ext>
            </a:extLst>
          </p:cNvPr>
          <p:cNvSpPr/>
          <p:nvPr/>
        </p:nvSpPr>
        <p:spPr>
          <a:xfrm>
            <a:off x="3986607" y="1707576"/>
            <a:ext cx="902386" cy="309094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D638409-E669-1858-09F0-22FAC99C6F3C}"/>
              </a:ext>
            </a:extLst>
          </p:cNvPr>
          <p:cNvSpPr/>
          <p:nvPr/>
        </p:nvSpPr>
        <p:spPr>
          <a:xfrm>
            <a:off x="4980998" y="1707575"/>
            <a:ext cx="2300426" cy="309094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98B87D-7B4C-47A9-640D-33FE59A6B814}"/>
              </a:ext>
            </a:extLst>
          </p:cNvPr>
          <p:cNvSpPr/>
          <p:nvPr/>
        </p:nvSpPr>
        <p:spPr>
          <a:xfrm>
            <a:off x="7363438" y="1707575"/>
            <a:ext cx="535878" cy="309094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BD4892E-CB00-B7AD-8FA5-C4BE38F8F732}"/>
              </a:ext>
            </a:extLst>
          </p:cNvPr>
          <p:cNvSpPr txBox="1"/>
          <p:nvPr/>
        </p:nvSpPr>
        <p:spPr>
          <a:xfrm>
            <a:off x="949400" y="3214918"/>
            <a:ext cx="2448064" cy="1200329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virtual</a:t>
            </a:r>
            <a:r>
              <a:rPr lang="en-CA" dirty="0">
                <a:cs typeface="Consolas" panose="020B0609020204030204" pitchFamily="49" charset="0"/>
              </a:rPr>
              <a:t> means that an inheriting class can supply its own implementation.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10A59AC4-3208-F437-E499-FDBCD8E03A16}"/>
              </a:ext>
            </a:extLst>
          </p:cNvPr>
          <p:cNvCxnSpPr>
            <a:cxnSpLocks/>
          </p:cNvCxnSpPr>
          <p:nvPr/>
        </p:nvCxnSpPr>
        <p:spPr>
          <a:xfrm flipV="1">
            <a:off x="2743960" y="2016669"/>
            <a:ext cx="1242647" cy="119824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0424294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46C4D2-1A84-7FD3-9C4A-4787B6FE7F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3990AA6-0A8B-9ECE-8CC4-5BF6FC1538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4346864" cy="1325563"/>
          </a:xfrm>
        </p:spPr>
        <p:txBody>
          <a:bodyPr/>
          <a:lstStyle/>
          <a:p>
            <a:r>
              <a:rPr lang="en-US" dirty="0"/>
              <a:t>Printable Objects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C888E51-322C-5D88-74F9-036B54FC7040}"/>
              </a:ext>
            </a:extLst>
          </p:cNvPr>
          <p:cNvSpPr txBox="1"/>
          <p:nvPr/>
        </p:nvSpPr>
        <p:spPr>
          <a:xfrm>
            <a:off x="8095809" y="2016669"/>
            <a:ext cx="889987" cy="40011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Point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2CD50A8-C9DC-9375-97F8-2638DA915C15}"/>
              </a:ext>
            </a:extLst>
          </p:cNvPr>
          <p:cNvSpPr txBox="1"/>
          <p:nvPr/>
        </p:nvSpPr>
        <p:spPr>
          <a:xfrm>
            <a:off x="9376479" y="2016669"/>
            <a:ext cx="1031051" cy="40011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Person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F5105DA-3985-55E0-35EE-207764EB4CB0}"/>
              </a:ext>
            </a:extLst>
          </p:cNvPr>
          <p:cNvSpPr txBox="1"/>
          <p:nvPr/>
        </p:nvSpPr>
        <p:spPr>
          <a:xfrm>
            <a:off x="10798212" y="2018607"/>
            <a:ext cx="1172116" cy="40011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Reading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36CFE32-F9A8-B24B-ABFF-AC79E0DEBBD3}"/>
              </a:ext>
            </a:extLst>
          </p:cNvPr>
          <p:cNvSpPr txBox="1"/>
          <p:nvPr/>
        </p:nvSpPr>
        <p:spPr>
          <a:xfrm>
            <a:off x="9164882" y="301301"/>
            <a:ext cx="1454244" cy="40011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Printable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69C33D8C-E7B5-E694-F595-51028CC8D44E}"/>
              </a:ext>
            </a:extLst>
          </p:cNvPr>
          <p:cNvCxnSpPr>
            <a:stCxn id="13" idx="0"/>
          </p:cNvCxnSpPr>
          <p:nvPr/>
        </p:nvCxnSpPr>
        <p:spPr>
          <a:xfrm flipV="1">
            <a:off x="8540803" y="685801"/>
            <a:ext cx="835676" cy="13308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C5567D21-61C0-6871-114A-F00C73FC9832}"/>
              </a:ext>
            </a:extLst>
          </p:cNvPr>
          <p:cNvCxnSpPr>
            <a:cxnSpLocks/>
            <a:stCxn id="14" idx="0"/>
            <a:endCxn id="16" idx="2"/>
          </p:cNvCxnSpPr>
          <p:nvPr/>
        </p:nvCxnSpPr>
        <p:spPr>
          <a:xfrm flipH="1" flipV="1">
            <a:off x="9892004" y="701411"/>
            <a:ext cx="1" cy="131525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1C3E55C1-0101-8EF6-E6AF-FD0E6C213570}"/>
              </a:ext>
            </a:extLst>
          </p:cNvPr>
          <p:cNvCxnSpPr>
            <a:cxnSpLocks/>
            <a:stCxn id="15" idx="0"/>
          </p:cNvCxnSpPr>
          <p:nvPr/>
        </p:nvCxnSpPr>
        <p:spPr>
          <a:xfrm flipH="1" flipV="1">
            <a:off x="10499535" y="701411"/>
            <a:ext cx="884735" cy="131719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4652AE9B-CE28-0321-7522-26FE81CB278E}"/>
              </a:ext>
            </a:extLst>
          </p:cNvPr>
          <p:cNvSpPr txBox="1"/>
          <p:nvPr/>
        </p:nvSpPr>
        <p:spPr>
          <a:xfrm>
            <a:off x="3667576" y="1124117"/>
            <a:ext cx="4490332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struct Printable {</a:t>
            </a:r>
          </a:p>
          <a:p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virtual void print() const = 0; </a:t>
            </a:r>
          </a:p>
          <a:p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void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println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() const {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print();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&lt;&lt; "\n";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}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};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C645C4A-58AE-4029-6703-4493C11E1249}"/>
              </a:ext>
            </a:extLst>
          </p:cNvPr>
          <p:cNvSpPr txBox="1"/>
          <p:nvPr/>
        </p:nvSpPr>
        <p:spPr>
          <a:xfrm>
            <a:off x="500852" y="4839394"/>
            <a:ext cx="2844048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class Point 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: public Printable {</a:t>
            </a:r>
          </a:p>
          <a:p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// ...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};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42B3BF2-FAAA-64C9-F6CE-B1ED443A4F11}"/>
              </a:ext>
            </a:extLst>
          </p:cNvPr>
          <p:cNvSpPr txBox="1"/>
          <p:nvPr/>
        </p:nvSpPr>
        <p:spPr>
          <a:xfrm>
            <a:off x="4437376" y="4839394"/>
            <a:ext cx="2844048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class Person 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: public Printable {</a:t>
            </a:r>
          </a:p>
          <a:p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// ...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};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642DA58-AA90-4632-B061-9F566B96004D}"/>
              </a:ext>
            </a:extLst>
          </p:cNvPr>
          <p:cNvSpPr txBox="1"/>
          <p:nvPr/>
        </p:nvSpPr>
        <p:spPr>
          <a:xfrm>
            <a:off x="8373901" y="4839394"/>
            <a:ext cx="2844048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class Reading 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: public Printable {</a:t>
            </a:r>
          </a:p>
          <a:p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// ...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};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5C10E08-FFFA-5BE5-7B60-4B36DF772EFD}"/>
              </a:ext>
            </a:extLst>
          </p:cNvPr>
          <p:cNvSpPr txBox="1"/>
          <p:nvPr/>
        </p:nvSpPr>
        <p:spPr>
          <a:xfrm>
            <a:off x="1023018" y="1245910"/>
            <a:ext cx="2448064" cy="923330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>
                <a:cs typeface="Consolas" panose="020B0609020204030204" pitchFamily="49" charset="0"/>
              </a:rPr>
              <a:t>This line declares 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print()</a:t>
            </a:r>
            <a:r>
              <a:rPr lang="en-CA" dirty="0">
                <a:cs typeface="Consolas" panose="020B0609020204030204" pitchFamily="49" charset="0"/>
              </a:rPr>
              <a:t> to be a </a:t>
            </a:r>
            <a:br>
              <a:rPr lang="en-CA" dirty="0">
                <a:cs typeface="Consolas" panose="020B0609020204030204" pitchFamily="49" charset="0"/>
              </a:rPr>
            </a:br>
            <a:r>
              <a:rPr lang="en-CA" b="1" dirty="0">
                <a:cs typeface="Consolas" panose="020B0609020204030204" pitchFamily="49" charset="0"/>
              </a:rPr>
              <a:t>pure virtual method</a:t>
            </a:r>
            <a:r>
              <a:rPr lang="en-CA" dirty="0">
                <a:cs typeface="Consolas" panose="020B0609020204030204" pitchFamily="49" charset="0"/>
              </a:rPr>
              <a:t>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B04846B-D3E3-7E09-D4F6-7CB4C661C648}"/>
              </a:ext>
            </a:extLst>
          </p:cNvPr>
          <p:cNvSpPr/>
          <p:nvPr/>
        </p:nvSpPr>
        <p:spPr>
          <a:xfrm>
            <a:off x="3986607" y="1707576"/>
            <a:ext cx="902386" cy="309094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E51D35A-3992-C54E-2465-42B7714B2087}"/>
              </a:ext>
            </a:extLst>
          </p:cNvPr>
          <p:cNvSpPr/>
          <p:nvPr/>
        </p:nvSpPr>
        <p:spPr>
          <a:xfrm>
            <a:off x="4980998" y="1707575"/>
            <a:ext cx="2300426" cy="309094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4CF28E4-6C08-E87D-6F00-CAA96C2B33BD}"/>
              </a:ext>
            </a:extLst>
          </p:cNvPr>
          <p:cNvSpPr/>
          <p:nvPr/>
        </p:nvSpPr>
        <p:spPr>
          <a:xfrm>
            <a:off x="7363438" y="1707575"/>
            <a:ext cx="535878" cy="309094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E47A883-A001-20AF-F04F-ED63BADB40A5}"/>
              </a:ext>
            </a:extLst>
          </p:cNvPr>
          <p:cNvSpPr txBox="1"/>
          <p:nvPr/>
        </p:nvSpPr>
        <p:spPr>
          <a:xfrm>
            <a:off x="949400" y="3214918"/>
            <a:ext cx="2448064" cy="1200329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virtual</a:t>
            </a:r>
            <a:r>
              <a:rPr lang="en-CA" dirty="0">
                <a:cs typeface="Consolas" panose="020B0609020204030204" pitchFamily="49" charset="0"/>
              </a:rPr>
              <a:t> means that an inheriting class can supply its own implementation.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0C4DE48D-7D6C-68A1-BEE3-B0F018496BE3}"/>
              </a:ext>
            </a:extLst>
          </p:cNvPr>
          <p:cNvCxnSpPr>
            <a:cxnSpLocks/>
          </p:cNvCxnSpPr>
          <p:nvPr/>
        </p:nvCxnSpPr>
        <p:spPr>
          <a:xfrm flipV="1">
            <a:off x="2743960" y="2016669"/>
            <a:ext cx="1242647" cy="119824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F8FAE4F5-9DF0-1A7B-F2FF-CD806D13DBE7}"/>
              </a:ext>
            </a:extLst>
          </p:cNvPr>
          <p:cNvSpPr txBox="1"/>
          <p:nvPr/>
        </p:nvSpPr>
        <p:spPr>
          <a:xfrm>
            <a:off x="6622199" y="3195137"/>
            <a:ext cx="2300426" cy="923330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= 0</a:t>
            </a:r>
            <a:r>
              <a:rPr lang="en-CA" dirty="0">
                <a:cs typeface="Consolas" panose="020B0609020204030204" pitchFamily="49" charset="0"/>
              </a:rPr>
              <a:t> means 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print()</a:t>
            </a:r>
            <a:r>
              <a:rPr lang="en-CA" dirty="0">
                <a:cs typeface="Consolas" panose="020B0609020204030204" pitchFamily="49" charset="0"/>
              </a:rPr>
              <a:t> has no default implementation.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8BC670AF-3B04-281F-1456-DA4DC6C9749D}"/>
              </a:ext>
            </a:extLst>
          </p:cNvPr>
          <p:cNvCxnSpPr>
            <a:cxnSpLocks/>
            <a:stCxn id="27" idx="0"/>
          </p:cNvCxnSpPr>
          <p:nvPr/>
        </p:nvCxnSpPr>
        <p:spPr>
          <a:xfrm flipH="1" flipV="1">
            <a:off x="7654183" y="2016668"/>
            <a:ext cx="118229" cy="117846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4315892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F94A48-B3D4-0D5D-7F17-31C5F05BA9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6921AA6E-D60D-4738-68E0-0FA97A3E3C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4346864" cy="1325563"/>
          </a:xfrm>
        </p:spPr>
        <p:txBody>
          <a:bodyPr/>
          <a:lstStyle/>
          <a:p>
            <a:r>
              <a:rPr lang="en-US" dirty="0"/>
              <a:t>Printable Objects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F6C9804-1F91-AF73-E36B-8FD64B26FFAD}"/>
              </a:ext>
            </a:extLst>
          </p:cNvPr>
          <p:cNvSpPr txBox="1"/>
          <p:nvPr/>
        </p:nvSpPr>
        <p:spPr>
          <a:xfrm>
            <a:off x="8095809" y="2016669"/>
            <a:ext cx="889987" cy="40011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Point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AC24943-E4F5-0A4E-81C5-B6E2229ED8BE}"/>
              </a:ext>
            </a:extLst>
          </p:cNvPr>
          <p:cNvSpPr txBox="1"/>
          <p:nvPr/>
        </p:nvSpPr>
        <p:spPr>
          <a:xfrm>
            <a:off x="9376479" y="2016669"/>
            <a:ext cx="1031051" cy="40011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Person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E33911E-7EBB-AC17-94A2-C6FAEFE813B3}"/>
              </a:ext>
            </a:extLst>
          </p:cNvPr>
          <p:cNvSpPr txBox="1"/>
          <p:nvPr/>
        </p:nvSpPr>
        <p:spPr>
          <a:xfrm>
            <a:off x="10798212" y="2018607"/>
            <a:ext cx="1172116" cy="40011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Reading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272AC30-444A-7273-62C8-7FD422EFB1C1}"/>
              </a:ext>
            </a:extLst>
          </p:cNvPr>
          <p:cNvSpPr txBox="1"/>
          <p:nvPr/>
        </p:nvSpPr>
        <p:spPr>
          <a:xfrm>
            <a:off x="9164882" y="301301"/>
            <a:ext cx="1454244" cy="40011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Printable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CC750E03-3ED9-2376-DB63-124E7F67C9BE}"/>
              </a:ext>
            </a:extLst>
          </p:cNvPr>
          <p:cNvCxnSpPr>
            <a:stCxn id="13" idx="0"/>
          </p:cNvCxnSpPr>
          <p:nvPr/>
        </p:nvCxnSpPr>
        <p:spPr>
          <a:xfrm flipV="1">
            <a:off x="8540803" y="685801"/>
            <a:ext cx="835676" cy="13308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CBB5971E-A55E-04D9-0B2C-C650394DC3A5}"/>
              </a:ext>
            </a:extLst>
          </p:cNvPr>
          <p:cNvCxnSpPr>
            <a:cxnSpLocks/>
            <a:stCxn id="14" idx="0"/>
            <a:endCxn id="16" idx="2"/>
          </p:cNvCxnSpPr>
          <p:nvPr/>
        </p:nvCxnSpPr>
        <p:spPr>
          <a:xfrm flipH="1" flipV="1">
            <a:off x="9892004" y="701411"/>
            <a:ext cx="1" cy="131525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8AC28557-0687-9BE7-6B12-6219B3C2C930}"/>
              </a:ext>
            </a:extLst>
          </p:cNvPr>
          <p:cNvCxnSpPr>
            <a:cxnSpLocks/>
            <a:stCxn id="15" idx="0"/>
          </p:cNvCxnSpPr>
          <p:nvPr/>
        </p:nvCxnSpPr>
        <p:spPr>
          <a:xfrm flipH="1" flipV="1">
            <a:off x="10499535" y="701411"/>
            <a:ext cx="884735" cy="131719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4DA7614B-C248-D0D2-B17C-735B35D56B91}"/>
              </a:ext>
            </a:extLst>
          </p:cNvPr>
          <p:cNvSpPr txBox="1"/>
          <p:nvPr/>
        </p:nvSpPr>
        <p:spPr>
          <a:xfrm>
            <a:off x="3667576" y="1124117"/>
            <a:ext cx="4490332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struct Printable {</a:t>
            </a:r>
          </a:p>
          <a:p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virtual void print() const = 0; </a:t>
            </a:r>
          </a:p>
          <a:p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void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println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() const {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print();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&lt;&lt; "\n";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}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};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37A1D77-69DA-5851-A99C-76BD78AC21BD}"/>
              </a:ext>
            </a:extLst>
          </p:cNvPr>
          <p:cNvSpPr txBox="1"/>
          <p:nvPr/>
        </p:nvSpPr>
        <p:spPr>
          <a:xfrm>
            <a:off x="500852" y="4839394"/>
            <a:ext cx="2844048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class Point 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: public Printable {</a:t>
            </a:r>
          </a:p>
          <a:p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// ...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};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F7CA77-0B40-886E-E234-B11D432AC7F3}"/>
              </a:ext>
            </a:extLst>
          </p:cNvPr>
          <p:cNvSpPr txBox="1"/>
          <p:nvPr/>
        </p:nvSpPr>
        <p:spPr>
          <a:xfrm>
            <a:off x="4437376" y="4839394"/>
            <a:ext cx="2844048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class Person 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: public Printable {</a:t>
            </a:r>
          </a:p>
          <a:p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// ...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};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75C276-DBFD-44C6-CF91-593869E6BC2B}"/>
              </a:ext>
            </a:extLst>
          </p:cNvPr>
          <p:cNvSpPr txBox="1"/>
          <p:nvPr/>
        </p:nvSpPr>
        <p:spPr>
          <a:xfrm>
            <a:off x="8373901" y="4839394"/>
            <a:ext cx="2844048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class Reading 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: public Printable {</a:t>
            </a:r>
          </a:p>
          <a:p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// ...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}; 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047B2BD-7B13-B2CC-E298-F651D003F1E5}"/>
              </a:ext>
            </a:extLst>
          </p:cNvPr>
          <p:cNvSpPr/>
          <p:nvPr/>
        </p:nvSpPr>
        <p:spPr>
          <a:xfrm>
            <a:off x="3986607" y="1707576"/>
            <a:ext cx="902386" cy="309094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2EB0BC-91F9-13F1-15B1-2B0C2D67BA88}"/>
              </a:ext>
            </a:extLst>
          </p:cNvPr>
          <p:cNvSpPr/>
          <p:nvPr/>
        </p:nvSpPr>
        <p:spPr>
          <a:xfrm>
            <a:off x="4980998" y="1707575"/>
            <a:ext cx="2300426" cy="309094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3CD1768-5D14-2EE0-8EC6-CDCE10B45CF9}"/>
              </a:ext>
            </a:extLst>
          </p:cNvPr>
          <p:cNvSpPr/>
          <p:nvPr/>
        </p:nvSpPr>
        <p:spPr>
          <a:xfrm>
            <a:off x="7363438" y="1707575"/>
            <a:ext cx="535878" cy="309094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8798CC6-B393-43EB-0774-32BF09C31D88}"/>
              </a:ext>
            </a:extLst>
          </p:cNvPr>
          <p:cNvSpPr txBox="1"/>
          <p:nvPr/>
        </p:nvSpPr>
        <p:spPr>
          <a:xfrm>
            <a:off x="7127349" y="3027922"/>
            <a:ext cx="3634985" cy="1200329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Point</a:t>
            </a:r>
            <a:r>
              <a:rPr lang="en-CA" dirty="0">
                <a:cs typeface="Consolas" panose="020B0609020204030204" pitchFamily="49" charset="0"/>
              </a:rPr>
              <a:t>, 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Person</a:t>
            </a:r>
            <a:r>
              <a:rPr lang="en-CA" dirty="0">
                <a:cs typeface="Consolas" panose="020B0609020204030204" pitchFamily="49" charset="0"/>
              </a:rPr>
              <a:t>, and 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Reading</a:t>
            </a:r>
            <a:r>
              <a:rPr lang="en-CA" dirty="0">
                <a:cs typeface="Consolas" panose="020B0609020204030204" pitchFamily="49" charset="0"/>
              </a:rPr>
              <a:t> each inherit 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print()</a:t>
            </a:r>
            <a:r>
              <a:rPr lang="en-CA" dirty="0">
                <a:cs typeface="Consolas" panose="020B0609020204030204" pitchFamily="49" charset="0"/>
              </a:rPr>
              <a:t> and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println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  <a:r>
              <a:rPr lang="en-CA" dirty="0">
                <a:cs typeface="Consolas" panose="020B0609020204030204" pitchFamily="49" charset="0"/>
              </a:rPr>
              <a:t>, and they must provide an implementation of 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print()</a:t>
            </a:r>
            <a:r>
              <a:rPr lang="en-CA" dirty="0">
                <a:cs typeface="Consolas" panose="020B0609020204030204" pitchFamily="49" charset="0"/>
              </a:rPr>
              <a:t>.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E018A2A7-5606-7F5A-86B3-AB89C572CF7B}"/>
              </a:ext>
            </a:extLst>
          </p:cNvPr>
          <p:cNvCxnSpPr>
            <a:cxnSpLocks/>
          </p:cNvCxnSpPr>
          <p:nvPr/>
        </p:nvCxnSpPr>
        <p:spPr>
          <a:xfrm flipH="1">
            <a:off x="2077278" y="3732037"/>
            <a:ext cx="5027568" cy="127728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05DE3331-86A5-2BE2-970B-5721344828F9}"/>
              </a:ext>
            </a:extLst>
          </p:cNvPr>
          <p:cNvCxnSpPr>
            <a:cxnSpLocks/>
          </p:cNvCxnSpPr>
          <p:nvPr/>
        </p:nvCxnSpPr>
        <p:spPr>
          <a:xfrm flipH="1">
            <a:off x="6096000" y="4228251"/>
            <a:ext cx="1031349" cy="76750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4C8E6A67-7B8E-7A3C-F020-06E92E65996B}"/>
              </a:ext>
            </a:extLst>
          </p:cNvPr>
          <p:cNvCxnSpPr>
            <a:cxnSpLocks/>
          </p:cNvCxnSpPr>
          <p:nvPr/>
        </p:nvCxnSpPr>
        <p:spPr>
          <a:xfrm>
            <a:off x="9164882" y="4228251"/>
            <a:ext cx="0" cy="65074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4919678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FEA2D0-ABC6-6CB4-DB6D-B2D9B9A645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D6623C-2912-25EA-9F60-1AA41D922D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4346864" cy="1325563"/>
          </a:xfrm>
        </p:spPr>
        <p:txBody>
          <a:bodyPr/>
          <a:lstStyle/>
          <a:p>
            <a:r>
              <a:rPr lang="en-US" dirty="0"/>
              <a:t>Printable Objects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93880C-E3A5-5E77-D906-620467F1EBCF}"/>
              </a:ext>
            </a:extLst>
          </p:cNvPr>
          <p:cNvSpPr txBox="1"/>
          <p:nvPr/>
        </p:nvSpPr>
        <p:spPr>
          <a:xfrm>
            <a:off x="8358481" y="2109272"/>
            <a:ext cx="3603872" cy="286232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class Reading 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CA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 public Printable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{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// ...</a:t>
            </a:r>
          </a:p>
          <a:p>
            <a:endParaRPr lang="en-CA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CA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void print() const { </a:t>
            </a:r>
          </a:p>
          <a:p>
            <a:r>
              <a:rPr lang="en-CA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CA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CA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&lt;&lt; temp </a:t>
            </a:r>
          </a:p>
          <a:p>
            <a:r>
              <a:rPr lang="en-CA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&lt;&lt; " degrees at " </a:t>
            </a:r>
          </a:p>
          <a:p>
            <a:r>
              <a:rPr lang="en-CA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&lt;&lt; loc; </a:t>
            </a:r>
          </a:p>
          <a:p>
            <a:r>
              <a:rPr lang="en-CA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}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}; // class Reading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8B521DC-443D-C586-C395-69791024B84A}"/>
              </a:ext>
            </a:extLst>
          </p:cNvPr>
          <p:cNvSpPr txBox="1"/>
          <p:nvPr/>
        </p:nvSpPr>
        <p:spPr>
          <a:xfrm>
            <a:off x="4104108" y="2109272"/>
            <a:ext cx="3983783" cy="286232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class Person 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CA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 public Printable 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// ...</a:t>
            </a:r>
          </a:p>
          <a:p>
            <a:endParaRPr lang="en-CA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CA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void print() const { </a:t>
            </a:r>
          </a:p>
          <a:p>
            <a:r>
              <a:rPr lang="en-CA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CA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CA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&lt;&lt; "Name: '" &lt;&lt; name </a:t>
            </a:r>
          </a:p>
          <a:p>
            <a:r>
              <a:rPr lang="en-CA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&lt;&lt; ", Age: " &lt;&lt; age; </a:t>
            </a:r>
          </a:p>
          <a:p>
            <a:r>
              <a:rPr lang="en-CA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}</a:t>
            </a:r>
          </a:p>
          <a:p>
            <a:endParaRPr lang="en-CA" dirty="0">
              <a:solidFill>
                <a:srgbClr val="FF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}; // class Person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0D55885-FAA4-CE66-61E2-5B3D2834697D}"/>
              </a:ext>
            </a:extLst>
          </p:cNvPr>
          <p:cNvSpPr txBox="1"/>
          <p:nvPr/>
        </p:nvSpPr>
        <p:spPr>
          <a:xfrm>
            <a:off x="688495" y="2109272"/>
            <a:ext cx="3097323" cy="286232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class Point </a:t>
            </a:r>
            <a:b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CA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 public Printable 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// ...</a:t>
            </a:r>
          </a:p>
          <a:p>
            <a:endParaRPr lang="en-CA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CA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void print() const { </a:t>
            </a:r>
          </a:p>
          <a:p>
            <a:r>
              <a:rPr lang="en-CA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CA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CA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&lt;&lt; '(' &lt;&lt; x </a:t>
            </a:r>
          </a:p>
          <a:p>
            <a:r>
              <a:rPr lang="en-CA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&lt;&lt; ", " </a:t>
            </a:r>
          </a:p>
          <a:p>
            <a:r>
              <a:rPr lang="en-CA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&lt;&lt; y &lt;&lt; ')’; </a:t>
            </a:r>
          </a:p>
          <a:p>
            <a:r>
              <a:rPr lang="en-CA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}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}; // class Point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2ACE01B-8A1A-3C3E-0411-64B85B59C024}"/>
              </a:ext>
            </a:extLst>
          </p:cNvPr>
          <p:cNvSpPr txBox="1"/>
          <p:nvPr/>
        </p:nvSpPr>
        <p:spPr>
          <a:xfrm>
            <a:off x="5436705" y="662781"/>
            <a:ext cx="3693767" cy="923330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>
                <a:cs typeface="Consolas" panose="020B0609020204030204" pitchFamily="49" charset="0"/>
              </a:rPr>
              <a:t>By inheriting from 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Printable</a:t>
            </a:r>
            <a:r>
              <a:rPr lang="en-CA" dirty="0">
                <a:cs typeface="Consolas" panose="020B0609020204030204" pitchFamily="49" charset="0"/>
              </a:rPr>
              <a:t> we no longer need to put identical copies of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println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  <a:r>
              <a:rPr lang="en-CA" dirty="0">
                <a:cs typeface="Consolas" panose="020B0609020204030204" pitchFamily="49" charset="0"/>
              </a:rPr>
              <a:t> in each class.</a:t>
            </a:r>
          </a:p>
        </p:txBody>
      </p:sp>
    </p:spTree>
    <p:extLst>
      <p:ext uri="{BB962C8B-B14F-4D97-AF65-F5344CB8AC3E}">
        <p14:creationId xmlns:p14="http://schemas.microsoft.com/office/powerpoint/2010/main" val="127719703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644671-1F2C-0598-1147-30D1019C2D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2BCB52D-CE48-48CA-E0E6-BCB60C86D3A4}"/>
              </a:ext>
            </a:extLst>
          </p:cNvPr>
          <p:cNvSpPr txBox="1"/>
          <p:nvPr/>
        </p:nvSpPr>
        <p:spPr>
          <a:xfrm>
            <a:off x="3667576" y="1124117"/>
            <a:ext cx="4490332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struct Printable {</a:t>
            </a:r>
          </a:p>
          <a:p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virtual void print() const = 0; </a:t>
            </a:r>
          </a:p>
          <a:p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void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println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() const {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print();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&lt;&lt; "\n";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}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}; 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1A69476E-C8DB-CDE6-54DA-B2D9E1BDFC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4346864" cy="1325563"/>
          </a:xfrm>
        </p:spPr>
        <p:txBody>
          <a:bodyPr/>
          <a:lstStyle/>
          <a:p>
            <a:r>
              <a:rPr lang="en-US" dirty="0"/>
              <a:t>Printable Objects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01859AC-CC72-6839-2FDB-F69A09B52B5A}"/>
              </a:ext>
            </a:extLst>
          </p:cNvPr>
          <p:cNvSpPr txBox="1"/>
          <p:nvPr/>
        </p:nvSpPr>
        <p:spPr>
          <a:xfrm>
            <a:off x="8095809" y="2016669"/>
            <a:ext cx="889987" cy="40011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Point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88050E0-BABC-F561-68DC-D1E4E6425632}"/>
              </a:ext>
            </a:extLst>
          </p:cNvPr>
          <p:cNvSpPr txBox="1"/>
          <p:nvPr/>
        </p:nvSpPr>
        <p:spPr>
          <a:xfrm>
            <a:off x="9376479" y="2016669"/>
            <a:ext cx="1031051" cy="40011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Person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30A421E-5F80-E7B8-DCEE-9CAE12997F2A}"/>
              </a:ext>
            </a:extLst>
          </p:cNvPr>
          <p:cNvSpPr txBox="1"/>
          <p:nvPr/>
        </p:nvSpPr>
        <p:spPr>
          <a:xfrm>
            <a:off x="10798212" y="2018607"/>
            <a:ext cx="1172116" cy="40011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Reading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47ABF2C-0A58-335E-AB86-AF9221861F71}"/>
              </a:ext>
            </a:extLst>
          </p:cNvPr>
          <p:cNvSpPr txBox="1"/>
          <p:nvPr/>
        </p:nvSpPr>
        <p:spPr>
          <a:xfrm>
            <a:off x="9164882" y="301301"/>
            <a:ext cx="1454244" cy="40011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Printable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07E2B853-E4ED-4C70-3F9A-1D78091BACBA}"/>
              </a:ext>
            </a:extLst>
          </p:cNvPr>
          <p:cNvCxnSpPr>
            <a:stCxn id="13" idx="0"/>
          </p:cNvCxnSpPr>
          <p:nvPr/>
        </p:nvCxnSpPr>
        <p:spPr>
          <a:xfrm flipV="1">
            <a:off x="8540803" y="685801"/>
            <a:ext cx="835676" cy="13308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6EE20894-D6D3-AEA4-2D84-CE021358102F}"/>
              </a:ext>
            </a:extLst>
          </p:cNvPr>
          <p:cNvCxnSpPr>
            <a:cxnSpLocks/>
            <a:stCxn id="14" idx="0"/>
            <a:endCxn id="16" idx="2"/>
          </p:cNvCxnSpPr>
          <p:nvPr/>
        </p:nvCxnSpPr>
        <p:spPr>
          <a:xfrm flipH="1" flipV="1">
            <a:off x="9892004" y="701411"/>
            <a:ext cx="1" cy="131525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38B62390-0C77-1AD6-8B0B-CFCF1E6BD552}"/>
              </a:ext>
            </a:extLst>
          </p:cNvPr>
          <p:cNvCxnSpPr>
            <a:cxnSpLocks/>
            <a:stCxn id="15" idx="0"/>
          </p:cNvCxnSpPr>
          <p:nvPr/>
        </p:nvCxnSpPr>
        <p:spPr>
          <a:xfrm flipH="1" flipV="1">
            <a:off x="10499535" y="701411"/>
            <a:ext cx="884735" cy="131719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05998E24-DBE0-58D7-F6AA-B91D178CA3BF}"/>
              </a:ext>
            </a:extLst>
          </p:cNvPr>
          <p:cNvSpPr txBox="1"/>
          <p:nvPr/>
        </p:nvSpPr>
        <p:spPr>
          <a:xfrm>
            <a:off x="500852" y="4839394"/>
            <a:ext cx="2844048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class Point 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: public Printable {</a:t>
            </a:r>
          </a:p>
          <a:p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// ...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};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CDD3B5C-E3DE-A7B7-DC1D-3282D4E5E91D}"/>
              </a:ext>
            </a:extLst>
          </p:cNvPr>
          <p:cNvSpPr txBox="1"/>
          <p:nvPr/>
        </p:nvSpPr>
        <p:spPr>
          <a:xfrm>
            <a:off x="4437376" y="4839394"/>
            <a:ext cx="2844048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class Person 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: public Printable {</a:t>
            </a:r>
          </a:p>
          <a:p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// ...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};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75D1CD6-6C70-30B5-3354-C9A9E66BAFF9}"/>
              </a:ext>
            </a:extLst>
          </p:cNvPr>
          <p:cNvSpPr txBox="1"/>
          <p:nvPr/>
        </p:nvSpPr>
        <p:spPr>
          <a:xfrm>
            <a:off x="8373901" y="4839394"/>
            <a:ext cx="2844048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class Reading 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: public Printable {</a:t>
            </a:r>
          </a:p>
          <a:p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// ...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}; 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EA35F64-2845-60BD-3564-C3953522E62C}"/>
              </a:ext>
            </a:extLst>
          </p:cNvPr>
          <p:cNvSpPr txBox="1"/>
          <p:nvPr/>
        </p:nvSpPr>
        <p:spPr>
          <a:xfrm>
            <a:off x="221672" y="1508825"/>
            <a:ext cx="3249411" cy="2031325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b="1" dirty="0">
                <a:cs typeface="Consolas" panose="020B0609020204030204" pitchFamily="49" charset="0"/>
              </a:rPr>
              <a:t>But there’s a problem!</a:t>
            </a:r>
            <a:br>
              <a:rPr lang="en-CA" b="1" dirty="0">
                <a:cs typeface="Consolas" panose="020B0609020204030204" pitchFamily="49" charset="0"/>
              </a:rPr>
            </a:br>
            <a:r>
              <a:rPr lang="en-CA" dirty="0">
                <a:cs typeface="Consolas" panose="020B0609020204030204" pitchFamily="49" charset="0"/>
              </a:rPr>
              <a:t>We must also declare 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Printable</a:t>
            </a:r>
            <a:r>
              <a:rPr lang="en-CA" dirty="0">
                <a:cs typeface="Consolas" panose="020B0609020204030204" pitchFamily="49" charset="0"/>
              </a:rPr>
              <a:t>’s destructor to be 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virtual</a:t>
            </a:r>
            <a:r>
              <a:rPr lang="en-CA" dirty="0">
                <a:cs typeface="Consolas" panose="020B0609020204030204" pitchFamily="49" charset="0"/>
              </a:rPr>
              <a:t>. Otherwise, inheriting classes will not be able to implement their own destructor (if they need one).</a:t>
            </a:r>
          </a:p>
        </p:txBody>
      </p:sp>
    </p:spTree>
    <p:extLst>
      <p:ext uri="{BB962C8B-B14F-4D97-AF65-F5344CB8AC3E}">
        <p14:creationId xmlns:p14="http://schemas.microsoft.com/office/powerpoint/2010/main" val="418250366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427B08-41C4-07E9-66FA-3A3F38451D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DE5B2AE-9AF8-A6DE-7722-95B5E5BEE0F3}"/>
              </a:ext>
            </a:extLst>
          </p:cNvPr>
          <p:cNvSpPr txBox="1"/>
          <p:nvPr/>
        </p:nvSpPr>
        <p:spPr>
          <a:xfrm>
            <a:off x="3667576" y="1124117"/>
            <a:ext cx="4490332" cy="31393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struct Printable {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virtual ~Destructor() { }</a:t>
            </a:r>
          </a:p>
          <a:p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virtual void print() const = 0; </a:t>
            </a:r>
          </a:p>
          <a:p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void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println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() const {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print();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&lt;&lt; "\n";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}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}; 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04DC700-560C-B9E2-E966-A8F531FAC4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4346864" cy="1325563"/>
          </a:xfrm>
        </p:spPr>
        <p:txBody>
          <a:bodyPr/>
          <a:lstStyle/>
          <a:p>
            <a:r>
              <a:rPr lang="en-US" dirty="0"/>
              <a:t>Printable Objects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A9F77B1-5620-F22D-698E-8B5DC087C7C6}"/>
              </a:ext>
            </a:extLst>
          </p:cNvPr>
          <p:cNvSpPr txBox="1"/>
          <p:nvPr/>
        </p:nvSpPr>
        <p:spPr>
          <a:xfrm>
            <a:off x="8095809" y="2016669"/>
            <a:ext cx="889987" cy="40011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Point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93B48F6-A63B-7B4E-B356-0CA3C052EE6A}"/>
              </a:ext>
            </a:extLst>
          </p:cNvPr>
          <p:cNvSpPr txBox="1"/>
          <p:nvPr/>
        </p:nvSpPr>
        <p:spPr>
          <a:xfrm>
            <a:off x="9376479" y="2016669"/>
            <a:ext cx="1031051" cy="40011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Person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9F8C137-BA58-F466-7369-CFBBAD5B4E1D}"/>
              </a:ext>
            </a:extLst>
          </p:cNvPr>
          <p:cNvSpPr txBox="1"/>
          <p:nvPr/>
        </p:nvSpPr>
        <p:spPr>
          <a:xfrm>
            <a:off x="10798212" y="2018607"/>
            <a:ext cx="1172116" cy="40011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Reading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7CE8343-D5BB-C4C5-9CBC-81DF100219B2}"/>
              </a:ext>
            </a:extLst>
          </p:cNvPr>
          <p:cNvSpPr txBox="1"/>
          <p:nvPr/>
        </p:nvSpPr>
        <p:spPr>
          <a:xfrm>
            <a:off x="9164882" y="301301"/>
            <a:ext cx="1454244" cy="40011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Printable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8B7C4F09-19D3-0398-8D72-6C84532737A5}"/>
              </a:ext>
            </a:extLst>
          </p:cNvPr>
          <p:cNvCxnSpPr>
            <a:stCxn id="13" idx="0"/>
          </p:cNvCxnSpPr>
          <p:nvPr/>
        </p:nvCxnSpPr>
        <p:spPr>
          <a:xfrm flipV="1">
            <a:off x="8540803" y="685801"/>
            <a:ext cx="835676" cy="13308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296EB9FD-16BC-3853-2FED-1F4F2D1A4009}"/>
              </a:ext>
            </a:extLst>
          </p:cNvPr>
          <p:cNvCxnSpPr>
            <a:cxnSpLocks/>
            <a:stCxn id="14" idx="0"/>
            <a:endCxn id="16" idx="2"/>
          </p:cNvCxnSpPr>
          <p:nvPr/>
        </p:nvCxnSpPr>
        <p:spPr>
          <a:xfrm flipH="1" flipV="1">
            <a:off x="9892004" y="701411"/>
            <a:ext cx="1" cy="131525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DBD25682-C0FB-B8BA-BA0E-7CD1DF0F69A9}"/>
              </a:ext>
            </a:extLst>
          </p:cNvPr>
          <p:cNvCxnSpPr>
            <a:cxnSpLocks/>
            <a:stCxn id="15" idx="0"/>
          </p:cNvCxnSpPr>
          <p:nvPr/>
        </p:nvCxnSpPr>
        <p:spPr>
          <a:xfrm flipH="1" flipV="1">
            <a:off x="10499535" y="701411"/>
            <a:ext cx="884735" cy="131719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BCA1B10B-B4F5-2393-B36C-411DCB99B6B9}"/>
              </a:ext>
            </a:extLst>
          </p:cNvPr>
          <p:cNvSpPr txBox="1"/>
          <p:nvPr/>
        </p:nvSpPr>
        <p:spPr>
          <a:xfrm>
            <a:off x="500852" y="4839394"/>
            <a:ext cx="2844048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class Point 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: public Printable {</a:t>
            </a:r>
          </a:p>
          <a:p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// ...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};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99F8E6-51A0-9D85-B452-50EB80DFE947}"/>
              </a:ext>
            </a:extLst>
          </p:cNvPr>
          <p:cNvSpPr txBox="1"/>
          <p:nvPr/>
        </p:nvSpPr>
        <p:spPr>
          <a:xfrm>
            <a:off x="4437376" y="4839394"/>
            <a:ext cx="2844048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class Person 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: public Printable {</a:t>
            </a:r>
          </a:p>
          <a:p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// ...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};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F8F3CED-1499-FC0B-75D9-4A3DA1DA6B2B}"/>
              </a:ext>
            </a:extLst>
          </p:cNvPr>
          <p:cNvSpPr txBox="1"/>
          <p:nvPr/>
        </p:nvSpPr>
        <p:spPr>
          <a:xfrm>
            <a:off x="8373901" y="4839394"/>
            <a:ext cx="2844048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class Reading 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: public Printable {</a:t>
            </a:r>
          </a:p>
          <a:p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// ...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}; 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71E6195-B97C-36EB-C877-97670BF785AE}"/>
              </a:ext>
            </a:extLst>
          </p:cNvPr>
          <p:cNvSpPr txBox="1"/>
          <p:nvPr/>
        </p:nvSpPr>
        <p:spPr>
          <a:xfrm>
            <a:off x="221672" y="1508825"/>
            <a:ext cx="3249411" cy="2031325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b="1" dirty="0">
                <a:cs typeface="Consolas" panose="020B0609020204030204" pitchFamily="49" charset="0"/>
              </a:rPr>
              <a:t>But there’s a problem!</a:t>
            </a:r>
            <a:br>
              <a:rPr lang="en-CA" b="1" dirty="0">
                <a:cs typeface="Consolas" panose="020B0609020204030204" pitchFamily="49" charset="0"/>
              </a:rPr>
            </a:br>
            <a:r>
              <a:rPr lang="en-CA" dirty="0">
                <a:cs typeface="Consolas" panose="020B0609020204030204" pitchFamily="49" charset="0"/>
              </a:rPr>
              <a:t>We must also declare 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Printable</a:t>
            </a:r>
            <a:r>
              <a:rPr lang="en-CA" dirty="0">
                <a:cs typeface="Consolas" panose="020B0609020204030204" pitchFamily="49" charset="0"/>
              </a:rPr>
              <a:t>’s destructor to be 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virtual</a:t>
            </a:r>
            <a:r>
              <a:rPr lang="en-CA" dirty="0">
                <a:cs typeface="Consolas" panose="020B0609020204030204" pitchFamily="49" charset="0"/>
              </a:rPr>
              <a:t>. Otherwise, inheriting classes will not be able to implement their own destructor (if they need one).</a:t>
            </a:r>
          </a:p>
        </p:txBody>
      </p:sp>
    </p:spTree>
    <p:extLst>
      <p:ext uri="{BB962C8B-B14F-4D97-AF65-F5344CB8AC3E}">
        <p14:creationId xmlns:p14="http://schemas.microsoft.com/office/powerpoint/2010/main" val="145119267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95D901-DDB4-2996-E646-59B64DCA46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Printable Objects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126938-859B-F394-3961-C2FC73AC15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See the </a:t>
            </a:r>
            <a:r>
              <a:rPr lang="en-US" dirty="0" err="1"/>
              <a:t>print_demo.cpp</a:t>
            </a:r>
            <a:r>
              <a:rPr lang="en-US" dirty="0"/>
              <a:t> file in the code notes …</a:t>
            </a:r>
          </a:p>
        </p:txBody>
      </p:sp>
    </p:spTree>
    <p:extLst>
      <p:ext uri="{BB962C8B-B14F-4D97-AF65-F5344CB8AC3E}">
        <p14:creationId xmlns:p14="http://schemas.microsoft.com/office/powerpoint/2010/main" val="40434965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67BAA5-031F-A8EC-D966-EE007868B2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4A74DF4-C531-73EC-8A2F-AB399666C43A}"/>
              </a:ext>
            </a:extLst>
          </p:cNvPr>
          <p:cNvSpPr txBox="1"/>
          <p:nvPr/>
        </p:nvSpPr>
        <p:spPr>
          <a:xfrm>
            <a:off x="1421295" y="2644170"/>
            <a:ext cx="4027064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Consolas" panose="020B0609020204030204" pitchFamily="49" charset="0"/>
                <a:cs typeface="Consolas" panose="020B0609020204030204" pitchFamily="49" charset="0"/>
              </a:rPr>
              <a:t>void </a:t>
            </a:r>
            <a:r>
              <a:rPr lang="en-US" sz="32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hello</a:t>
            </a:r>
            <a:r>
              <a:rPr lang="en-US" sz="3200" dirty="0">
                <a:latin typeface="Consolas" panose="020B0609020204030204" pitchFamily="49" charset="0"/>
                <a:cs typeface="Consolas" panose="020B0609020204030204" pitchFamily="49" charset="0"/>
              </a:rPr>
              <a:t>() {</a:t>
            </a:r>
            <a:br>
              <a:rPr lang="en-US" sz="32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3200" dirty="0"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en-US" sz="3200" dirty="0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US" sz="3200" dirty="0">
                <a:latin typeface="Consolas" panose="020B0609020204030204" pitchFamily="49" charset="0"/>
                <a:cs typeface="Consolas" panose="020B0609020204030204" pitchFamily="49" charset="0"/>
              </a:rPr>
              <a:t> &lt;&lt; "Hi!";</a:t>
            </a:r>
          </a:p>
          <a:p>
            <a:r>
              <a:rPr lang="en-US" sz="3200" dirty="0">
                <a:latin typeface="Consolas" panose="020B0609020204030204" pitchFamily="49" charset="0"/>
                <a:cs typeface="Consolas" panose="020B0609020204030204" pitchFamily="49" charset="0"/>
              </a:rPr>
              <a:t>};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65E8EE53-BFB4-2F19-53C0-7AC36DE7DA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2842591" cy="1325563"/>
          </a:xfrm>
        </p:spPr>
        <p:txBody>
          <a:bodyPr/>
          <a:lstStyle/>
          <a:p>
            <a:r>
              <a:rPr lang="en-US" dirty="0"/>
              <a:t>The Idea of Binding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9D28935-F41A-CF03-713D-0D02073CF9E3}"/>
              </a:ext>
            </a:extLst>
          </p:cNvPr>
          <p:cNvSpPr txBox="1"/>
          <p:nvPr/>
        </p:nvSpPr>
        <p:spPr>
          <a:xfrm>
            <a:off x="7845138" y="763390"/>
            <a:ext cx="3249411" cy="1200329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>
                <a:cs typeface="Consolas" panose="020B0609020204030204" pitchFamily="49" charset="0"/>
              </a:rPr>
              <a:t>When the C++ compiler sees this definition of 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hello</a:t>
            </a:r>
            <a:r>
              <a:rPr lang="en-CA" dirty="0">
                <a:cs typeface="Consolas" panose="020B0609020204030204" pitchFamily="49" charset="0"/>
              </a:rPr>
              <a:t>, we say it </a:t>
            </a:r>
            <a:r>
              <a:rPr lang="en-CA" b="1" dirty="0">
                <a:cs typeface="Consolas" panose="020B0609020204030204" pitchFamily="49" charset="0"/>
              </a:rPr>
              <a:t>binds</a:t>
            </a:r>
            <a:r>
              <a:rPr lang="en-CA" dirty="0">
                <a:cs typeface="Consolas" panose="020B0609020204030204" pitchFamily="49" charset="0"/>
              </a:rPr>
              <a:t> the name 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hello</a:t>
            </a:r>
            <a:r>
              <a:rPr lang="en-CA" dirty="0">
                <a:cs typeface="Consolas" panose="020B0609020204030204" pitchFamily="49" charset="0"/>
              </a:rPr>
              <a:t> to the function body.</a:t>
            </a:r>
          </a:p>
        </p:txBody>
      </p:sp>
    </p:spTree>
    <p:extLst>
      <p:ext uri="{BB962C8B-B14F-4D97-AF65-F5344CB8AC3E}">
        <p14:creationId xmlns:p14="http://schemas.microsoft.com/office/powerpoint/2010/main" val="385451976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189F5E-AD3D-6274-AA4E-97A0FF9C26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33B5B34-72D5-DE5E-B776-DF65F5DE4166}"/>
              </a:ext>
            </a:extLst>
          </p:cNvPr>
          <p:cNvSpPr txBox="1"/>
          <p:nvPr/>
        </p:nvSpPr>
        <p:spPr>
          <a:xfrm>
            <a:off x="1421295" y="2644170"/>
            <a:ext cx="4027064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Consolas" panose="020B0609020204030204" pitchFamily="49" charset="0"/>
                <a:cs typeface="Consolas" panose="020B0609020204030204" pitchFamily="49" charset="0"/>
              </a:rPr>
              <a:t>void </a:t>
            </a:r>
            <a:r>
              <a:rPr lang="en-US" sz="32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hello</a:t>
            </a:r>
            <a:r>
              <a:rPr lang="en-US" sz="3200" dirty="0">
                <a:latin typeface="Consolas" panose="020B0609020204030204" pitchFamily="49" charset="0"/>
                <a:cs typeface="Consolas" panose="020B0609020204030204" pitchFamily="49" charset="0"/>
              </a:rPr>
              <a:t>() {</a:t>
            </a:r>
            <a:br>
              <a:rPr lang="en-US" sz="32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3200" dirty="0"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en-US" sz="3200" dirty="0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US" sz="3200" dirty="0">
                <a:latin typeface="Consolas" panose="020B0609020204030204" pitchFamily="49" charset="0"/>
                <a:cs typeface="Consolas" panose="020B0609020204030204" pitchFamily="49" charset="0"/>
              </a:rPr>
              <a:t> &lt;&lt; "Hi!";</a:t>
            </a:r>
          </a:p>
          <a:p>
            <a:r>
              <a:rPr lang="en-US" sz="3200" dirty="0">
                <a:latin typeface="Consolas" panose="020B0609020204030204" pitchFamily="49" charset="0"/>
                <a:cs typeface="Consolas" panose="020B0609020204030204" pitchFamily="49" charset="0"/>
              </a:rPr>
              <a:t>};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901B7E1-5A6E-452B-AA61-06F13B5F51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2842591" cy="1325563"/>
          </a:xfrm>
        </p:spPr>
        <p:txBody>
          <a:bodyPr/>
          <a:lstStyle/>
          <a:p>
            <a:r>
              <a:rPr lang="en-US" dirty="0"/>
              <a:t>The Idea of Binding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7B3CA25-416A-655B-3772-1C8E630A9B96}"/>
              </a:ext>
            </a:extLst>
          </p:cNvPr>
          <p:cNvSpPr txBox="1"/>
          <p:nvPr/>
        </p:nvSpPr>
        <p:spPr>
          <a:xfrm>
            <a:off x="7845138" y="763390"/>
            <a:ext cx="3249411" cy="1200329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>
                <a:cs typeface="Consolas" panose="020B0609020204030204" pitchFamily="49" charset="0"/>
              </a:rPr>
              <a:t>When the C++ compiler sees this definition of 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hello</a:t>
            </a:r>
            <a:r>
              <a:rPr lang="en-CA" dirty="0">
                <a:cs typeface="Consolas" panose="020B0609020204030204" pitchFamily="49" charset="0"/>
              </a:rPr>
              <a:t>, we say it </a:t>
            </a:r>
            <a:r>
              <a:rPr lang="en-CA" b="1" dirty="0">
                <a:cs typeface="Consolas" panose="020B0609020204030204" pitchFamily="49" charset="0"/>
              </a:rPr>
              <a:t>binds</a:t>
            </a:r>
            <a:r>
              <a:rPr lang="en-CA" dirty="0">
                <a:cs typeface="Consolas" panose="020B0609020204030204" pitchFamily="49" charset="0"/>
              </a:rPr>
              <a:t> the name 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hello</a:t>
            </a:r>
            <a:r>
              <a:rPr lang="en-CA" dirty="0">
                <a:cs typeface="Consolas" panose="020B0609020204030204" pitchFamily="49" charset="0"/>
              </a:rPr>
              <a:t> to the function body.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943938-8CCC-F123-AB08-C33F502CB801}"/>
              </a:ext>
            </a:extLst>
          </p:cNvPr>
          <p:cNvSpPr txBox="1"/>
          <p:nvPr/>
        </p:nvSpPr>
        <p:spPr>
          <a:xfrm>
            <a:off x="7845137" y="2903616"/>
            <a:ext cx="3249411" cy="923330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>
                <a:cs typeface="Consolas" panose="020B0609020204030204" pitchFamily="49" charset="0"/>
              </a:rPr>
              <a:t>For 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hello</a:t>
            </a:r>
            <a:r>
              <a:rPr lang="en-CA" dirty="0">
                <a:cs typeface="Consolas" panose="020B0609020204030204" pitchFamily="49" charset="0"/>
              </a:rPr>
              <a:t>, the binding happens at </a:t>
            </a:r>
            <a:r>
              <a:rPr lang="en-CA" b="1" dirty="0">
                <a:cs typeface="Consolas" panose="020B0609020204030204" pitchFamily="49" charset="0"/>
              </a:rPr>
              <a:t>compile time</a:t>
            </a:r>
            <a:r>
              <a:rPr lang="en-CA" dirty="0">
                <a:cs typeface="Consolas" panose="020B0609020204030204" pitchFamily="49" charset="0"/>
              </a:rPr>
              <a:t>. This is called </a:t>
            </a:r>
            <a:r>
              <a:rPr lang="en-CA" b="1" dirty="0">
                <a:cs typeface="Consolas" panose="020B0609020204030204" pitchFamily="49" charset="0"/>
              </a:rPr>
              <a:t>static binding</a:t>
            </a:r>
            <a:r>
              <a:rPr lang="en-CA" dirty="0">
                <a:cs typeface="Consolas" panose="020B0609020204030204" pitchFamily="49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1819230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442954-771F-0FA0-6EA2-69811ACAC0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4CC1BCF-1DA6-D889-F159-C2DD37FB24CD}"/>
              </a:ext>
            </a:extLst>
          </p:cNvPr>
          <p:cNvSpPr txBox="1"/>
          <p:nvPr/>
        </p:nvSpPr>
        <p:spPr>
          <a:xfrm>
            <a:off x="755373" y="1511110"/>
            <a:ext cx="6250429" cy="40934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Printable* p;</a:t>
            </a:r>
          </a:p>
          <a:p>
            <a:endParaRPr lang="en-US" sz="20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string s;</a:t>
            </a:r>
          </a:p>
          <a:p>
            <a:r>
              <a:rPr lang="en-US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&lt;&lt; "Do you prefer points or people? ";</a:t>
            </a:r>
          </a:p>
          <a:p>
            <a:r>
              <a:rPr lang="en-US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cin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&gt;&gt; s;</a:t>
            </a:r>
          </a:p>
          <a:p>
            <a:endParaRPr lang="en-US" sz="20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if (s == "points") {</a:t>
            </a:r>
          </a:p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   p = new Point(2, 3);</a:t>
            </a:r>
          </a:p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} else {</a:t>
            </a:r>
          </a:p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   p = new Person("Jill", 93);</a:t>
            </a:r>
          </a:p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endParaRPr lang="en-US" sz="20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p-&gt;print();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6A0A6D6-A4AB-1AF3-BFAD-D697E2C8F6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2842591" cy="1325563"/>
          </a:xfrm>
        </p:spPr>
        <p:txBody>
          <a:bodyPr/>
          <a:lstStyle/>
          <a:p>
            <a:r>
              <a:rPr lang="en-US" dirty="0"/>
              <a:t>The Idea of Binding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A253DF1-918D-C9E1-30A8-046BFC9EA34A}"/>
              </a:ext>
            </a:extLst>
          </p:cNvPr>
          <p:cNvSpPr txBox="1"/>
          <p:nvPr/>
        </p:nvSpPr>
        <p:spPr>
          <a:xfrm>
            <a:off x="3094234" y="662781"/>
            <a:ext cx="3249411" cy="369332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>
                <a:cs typeface="Consolas" panose="020B0609020204030204" pitchFamily="49" charset="0"/>
              </a:rPr>
              <a:t>Consider this example …</a:t>
            </a:r>
          </a:p>
        </p:txBody>
      </p:sp>
    </p:spTree>
    <p:extLst>
      <p:ext uri="{BB962C8B-B14F-4D97-AF65-F5344CB8AC3E}">
        <p14:creationId xmlns:p14="http://schemas.microsoft.com/office/powerpoint/2010/main" val="51065417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BBF0B9-B2B0-FF3B-0BDB-62B388616B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0BE8A16-DF5B-8211-3195-C2752B439956}"/>
              </a:ext>
            </a:extLst>
          </p:cNvPr>
          <p:cNvSpPr txBox="1"/>
          <p:nvPr/>
        </p:nvSpPr>
        <p:spPr>
          <a:xfrm>
            <a:off x="755373" y="1511110"/>
            <a:ext cx="6250429" cy="40934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Printable* p;</a:t>
            </a:r>
          </a:p>
          <a:p>
            <a:endParaRPr lang="en-US" sz="20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string s;</a:t>
            </a:r>
          </a:p>
          <a:p>
            <a:r>
              <a:rPr lang="en-US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&lt;&lt; "Do you prefer points or people? ";</a:t>
            </a:r>
          </a:p>
          <a:p>
            <a:r>
              <a:rPr lang="en-US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cin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&gt;&gt; s;</a:t>
            </a:r>
          </a:p>
          <a:p>
            <a:endParaRPr lang="en-US" sz="20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if (s == "points") {</a:t>
            </a:r>
          </a:p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   p = new Point(2, 3);</a:t>
            </a:r>
          </a:p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} else {</a:t>
            </a:r>
          </a:p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   p = new Person("Jill", 93);</a:t>
            </a:r>
          </a:p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endParaRPr lang="en-US" sz="20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p-&gt;print();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241AD1A-9059-B29F-A2AE-CAAD52A58D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2842591" cy="1325563"/>
          </a:xfrm>
        </p:spPr>
        <p:txBody>
          <a:bodyPr/>
          <a:lstStyle/>
          <a:p>
            <a:r>
              <a:rPr lang="en-US" dirty="0"/>
              <a:t>The Idea of Binding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D970BBF-E083-97E7-9645-C9E45D58E639}"/>
              </a:ext>
            </a:extLst>
          </p:cNvPr>
          <p:cNvSpPr txBox="1"/>
          <p:nvPr/>
        </p:nvSpPr>
        <p:spPr>
          <a:xfrm>
            <a:off x="3094234" y="662781"/>
            <a:ext cx="3249411" cy="369332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>
                <a:cs typeface="Consolas" panose="020B0609020204030204" pitchFamily="49" charset="0"/>
              </a:rPr>
              <a:t>Consider this example …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6717A6E-22ED-8F28-65E2-2475F5AEC5CE}"/>
              </a:ext>
            </a:extLst>
          </p:cNvPr>
          <p:cNvSpPr txBox="1"/>
          <p:nvPr/>
        </p:nvSpPr>
        <p:spPr>
          <a:xfrm>
            <a:off x="2842591" y="4885225"/>
            <a:ext cx="2885810" cy="923330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>
                <a:cs typeface="Consolas" panose="020B0609020204030204" pitchFamily="49" charset="0"/>
              </a:rPr>
              <a:t>Which 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print()</a:t>
            </a:r>
            <a:r>
              <a:rPr lang="en-CA" dirty="0">
                <a:cs typeface="Consolas" panose="020B0609020204030204" pitchFamily="49" charset="0"/>
              </a:rPr>
              <a:t> method is called? The one for 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Point</a:t>
            </a:r>
            <a:r>
              <a:rPr lang="en-CA" dirty="0">
                <a:cs typeface="Consolas" panose="020B0609020204030204" pitchFamily="49" charset="0"/>
              </a:rPr>
              <a:t> or the one for 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Person</a:t>
            </a:r>
            <a:r>
              <a:rPr lang="en-CA" dirty="0">
                <a:cs typeface="Consolas" panose="020B0609020204030204" pitchFamily="49" charset="0"/>
              </a:rPr>
              <a:t>?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71B8C65-9B06-4035-8B00-C53A8306F158}"/>
              </a:ext>
            </a:extLst>
          </p:cNvPr>
          <p:cNvSpPr/>
          <p:nvPr/>
        </p:nvSpPr>
        <p:spPr>
          <a:xfrm>
            <a:off x="755372" y="5137784"/>
            <a:ext cx="1670835" cy="466754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335005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4F2A8B-C0D6-3FE4-A912-00B178A518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1751255-021D-DEE4-EF8C-9914AC7C63D1}"/>
              </a:ext>
            </a:extLst>
          </p:cNvPr>
          <p:cNvSpPr txBox="1"/>
          <p:nvPr/>
        </p:nvSpPr>
        <p:spPr>
          <a:xfrm>
            <a:off x="755373" y="1511110"/>
            <a:ext cx="6250429" cy="40934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Printable* p;</a:t>
            </a:r>
          </a:p>
          <a:p>
            <a:endParaRPr lang="en-US" sz="20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string s;</a:t>
            </a:r>
          </a:p>
          <a:p>
            <a:r>
              <a:rPr lang="en-US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&lt;&lt; "Do you prefer points or people? ";</a:t>
            </a:r>
          </a:p>
          <a:p>
            <a:r>
              <a:rPr lang="en-US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cin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&gt;&gt; s;</a:t>
            </a:r>
          </a:p>
          <a:p>
            <a:endParaRPr lang="en-US" sz="20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if (s == "points") {</a:t>
            </a:r>
          </a:p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   p = new Point(2, 3);</a:t>
            </a:r>
          </a:p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} else {</a:t>
            </a:r>
          </a:p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   p = new Person("Jill", 93);</a:t>
            </a:r>
          </a:p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endParaRPr lang="en-US" sz="20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p-&gt;print();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EA49B147-6993-D0FA-99A6-EFA8D42F6F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2842591" cy="1325563"/>
          </a:xfrm>
        </p:spPr>
        <p:txBody>
          <a:bodyPr/>
          <a:lstStyle/>
          <a:p>
            <a:r>
              <a:rPr lang="en-US" dirty="0"/>
              <a:t>The Idea of Binding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AFDF427-E001-B8BF-C61F-70410A7AFD25}"/>
              </a:ext>
            </a:extLst>
          </p:cNvPr>
          <p:cNvSpPr txBox="1"/>
          <p:nvPr/>
        </p:nvSpPr>
        <p:spPr>
          <a:xfrm>
            <a:off x="3094234" y="662781"/>
            <a:ext cx="3249411" cy="369332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>
                <a:cs typeface="Consolas" panose="020B0609020204030204" pitchFamily="49" charset="0"/>
              </a:rPr>
              <a:t>Consider this example …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C23C68D-7EFE-6772-4676-83C96BF4EAFF}"/>
              </a:ext>
            </a:extLst>
          </p:cNvPr>
          <p:cNvSpPr txBox="1"/>
          <p:nvPr/>
        </p:nvSpPr>
        <p:spPr>
          <a:xfrm>
            <a:off x="2842591" y="4885225"/>
            <a:ext cx="2885810" cy="923330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>
                <a:cs typeface="Consolas" panose="020B0609020204030204" pitchFamily="49" charset="0"/>
              </a:rPr>
              <a:t>Which 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print()</a:t>
            </a:r>
            <a:r>
              <a:rPr lang="en-CA" dirty="0">
                <a:cs typeface="Consolas" panose="020B0609020204030204" pitchFamily="49" charset="0"/>
              </a:rPr>
              <a:t> method is called? The one for 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Point</a:t>
            </a:r>
            <a:r>
              <a:rPr lang="en-CA" dirty="0">
                <a:cs typeface="Consolas" panose="020B0609020204030204" pitchFamily="49" charset="0"/>
              </a:rPr>
              <a:t> or the one for 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Person</a:t>
            </a:r>
            <a:r>
              <a:rPr lang="en-CA" dirty="0">
                <a:cs typeface="Consolas" panose="020B0609020204030204" pitchFamily="49" charset="0"/>
              </a:rPr>
              <a:t>?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751E6B2-E060-A481-316F-082B250DAAA5}"/>
              </a:ext>
            </a:extLst>
          </p:cNvPr>
          <p:cNvSpPr/>
          <p:nvPr/>
        </p:nvSpPr>
        <p:spPr>
          <a:xfrm>
            <a:off x="755372" y="5137784"/>
            <a:ext cx="1670835" cy="466754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9CA5E19-82CB-3E66-9443-58058BACA2FF}"/>
              </a:ext>
            </a:extLst>
          </p:cNvPr>
          <p:cNvSpPr txBox="1"/>
          <p:nvPr/>
        </p:nvSpPr>
        <p:spPr>
          <a:xfrm>
            <a:off x="6025726" y="4742831"/>
            <a:ext cx="3026358" cy="1200329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>
                <a:cs typeface="Consolas" panose="020B0609020204030204" pitchFamily="49" charset="0"/>
              </a:rPr>
              <a:t>We </a:t>
            </a:r>
            <a:r>
              <a:rPr lang="en-CA" b="1" dirty="0">
                <a:cs typeface="Consolas" panose="020B0609020204030204" pitchFamily="49" charset="0"/>
              </a:rPr>
              <a:t>cannot</a:t>
            </a:r>
            <a:r>
              <a:rPr lang="en-CA" dirty="0">
                <a:cs typeface="Consolas" panose="020B0609020204030204" pitchFamily="49" charset="0"/>
              </a:rPr>
              <a:t> know which one just by looking at the source code. 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print()</a:t>
            </a:r>
            <a:r>
              <a:rPr lang="en-CA" dirty="0">
                <a:cs typeface="Consolas" panose="020B0609020204030204" pitchFamily="49" charset="0"/>
              </a:rPr>
              <a:t> </a:t>
            </a:r>
            <a:r>
              <a:rPr lang="en-CA" b="1" dirty="0">
                <a:cs typeface="Consolas" panose="020B0609020204030204" pitchFamily="49" charset="0"/>
              </a:rPr>
              <a:t>cannot</a:t>
            </a:r>
            <a:r>
              <a:rPr lang="en-CA" dirty="0">
                <a:cs typeface="Consolas" panose="020B0609020204030204" pitchFamily="49" charset="0"/>
              </a:rPr>
              <a:t> be bound at compile-time.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C647FA9-2880-B3FC-81A6-9F6B5F88742E}"/>
              </a:ext>
            </a:extLst>
          </p:cNvPr>
          <p:cNvSpPr txBox="1"/>
          <p:nvPr/>
        </p:nvSpPr>
        <p:spPr>
          <a:xfrm>
            <a:off x="9349409" y="4741898"/>
            <a:ext cx="2686878" cy="1200329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print()</a:t>
            </a:r>
            <a:r>
              <a:rPr lang="en-CA" dirty="0">
                <a:cs typeface="Consolas" panose="020B0609020204030204" pitchFamily="49" charset="0"/>
              </a:rPr>
              <a:t> is bound to its implementation at runtime. We say it is </a:t>
            </a:r>
            <a:r>
              <a:rPr lang="en-CA" b="1" dirty="0">
                <a:cs typeface="Consolas" panose="020B0609020204030204" pitchFamily="49" charset="0"/>
              </a:rPr>
              <a:t>dynamically bound</a:t>
            </a:r>
            <a:r>
              <a:rPr lang="en-CA" dirty="0">
                <a:cs typeface="Consolas" panose="020B0609020204030204" pitchFamily="49" charset="0"/>
              </a:rPr>
              <a:t>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B6C1EBE-FE1D-3C8E-C448-6418C711A046}"/>
              </a:ext>
            </a:extLst>
          </p:cNvPr>
          <p:cNvSpPr txBox="1"/>
          <p:nvPr/>
        </p:nvSpPr>
        <p:spPr>
          <a:xfrm>
            <a:off x="9349409" y="3429000"/>
            <a:ext cx="2686878" cy="646331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>
                <a:cs typeface="Consolas" panose="020B0609020204030204" pitchFamily="49" charset="0"/>
              </a:rPr>
              <a:t>Dynamic binding is a key feature of OOP.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C91E141-83C6-744D-E187-202B14EC8DCD}"/>
              </a:ext>
            </a:extLst>
          </p:cNvPr>
          <p:cNvSpPr txBox="1"/>
          <p:nvPr/>
        </p:nvSpPr>
        <p:spPr>
          <a:xfrm>
            <a:off x="7792278" y="662781"/>
            <a:ext cx="4244009" cy="2031325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>
                <a:cs typeface="Consolas" panose="020B0609020204030204" pitchFamily="49" charset="0"/>
              </a:rPr>
              <a:t>Dynamic binding in C++ is implemented by giving 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Printable</a:t>
            </a:r>
            <a:r>
              <a:rPr lang="en-CA" dirty="0">
                <a:cs typeface="Consolas" panose="020B0609020204030204" pitchFamily="49" charset="0"/>
              </a:rPr>
              <a:t> a special array called a </a:t>
            </a:r>
            <a:r>
              <a:rPr lang="en-CA" b="1" dirty="0" err="1">
                <a:cs typeface="Consolas" panose="020B0609020204030204" pitchFamily="49" charset="0"/>
              </a:rPr>
              <a:t>vtable</a:t>
            </a:r>
            <a:r>
              <a:rPr lang="en-CA" dirty="0">
                <a:cs typeface="Consolas" panose="020B0609020204030204" pitchFamily="49" charset="0"/>
              </a:rPr>
              <a:t> that stores pointers to the different implementations of 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print()</a:t>
            </a:r>
            <a:r>
              <a:rPr lang="en-CA" dirty="0">
                <a:cs typeface="Consolas" panose="020B0609020204030204" pitchFamily="49" charset="0"/>
              </a:rPr>
              <a:t>. Each object has a pointer (</a:t>
            </a:r>
            <a:r>
              <a:rPr lang="en-CA" b="1" dirty="0" err="1">
                <a:cs typeface="Consolas" panose="020B0609020204030204" pitchFamily="49" charset="0"/>
              </a:rPr>
              <a:t>vptr</a:t>
            </a:r>
            <a:r>
              <a:rPr lang="en-CA" dirty="0">
                <a:cs typeface="Consolas" panose="020B0609020204030204" pitchFamily="49" charset="0"/>
              </a:rPr>
              <a:t>) to the </a:t>
            </a:r>
            <a:r>
              <a:rPr lang="en-CA" b="1" dirty="0" err="1">
                <a:cs typeface="Consolas" panose="020B0609020204030204" pitchFamily="49" charset="0"/>
              </a:rPr>
              <a:t>vtable</a:t>
            </a:r>
            <a:r>
              <a:rPr lang="en-CA" dirty="0">
                <a:cs typeface="Consolas" panose="020B0609020204030204" pitchFamily="49" charset="0"/>
              </a:rPr>
              <a:t> that it uses to get the right method at runtime.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77BE2D5-0366-385F-5B10-C1AAC4661EE9}"/>
              </a:ext>
            </a:extLst>
          </p:cNvPr>
          <p:cNvCxnSpPr>
            <a:stCxn id="3" idx="3"/>
            <a:endCxn id="6" idx="1"/>
          </p:cNvCxnSpPr>
          <p:nvPr/>
        </p:nvCxnSpPr>
        <p:spPr>
          <a:xfrm flipV="1">
            <a:off x="5728401" y="5342996"/>
            <a:ext cx="297325" cy="389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94B7C523-4469-4723-2BCB-1E0BB627DCD1}"/>
              </a:ext>
            </a:extLst>
          </p:cNvPr>
          <p:cNvCxnSpPr>
            <a:cxnSpLocks/>
            <a:stCxn id="6" idx="3"/>
            <a:endCxn id="7" idx="1"/>
          </p:cNvCxnSpPr>
          <p:nvPr/>
        </p:nvCxnSpPr>
        <p:spPr>
          <a:xfrm flipV="1">
            <a:off x="9052084" y="5342063"/>
            <a:ext cx="297325" cy="93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2EC118CE-711B-EA4E-78D1-CCDDBFAB8B45}"/>
              </a:ext>
            </a:extLst>
          </p:cNvPr>
          <p:cNvCxnSpPr>
            <a:cxnSpLocks/>
            <a:stCxn id="7" idx="0"/>
            <a:endCxn id="9" idx="2"/>
          </p:cNvCxnSpPr>
          <p:nvPr/>
        </p:nvCxnSpPr>
        <p:spPr>
          <a:xfrm flipV="1">
            <a:off x="10692848" y="4075331"/>
            <a:ext cx="0" cy="66656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1E385CC2-8A09-7D59-060B-EC88AA69EB4A}"/>
              </a:ext>
            </a:extLst>
          </p:cNvPr>
          <p:cNvCxnSpPr>
            <a:cxnSpLocks/>
            <a:stCxn id="9" idx="0"/>
          </p:cNvCxnSpPr>
          <p:nvPr/>
        </p:nvCxnSpPr>
        <p:spPr>
          <a:xfrm flipV="1">
            <a:off x="10692848" y="2694106"/>
            <a:ext cx="0" cy="73489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5775929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C1806F-671A-1787-2BFA-30E8C8BC68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0AF047-631D-AD4C-B3F2-CA1FF37012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Pointers to Objects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7DD9EE5-A15D-2090-D245-D35197D6B0DB}"/>
              </a:ext>
            </a:extLst>
          </p:cNvPr>
          <p:cNvSpPr txBox="1"/>
          <p:nvPr/>
        </p:nvSpPr>
        <p:spPr>
          <a:xfrm>
            <a:off x="123052" y="2659557"/>
            <a:ext cx="28969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Consolas" panose="020B0609020204030204" pitchFamily="49" charset="0"/>
                <a:cs typeface="Consolas" panose="020B0609020204030204" pitchFamily="49" charset="0"/>
              </a:rPr>
              <a:t>Printable p;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5BD35A0-1F10-62E0-E7F2-7EB396096472}"/>
              </a:ext>
            </a:extLst>
          </p:cNvPr>
          <p:cNvSpPr txBox="1"/>
          <p:nvPr/>
        </p:nvSpPr>
        <p:spPr>
          <a:xfrm>
            <a:off x="3019999" y="2659557"/>
            <a:ext cx="2791700" cy="923330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>
                <a:cs typeface="Consolas" panose="020B0609020204030204" pitchFamily="49" charset="0"/>
              </a:rPr>
              <a:t>Why does this line </a:t>
            </a:r>
            <a:r>
              <a:rPr lang="en-CA" b="1" dirty="0">
                <a:cs typeface="Consolas" panose="020B0609020204030204" pitchFamily="49" charset="0"/>
              </a:rPr>
              <a:t>not</a:t>
            </a:r>
            <a:r>
              <a:rPr lang="en-CA" dirty="0">
                <a:cs typeface="Consolas" panose="020B0609020204030204" pitchFamily="49" charset="0"/>
              </a:rPr>
              <a:t> compile (even if we add a default constructor)?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1C74E27-8A92-1962-30AF-9FC1B238F059}"/>
              </a:ext>
            </a:extLst>
          </p:cNvPr>
          <p:cNvSpPr txBox="1"/>
          <p:nvPr/>
        </p:nvSpPr>
        <p:spPr>
          <a:xfrm>
            <a:off x="3019999" y="3866991"/>
            <a:ext cx="2791700" cy="1477328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p</a:t>
            </a:r>
            <a:r>
              <a:rPr lang="en-CA" dirty="0">
                <a:cs typeface="Consolas" panose="020B0609020204030204" pitchFamily="49" charset="0"/>
              </a:rPr>
              <a:t> has a virtual method, 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print()</a:t>
            </a:r>
            <a:r>
              <a:rPr lang="en-CA" dirty="0">
                <a:cs typeface="Consolas" panose="020B0609020204030204" pitchFamily="49" charset="0"/>
              </a:rPr>
              <a:t>, that has no implementation. So we can never create just a 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Printable</a:t>
            </a:r>
            <a:r>
              <a:rPr lang="en-CA" dirty="0">
                <a:cs typeface="Consolas" panose="020B0609020204030204" pitchFamily="49" charset="0"/>
              </a:rPr>
              <a:t> object.</a:t>
            </a:r>
          </a:p>
        </p:txBody>
      </p:sp>
    </p:spTree>
    <p:extLst>
      <p:ext uri="{BB962C8B-B14F-4D97-AF65-F5344CB8AC3E}">
        <p14:creationId xmlns:p14="http://schemas.microsoft.com/office/powerpoint/2010/main" val="205059365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60F522-DFA2-9C52-9C3A-EA9AB9665B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Pointers to Objects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F6E9FD4-62B4-8A37-24F4-69D09828FAFC}"/>
              </a:ext>
            </a:extLst>
          </p:cNvPr>
          <p:cNvSpPr txBox="1"/>
          <p:nvPr/>
        </p:nvSpPr>
        <p:spPr>
          <a:xfrm>
            <a:off x="123052" y="2659557"/>
            <a:ext cx="28969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Consolas" panose="020B0609020204030204" pitchFamily="49" charset="0"/>
                <a:cs typeface="Consolas" panose="020B0609020204030204" pitchFamily="49" charset="0"/>
              </a:rPr>
              <a:t>Printable p;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D1D981E-CED7-6C2F-E001-4B4ADDDB6B7C}"/>
              </a:ext>
            </a:extLst>
          </p:cNvPr>
          <p:cNvSpPr txBox="1"/>
          <p:nvPr/>
        </p:nvSpPr>
        <p:spPr>
          <a:xfrm>
            <a:off x="3019999" y="2659557"/>
            <a:ext cx="2791700" cy="923330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>
                <a:cs typeface="Consolas" panose="020B0609020204030204" pitchFamily="49" charset="0"/>
              </a:rPr>
              <a:t>Why does this line </a:t>
            </a:r>
            <a:r>
              <a:rPr lang="en-CA" b="1" dirty="0">
                <a:cs typeface="Consolas" panose="020B0609020204030204" pitchFamily="49" charset="0"/>
              </a:rPr>
              <a:t>not</a:t>
            </a:r>
            <a:r>
              <a:rPr lang="en-CA" dirty="0">
                <a:cs typeface="Consolas" panose="020B0609020204030204" pitchFamily="49" charset="0"/>
              </a:rPr>
              <a:t> compile (even if we add a default constructor)?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D568AF0-DA84-A4F9-5C5C-930B9C1E98E1}"/>
              </a:ext>
            </a:extLst>
          </p:cNvPr>
          <p:cNvSpPr txBox="1"/>
          <p:nvPr/>
        </p:nvSpPr>
        <p:spPr>
          <a:xfrm>
            <a:off x="3019999" y="3866991"/>
            <a:ext cx="2791700" cy="1477328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p</a:t>
            </a:r>
            <a:r>
              <a:rPr lang="en-CA" dirty="0">
                <a:cs typeface="Consolas" panose="020B0609020204030204" pitchFamily="49" charset="0"/>
              </a:rPr>
              <a:t> has a virtual method, 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print()</a:t>
            </a:r>
            <a:r>
              <a:rPr lang="en-CA" dirty="0">
                <a:cs typeface="Consolas" panose="020B0609020204030204" pitchFamily="49" charset="0"/>
              </a:rPr>
              <a:t>, that has no implementation. So we can never create just a 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Printable</a:t>
            </a:r>
            <a:r>
              <a:rPr lang="en-CA" dirty="0">
                <a:cs typeface="Consolas" panose="020B0609020204030204" pitchFamily="49" charset="0"/>
              </a:rPr>
              <a:t> object.</a:t>
            </a:r>
          </a:p>
        </p:txBody>
      </p:sp>
    </p:spTree>
    <p:extLst>
      <p:ext uri="{BB962C8B-B14F-4D97-AF65-F5344CB8AC3E}">
        <p14:creationId xmlns:p14="http://schemas.microsoft.com/office/powerpoint/2010/main" val="185967418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B75ED9-7B9D-F84E-CA6A-E647AE8640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31051F-24E7-7987-3E5F-695B434F0C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Pointers to Objects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B5CCB11-B2CE-08F5-C7B5-4F3A219E0F1E}"/>
              </a:ext>
            </a:extLst>
          </p:cNvPr>
          <p:cNvSpPr txBox="1"/>
          <p:nvPr/>
        </p:nvSpPr>
        <p:spPr>
          <a:xfrm>
            <a:off x="123052" y="2659557"/>
            <a:ext cx="28969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Consolas" panose="020B0609020204030204" pitchFamily="49" charset="0"/>
                <a:cs typeface="Consolas" panose="020B0609020204030204" pitchFamily="49" charset="0"/>
              </a:rPr>
              <a:t>Printable p;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9129D6F-93FC-1089-4895-BA023234F6EB}"/>
              </a:ext>
            </a:extLst>
          </p:cNvPr>
          <p:cNvSpPr txBox="1"/>
          <p:nvPr/>
        </p:nvSpPr>
        <p:spPr>
          <a:xfrm>
            <a:off x="2075782" y="3848759"/>
            <a:ext cx="2791700" cy="1477328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>
                <a:cs typeface="Consolas" panose="020B0609020204030204" pitchFamily="49" charset="0"/>
              </a:rPr>
              <a:t>But we can make a pointer to a 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Printable</a:t>
            </a:r>
            <a:r>
              <a:rPr lang="en-CA" dirty="0">
                <a:cs typeface="Consolas" panose="020B0609020204030204" pitchFamily="49" charset="0"/>
              </a:rPr>
              <a:t>: 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Printable*</a:t>
            </a:r>
            <a:r>
              <a:rPr lang="en-CA" dirty="0">
                <a:cs typeface="Consolas" panose="020B0609020204030204" pitchFamily="49" charset="0"/>
              </a:rPr>
              <a:t> pointers can point to 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Point</a:t>
            </a:r>
            <a:r>
              <a:rPr lang="en-CA" dirty="0">
                <a:cs typeface="Consolas" panose="020B0609020204030204" pitchFamily="49" charset="0"/>
              </a:rPr>
              <a:t>, 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Person</a:t>
            </a:r>
            <a:r>
              <a:rPr lang="en-CA" dirty="0">
                <a:cs typeface="Consolas" panose="020B0609020204030204" pitchFamily="49" charset="0"/>
              </a:rPr>
              <a:t>, or 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Reading</a:t>
            </a:r>
            <a:r>
              <a:rPr lang="en-CA" dirty="0">
                <a:cs typeface="Consolas" panose="020B0609020204030204" pitchFamily="49" charset="0"/>
              </a:rPr>
              <a:t> objects.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AF7FA9-2B99-8838-5550-3B6180F7E368}"/>
              </a:ext>
            </a:extLst>
          </p:cNvPr>
          <p:cNvSpPr txBox="1"/>
          <p:nvPr/>
        </p:nvSpPr>
        <p:spPr>
          <a:xfrm>
            <a:off x="5811699" y="2305614"/>
            <a:ext cx="6391493" cy="2554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Printable* p1 = new Point{1, 2};</a:t>
            </a:r>
          </a:p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Printable* p2 = new Person{"Max", 2};</a:t>
            </a:r>
          </a:p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Printable* p3 = new Reading{"Black Rock",</a:t>
            </a:r>
          </a:p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                           41.5};</a:t>
            </a:r>
          </a:p>
          <a:p>
            <a:endParaRPr lang="en-US" sz="20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p1-&gt;</a:t>
            </a:r>
            <a:r>
              <a:rPr lang="en-US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println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(); // (1, 2)</a:t>
            </a:r>
          </a:p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p2-&gt;</a:t>
            </a:r>
            <a:r>
              <a:rPr lang="en-US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println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(); // Name: 'Max, Age: 2</a:t>
            </a:r>
          </a:p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p3-&gt;</a:t>
            </a:r>
            <a:r>
              <a:rPr lang="en-US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println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(); // 41.5 degrees at Black Rock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9A2B812-A639-814A-7F16-F476C35F9E18}"/>
              </a:ext>
            </a:extLst>
          </p:cNvPr>
          <p:cNvGrpSpPr/>
          <p:nvPr/>
        </p:nvGrpSpPr>
        <p:grpSpPr>
          <a:xfrm>
            <a:off x="235242" y="2562332"/>
            <a:ext cx="2355574" cy="779223"/>
            <a:chOff x="1371600" y="5344319"/>
            <a:chExt cx="2355574" cy="390559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2334A3A7-6EBD-B70F-A213-6480D3E876C8}"/>
                </a:ext>
              </a:extLst>
            </p:cNvPr>
            <p:cNvCxnSpPr/>
            <p:nvPr/>
          </p:nvCxnSpPr>
          <p:spPr>
            <a:xfrm flipV="1">
              <a:off x="1371600" y="5344319"/>
              <a:ext cx="2355574" cy="390559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FB06CC97-6850-10F3-A458-C2C2083C5025}"/>
                </a:ext>
              </a:extLst>
            </p:cNvPr>
            <p:cNvCxnSpPr>
              <a:cxnSpLocks/>
            </p:cNvCxnSpPr>
            <p:nvPr/>
          </p:nvCxnSpPr>
          <p:spPr>
            <a:xfrm>
              <a:off x="1560576" y="5496719"/>
              <a:ext cx="2166598" cy="123793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Left Brace 12">
            <a:extLst>
              <a:ext uri="{FF2B5EF4-FFF2-40B4-BE49-F238E27FC236}">
                <a16:creationId xmlns:a16="http://schemas.microsoft.com/office/drawing/2014/main" id="{1B67B4E0-93C5-DBEF-48BB-318E7D1BC5EA}"/>
              </a:ext>
            </a:extLst>
          </p:cNvPr>
          <p:cNvSpPr/>
          <p:nvPr/>
        </p:nvSpPr>
        <p:spPr>
          <a:xfrm>
            <a:off x="5575852" y="2305614"/>
            <a:ext cx="235847" cy="2713647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7333D0F3-0C56-EE89-B93C-C6911C690808}"/>
              </a:ext>
            </a:extLst>
          </p:cNvPr>
          <p:cNvCxnSpPr/>
          <p:nvPr/>
        </p:nvCxnSpPr>
        <p:spPr>
          <a:xfrm flipV="1">
            <a:off x="4867482" y="3667539"/>
            <a:ext cx="688492" cy="28823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5349373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4A9430-E794-AC1E-A03D-B072F4275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7A6A4A-8AB3-E730-12AA-A862D5489F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Pointers to Objects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0020B76-D770-5DF0-FDE0-F4DFF085B8E6}"/>
              </a:ext>
            </a:extLst>
          </p:cNvPr>
          <p:cNvSpPr txBox="1"/>
          <p:nvPr/>
        </p:nvSpPr>
        <p:spPr>
          <a:xfrm>
            <a:off x="123052" y="2659557"/>
            <a:ext cx="28969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Consolas" panose="020B0609020204030204" pitchFamily="49" charset="0"/>
                <a:cs typeface="Consolas" panose="020B0609020204030204" pitchFamily="49" charset="0"/>
              </a:rPr>
              <a:t>Printable p;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F2BACAC-4AE2-1589-1734-986F5CBAB608}"/>
              </a:ext>
            </a:extLst>
          </p:cNvPr>
          <p:cNvSpPr txBox="1"/>
          <p:nvPr/>
        </p:nvSpPr>
        <p:spPr>
          <a:xfrm>
            <a:off x="964096" y="3848759"/>
            <a:ext cx="3022570" cy="1477328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>
                <a:cs typeface="Consolas" panose="020B0609020204030204" pitchFamily="49" charset="0"/>
              </a:rPr>
              <a:t>Vector’s must store objects of the same type. A 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vector&lt;Pointer*&gt;</a:t>
            </a:r>
            <a:r>
              <a:rPr lang="en-CA" dirty="0">
                <a:cs typeface="Consolas" panose="020B0609020204030204" pitchFamily="49" charset="0"/>
              </a:rPr>
              <a:t> can store pointers to a 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Point</a:t>
            </a:r>
            <a:r>
              <a:rPr lang="en-CA" dirty="0">
                <a:cs typeface="Consolas" panose="020B0609020204030204" pitchFamily="49" charset="0"/>
              </a:rPr>
              <a:t>, 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Person</a:t>
            </a:r>
            <a:r>
              <a:rPr lang="en-CA" dirty="0">
                <a:cs typeface="Consolas" panose="020B0609020204030204" pitchFamily="49" charset="0"/>
              </a:rPr>
              <a:t>, or 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Reading</a:t>
            </a:r>
            <a:r>
              <a:rPr lang="en-CA" dirty="0">
                <a:cs typeface="Consolas" panose="020B0609020204030204" pitchFamily="49" charset="0"/>
              </a:rPr>
              <a:t> object.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8F9C31C-CCC1-E76F-5292-1D91AFB5F83C}"/>
              </a:ext>
            </a:extLst>
          </p:cNvPr>
          <p:cNvSpPr txBox="1"/>
          <p:nvPr/>
        </p:nvSpPr>
        <p:spPr>
          <a:xfrm>
            <a:off x="4930883" y="2305614"/>
            <a:ext cx="7378943" cy="31700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vector&lt;Printable*&gt; v = { new Point{1, 2},</a:t>
            </a:r>
          </a:p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                        new Person{"Max", 2},</a:t>
            </a:r>
          </a:p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                        new Reading{"Black Rock", </a:t>
            </a:r>
          </a:p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                                    41.5}</a:t>
            </a:r>
          </a:p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                      };</a:t>
            </a:r>
          </a:p>
          <a:p>
            <a:endParaRPr lang="en-US" sz="20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for(Printable* p : v) {</a:t>
            </a:r>
          </a:p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   p-&gt;print();</a:t>
            </a:r>
          </a:p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&lt;&lt; "\n";</a:t>
            </a:r>
          </a:p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28A6B2A9-A6D4-3644-DA91-4AECDADBE7CC}"/>
              </a:ext>
            </a:extLst>
          </p:cNvPr>
          <p:cNvGrpSpPr/>
          <p:nvPr/>
        </p:nvGrpSpPr>
        <p:grpSpPr>
          <a:xfrm>
            <a:off x="235242" y="2562332"/>
            <a:ext cx="2355574" cy="779223"/>
            <a:chOff x="1371600" y="5344319"/>
            <a:chExt cx="2355574" cy="390559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DB32E150-98D2-85C2-831B-DD892274D02B}"/>
                </a:ext>
              </a:extLst>
            </p:cNvPr>
            <p:cNvCxnSpPr/>
            <p:nvPr/>
          </p:nvCxnSpPr>
          <p:spPr>
            <a:xfrm flipV="1">
              <a:off x="1371600" y="5344319"/>
              <a:ext cx="2355574" cy="390559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3BA2FB9A-C201-3129-8705-71361976EA4C}"/>
                </a:ext>
              </a:extLst>
            </p:cNvPr>
            <p:cNvCxnSpPr>
              <a:cxnSpLocks/>
            </p:cNvCxnSpPr>
            <p:nvPr/>
          </p:nvCxnSpPr>
          <p:spPr>
            <a:xfrm>
              <a:off x="1560576" y="5496719"/>
              <a:ext cx="2166598" cy="123793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Left Brace 12">
            <a:extLst>
              <a:ext uri="{FF2B5EF4-FFF2-40B4-BE49-F238E27FC236}">
                <a16:creationId xmlns:a16="http://schemas.microsoft.com/office/drawing/2014/main" id="{75921B94-937D-B988-ACDD-728C2B4CFBEC}"/>
              </a:ext>
            </a:extLst>
          </p:cNvPr>
          <p:cNvSpPr/>
          <p:nvPr/>
        </p:nvSpPr>
        <p:spPr>
          <a:xfrm>
            <a:off x="4675158" y="2305614"/>
            <a:ext cx="255725" cy="3091334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5E453D04-1579-23E7-DB2A-99B9F9E8FABB}"/>
              </a:ext>
            </a:extLst>
          </p:cNvPr>
          <p:cNvCxnSpPr>
            <a:cxnSpLocks/>
          </p:cNvCxnSpPr>
          <p:nvPr/>
        </p:nvCxnSpPr>
        <p:spPr>
          <a:xfrm flipV="1">
            <a:off x="3986666" y="3848759"/>
            <a:ext cx="688492" cy="10701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F30BDCD8-530C-2B74-9735-F5F55D80D4D4}"/>
              </a:ext>
            </a:extLst>
          </p:cNvPr>
          <p:cNvSpPr txBox="1"/>
          <p:nvPr/>
        </p:nvSpPr>
        <p:spPr>
          <a:xfrm>
            <a:off x="964096" y="5637832"/>
            <a:ext cx="3022570" cy="923330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>
                <a:cs typeface="Consolas" panose="020B0609020204030204" pitchFamily="49" charset="0"/>
              </a:rPr>
              <a:t>It’s as if we are storing different types of objects in the same collection.</a:t>
            </a:r>
          </a:p>
        </p:txBody>
      </p:sp>
    </p:spTree>
    <p:extLst>
      <p:ext uri="{BB962C8B-B14F-4D97-AF65-F5344CB8AC3E}">
        <p14:creationId xmlns:p14="http://schemas.microsoft.com/office/powerpoint/2010/main" val="53563076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252BC4-A4E4-37BF-AE6A-6B240CBD5F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90F01F-F6E4-AF28-BE73-137CDA8679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Pointers to Objects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D8BA2A6-2B64-52C8-5EA7-EB8EE6F3331E}"/>
              </a:ext>
            </a:extLst>
          </p:cNvPr>
          <p:cNvSpPr txBox="1"/>
          <p:nvPr/>
        </p:nvSpPr>
        <p:spPr>
          <a:xfrm>
            <a:off x="7305260" y="1202733"/>
            <a:ext cx="2098231" cy="646331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>
                <a:cs typeface="Consolas" panose="020B0609020204030204" pitchFamily="49" charset="0"/>
              </a:rPr>
              <a:t>Be careful with pointers to objects!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C2BA893-24C9-07B8-55D3-A3EDF67EBD44}"/>
              </a:ext>
            </a:extLst>
          </p:cNvPr>
          <p:cNvSpPr txBox="1"/>
          <p:nvPr/>
        </p:nvSpPr>
        <p:spPr>
          <a:xfrm>
            <a:off x="4930883" y="2305614"/>
            <a:ext cx="6532558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Reading* r = new Reading{"Black Rock", 41.5};</a:t>
            </a:r>
          </a:p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r-&gt;</a:t>
            </a:r>
            <a:r>
              <a:rPr lang="en-US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println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();</a:t>
            </a:r>
          </a:p>
          <a:p>
            <a:r>
              <a:rPr lang="en-US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&lt;&lt; r-&gt;</a:t>
            </a:r>
            <a:r>
              <a:rPr lang="en-US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get_temp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(); </a:t>
            </a:r>
          </a:p>
          <a:p>
            <a:endParaRPr lang="en-US" sz="20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Printable* p = r;</a:t>
            </a:r>
          </a:p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p-&gt;</a:t>
            </a:r>
            <a:r>
              <a:rPr lang="en-US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println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();</a:t>
            </a:r>
          </a:p>
          <a:p>
            <a:r>
              <a:rPr lang="en-US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&lt;&lt; p-&gt;</a:t>
            </a:r>
            <a:r>
              <a:rPr lang="en-US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get_temp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();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F1C14D2-8EF2-9ECD-8F32-6B12104D489B}"/>
              </a:ext>
            </a:extLst>
          </p:cNvPr>
          <p:cNvSpPr txBox="1"/>
          <p:nvPr/>
        </p:nvSpPr>
        <p:spPr>
          <a:xfrm>
            <a:off x="2151393" y="2587154"/>
            <a:ext cx="2539911" cy="646331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>
                <a:cs typeface="Consolas" panose="020B0609020204030204" pitchFamily="49" charset="0"/>
              </a:rPr>
              <a:t>This code is okay: it compiles and runs.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CD04DD3-2AB5-3B86-EFE5-DA22866CA680}"/>
              </a:ext>
            </a:extLst>
          </p:cNvPr>
          <p:cNvSpPr txBox="1"/>
          <p:nvPr/>
        </p:nvSpPr>
        <p:spPr>
          <a:xfrm>
            <a:off x="10066268" y="3296232"/>
            <a:ext cx="1867819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loc: Black Rock</a:t>
            </a: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temp: 41.5</a:t>
            </a:r>
          </a:p>
          <a:p>
            <a:endParaRPr lang="en-US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println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(): …</a:t>
            </a:r>
          </a:p>
          <a:p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get_temp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(): …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20A72CC-86EB-0868-A1E2-82E5E7AD05C1}"/>
              </a:ext>
            </a:extLst>
          </p:cNvPr>
          <p:cNvSpPr txBox="1"/>
          <p:nvPr/>
        </p:nvSpPr>
        <p:spPr>
          <a:xfrm>
            <a:off x="8608202" y="2801406"/>
            <a:ext cx="3545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r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8089DA6E-51CB-EF21-ACDF-A4EBC63882CB}"/>
              </a:ext>
            </a:extLst>
          </p:cNvPr>
          <p:cNvSpPr/>
          <p:nvPr/>
        </p:nvSpPr>
        <p:spPr>
          <a:xfrm>
            <a:off x="10054867" y="3170738"/>
            <a:ext cx="1867818" cy="1559757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0801C444-B67A-DD4F-81A0-850BD2B90C4B}"/>
              </a:ext>
            </a:extLst>
          </p:cNvPr>
          <p:cNvCxnSpPr>
            <a:cxnSpLocks/>
            <a:stCxn id="11" idx="3"/>
          </p:cNvCxnSpPr>
          <p:nvPr/>
        </p:nvCxnSpPr>
        <p:spPr>
          <a:xfrm>
            <a:off x="8962786" y="3032239"/>
            <a:ext cx="1103482" cy="26399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Left Brace 16">
            <a:extLst>
              <a:ext uri="{FF2B5EF4-FFF2-40B4-BE49-F238E27FC236}">
                <a16:creationId xmlns:a16="http://schemas.microsoft.com/office/drawing/2014/main" id="{4D461EE7-A47C-19F9-B980-04F50DE7E669}"/>
              </a:ext>
            </a:extLst>
          </p:cNvPr>
          <p:cNvSpPr/>
          <p:nvPr/>
        </p:nvSpPr>
        <p:spPr>
          <a:xfrm>
            <a:off x="4800600" y="2362149"/>
            <a:ext cx="180360" cy="934083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972650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5BA45D-4A15-5660-FA99-2CD9517C3E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C1BAA9-7A0A-A49E-C71C-3A41D2CEF4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Pointers to Objects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07E8195-E5A1-F1FA-B905-D915044A9200}"/>
              </a:ext>
            </a:extLst>
          </p:cNvPr>
          <p:cNvSpPr txBox="1"/>
          <p:nvPr/>
        </p:nvSpPr>
        <p:spPr>
          <a:xfrm>
            <a:off x="7305260" y="1202733"/>
            <a:ext cx="2098231" cy="646331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>
                <a:cs typeface="Consolas" panose="020B0609020204030204" pitchFamily="49" charset="0"/>
              </a:rPr>
              <a:t>Be careful with pointers to objects!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F5E099F-7647-D3B7-6D38-1E0145D0DF5F}"/>
              </a:ext>
            </a:extLst>
          </p:cNvPr>
          <p:cNvSpPr txBox="1"/>
          <p:nvPr/>
        </p:nvSpPr>
        <p:spPr>
          <a:xfrm>
            <a:off x="4930883" y="2305614"/>
            <a:ext cx="6532558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Reading* r = new Reading{"Black Rock", 41.5};</a:t>
            </a:r>
          </a:p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r-&gt;</a:t>
            </a:r>
            <a:r>
              <a:rPr lang="en-US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println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();</a:t>
            </a:r>
          </a:p>
          <a:p>
            <a:r>
              <a:rPr lang="en-US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&lt;&lt; r-&gt;</a:t>
            </a:r>
            <a:r>
              <a:rPr lang="en-US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get_temp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(); </a:t>
            </a:r>
          </a:p>
          <a:p>
            <a:endParaRPr lang="en-US" sz="20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Printable* p = r;</a:t>
            </a:r>
          </a:p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p-&gt;</a:t>
            </a:r>
            <a:r>
              <a:rPr lang="en-US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println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();</a:t>
            </a:r>
          </a:p>
          <a:p>
            <a:r>
              <a:rPr lang="en-US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&lt;&lt; p-&gt;</a:t>
            </a:r>
            <a:r>
              <a:rPr lang="en-US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get_temp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();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D0059DF-CE9C-B9C0-D162-664ACFD4ABED}"/>
              </a:ext>
            </a:extLst>
          </p:cNvPr>
          <p:cNvSpPr txBox="1"/>
          <p:nvPr/>
        </p:nvSpPr>
        <p:spPr>
          <a:xfrm>
            <a:off x="1828800" y="3481674"/>
            <a:ext cx="2642839" cy="1200329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>
                <a:cs typeface="Consolas" panose="020B0609020204030204" pitchFamily="49" charset="0"/>
              </a:rPr>
              <a:t>This code is also okay: it compiles and runs. </a:t>
            </a:r>
            <a:br>
              <a:rPr lang="en-CA" dirty="0">
                <a:cs typeface="Consolas" panose="020B0609020204030204" pitchFamily="49" charset="0"/>
              </a:rPr>
            </a:b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p</a:t>
            </a:r>
            <a:r>
              <a:rPr lang="en-CA" dirty="0">
                <a:cs typeface="Consolas" panose="020B0609020204030204" pitchFamily="49" charset="0"/>
              </a:rPr>
              <a:t>  and 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r</a:t>
            </a:r>
            <a:r>
              <a:rPr lang="en-CA" dirty="0">
                <a:cs typeface="Consolas" panose="020B0609020204030204" pitchFamily="49" charset="0"/>
              </a:rPr>
              <a:t> both point to the same 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Reading</a:t>
            </a:r>
            <a:r>
              <a:rPr lang="en-CA" dirty="0">
                <a:cs typeface="Consolas" panose="020B0609020204030204" pitchFamily="49" charset="0"/>
              </a:rPr>
              <a:t> object.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CB5CAE0-283B-26C9-9A8F-A1B1A8983404}"/>
              </a:ext>
            </a:extLst>
          </p:cNvPr>
          <p:cNvSpPr txBox="1"/>
          <p:nvPr/>
        </p:nvSpPr>
        <p:spPr>
          <a:xfrm>
            <a:off x="10066268" y="3296232"/>
            <a:ext cx="1867819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loc: Black Rock</a:t>
            </a: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temp: 41.5</a:t>
            </a:r>
          </a:p>
          <a:p>
            <a:endParaRPr lang="en-US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println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(): …</a:t>
            </a:r>
          </a:p>
          <a:p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get_temp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(): …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614FB70-F8D1-7E0A-9A26-C83A478F5E80}"/>
              </a:ext>
            </a:extLst>
          </p:cNvPr>
          <p:cNvSpPr txBox="1"/>
          <p:nvPr/>
        </p:nvSpPr>
        <p:spPr>
          <a:xfrm>
            <a:off x="8608202" y="2801406"/>
            <a:ext cx="3545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r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E3D50285-B9EB-7486-828D-639C7E38E697}"/>
              </a:ext>
            </a:extLst>
          </p:cNvPr>
          <p:cNvSpPr/>
          <p:nvPr/>
        </p:nvSpPr>
        <p:spPr>
          <a:xfrm>
            <a:off x="10054867" y="3170738"/>
            <a:ext cx="1867818" cy="1559757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0130A621-0002-75C9-672C-807140D1061F}"/>
              </a:ext>
            </a:extLst>
          </p:cNvPr>
          <p:cNvCxnSpPr>
            <a:cxnSpLocks/>
            <a:stCxn id="11" idx="3"/>
          </p:cNvCxnSpPr>
          <p:nvPr/>
        </p:nvCxnSpPr>
        <p:spPr>
          <a:xfrm>
            <a:off x="8962786" y="3032239"/>
            <a:ext cx="1103482" cy="26399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Left Brace 16">
            <a:extLst>
              <a:ext uri="{FF2B5EF4-FFF2-40B4-BE49-F238E27FC236}">
                <a16:creationId xmlns:a16="http://schemas.microsoft.com/office/drawing/2014/main" id="{86FFBDE0-B39C-B05F-9130-DCA6B4CE772C}"/>
              </a:ext>
            </a:extLst>
          </p:cNvPr>
          <p:cNvSpPr/>
          <p:nvPr/>
        </p:nvSpPr>
        <p:spPr>
          <a:xfrm>
            <a:off x="4780721" y="3618300"/>
            <a:ext cx="150161" cy="556135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C59F06E-F6EF-B7B1-4A68-2E443C6A8E14}"/>
              </a:ext>
            </a:extLst>
          </p:cNvPr>
          <p:cNvSpPr txBox="1"/>
          <p:nvPr/>
        </p:nvSpPr>
        <p:spPr>
          <a:xfrm>
            <a:off x="8497166" y="3641214"/>
            <a:ext cx="3545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p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304A7F39-B0E1-0CCA-6ECB-99567F231BDC}"/>
              </a:ext>
            </a:extLst>
          </p:cNvPr>
          <p:cNvCxnSpPr>
            <a:cxnSpLocks/>
            <a:stCxn id="3" idx="3"/>
          </p:cNvCxnSpPr>
          <p:nvPr/>
        </p:nvCxnSpPr>
        <p:spPr>
          <a:xfrm>
            <a:off x="8851750" y="3872047"/>
            <a:ext cx="1191715" cy="3911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0315539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E2172F-55B1-D216-56E9-FCA0DF4A4C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1AD3EF-33F1-8D5F-E911-78538EB121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Pointers to Objects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E33FCDB-06FA-4DCE-77E9-59A2D5127F2B}"/>
              </a:ext>
            </a:extLst>
          </p:cNvPr>
          <p:cNvSpPr txBox="1"/>
          <p:nvPr/>
        </p:nvSpPr>
        <p:spPr>
          <a:xfrm>
            <a:off x="7305260" y="1202733"/>
            <a:ext cx="2098231" cy="646331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>
                <a:cs typeface="Consolas" panose="020B0609020204030204" pitchFamily="49" charset="0"/>
              </a:rPr>
              <a:t>Be careful with pointers to objects!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19491E7-ABB2-8DD8-95F5-CEB93F05C907}"/>
              </a:ext>
            </a:extLst>
          </p:cNvPr>
          <p:cNvSpPr txBox="1"/>
          <p:nvPr/>
        </p:nvSpPr>
        <p:spPr>
          <a:xfrm>
            <a:off x="4930883" y="2305614"/>
            <a:ext cx="6532558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Reading* r = new Reading{"Black Rock", 41.5};</a:t>
            </a:r>
          </a:p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r-&gt;</a:t>
            </a:r>
            <a:r>
              <a:rPr lang="en-US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println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();</a:t>
            </a:r>
          </a:p>
          <a:p>
            <a:r>
              <a:rPr lang="en-US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&lt;&lt; r-&gt;</a:t>
            </a:r>
            <a:r>
              <a:rPr lang="en-US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get_temp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(); </a:t>
            </a:r>
          </a:p>
          <a:p>
            <a:endParaRPr lang="en-US" sz="20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Printable* p = r;</a:t>
            </a:r>
          </a:p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p-&gt;</a:t>
            </a:r>
            <a:r>
              <a:rPr lang="en-US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println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();</a:t>
            </a:r>
          </a:p>
          <a:p>
            <a:r>
              <a:rPr lang="en-US" sz="2000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US" sz="20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&lt;&lt; p-&gt;</a:t>
            </a:r>
            <a:r>
              <a:rPr lang="en-US" sz="2000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get_temp</a:t>
            </a:r>
            <a:r>
              <a:rPr lang="en-US" sz="20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();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6E415C6-ADDB-2802-CEBD-1AA872B6C1EE}"/>
              </a:ext>
            </a:extLst>
          </p:cNvPr>
          <p:cNvSpPr txBox="1"/>
          <p:nvPr/>
        </p:nvSpPr>
        <p:spPr>
          <a:xfrm>
            <a:off x="1798983" y="3624707"/>
            <a:ext cx="2906659" cy="1477328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b="1" dirty="0">
                <a:cs typeface="Consolas" panose="020B0609020204030204" pitchFamily="49" charset="0"/>
              </a:rPr>
              <a:t>But this line does not compile! </a:t>
            </a:r>
            <a:r>
              <a:rPr lang="en-CA" dirty="0">
                <a:cs typeface="Consolas" panose="020B0609020204030204" pitchFamily="49" charset="0"/>
              </a:rPr>
              <a:t>Since 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p</a:t>
            </a:r>
            <a:r>
              <a:rPr lang="en-CA" dirty="0">
                <a:cs typeface="Consolas" panose="020B0609020204030204" pitchFamily="49" charset="0"/>
              </a:rPr>
              <a:t> is of type 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Printable*</a:t>
            </a:r>
            <a:r>
              <a:rPr lang="en-CA" dirty="0">
                <a:cs typeface="Consolas" panose="020B0609020204030204" pitchFamily="49" charset="0"/>
              </a:rPr>
              <a:t> it can only access methods that are in the 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Printable</a:t>
            </a:r>
            <a:r>
              <a:rPr lang="en-CA" dirty="0">
                <a:cs typeface="Consolas" panose="020B0609020204030204" pitchFamily="49" charset="0"/>
              </a:rPr>
              <a:t> class.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0E4DFBF-8F37-381D-35FE-3591CDE68F59}"/>
              </a:ext>
            </a:extLst>
          </p:cNvPr>
          <p:cNvSpPr txBox="1"/>
          <p:nvPr/>
        </p:nvSpPr>
        <p:spPr>
          <a:xfrm>
            <a:off x="10066268" y="3296232"/>
            <a:ext cx="1867819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loc: Black Rock</a:t>
            </a: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temp: 41.5</a:t>
            </a:r>
          </a:p>
          <a:p>
            <a:endParaRPr lang="en-US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println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(): …</a:t>
            </a:r>
          </a:p>
          <a:p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get_temp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(): …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952A864-8F9D-B28E-4B30-F0859530246D}"/>
              </a:ext>
            </a:extLst>
          </p:cNvPr>
          <p:cNvSpPr txBox="1"/>
          <p:nvPr/>
        </p:nvSpPr>
        <p:spPr>
          <a:xfrm>
            <a:off x="8608202" y="2801406"/>
            <a:ext cx="3545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r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9853DA3E-2293-7B03-2A90-1ECDFED9CA6F}"/>
              </a:ext>
            </a:extLst>
          </p:cNvPr>
          <p:cNvSpPr/>
          <p:nvPr/>
        </p:nvSpPr>
        <p:spPr>
          <a:xfrm>
            <a:off x="10054867" y="3170738"/>
            <a:ext cx="1867818" cy="1559757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6119085B-363E-723D-A831-BFD1A5FD3CC6}"/>
              </a:ext>
            </a:extLst>
          </p:cNvPr>
          <p:cNvCxnSpPr>
            <a:cxnSpLocks/>
            <a:stCxn id="11" idx="3"/>
          </p:cNvCxnSpPr>
          <p:nvPr/>
        </p:nvCxnSpPr>
        <p:spPr>
          <a:xfrm>
            <a:off x="8962786" y="3032239"/>
            <a:ext cx="1103482" cy="26399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Left Brace 16">
            <a:extLst>
              <a:ext uri="{FF2B5EF4-FFF2-40B4-BE49-F238E27FC236}">
                <a16:creationId xmlns:a16="http://schemas.microsoft.com/office/drawing/2014/main" id="{F7FD7EE8-D292-9A1E-BDE7-AAD639FBE702}"/>
              </a:ext>
            </a:extLst>
          </p:cNvPr>
          <p:cNvSpPr/>
          <p:nvPr/>
        </p:nvSpPr>
        <p:spPr>
          <a:xfrm>
            <a:off x="4780722" y="4174360"/>
            <a:ext cx="150161" cy="378023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1C7EB8F-1F96-449B-8926-2A42DED5F005}"/>
              </a:ext>
            </a:extLst>
          </p:cNvPr>
          <p:cNvSpPr txBox="1"/>
          <p:nvPr/>
        </p:nvSpPr>
        <p:spPr>
          <a:xfrm>
            <a:off x="8497166" y="3641214"/>
            <a:ext cx="3545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p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CADDD359-7561-64F6-2487-14AF790B256C}"/>
              </a:ext>
            </a:extLst>
          </p:cNvPr>
          <p:cNvCxnSpPr>
            <a:cxnSpLocks/>
            <a:stCxn id="3" idx="3"/>
          </p:cNvCxnSpPr>
          <p:nvPr/>
        </p:nvCxnSpPr>
        <p:spPr>
          <a:xfrm>
            <a:off x="8851750" y="3872047"/>
            <a:ext cx="1191715" cy="3911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591160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7353</TotalTime>
  <Words>3861</Words>
  <Application>Microsoft Macintosh PowerPoint</Application>
  <PresentationFormat>Widescreen</PresentationFormat>
  <Paragraphs>875</Paragraphs>
  <Slides>41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6" baseType="lpstr">
      <vt:lpstr>Aptos</vt:lpstr>
      <vt:lpstr>Aptos Display</vt:lpstr>
      <vt:lpstr>Arial</vt:lpstr>
      <vt:lpstr>Consolas</vt:lpstr>
      <vt:lpstr>Office Theme</vt:lpstr>
      <vt:lpstr>OOP: Inheritance</vt:lpstr>
      <vt:lpstr>OOP: Inheritance</vt:lpstr>
      <vt:lpstr>OOP: Inheritance</vt:lpstr>
      <vt:lpstr>OOP: Inheritance</vt:lpstr>
      <vt:lpstr>OOP: Inheritance</vt:lpstr>
      <vt:lpstr>OOP: Inheritance</vt:lpstr>
      <vt:lpstr>OOP: Inheritance</vt:lpstr>
      <vt:lpstr>OOP: Inheritance</vt:lpstr>
      <vt:lpstr>Printable Objects</vt:lpstr>
      <vt:lpstr>Printable Objects</vt:lpstr>
      <vt:lpstr>Printable Objects</vt:lpstr>
      <vt:lpstr>Printable Objects</vt:lpstr>
      <vt:lpstr>Printable Objects</vt:lpstr>
      <vt:lpstr>Printable Objects</vt:lpstr>
      <vt:lpstr>Printable Objects</vt:lpstr>
      <vt:lpstr>Printable Objects</vt:lpstr>
      <vt:lpstr>Printable Objects</vt:lpstr>
      <vt:lpstr>Printable Objects</vt:lpstr>
      <vt:lpstr>Printable Objects</vt:lpstr>
      <vt:lpstr>Printable Objects</vt:lpstr>
      <vt:lpstr>Printable Objects</vt:lpstr>
      <vt:lpstr>Printable Objects</vt:lpstr>
      <vt:lpstr>Printable Objects</vt:lpstr>
      <vt:lpstr>Printable Objects</vt:lpstr>
      <vt:lpstr>Printable Objects</vt:lpstr>
      <vt:lpstr>Printable Objects</vt:lpstr>
      <vt:lpstr>Printable Objects</vt:lpstr>
      <vt:lpstr>Printable Objects</vt:lpstr>
      <vt:lpstr>Printable Objects</vt:lpstr>
      <vt:lpstr>The Idea of Binding</vt:lpstr>
      <vt:lpstr>The Idea of Binding</vt:lpstr>
      <vt:lpstr>The Idea of Binding</vt:lpstr>
      <vt:lpstr>The Idea of Binding</vt:lpstr>
      <vt:lpstr>The Idea of Binding</vt:lpstr>
      <vt:lpstr>Pointers to Objects</vt:lpstr>
      <vt:lpstr>Pointers to Objects</vt:lpstr>
      <vt:lpstr>Pointers to Objects</vt:lpstr>
      <vt:lpstr>Pointers to Objects</vt:lpstr>
      <vt:lpstr>Pointers to Objects</vt:lpstr>
      <vt:lpstr>Pointers to Objects</vt:lpstr>
      <vt:lpstr>Pointers to Objects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Toby Donaldson</dc:creator>
  <cp:lastModifiedBy>Toby Donaldson</cp:lastModifiedBy>
  <cp:revision>1</cp:revision>
  <dcterms:created xsi:type="dcterms:W3CDTF">2026-01-03T19:29:34Z</dcterms:created>
  <dcterms:modified xsi:type="dcterms:W3CDTF">2026-02-09T06:44:53Z</dcterms:modified>
</cp:coreProperties>
</file>