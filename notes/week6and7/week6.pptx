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358" r:id="rId2"/>
    <p:sldId id="361" r:id="rId3"/>
    <p:sldId id="359" r:id="rId4"/>
    <p:sldId id="360" r:id="rId5"/>
    <p:sldId id="362" r:id="rId6"/>
    <p:sldId id="363" r:id="rId7"/>
    <p:sldId id="364" r:id="rId8"/>
    <p:sldId id="365" r:id="rId9"/>
    <p:sldId id="401" r:id="rId10"/>
    <p:sldId id="402" r:id="rId11"/>
    <p:sldId id="403" r:id="rId12"/>
    <p:sldId id="404" r:id="rId13"/>
    <p:sldId id="366" r:id="rId14"/>
    <p:sldId id="367" r:id="rId15"/>
    <p:sldId id="368" r:id="rId16"/>
    <p:sldId id="371" r:id="rId17"/>
    <p:sldId id="370" r:id="rId18"/>
    <p:sldId id="372" r:id="rId19"/>
    <p:sldId id="373" r:id="rId20"/>
    <p:sldId id="374" r:id="rId21"/>
    <p:sldId id="376" r:id="rId22"/>
    <p:sldId id="380" r:id="rId23"/>
    <p:sldId id="377" r:id="rId24"/>
    <p:sldId id="378" r:id="rId25"/>
    <p:sldId id="381" r:id="rId26"/>
    <p:sldId id="379" r:id="rId27"/>
    <p:sldId id="382" r:id="rId28"/>
    <p:sldId id="383" r:id="rId29"/>
    <p:sldId id="384" r:id="rId30"/>
    <p:sldId id="385" r:id="rId31"/>
    <p:sldId id="386" r:id="rId32"/>
    <p:sldId id="387" r:id="rId33"/>
    <p:sldId id="390" r:id="rId34"/>
    <p:sldId id="388" r:id="rId35"/>
    <p:sldId id="389" r:id="rId36"/>
    <p:sldId id="391" r:id="rId37"/>
    <p:sldId id="392" r:id="rId38"/>
    <p:sldId id="393" r:id="rId39"/>
    <p:sldId id="395" r:id="rId40"/>
    <p:sldId id="396" r:id="rId41"/>
    <p:sldId id="397" r:id="rId42"/>
    <p:sldId id="398" r:id="rId43"/>
    <p:sldId id="399" r:id="rId44"/>
    <p:sldId id="400" r:id="rId45"/>
    <p:sldId id="40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C9DDAD8-27EC-E54D-BF9C-23E3848C8D55}">
          <p14:sldIdLst>
            <p14:sldId id="358"/>
            <p14:sldId id="361"/>
            <p14:sldId id="359"/>
            <p14:sldId id="360"/>
            <p14:sldId id="362"/>
            <p14:sldId id="363"/>
            <p14:sldId id="364"/>
            <p14:sldId id="365"/>
          </p14:sldIdLst>
        </p14:section>
        <p14:section name="Inheritance and Composition" id="{5AC6171D-169F-0E46-B319-1E4AE4CA5DD9}">
          <p14:sldIdLst>
            <p14:sldId id="401"/>
            <p14:sldId id="402"/>
            <p14:sldId id="403"/>
            <p14:sldId id="404"/>
          </p14:sldIdLst>
        </p14:section>
        <p14:section name="Printing" id="{D7128EE0-1CF1-5D45-8972-9459F5B9FBBA}">
          <p14:sldIdLst>
            <p14:sldId id="366"/>
            <p14:sldId id="367"/>
            <p14:sldId id="368"/>
            <p14:sldId id="371"/>
            <p14:sldId id="370"/>
            <p14:sldId id="372"/>
            <p14:sldId id="373"/>
            <p14:sldId id="374"/>
            <p14:sldId id="376"/>
            <p14:sldId id="380"/>
            <p14:sldId id="377"/>
            <p14:sldId id="378"/>
            <p14:sldId id="381"/>
            <p14:sldId id="379"/>
            <p14:sldId id="382"/>
            <p14:sldId id="383"/>
            <p14:sldId id="384"/>
            <p14:sldId id="385"/>
            <p14:sldId id="386"/>
            <p14:sldId id="387"/>
            <p14:sldId id="390"/>
          </p14:sldIdLst>
        </p14:section>
        <p14:section name="Binding" id="{D7E91CE2-500A-594C-B053-5031E287C748}">
          <p14:sldIdLst>
            <p14:sldId id="388"/>
            <p14:sldId id="389"/>
            <p14:sldId id="391"/>
            <p14:sldId id="392"/>
            <p14:sldId id="393"/>
          </p14:sldIdLst>
        </p14:section>
        <p14:section name="Pointers to objects" id="{3571755C-25C8-C142-911D-2A4A4A66C834}">
          <p14:sldIdLst>
            <p14:sldId id="395"/>
            <p14:sldId id="396"/>
            <p14:sldId id="397"/>
            <p14:sldId id="398"/>
            <p14:sldId id="399"/>
            <p14:sldId id="400"/>
            <p14:sldId id="4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921EE1-5FCB-2D46-B2AF-306D0E5A9BDC}" v="2" dt="2026-02-11T21:11:59.9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0"/>
    <p:restoredTop sz="96327"/>
  </p:normalViewPr>
  <p:slideViewPr>
    <p:cSldViewPr snapToGrid="0">
      <p:cViewPr varScale="1">
        <p:scale>
          <a:sx n="128" d="100"/>
          <a:sy n="128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redo custSel addSld delSld modSld sldOrd delSection modSection">
      <pc:chgData name="Toby Donaldson" userId="2e6e5431-bb17-4c41-9985-d39c50d83c73" providerId="ADAL" clId="{F31BC264-820E-54C4-A6D1-F92AF9CC222E}" dt="2026-02-11T21:11:59.931" v="10253"/>
      <pc:docMkLst>
        <pc:docMk/>
      </pc:docMkLst>
      <pc:sldChg chg="addSp delSp modSp add mod">
        <pc:chgData name="Toby Donaldson" userId="2e6e5431-bb17-4c41-9985-d39c50d83c73" providerId="ADAL" clId="{F31BC264-820E-54C4-A6D1-F92AF9CC222E}" dt="2026-02-02T20:59:59.566" v="10077"/>
        <pc:sldMkLst>
          <pc:docMk/>
          <pc:sldMk cId="1310954690" sldId="358"/>
        </pc:sldMkLst>
        <pc:spChg chg="mod">
          <ac:chgData name="Toby Donaldson" userId="2e6e5431-bb17-4c41-9985-d39c50d83c73" providerId="ADAL" clId="{F31BC264-820E-54C4-A6D1-F92AF9CC222E}" dt="2026-02-02T20:15:01.315" v="10051" actId="20577"/>
          <ac:spMkLst>
            <pc:docMk/>
            <pc:sldMk cId="1310954690" sldId="358"/>
            <ac:spMk id="3" creationId="{7B35CFC1-64B2-99C6-6730-A0966D893A78}"/>
          </ac:spMkLst>
        </pc:spChg>
      </pc:sldChg>
      <pc:sldChg chg="addSp">
        <pc:chgData name="Toby Donaldson" userId="2e6e5431-bb17-4c41-9985-d39c50d83c73" providerId="ADAL" clId="{F31BC264-820E-54C4-A6D1-F92AF9CC222E}" dt="2026-02-09T22:14:45.737" v="10168"/>
        <pc:sldMkLst>
          <pc:docMk/>
          <pc:sldMk cId="663643088" sldId="361"/>
        </pc:sldMkLst>
        <pc:inkChg chg="add">
          <ac:chgData name="Toby Donaldson" userId="2e6e5431-bb17-4c41-9985-d39c50d83c73" providerId="ADAL" clId="{F31BC264-820E-54C4-A6D1-F92AF9CC222E}" dt="2026-02-09T22:14:45.737" v="10168"/>
          <ac:inkMkLst>
            <pc:docMk/>
            <pc:sldMk cId="663643088" sldId="361"/>
            <ac:inkMk id="7" creationId="{0596183F-EEAC-AC10-1CCE-9AAF1DFC9CCE}"/>
          </ac:inkMkLst>
        </pc:inkChg>
      </pc:sldChg>
      <pc:sldChg chg="addSp">
        <pc:chgData name="Toby Donaldson" userId="2e6e5431-bb17-4c41-9985-d39c50d83c73" providerId="ADAL" clId="{F31BC264-820E-54C4-A6D1-F92AF9CC222E}" dt="2026-02-09T22:14:45.737" v="10168"/>
        <pc:sldMkLst>
          <pc:docMk/>
          <pc:sldMk cId="858015762" sldId="362"/>
        </pc:sldMkLst>
        <pc:inkChg chg="add">
          <ac:chgData name="Toby Donaldson" userId="2e6e5431-bb17-4c41-9985-d39c50d83c73" providerId="ADAL" clId="{F31BC264-820E-54C4-A6D1-F92AF9CC222E}" dt="2026-02-09T22:14:45.737" v="10168"/>
          <ac:inkMkLst>
            <pc:docMk/>
            <pc:sldMk cId="858015762" sldId="362"/>
            <ac:inkMk id="15" creationId="{2A7514F3-69FA-1366-3167-DFD8C3D90A13}"/>
          </ac:inkMkLst>
        </pc:inkChg>
      </pc:sldChg>
      <pc:sldChg chg="modSp mod">
        <pc:chgData name="Toby Donaldson" userId="2e6e5431-bb17-4c41-9985-d39c50d83c73" providerId="ADAL" clId="{F31BC264-820E-54C4-A6D1-F92AF9CC222E}" dt="2026-02-09T18:46:37.088" v="10145" actId="2711"/>
        <pc:sldMkLst>
          <pc:docMk/>
          <pc:sldMk cId="257285338" sldId="365"/>
        </pc:sldMkLst>
        <pc:spChg chg="mod">
          <ac:chgData name="Toby Donaldson" userId="2e6e5431-bb17-4c41-9985-d39c50d83c73" providerId="ADAL" clId="{F31BC264-820E-54C4-A6D1-F92AF9CC222E}" dt="2026-02-09T18:46:37.088" v="10145" actId="2711"/>
          <ac:spMkLst>
            <pc:docMk/>
            <pc:sldMk cId="257285338" sldId="365"/>
            <ac:spMk id="3" creationId="{C705540A-A4DC-8864-D1BA-A49BE0836CBB}"/>
          </ac:spMkLst>
        </pc:spChg>
      </pc:sldChg>
      <pc:sldChg chg="modSp mod">
        <pc:chgData name="Toby Donaldson" userId="2e6e5431-bb17-4c41-9985-d39c50d83c73" providerId="ADAL" clId="{F31BC264-820E-54C4-A6D1-F92AF9CC222E}" dt="2026-02-09T18:47:28.619" v="10146" actId="13926"/>
        <pc:sldMkLst>
          <pc:docMk/>
          <pc:sldMk cId="413009064" sldId="366"/>
        </pc:sldMkLst>
        <pc:spChg chg="mod">
          <ac:chgData name="Toby Donaldson" userId="2e6e5431-bb17-4c41-9985-d39c50d83c73" providerId="ADAL" clId="{F31BC264-820E-54C4-A6D1-F92AF9CC222E}" dt="2026-02-09T18:47:28.619" v="10146" actId="13926"/>
          <ac:spMkLst>
            <pc:docMk/>
            <pc:sldMk cId="413009064" sldId="366"/>
            <ac:spMk id="4" creationId="{11FBB0A3-8806-8564-A254-7F7F936780C1}"/>
          </ac:spMkLst>
        </pc:spChg>
      </pc:sldChg>
      <pc:sldChg chg="modSp mod">
        <pc:chgData name="Toby Donaldson" userId="2e6e5431-bb17-4c41-9985-d39c50d83c73" providerId="ADAL" clId="{F31BC264-820E-54C4-A6D1-F92AF9CC222E}" dt="2026-02-09T18:47:32.967" v="10147" actId="13926"/>
        <pc:sldMkLst>
          <pc:docMk/>
          <pc:sldMk cId="813900012" sldId="367"/>
        </pc:sldMkLst>
        <pc:spChg chg="mod">
          <ac:chgData name="Toby Donaldson" userId="2e6e5431-bb17-4c41-9985-d39c50d83c73" providerId="ADAL" clId="{F31BC264-820E-54C4-A6D1-F92AF9CC222E}" dt="2026-02-09T18:47:32.967" v="10147" actId="13926"/>
          <ac:spMkLst>
            <pc:docMk/>
            <pc:sldMk cId="813900012" sldId="367"/>
            <ac:spMk id="4" creationId="{E642E169-DED8-5AEB-07B9-243E31E94966}"/>
          </ac:spMkLst>
        </pc:spChg>
      </pc:sldChg>
      <pc:sldChg chg="modSp mod">
        <pc:chgData name="Toby Donaldson" userId="2e6e5431-bb17-4c41-9985-d39c50d83c73" providerId="ADAL" clId="{F31BC264-820E-54C4-A6D1-F92AF9CC222E}" dt="2026-02-09T18:47:39.100" v="10148" actId="13926"/>
        <pc:sldMkLst>
          <pc:docMk/>
          <pc:sldMk cId="244198095" sldId="368"/>
        </pc:sldMkLst>
        <pc:spChg chg="mod">
          <ac:chgData name="Toby Donaldson" userId="2e6e5431-bb17-4c41-9985-d39c50d83c73" providerId="ADAL" clId="{F31BC264-820E-54C4-A6D1-F92AF9CC222E}" dt="2026-02-09T18:47:39.100" v="10148" actId="13926"/>
          <ac:spMkLst>
            <pc:docMk/>
            <pc:sldMk cId="244198095" sldId="368"/>
            <ac:spMk id="4" creationId="{D82E7006-A8D8-704E-F934-D22997F7FBA4}"/>
          </ac:spMkLst>
        </pc:spChg>
      </pc:sldChg>
      <pc:sldChg chg="addSp modSp mod">
        <pc:chgData name="Toby Donaldson" userId="2e6e5431-bb17-4c41-9985-d39c50d83c73" providerId="ADAL" clId="{F31BC264-820E-54C4-A6D1-F92AF9CC222E}" dt="2026-02-09T18:49:30.764" v="10159" actId="12789"/>
        <pc:sldMkLst>
          <pc:docMk/>
          <pc:sldMk cId="1446371632" sldId="370"/>
        </pc:sldMkLst>
        <pc:spChg chg="add mod">
          <ac:chgData name="Toby Donaldson" userId="2e6e5431-bb17-4c41-9985-d39c50d83c73" providerId="ADAL" clId="{F31BC264-820E-54C4-A6D1-F92AF9CC222E}" dt="2026-02-09T18:49:30.764" v="10159" actId="12789"/>
          <ac:spMkLst>
            <pc:docMk/>
            <pc:sldMk cId="1446371632" sldId="370"/>
            <ac:spMk id="5" creationId="{555CB399-CBE8-C6C6-9B7C-A1DB9DFB9320}"/>
          </ac:spMkLst>
        </pc:spChg>
        <pc:spChg chg="add mod">
          <ac:chgData name="Toby Donaldson" userId="2e6e5431-bb17-4c41-9985-d39c50d83c73" providerId="ADAL" clId="{F31BC264-820E-54C4-A6D1-F92AF9CC222E}" dt="2026-02-09T18:49:30.764" v="10159" actId="12789"/>
          <ac:spMkLst>
            <pc:docMk/>
            <pc:sldMk cId="1446371632" sldId="370"/>
            <ac:spMk id="11" creationId="{DBABB560-34DB-3BAE-1907-2AB35F59AAD8}"/>
          </ac:spMkLst>
        </pc:spChg>
        <pc:spChg chg="add mod">
          <ac:chgData name="Toby Donaldson" userId="2e6e5431-bb17-4c41-9985-d39c50d83c73" providerId="ADAL" clId="{F31BC264-820E-54C4-A6D1-F92AF9CC222E}" dt="2026-02-09T18:49:30.764" v="10159" actId="12789"/>
          <ac:spMkLst>
            <pc:docMk/>
            <pc:sldMk cId="1446371632" sldId="370"/>
            <ac:spMk id="12" creationId="{081506E9-D2F9-EB16-F387-E45F7077E519}"/>
          </ac:spMkLst>
        </pc:spChg>
      </pc:sldChg>
      <pc:sldChg chg="addSp">
        <pc:chgData name="Toby Donaldson" userId="2e6e5431-bb17-4c41-9985-d39c50d83c73" providerId="ADAL" clId="{F31BC264-820E-54C4-A6D1-F92AF9CC222E}" dt="2026-02-11T20:50:43.304" v="10252"/>
        <pc:sldMkLst>
          <pc:docMk/>
          <pc:sldMk cId="1710991907" sldId="376"/>
        </pc:sldMkLst>
        <pc:inkChg chg="add">
          <ac:chgData name="Toby Donaldson" userId="2e6e5431-bb17-4c41-9985-d39c50d83c73" providerId="ADAL" clId="{F31BC264-820E-54C4-A6D1-F92AF9CC222E}" dt="2026-02-11T20:50:43.304" v="10252"/>
          <ac:inkMkLst>
            <pc:docMk/>
            <pc:sldMk cId="1710991907" sldId="376"/>
            <ac:inkMk id="3" creationId="{6FA296F7-1F1A-CEB1-4100-603A5E073B14}"/>
          </ac:inkMkLst>
        </pc:inkChg>
      </pc:sldChg>
      <pc:sldChg chg="addSp">
        <pc:chgData name="Toby Donaldson" userId="2e6e5431-bb17-4c41-9985-d39c50d83c73" providerId="ADAL" clId="{F31BC264-820E-54C4-A6D1-F92AF9CC222E}" dt="2026-02-11T20:50:43.304" v="10252"/>
        <pc:sldMkLst>
          <pc:docMk/>
          <pc:sldMk cId="3430061896" sldId="377"/>
        </pc:sldMkLst>
        <pc:inkChg chg="add">
          <ac:chgData name="Toby Donaldson" userId="2e6e5431-bb17-4c41-9985-d39c50d83c73" providerId="ADAL" clId="{F31BC264-820E-54C4-A6D1-F92AF9CC222E}" dt="2026-02-11T20:50:43.304" v="10252"/>
          <ac:inkMkLst>
            <pc:docMk/>
            <pc:sldMk cId="3430061896" sldId="377"/>
            <ac:inkMk id="3" creationId="{3694B520-9BCD-2FCA-5743-C275585D30C0}"/>
          </ac:inkMkLst>
        </pc:inkChg>
      </pc:sldChg>
      <pc:sldChg chg="modSp mod">
        <pc:chgData name="Toby Donaldson" userId="2e6e5431-bb17-4c41-9985-d39c50d83c73" providerId="ADAL" clId="{F31BC264-820E-54C4-A6D1-F92AF9CC222E}" dt="2026-02-09T18:53:58.915" v="10167" actId="113"/>
        <pc:sldMkLst>
          <pc:docMk/>
          <pc:sldMk cId="645143950" sldId="378"/>
        </pc:sldMkLst>
        <pc:spChg chg="mod">
          <ac:chgData name="Toby Donaldson" userId="2e6e5431-bb17-4c41-9985-d39c50d83c73" providerId="ADAL" clId="{F31BC264-820E-54C4-A6D1-F92AF9CC222E}" dt="2026-02-09T18:53:58.915" v="10167" actId="113"/>
          <ac:spMkLst>
            <pc:docMk/>
            <pc:sldMk cId="645143950" sldId="378"/>
            <ac:spMk id="7" creationId="{E364B3AD-8FCF-FFF6-D278-94CE268E69B0}"/>
          </ac:spMkLst>
        </pc:spChg>
      </pc:sldChg>
      <pc:sldChg chg="addSp delSp modSp mod">
        <pc:chgData name="Toby Donaldson" userId="2e6e5431-bb17-4c41-9985-d39c50d83c73" providerId="ADAL" clId="{F31BC264-820E-54C4-A6D1-F92AF9CC222E}" dt="2026-02-09T18:53:50.696" v="10166" actId="113"/>
        <pc:sldMkLst>
          <pc:docMk/>
          <pc:sldMk cId="1825975758" sldId="381"/>
        </pc:sldMkLst>
        <pc:spChg chg="add mod">
          <ac:chgData name="Toby Donaldson" userId="2e6e5431-bb17-4c41-9985-d39c50d83c73" providerId="ADAL" clId="{F31BC264-820E-54C4-A6D1-F92AF9CC222E}" dt="2026-02-09T18:53:50.696" v="10166" actId="113"/>
          <ac:spMkLst>
            <pc:docMk/>
            <pc:sldMk cId="1825975758" sldId="381"/>
            <ac:spMk id="3" creationId="{CC6F4140-2A52-CD85-F29B-37A9F73E54A2}"/>
          </ac:spMkLst>
        </pc:spChg>
        <pc:cxnChg chg="mod">
          <ac:chgData name="Toby Donaldson" userId="2e6e5431-bb17-4c41-9985-d39c50d83c73" providerId="ADAL" clId="{F31BC264-820E-54C4-A6D1-F92AF9CC222E}" dt="2026-02-09T18:51:24.239" v="10164" actId="21"/>
          <ac:cxnSpMkLst>
            <pc:docMk/>
            <pc:sldMk cId="1825975758" sldId="381"/>
            <ac:cxnSpMk id="9" creationId="{E0F2C66A-E786-1D62-68EA-5AA89DE601DA}"/>
          </ac:cxnSpMkLst>
        </pc:cxnChg>
      </pc:sldChg>
      <pc:sldChg chg="addSp">
        <pc:chgData name="Toby Donaldson" userId="2e6e5431-bb17-4c41-9985-d39c50d83c73" providerId="ADAL" clId="{F31BC264-820E-54C4-A6D1-F92AF9CC222E}" dt="2026-02-11T20:50:43.304" v="10252"/>
        <pc:sldMkLst>
          <pc:docMk/>
          <pc:sldMk cId="3804242943" sldId="382"/>
        </pc:sldMkLst>
        <pc:inkChg chg="add">
          <ac:chgData name="Toby Donaldson" userId="2e6e5431-bb17-4c41-9985-d39c50d83c73" providerId="ADAL" clId="{F31BC264-820E-54C4-A6D1-F92AF9CC222E}" dt="2026-02-11T20:50:43.304" v="10252"/>
          <ac:inkMkLst>
            <pc:docMk/>
            <pc:sldMk cId="3804242943" sldId="382"/>
            <ac:inkMk id="9" creationId="{86E64398-7AC0-6D97-329B-7E243D9ABB39}"/>
          </ac:inkMkLst>
        </pc:inkChg>
      </pc:sldChg>
      <pc:sldChg chg="addSp">
        <pc:chgData name="Toby Donaldson" userId="2e6e5431-bb17-4c41-9985-d39c50d83c73" providerId="ADAL" clId="{F31BC264-820E-54C4-A6D1-F92AF9CC222E}" dt="2026-02-11T20:50:43.304" v="10252"/>
        <pc:sldMkLst>
          <pc:docMk/>
          <pc:sldMk cId="1743158922" sldId="383"/>
        </pc:sldMkLst>
        <pc:inkChg chg="add">
          <ac:chgData name="Toby Donaldson" userId="2e6e5431-bb17-4c41-9985-d39c50d83c73" providerId="ADAL" clId="{F31BC264-820E-54C4-A6D1-F92AF9CC222E}" dt="2026-02-11T20:50:43.304" v="10252"/>
          <ac:inkMkLst>
            <pc:docMk/>
            <pc:sldMk cId="1743158922" sldId="383"/>
            <ac:inkMk id="9" creationId="{72ACFF4F-A162-A5AA-4B76-A903F36044E8}"/>
          </ac:inkMkLst>
        </pc:inkChg>
      </pc:sldChg>
      <pc:sldChg chg="addSp">
        <pc:chgData name="Toby Donaldson" userId="2e6e5431-bb17-4c41-9985-d39c50d83c73" providerId="ADAL" clId="{F31BC264-820E-54C4-A6D1-F92AF9CC222E}" dt="2026-02-11T20:50:43.304" v="10252"/>
        <pc:sldMkLst>
          <pc:docMk/>
          <pc:sldMk cId="3949196787" sldId="384"/>
        </pc:sldMkLst>
        <pc:inkChg chg="add">
          <ac:chgData name="Toby Donaldson" userId="2e6e5431-bb17-4c41-9985-d39c50d83c73" providerId="ADAL" clId="{F31BC264-820E-54C4-A6D1-F92AF9CC222E}" dt="2026-02-11T20:50:43.304" v="10252"/>
          <ac:inkMkLst>
            <pc:docMk/>
            <pc:sldMk cId="3949196787" sldId="384"/>
            <ac:inkMk id="7" creationId="{75650FA5-EC96-8E30-C278-23913808D397}"/>
          </ac:inkMkLst>
        </pc:inkChg>
      </pc:sldChg>
      <pc:sldChg chg="addSp">
        <pc:chgData name="Toby Donaldson" userId="2e6e5431-bb17-4c41-9985-d39c50d83c73" providerId="ADAL" clId="{F31BC264-820E-54C4-A6D1-F92AF9CC222E}" dt="2026-02-11T20:50:43.304" v="10252"/>
        <pc:sldMkLst>
          <pc:docMk/>
          <pc:sldMk cId="1277197031" sldId="385"/>
        </pc:sldMkLst>
        <pc:inkChg chg="add">
          <ac:chgData name="Toby Donaldson" userId="2e6e5431-bb17-4c41-9985-d39c50d83c73" providerId="ADAL" clId="{F31BC264-820E-54C4-A6D1-F92AF9CC222E}" dt="2026-02-11T20:50:43.304" v="10252"/>
          <ac:inkMkLst>
            <pc:docMk/>
            <pc:sldMk cId="1277197031" sldId="385"/>
            <ac:inkMk id="5" creationId="{ABA75766-7E16-ECF4-32C8-DF5502E61C30}"/>
          </ac:inkMkLst>
        </pc:inkChg>
      </pc:sldChg>
      <pc:sldChg chg="addSp">
        <pc:chgData name="Toby Donaldson" userId="2e6e5431-bb17-4c41-9985-d39c50d83c73" providerId="ADAL" clId="{F31BC264-820E-54C4-A6D1-F92AF9CC222E}" dt="2026-02-11T20:50:43.304" v="10252"/>
        <pc:sldMkLst>
          <pc:docMk/>
          <pc:sldMk cId="1451192674" sldId="387"/>
        </pc:sldMkLst>
        <pc:inkChg chg="add">
          <ac:chgData name="Toby Donaldson" userId="2e6e5431-bb17-4c41-9985-d39c50d83c73" providerId="ADAL" clId="{F31BC264-820E-54C4-A6D1-F92AF9CC222E}" dt="2026-02-11T20:50:43.304" v="10252"/>
          <ac:inkMkLst>
            <pc:docMk/>
            <pc:sldMk cId="1451192674" sldId="387"/>
            <ac:inkMk id="7" creationId="{8DA6982E-DF00-26A3-0752-A72BDB80F60F}"/>
          </ac:inkMkLst>
        </pc:inkChg>
      </pc:sldChg>
      <pc:sldChg chg="addSp">
        <pc:chgData name="Toby Donaldson" userId="2e6e5431-bb17-4c41-9985-d39c50d83c73" providerId="ADAL" clId="{F31BC264-820E-54C4-A6D1-F92AF9CC222E}" dt="2026-02-11T21:11:59.931" v="10253"/>
        <pc:sldMkLst>
          <pc:docMk/>
          <pc:sldMk cId="510654176" sldId="391"/>
        </pc:sldMkLst>
        <pc:inkChg chg="add">
          <ac:chgData name="Toby Donaldson" userId="2e6e5431-bb17-4c41-9985-d39c50d83c73" providerId="ADAL" clId="{F31BC264-820E-54C4-A6D1-F92AF9CC222E}" dt="2026-02-11T21:11:59.931" v="10253"/>
          <ac:inkMkLst>
            <pc:docMk/>
            <pc:sldMk cId="510654176" sldId="391"/>
            <ac:inkMk id="3" creationId="{D2454D15-2450-58D1-66CC-AFA4D1CA0410}"/>
          </ac:inkMkLst>
        </pc:inkChg>
      </pc:sldChg>
      <pc:sldChg chg="addSp">
        <pc:chgData name="Toby Donaldson" userId="2e6e5431-bb17-4c41-9985-d39c50d83c73" providerId="ADAL" clId="{F31BC264-820E-54C4-A6D1-F92AF9CC222E}" dt="2026-02-11T21:11:59.931" v="10253"/>
        <pc:sldMkLst>
          <pc:docMk/>
          <pc:sldMk cId="1757759290" sldId="393"/>
        </pc:sldMkLst>
        <pc:inkChg chg="add">
          <ac:chgData name="Toby Donaldson" userId="2e6e5431-bb17-4c41-9985-d39c50d83c73" providerId="ADAL" clId="{F31BC264-820E-54C4-A6D1-F92AF9CC222E}" dt="2026-02-11T21:11:59.931" v="10253"/>
          <ac:inkMkLst>
            <pc:docMk/>
            <pc:sldMk cId="1757759290" sldId="393"/>
            <ac:inkMk id="8" creationId="{70E36850-CE92-EF37-06E9-4D723243C704}"/>
          </ac:inkMkLst>
        </pc:inkChg>
      </pc:sldChg>
      <pc:sldChg chg="del">
        <pc:chgData name="Toby Donaldson" userId="2e6e5431-bb17-4c41-9985-d39c50d83c73" providerId="ADAL" clId="{F31BC264-820E-54C4-A6D1-F92AF9CC222E}" dt="2026-02-11T20:17:28.512" v="10250" actId="2696"/>
        <pc:sldMkLst>
          <pc:docMk/>
          <pc:sldMk cId="1859674180" sldId="394"/>
        </pc:sldMkLst>
      </pc:sldChg>
      <pc:sldChg chg="addSp">
        <pc:chgData name="Toby Donaldson" userId="2e6e5431-bb17-4c41-9985-d39c50d83c73" providerId="ADAL" clId="{F31BC264-820E-54C4-A6D1-F92AF9CC222E}" dt="2026-02-11T21:11:59.931" v="10253"/>
        <pc:sldMkLst>
          <pc:docMk/>
          <pc:sldMk cId="2050593658" sldId="395"/>
        </pc:sldMkLst>
        <pc:inkChg chg="add">
          <ac:chgData name="Toby Donaldson" userId="2e6e5431-bb17-4c41-9985-d39c50d83c73" providerId="ADAL" clId="{F31BC264-820E-54C4-A6D1-F92AF9CC222E}" dt="2026-02-11T21:11:59.931" v="10253"/>
          <ac:inkMkLst>
            <pc:docMk/>
            <pc:sldMk cId="2050593658" sldId="395"/>
            <ac:inkMk id="3" creationId="{E2813C12-276B-55AF-92EA-B9C0B6361B4F}"/>
          </ac:inkMkLst>
        </pc:inkChg>
      </pc:sldChg>
      <pc:sldChg chg="addSp modSp mod">
        <pc:chgData name="Toby Donaldson" userId="2e6e5431-bb17-4c41-9985-d39c50d83c73" providerId="ADAL" clId="{F31BC264-820E-54C4-A6D1-F92AF9CC222E}" dt="2026-02-11T21:11:59.931" v="10253"/>
        <pc:sldMkLst>
          <pc:docMk/>
          <pc:sldMk cId="1453493737" sldId="396"/>
        </pc:sldMkLst>
        <pc:spChg chg="mod">
          <ac:chgData name="Toby Donaldson" userId="2e6e5431-bb17-4c41-9985-d39c50d83c73" providerId="ADAL" clId="{F31BC264-820E-54C4-A6D1-F92AF9CC222E}" dt="2026-02-11T20:18:00.352" v="10251" actId="113"/>
          <ac:spMkLst>
            <pc:docMk/>
            <pc:sldMk cId="1453493737" sldId="396"/>
            <ac:spMk id="5" creationId="{A9129D6F-93FC-1089-4895-BA023234F6EB}"/>
          </ac:spMkLst>
        </pc:spChg>
        <pc:inkChg chg="add">
          <ac:chgData name="Toby Donaldson" userId="2e6e5431-bb17-4c41-9985-d39c50d83c73" providerId="ADAL" clId="{F31BC264-820E-54C4-A6D1-F92AF9CC222E}" dt="2026-02-11T21:11:59.931" v="10253"/>
          <ac:inkMkLst>
            <pc:docMk/>
            <pc:sldMk cId="1453493737" sldId="396"/>
            <ac:inkMk id="3" creationId="{7FC57019-B85C-B743-0F14-F7FB650167C4}"/>
          </ac:inkMkLst>
        </pc:inkChg>
      </pc:sldChg>
      <pc:sldChg chg="addSp">
        <pc:chgData name="Toby Donaldson" userId="2e6e5431-bb17-4c41-9985-d39c50d83c73" providerId="ADAL" clId="{F31BC264-820E-54C4-A6D1-F92AF9CC222E}" dt="2026-02-11T21:11:59.931" v="10253"/>
        <pc:sldMkLst>
          <pc:docMk/>
          <pc:sldMk cId="535630765" sldId="397"/>
        </pc:sldMkLst>
        <pc:inkChg chg="add">
          <ac:chgData name="Toby Donaldson" userId="2e6e5431-bb17-4c41-9985-d39c50d83c73" providerId="ADAL" clId="{F31BC264-820E-54C4-A6D1-F92AF9CC222E}" dt="2026-02-11T21:11:59.931" v="10253"/>
          <ac:inkMkLst>
            <pc:docMk/>
            <pc:sldMk cId="535630765" sldId="397"/>
            <ac:inkMk id="3" creationId="{67A5951C-ADA4-1E4D-B5C0-A9BB1D033862}"/>
          </ac:inkMkLst>
        </pc:inkChg>
      </pc:sldChg>
      <pc:sldChg chg="addSp">
        <pc:chgData name="Toby Donaldson" userId="2e6e5431-bb17-4c41-9985-d39c50d83c73" providerId="ADAL" clId="{F31BC264-820E-54C4-A6D1-F92AF9CC222E}" dt="2026-02-11T21:11:59.931" v="10253"/>
        <pc:sldMkLst>
          <pc:docMk/>
          <pc:sldMk cId="4169726502" sldId="398"/>
        </pc:sldMkLst>
        <pc:inkChg chg="add">
          <ac:chgData name="Toby Donaldson" userId="2e6e5431-bb17-4c41-9985-d39c50d83c73" providerId="ADAL" clId="{F31BC264-820E-54C4-A6D1-F92AF9CC222E}" dt="2026-02-11T21:11:59.931" v="10253"/>
          <ac:inkMkLst>
            <pc:docMk/>
            <pc:sldMk cId="4169726502" sldId="398"/>
            <ac:inkMk id="3" creationId="{677E6B21-C29F-29BD-4F5F-44C8230802C1}"/>
          </ac:inkMkLst>
        </pc:inkChg>
      </pc:sldChg>
      <pc:sldChg chg="addSp">
        <pc:chgData name="Toby Donaldson" userId="2e6e5431-bb17-4c41-9985-d39c50d83c73" providerId="ADAL" clId="{F31BC264-820E-54C4-A6D1-F92AF9CC222E}" dt="2026-02-11T21:11:59.931" v="10253"/>
        <pc:sldMkLst>
          <pc:docMk/>
          <pc:sldMk cId="1003155399" sldId="399"/>
        </pc:sldMkLst>
        <pc:inkChg chg="add">
          <ac:chgData name="Toby Donaldson" userId="2e6e5431-bb17-4c41-9985-d39c50d83c73" providerId="ADAL" clId="{F31BC264-820E-54C4-A6D1-F92AF9CC222E}" dt="2026-02-11T21:11:59.931" v="10253"/>
          <ac:inkMkLst>
            <pc:docMk/>
            <pc:sldMk cId="1003155399" sldId="399"/>
            <ac:inkMk id="8" creationId="{6CC0D6CC-2384-12F8-80DE-BF4B554A7CC8}"/>
          </ac:inkMkLst>
        </pc:inkChg>
      </pc:sldChg>
      <pc:sldChg chg="addSp">
        <pc:chgData name="Toby Donaldson" userId="2e6e5431-bb17-4c41-9985-d39c50d83c73" providerId="ADAL" clId="{F31BC264-820E-54C4-A6D1-F92AF9CC222E}" dt="2026-02-11T21:11:59.931" v="10253"/>
        <pc:sldMkLst>
          <pc:docMk/>
          <pc:sldMk cId="3459116067" sldId="400"/>
        </pc:sldMkLst>
        <pc:inkChg chg="add">
          <ac:chgData name="Toby Donaldson" userId="2e6e5431-bb17-4c41-9985-d39c50d83c73" providerId="ADAL" clId="{F31BC264-820E-54C4-A6D1-F92AF9CC222E}" dt="2026-02-11T21:11:59.931" v="10253"/>
          <ac:inkMkLst>
            <pc:docMk/>
            <pc:sldMk cId="3459116067" sldId="400"/>
            <ac:inkMk id="8" creationId="{27ACAEF3-914E-D390-BABF-74194A672616}"/>
          </ac:inkMkLst>
        </pc:inkChg>
      </pc:sldChg>
      <pc:sldChg chg="modSp mod">
        <pc:chgData name="Toby Donaldson" userId="2e6e5431-bb17-4c41-9985-d39c50d83c73" providerId="ADAL" clId="{F31BC264-820E-54C4-A6D1-F92AF9CC222E}" dt="2026-02-11T20:12:25.268" v="10210" actId="20577"/>
        <pc:sldMkLst>
          <pc:docMk/>
          <pc:sldMk cId="3575050957" sldId="404"/>
        </pc:sldMkLst>
        <pc:spChg chg="mod">
          <ac:chgData name="Toby Donaldson" userId="2e6e5431-bb17-4c41-9985-d39c50d83c73" providerId="ADAL" clId="{F31BC264-820E-54C4-A6D1-F92AF9CC222E}" dt="2026-02-11T20:12:25.268" v="10210" actId="20577"/>
          <ac:spMkLst>
            <pc:docMk/>
            <pc:sldMk cId="3575050957" sldId="404"/>
            <ac:spMk id="3" creationId="{131D5D5E-A5A8-3C8E-203C-7BD49685CAB5}"/>
          </ac:spMkLst>
        </pc:spChg>
      </pc:sldChg>
      <pc:sldChg chg="addSp modSp mod">
        <pc:chgData name="Toby Donaldson" userId="2e6e5431-bb17-4c41-9985-d39c50d83c73" providerId="ADAL" clId="{F31BC264-820E-54C4-A6D1-F92AF9CC222E}" dt="2026-02-11T21:11:59.931" v="10253"/>
        <pc:sldMkLst>
          <pc:docMk/>
          <pc:sldMk cId="3043117616" sldId="405"/>
        </pc:sldMkLst>
        <pc:spChg chg="mod">
          <ac:chgData name="Toby Donaldson" userId="2e6e5431-bb17-4c41-9985-d39c50d83c73" providerId="ADAL" clId="{F31BC264-820E-54C4-A6D1-F92AF9CC222E}" dt="2026-02-11T20:14:48.149" v="10249" actId="20577"/>
          <ac:spMkLst>
            <pc:docMk/>
            <pc:sldMk cId="3043117616" sldId="405"/>
            <ac:spMk id="3" creationId="{AB7875E9-8708-7467-22FB-F46C3E42770E}"/>
          </ac:spMkLst>
        </pc:spChg>
        <pc:inkChg chg="add">
          <ac:chgData name="Toby Donaldson" userId="2e6e5431-bb17-4c41-9985-d39c50d83c73" providerId="ADAL" clId="{F31BC264-820E-54C4-A6D1-F92AF9CC222E}" dt="2026-02-11T21:11:59.931" v="10253"/>
          <ac:inkMkLst>
            <pc:docMk/>
            <pc:sldMk cId="3043117616" sldId="405"/>
            <ac:inkMk id="4" creationId="{05F8EE64-B6EC-B4C2-6B15-FF9515C2E4B2}"/>
          </ac:inkMkLst>
        </pc:inkChg>
      </pc:sldChg>
    </pc:docChg>
  </pc:docChgLst>
  <pc:docChgLst>
    <pc:chgData name="Toby Donaldson" userId="2e6e5431-bb17-4c41-9985-d39c50d83c73" providerId="ADAL" clId="{7F9681A8-EEE2-56F4-9B39-ECCBEE0471AC}"/>
    <pc:docChg chg="undo redo custSel addSld delSld modSld sldOrd addSection delSection modSection">
      <pc:chgData name="Toby Donaldson" userId="2e6e5431-bb17-4c41-9985-d39c50d83c73" providerId="ADAL" clId="{7F9681A8-EEE2-56F4-9B39-ECCBEE0471AC}" dt="2026-02-10T22:35:44.823" v="44736" actId="20577"/>
      <pc:docMkLst>
        <pc:docMk/>
      </pc:docMkLst>
      <pc:sldChg chg="addSp delSp modSp mod">
        <pc:chgData name="Toby Donaldson" userId="2e6e5431-bb17-4c41-9985-d39c50d83c73" providerId="ADAL" clId="{7F9681A8-EEE2-56F4-9B39-ECCBEE0471AC}" dt="2026-02-09T06:43:16.733" v="42482" actId="113"/>
        <pc:sldMkLst>
          <pc:docMk/>
          <pc:sldMk cId="1310954690" sldId="358"/>
        </pc:sldMkLst>
        <pc:spChg chg="mod">
          <ac:chgData name="Toby Donaldson" userId="2e6e5431-bb17-4c41-9985-d39c50d83c73" providerId="ADAL" clId="{7F9681A8-EEE2-56F4-9B39-ECCBEE0471AC}" dt="2026-02-05T00:27:38.186" v="35282" actId="14100"/>
          <ac:spMkLst>
            <pc:docMk/>
            <pc:sldMk cId="1310954690" sldId="358"/>
            <ac:spMk id="2" creationId="{EBAAF929-1DF2-1253-394E-87D3BBC779D4}"/>
          </ac:spMkLst>
        </pc:spChg>
        <pc:spChg chg="mod">
          <ac:chgData name="Toby Donaldson" userId="2e6e5431-bb17-4c41-9985-d39c50d83c73" providerId="ADAL" clId="{7F9681A8-EEE2-56F4-9B39-ECCBEE0471AC}" dt="2026-02-09T06:43:16.733" v="42482" actId="113"/>
          <ac:spMkLst>
            <pc:docMk/>
            <pc:sldMk cId="1310954690" sldId="358"/>
            <ac:spMk id="3" creationId="{7B35CFC1-64B2-99C6-6730-A0966D893A78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9T06:43:33.783" v="42486" actId="113"/>
        <pc:sldMkLst>
          <pc:docMk/>
          <pc:sldMk cId="411447716" sldId="359"/>
        </pc:sldMkLst>
        <pc:spChg chg="mod">
          <ac:chgData name="Toby Donaldson" userId="2e6e5431-bb17-4c41-9985-d39c50d83c73" providerId="ADAL" clId="{7F9681A8-EEE2-56F4-9B39-ECCBEE0471AC}" dt="2026-02-09T06:43:33.783" v="42486" actId="113"/>
          <ac:spMkLst>
            <pc:docMk/>
            <pc:sldMk cId="411447716" sldId="359"/>
            <ac:spMk id="3" creationId="{41C23BE9-756B-AE09-E2B2-92694EED71B3}"/>
          </ac:spMkLst>
        </pc:spChg>
        <pc:spChg chg="add mod">
          <ac:chgData name="Toby Donaldson" userId="2e6e5431-bb17-4c41-9985-d39c50d83c73" providerId="ADAL" clId="{7F9681A8-EEE2-56F4-9B39-ECCBEE0471AC}" dt="2026-02-05T00:36:59.851" v="35656"/>
          <ac:spMkLst>
            <pc:docMk/>
            <pc:sldMk cId="411447716" sldId="359"/>
            <ac:spMk id="14" creationId="{21067FA8-C616-4B9A-C365-3EA9FB798EC9}"/>
          </ac:spMkLst>
        </pc:spChg>
        <pc:cxnChg chg="add mod">
          <ac:chgData name="Toby Donaldson" userId="2e6e5431-bb17-4c41-9985-d39c50d83c73" providerId="ADAL" clId="{7F9681A8-EEE2-56F4-9B39-ECCBEE0471AC}" dt="2026-02-05T00:33:35.657" v="35568" actId="14100"/>
          <ac:cxnSpMkLst>
            <pc:docMk/>
            <pc:sldMk cId="411447716" sldId="359"/>
            <ac:cxnSpMk id="7" creationId="{9D1516FA-1D7E-62C7-D8BC-662F39772568}"/>
          </ac:cxnSpMkLst>
        </pc:cxnChg>
        <pc:cxnChg chg="add mod">
          <ac:chgData name="Toby Donaldson" userId="2e6e5431-bb17-4c41-9985-d39c50d83c73" providerId="ADAL" clId="{7F9681A8-EEE2-56F4-9B39-ECCBEE0471AC}" dt="2026-02-05T00:36:59.851" v="35656"/>
          <ac:cxnSpMkLst>
            <pc:docMk/>
            <pc:sldMk cId="411447716" sldId="359"/>
            <ac:cxnSpMk id="15" creationId="{85804E7E-524A-F6DC-7B4B-551C684799C9}"/>
          </ac:cxnSpMkLst>
        </pc:cxnChg>
        <pc:cxnChg chg="mod">
          <ac:chgData name="Toby Donaldson" userId="2e6e5431-bb17-4c41-9985-d39c50d83c73" providerId="ADAL" clId="{7F9681A8-EEE2-56F4-9B39-ECCBEE0471AC}" dt="2026-02-05T00:33:28.422" v="35565" actId="14100"/>
          <ac:cxnSpMkLst>
            <pc:docMk/>
            <pc:sldMk cId="411447716" sldId="359"/>
            <ac:cxnSpMk id="25" creationId="{194C4F6D-53BD-5B0A-A699-667B8391A32D}"/>
          </ac:cxnSpMkLst>
        </pc:cxnChg>
      </pc:sldChg>
      <pc:sldChg chg="addSp modSp add mod">
        <pc:chgData name="Toby Donaldson" userId="2e6e5431-bb17-4c41-9985-d39c50d83c73" providerId="ADAL" clId="{7F9681A8-EEE2-56F4-9B39-ECCBEE0471AC}" dt="2026-02-09T06:43:38.634" v="42488" actId="113"/>
        <pc:sldMkLst>
          <pc:docMk/>
          <pc:sldMk cId="3970740836" sldId="360"/>
        </pc:sldMkLst>
        <pc:spChg chg="mod">
          <ac:chgData name="Toby Donaldson" userId="2e6e5431-bb17-4c41-9985-d39c50d83c73" providerId="ADAL" clId="{7F9681A8-EEE2-56F4-9B39-ECCBEE0471AC}" dt="2026-02-09T06:43:38.634" v="42488" actId="113"/>
          <ac:spMkLst>
            <pc:docMk/>
            <pc:sldMk cId="3970740836" sldId="360"/>
            <ac:spMk id="3" creationId="{79515B86-6D86-6D44-C201-235FE722F03E}"/>
          </ac:spMkLst>
        </pc:spChg>
        <pc:spChg chg="add mod">
          <ac:chgData name="Toby Donaldson" userId="2e6e5431-bb17-4c41-9985-d39c50d83c73" providerId="ADAL" clId="{7F9681A8-EEE2-56F4-9B39-ECCBEE0471AC}" dt="2026-02-05T00:37:01.588" v="35657"/>
          <ac:spMkLst>
            <pc:docMk/>
            <pc:sldMk cId="3970740836" sldId="360"/>
            <ac:spMk id="5" creationId="{90B2FACB-D527-CE2F-A8EC-BD66B60E7434}"/>
          </ac:spMkLst>
        </pc:spChg>
        <pc:spChg chg="mod">
          <ac:chgData name="Toby Donaldson" userId="2e6e5431-bb17-4c41-9985-d39c50d83c73" providerId="ADAL" clId="{7F9681A8-EEE2-56F4-9B39-ECCBEE0471AC}" dt="2026-02-05T00:37:23.106" v="35700" actId="20577"/>
          <ac:spMkLst>
            <pc:docMk/>
            <pc:sldMk cId="3970740836" sldId="360"/>
            <ac:spMk id="22" creationId="{D77EE7B7-6CFA-9C47-AEDA-FA196585A535}"/>
          </ac:spMkLst>
        </pc:spChg>
        <pc:cxnChg chg="add mod">
          <ac:chgData name="Toby Donaldson" userId="2e6e5431-bb17-4c41-9985-d39c50d83c73" providerId="ADAL" clId="{7F9681A8-EEE2-56F4-9B39-ECCBEE0471AC}" dt="2026-02-05T00:37:01.588" v="35657"/>
          <ac:cxnSpMkLst>
            <pc:docMk/>
            <pc:sldMk cId="3970740836" sldId="360"/>
            <ac:cxnSpMk id="6" creationId="{575DD8D9-8931-8781-EBE3-61739E4A3C3E}"/>
          </ac:cxnSpMkLst>
        </pc:cxnChg>
      </pc:sldChg>
      <pc:sldChg chg="addSp modSp add mod">
        <pc:chgData name="Toby Donaldson" userId="2e6e5431-bb17-4c41-9985-d39c50d83c73" providerId="ADAL" clId="{7F9681A8-EEE2-56F4-9B39-ECCBEE0471AC}" dt="2026-02-09T06:43:29.083" v="42484" actId="113"/>
        <pc:sldMkLst>
          <pc:docMk/>
          <pc:sldMk cId="663643088" sldId="361"/>
        </pc:sldMkLst>
        <pc:spChg chg="mod">
          <ac:chgData name="Toby Donaldson" userId="2e6e5431-bb17-4c41-9985-d39c50d83c73" providerId="ADAL" clId="{7F9681A8-EEE2-56F4-9B39-ECCBEE0471AC}" dt="2026-02-09T06:43:29.083" v="42484" actId="113"/>
          <ac:spMkLst>
            <pc:docMk/>
            <pc:sldMk cId="663643088" sldId="361"/>
            <ac:spMk id="3" creationId="{5CDBD2E5-F974-B8AD-CA1C-D4A19103585F}"/>
          </ac:spMkLst>
        </pc:spChg>
        <pc:spChg chg="add mod">
          <ac:chgData name="Toby Donaldson" userId="2e6e5431-bb17-4c41-9985-d39c50d83c73" providerId="ADAL" clId="{7F9681A8-EEE2-56F4-9B39-ECCBEE0471AC}" dt="2026-02-05T00:36:20.972" v="35651" actId="1076"/>
          <ac:spMkLst>
            <pc:docMk/>
            <pc:sldMk cId="663643088" sldId="361"/>
            <ac:spMk id="5" creationId="{03060692-D27D-06E3-C41B-2B57E45FD6B9}"/>
          </ac:spMkLst>
        </pc:spChg>
        <pc:cxnChg chg="add mod">
          <ac:chgData name="Toby Donaldson" userId="2e6e5431-bb17-4c41-9985-d39c50d83c73" providerId="ADAL" clId="{7F9681A8-EEE2-56F4-9B39-ECCBEE0471AC}" dt="2026-02-05T00:36:42.889" v="35655" actId="14100"/>
          <ac:cxnSpMkLst>
            <pc:docMk/>
            <pc:sldMk cId="663643088" sldId="361"/>
            <ac:cxnSpMk id="6" creationId="{E5512506-084C-87D8-7894-5B20A7F1F87F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9T06:44:35.149" v="42490" actId="113"/>
        <pc:sldMkLst>
          <pc:docMk/>
          <pc:sldMk cId="858015762" sldId="362"/>
        </pc:sldMkLst>
        <pc:spChg chg="mod">
          <ac:chgData name="Toby Donaldson" userId="2e6e5431-bb17-4c41-9985-d39c50d83c73" providerId="ADAL" clId="{7F9681A8-EEE2-56F4-9B39-ECCBEE0471AC}" dt="2026-02-09T06:44:35.149" v="42490" actId="113"/>
          <ac:spMkLst>
            <pc:docMk/>
            <pc:sldMk cId="858015762" sldId="362"/>
            <ac:spMk id="3" creationId="{8E1E5443-B474-57A4-42E0-6D9846897F01}"/>
          </ac:spMkLst>
        </pc:spChg>
        <pc:spChg chg="add mod">
          <ac:chgData name="Toby Donaldson" userId="2e6e5431-bb17-4c41-9985-d39c50d83c73" providerId="ADAL" clId="{7F9681A8-EEE2-56F4-9B39-ECCBEE0471AC}" dt="2026-02-05T00:41:46.420" v="35930" actId="1076"/>
          <ac:spMkLst>
            <pc:docMk/>
            <pc:sldMk cId="858015762" sldId="362"/>
            <ac:spMk id="7" creationId="{8CF8CE18-2792-F9D0-F273-360A7E6B6231}"/>
          </ac:spMkLst>
        </pc:spChg>
        <pc:spChg chg="add mod">
          <ac:chgData name="Toby Donaldson" userId="2e6e5431-bb17-4c41-9985-d39c50d83c73" providerId="ADAL" clId="{7F9681A8-EEE2-56F4-9B39-ECCBEE0471AC}" dt="2026-02-05T00:40:14.719" v="35819" actId="20577"/>
          <ac:spMkLst>
            <pc:docMk/>
            <pc:sldMk cId="858015762" sldId="362"/>
            <ac:spMk id="9" creationId="{C8F1BB9E-19AF-503F-1EE0-42BED28A3EA7}"/>
          </ac:spMkLst>
        </pc:spChg>
        <pc:spChg chg="add mod">
          <ac:chgData name="Toby Donaldson" userId="2e6e5431-bb17-4c41-9985-d39c50d83c73" providerId="ADAL" clId="{7F9681A8-EEE2-56F4-9B39-ECCBEE0471AC}" dt="2026-02-05T00:42:38.618" v="35966" actId="113"/>
          <ac:spMkLst>
            <pc:docMk/>
            <pc:sldMk cId="858015762" sldId="362"/>
            <ac:spMk id="13" creationId="{4361B7D8-7E65-4BDC-708D-D0AA6E194DB5}"/>
          </ac:spMkLst>
        </pc:spChg>
        <pc:spChg chg="add mod">
          <ac:chgData name="Toby Donaldson" userId="2e6e5431-bb17-4c41-9985-d39c50d83c73" providerId="ADAL" clId="{7F9681A8-EEE2-56F4-9B39-ECCBEE0471AC}" dt="2026-02-05T00:43:10.497" v="36007" actId="20577"/>
          <ac:spMkLst>
            <pc:docMk/>
            <pc:sldMk cId="858015762" sldId="362"/>
            <ac:spMk id="18" creationId="{D6FEC744-BC9F-26D7-2D1F-3DD1E3FB7CA9}"/>
          </ac:spMkLst>
        </pc:spChg>
        <pc:cxnChg chg="add mod">
          <ac:chgData name="Toby Donaldson" userId="2e6e5431-bb17-4c41-9985-d39c50d83c73" providerId="ADAL" clId="{7F9681A8-EEE2-56F4-9B39-ECCBEE0471AC}" dt="2026-02-05T00:41:02.070" v="35873" actId="14100"/>
          <ac:cxnSpMkLst>
            <pc:docMk/>
            <pc:sldMk cId="858015762" sldId="362"/>
            <ac:cxnSpMk id="14" creationId="{C99EF146-A21F-3CA6-A9C8-2086E758F996}"/>
          </ac:cxnSpMkLst>
        </pc:cxnChg>
        <pc:cxnChg chg="add mod">
          <ac:chgData name="Toby Donaldson" userId="2e6e5431-bb17-4c41-9985-d39c50d83c73" providerId="ADAL" clId="{7F9681A8-EEE2-56F4-9B39-ECCBEE0471AC}" dt="2026-02-05T00:42:30.171" v="35965" actId="1076"/>
          <ac:cxnSpMkLst>
            <pc:docMk/>
            <pc:sldMk cId="858015762" sldId="362"/>
            <ac:cxnSpMk id="20" creationId="{94B868F1-C114-01D1-A7AA-53A705D37C76}"/>
          </ac:cxnSpMkLst>
        </pc:cxnChg>
      </pc:sldChg>
      <pc:sldChg chg="delSp modSp add mod">
        <pc:chgData name="Toby Donaldson" userId="2e6e5431-bb17-4c41-9985-d39c50d83c73" providerId="ADAL" clId="{7F9681A8-EEE2-56F4-9B39-ECCBEE0471AC}" dt="2026-02-09T06:44:40.107" v="42492" actId="113"/>
        <pc:sldMkLst>
          <pc:docMk/>
          <pc:sldMk cId="1562273311" sldId="363"/>
        </pc:sldMkLst>
        <pc:spChg chg="mod">
          <ac:chgData name="Toby Donaldson" userId="2e6e5431-bb17-4c41-9985-d39c50d83c73" providerId="ADAL" clId="{7F9681A8-EEE2-56F4-9B39-ECCBEE0471AC}" dt="2026-02-09T06:44:40.107" v="42492" actId="113"/>
          <ac:spMkLst>
            <pc:docMk/>
            <pc:sldMk cId="1562273311" sldId="363"/>
            <ac:spMk id="3" creationId="{AD8E6E98-2E63-2600-6599-303DD6E0BEF4}"/>
          </ac:spMkLst>
        </pc:spChg>
        <pc:spChg chg="mod">
          <ac:chgData name="Toby Donaldson" userId="2e6e5431-bb17-4c41-9985-d39c50d83c73" providerId="ADAL" clId="{7F9681A8-EEE2-56F4-9B39-ECCBEE0471AC}" dt="2026-02-05T00:44:21.075" v="36010" actId="1076"/>
          <ac:spMkLst>
            <pc:docMk/>
            <pc:sldMk cId="1562273311" sldId="363"/>
            <ac:spMk id="4" creationId="{01D8894A-738E-C5D3-856D-63967A78B412}"/>
          </ac:spMkLst>
        </pc:spChg>
        <pc:spChg chg="mod">
          <ac:chgData name="Toby Donaldson" userId="2e6e5431-bb17-4c41-9985-d39c50d83c73" providerId="ADAL" clId="{7F9681A8-EEE2-56F4-9B39-ECCBEE0471AC}" dt="2026-02-05T00:44:30.789" v="36011" actId="1076"/>
          <ac:spMkLst>
            <pc:docMk/>
            <pc:sldMk cId="1562273311" sldId="363"/>
            <ac:spMk id="7" creationId="{95E670C4-E311-4891-79F1-90EFF91657B9}"/>
          </ac:spMkLst>
        </pc:spChg>
        <pc:spChg chg="mod">
          <ac:chgData name="Toby Donaldson" userId="2e6e5431-bb17-4c41-9985-d39c50d83c73" providerId="ADAL" clId="{7F9681A8-EEE2-56F4-9B39-ECCBEE0471AC}" dt="2026-02-05T00:44:21.075" v="36010" actId="1076"/>
          <ac:spMkLst>
            <pc:docMk/>
            <pc:sldMk cId="1562273311" sldId="363"/>
            <ac:spMk id="8" creationId="{19860B02-E769-2258-5D4E-73BC2745A626}"/>
          </ac:spMkLst>
        </pc:spChg>
        <pc:spChg chg="mod">
          <ac:chgData name="Toby Donaldson" userId="2e6e5431-bb17-4c41-9985-d39c50d83c73" providerId="ADAL" clId="{7F9681A8-EEE2-56F4-9B39-ECCBEE0471AC}" dt="2026-02-05T00:44:30.789" v="36011" actId="1076"/>
          <ac:spMkLst>
            <pc:docMk/>
            <pc:sldMk cId="1562273311" sldId="363"/>
            <ac:spMk id="9" creationId="{1E023E58-ED34-70FF-0AA0-19765263A698}"/>
          </ac:spMkLst>
        </pc:spChg>
        <pc:cxnChg chg="mod">
          <ac:chgData name="Toby Donaldson" userId="2e6e5431-bb17-4c41-9985-d39c50d83c73" providerId="ADAL" clId="{7F9681A8-EEE2-56F4-9B39-ECCBEE0471AC}" dt="2026-02-05T00:44:21.075" v="36010" actId="1076"/>
          <ac:cxnSpMkLst>
            <pc:docMk/>
            <pc:sldMk cId="1562273311" sldId="363"/>
            <ac:cxnSpMk id="10" creationId="{2529598D-78AB-E098-7842-41ED2631A865}"/>
          </ac:cxnSpMkLst>
        </pc:cxnChg>
      </pc:sldChg>
      <pc:sldChg chg="modSp add mod">
        <pc:chgData name="Toby Donaldson" userId="2e6e5431-bb17-4c41-9985-d39c50d83c73" providerId="ADAL" clId="{7F9681A8-EEE2-56F4-9B39-ECCBEE0471AC}" dt="2026-02-09T06:44:44.412" v="42494" actId="113"/>
        <pc:sldMkLst>
          <pc:docMk/>
          <pc:sldMk cId="2629793367" sldId="364"/>
        </pc:sldMkLst>
        <pc:spChg chg="mod">
          <ac:chgData name="Toby Donaldson" userId="2e6e5431-bb17-4c41-9985-d39c50d83c73" providerId="ADAL" clId="{7F9681A8-EEE2-56F4-9B39-ECCBEE0471AC}" dt="2026-02-09T06:44:44.412" v="42494" actId="113"/>
          <ac:spMkLst>
            <pc:docMk/>
            <pc:sldMk cId="2629793367" sldId="364"/>
            <ac:spMk id="3" creationId="{448A290A-8A59-8754-413C-3AD47D37D7D8}"/>
          </ac:spMkLst>
        </pc:spChg>
        <pc:spChg chg="mod">
          <ac:chgData name="Toby Donaldson" userId="2e6e5431-bb17-4c41-9985-d39c50d83c73" providerId="ADAL" clId="{7F9681A8-EEE2-56F4-9B39-ECCBEE0471AC}" dt="2026-02-05T00:45:32.174" v="36023" actId="207"/>
          <ac:spMkLst>
            <pc:docMk/>
            <pc:sldMk cId="2629793367" sldId="364"/>
            <ac:spMk id="9" creationId="{CD6CC616-008A-9AD7-55F9-12AE3A078FB2}"/>
          </ac:spMkLst>
        </pc:spChg>
        <pc:spChg chg="mod">
          <ac:chgData name="Toby Donaldson" userId="2e6e5431-bb17-4c41-9985-d39c50d83c73" providerId="ADAL" clId="{7F9681A8-EEE2-56F4-9B39-ECCBEE0471AC}" dt="2026-02-05T00:45:50.272" v="36027" actId="20577"/>
          <ac:spMkLst>
            <pc:docMk/>
            <pc:sldMk cId="2629793367" sldId="364"/>
            <ac:spMk id="18" creationId="{7CC2B86C-4DB8-47A1-F180-3C58073800CB}"/>
          </ac:spMkLst>
        </pc:spChg>
      </pc:sldChg>
      <pc:sldChg chg="modSp new mod">
        <pc:chgData name="Toby Donaldson" userId="2e6e5431-bb17-4c41-9985-d39c50d83c73" providerId="ADAL" clId="{7F9681A8-EEE2-56F4-9B39-ECCBEE0471AC}" dt="2026-02-05T00:47:00.226" v="36122" actId="20577"/>
        <pc:sldMkLst>
          <pc:docMk/>
          <pc:sldMk cId="257285338" sldId="365"/>
        </pc:sldMkLst>
        <pc:spChg chg="mod">
          <ac:chgData name="Toby Donaldson" userId="2e6e5431-bb17-4c41-9985-d39c50d83c73" providerId="ADAL" clId="{7F9681A8-EEE2-56F4-9B39-ECCBEE0471AC}" dt="2026-02-05T00:46:23.245" v="36046" actId="20577"/>
          <ac:spMkLst>
            <pc:docMk/>
            <pc:sldMk cId="257285338" sldId="365"/>
            <ac:spMk id="2" creationId="{CC43AF09-6FA1-5E01-A2E5-7E58E93DE8A1}"/>
          </ac:spMkLst>
        </pc:spChg>
        <pc:spChg chg="mod">
          <ac:chgData name="Toby Donaldson" userId="2e6e5431-bb17-4c41-9985-d39c50d83c73" providerId="ADAL" clId="{7F9681A8-EEE2-56F4-9B39-ECCBEE0471AC}" dt="2026-02-05T00:47:00.226" v="36122" actId="20577"/>
          <ac:spMkLst>
            <pc:docMk/>
            <pc:sldMk cId="257285338" sldId="365"/>
            <ac:spMk id="3" creationId="{C705540A-A4DC-8864-D1BA-A49BE0836CBB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2-05T02:21:29.399" v="36436" actId="14100"/>
        <pc:sldMkLst>
          <pc:docMk/>
          <pc:sldMk cId="413009064" sldId="366"/>
        </pc:sldMkLst>
        <pc:spChg chg="mod">
          <ac:chgData name="Toby Donaldson" userId="2e6e5431-bb17-4c41-9985-d39c50d83c73" providerId="ADAL" clId="{7F9681A8-EEE2-56F4-9B39-ECCBEE0471AC}" dt="2026-02-05T02:15:42.063" v="36195" actId="1076"/>
          <ac:spMkLst>
            <pc:docMk/>
            <pc:sldMk cId="413009064" sldId="366"/>
            <ac:spMk id="2" creationId="{3035699E-D7C7-2A67-5699-3DD5E03BAE0B}"/>
          </ac:spMkLst>
        </pc:spChg>
        <pc:spChg chg="add mod">
          <ac:chgData name="Toby Donaldson" userId="2e6e5431-bb17-4c41-9985-d39c50d83c73" providerId="ADAL" clId="{7F9681A8-EEE2-56F4-9B39-ECCBEE0471AC}" dt="2026-02-05T02:18:51.381" v="36316" actId="1076"/>
          <ac:spMkLst>
            <pc:docMk/>
            <pc:sldMk cId="413009064" sldId="366"/>
            <ac:spMk id="4" creationId="{11FBB0A3-8806-8564-A254-7F7F936780C1}"/>
          </ac:spMkLst>
        </pc:spChg>
        <pc:spChg chg="add mod">
          <ac:chgData name="Toby Donaldson" userId="2e6e5431-bb17-4c41-9985-d39c50d83c73" providerId="ADAL" clId="{7F9681A8-EEE2-56F4-9B39-ECCBEE0471AC}" dt="2026-02-05T02:21:08.515" v="36419" actId="1076"/>
          <ac:spMkLst>
            <pc:docMk/>
            <pc:sldMk cId="413009064" sldId="366"/>
            <ac:spMk id="5" creationId="{F5752AEE-2BDC-33E7-41C1-B2CACD27B548}"/>
          </ac:spMkLst>
        </pc:spChg>
        <pc:spChg chg="add mod">
          <ac:chgData name="Toby Donaldson" userId="2e6e5431-bb17-4c41-9985-d39c50d83c73" providerId="ADAL" clId="{7F9681A8-EEE2-56F4-9B39-ECCBEE0471AC}" dt="2026-02-05T02:21:29.399" v="36436" actId="14100"/>
          <ac:spMkLst>
            <pc:docMk/>
            <pc:sldMk cId="413009064" sldId="366"/>
            <ac:spMk id="6" creationId="{9951DE53-58A4-9A6F-21F9-59879D33AA33}"/>
          </ac:spMkLst>
        </pc:spChg>
      </pc:sldChg>
      <pc:sldChg chg="addSp modSp add mod">
        <pc:chgData name="Toby Donaldson" userId="2e6e5431-bb17-4c41-9985-d39c50d83c73" providerId="ADAL" clId="{7F9681A8-EEE2-56F4-9B39-ECCBEE0471AC}" dt="2026-02-05T02:21:40.543" v="36443" actId="20577"/>
        <pc:sldMkLst>
          <pc:docMk/>
          <pc:sldMk cId="813900012" sldId="367"/>
        </pc:sldMkLst>
        <pc:spChg chg="add mod">
          <ac:chgData name="Toby Donaldson" userId="2e6e5431-bb17-4c41-9985-d39c50d83c73" providerId="ADAL" clId="{7F9681A8-EEE2-56F4-9B39-ECCBEE0471AC}" dt="2026-02-05T02:21:37.168" v="36437"/>
          <ac:spMkLst>
            <pc:docMk/>
            <pc:sldMk cId="813900012" sldId="367"/>
            <ac:spMk id="3" creationId="{3D9493FD-3F17-600C-4EF3-3FEE80181744}"/>
          </ac:spMkLst>
        </pc:spChg>
        <pc:spChg chg="mod">
          <ac:chgData name="Toby Donaldson" userId="2e6e5431-bb17-4c41-9985-d39c50d83c73" providerId="ADAL" clId="{7F9681A8-EEE2-56F4-9B39-ECCBEE0471AC}" dt="2026-02-05T02:18:26.630" v="36314" actId="1076"/>
          <ac:spMkLst>
            <pc:docMk/>
            <pc:sldMk cId="813900012" sldId="367"/>
            <ac:spMk id="4" creationId="{E642E169-DED8-5AEB-07B9-243E31E94966}"/>
          </ac:spMkLst>
        </pc:spChg>
        <pc:spChg chg="add mod">
          <ac:chgData name="Toby Donaldson" userId="2e6e5431-bb17-4c41-9985-d39c50d83c73" providerId="ADAL" clId="{7F9681A8-EEE2-56F4-9B39-ECCBEE0471AC}" dt="2026-02-05T02:21:40.543" v="36443" actId="20577"/>
          <ac:spMkLst>
            <pc:docMk/>
            <pc:sldMk cId="813900012" sldId="367"/>
            <ac:spMk id="5" creationId="{53C8EF5A-2EB0-A886-03EB-D2D5BCBA2B85}"/>
          </ac:spMkLst>
        </pc:spChg>
      </pc:sldChg>
      <pc:sldChg chg="addSp modSp add mod">
        <pc:chgData name="Toby Donaldson" userId="2e6e5431-bb17-4c41-9985-d39c50d83c73" providerId="ADAL" clId="{7F9681A8-EEE2-56F4-9B39-ECCBEE0471AC}" dt="2026-02-05T02:21:50.283" v="36452" actId="14100"/>
        <pc:sldMkLst>
          <pc:docMk/>
          <pc:sldMk cId="244198095" sldId="368"/>
        </pc:sldMkLst>
        <pc:spChg chg="add mod">
          <ac:chgData name="Toby Donaldson" userId="2e6e5431-bb17-4c41-9985-d39c50d83c73" providerId="ADAL" clId="{7F9681A8-EEE2-56F4-9B39-ECCBEE0471AC}" dt="2026-02-05T02:21:44.228" v="36444"/>
          <ac:spMkLst>
            <pc:docMk/>
            <pc:sldMk cId="244198095" sldId="368"/>
            <ac:spMk id="3" creationId="{0ACA8FD9-8930-1AC7-BDDD-FA9C9CAFB410}"/>
          </ac:spMkLst>
        </pc:spChg>
        <pc:spChg chg="mod">
          <ac:chgData name="Toby Donaldson" userId="2e6e5431-bb17-4c41-9985-d39c50d83c73" providerId="ADAL" clId="{7F9681A8-EEE2-56F4-9B39-ECCBEE0471AC}" dt="2026-02-05T02:20:08.665" v="36369" actId="20577"/>
          <ac:spMkLst>
            <pc:docMk/>
            <pc:sldMk cId="244198095" sldId="368"/>
            <ac:spMk id="4" creationId="{D82E7006-A8D8-704E-F934-D22997F7FBA4}"/>
          </ac:spMkLst>
        </pc:spChg>
        <pc:spChg chg="add mod">
          <ac:chgData name="Toby Donaldson" userId="2e6e5431-bb17-4c41-9985-d39c50d83c73" providerId="ADAL" clId="{7F9681A8-EEE2-56F4-9B39-ECCBEE0471AC}" dt="2026-02-05T02:21:50.283" v="36452" actId="14100"/>
          <ac:spMkLst>
            <pc:docMk/>
            <pc:sldMk cId="244198095" sldId="368"/>
            <ac:spMk id="5" creationId="{A031FCD4-6EA8-76C8-505C-000E98C5C13B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9T06:41:32.880" v="42457" actId="21"/>
        <pc:sldMkLst>
          <pc:docMk/>
          <pc:sldMk cId="1446371632" sldId="370"/>
        </pc:sldMkLst>
        <pc:spChg chg="mod">
          <ac:chgData name="Toby Donaldson" userId="2e6e5431-bb17-4c41-9985-d39c50d83c73" providerId="ADAL" clId="{7F9681A8-EEE2-56F4-9B39-ECCBEE0471AC}" dt="2026-02-09T06:39:36.098" v="42443" actId="1076"/>
          <ac:spMkLst>
            <pc:docMk/>
            <pc:sldMk cId="1446371632" sldId="370"/>
            <ac:spMk id="3" creationId="{E1829BF0-B0CC-6201-A618-A86B5540AF58}"/>
          </ac:spMkLst>
        </pc:spChg>
        <pc:spChg chg="mod">
          <ac:chgData name="Toby Donaldson" userId="2e6e5431-bb17-4c41-9985-d39c50d83c73" providerId="ADAL" clId="{7F9681A8-EEE2-56F4-9B39-ECCBEE0471AC}" dt="2026-02-05T02:30:24.750" v="36805" actId="207"/>
          <ac:spMkLst>
            <pc:docMk/>
            <pc:sldMk cId="1446371632" sldId="370"/>
            <ac:spMk id="4" creationId="{23457334-B90B-A594-2C05-C6A8141DA2D9}"/>
          </ac:spMkLst>
        </pc:spChg>
        <pc:spChg chg="add mod">
          <ac:chgData name="Toby Donaldson" userId="2e6e5431-bb17-4c41-9985-d39c50d83c73" providerId="ADAL" clId="{7F9681A8-EEE2-56F4-9B39-ECCBEE0471AC}" dt="2026-02-05T02:30:21.512" v="36804" actId="207"/>
          <ac:spMkLst>
            <pc:docMk/>
            <pc:sldMk cId="1446371632" sldId="370"/>
            <ac:spMk id="6" creationId="{6D34F371-7A06-4738-AB6B-224BFC94D613}"/>
          </ac:spMkLst>
        </pc:spChg>
        <pc:spChg chg="add mod">
          <ac:chgData name="Toby Donaldson" userId="2e6e5431-bb17-4c41-9985-d39c50d83c73" providerId="ADAL" clId="{7F9681A8-EEE2-56F4-9B39-ECCBEE0471AC}" dt="2026-02-05T02:30:17.933" v="36803" actId="207"/>
          <ac:spMkLst>
            <pc:docMk/>
            <pc:sldMk cId="1446371632" sldId="370"/>
            <ac:spMk id="7" creationId="{6CFD01B2-083C-E5E8-BDC2-2ACA614D1020}"/>
          </ac:spMkLst>
        </pc:spChg>
        <pc:spChg chg="add mod">
          <ac:chgData name="Toby Donaldson" userId="2e6e5431-bb17-4c41-9985-d39c50d83c73" providerId="ADAL" clId="{7F9681A8-EEE2-56F4-9B39-ECCBEE0471AC}" dt="2026-02-05T02:26:43.872" v="36629"/>
          <ac:spMkLst>
            <pc:docMk/>
            <pc:sldMk cId="1446371632" sldId="370"/>
            <ac:spMk id="8" creationId="{82C18A72-3C05-E189-38B6-9B12A58B27A4}"/>
          </ac:spMkLst>
        </pc:spChg>
        <pc:cxnChg chg="add del mod">
          <ac:chgData name="Toby Donaldson" userId="2e6e5431-bb17-4c41-9985-d39c50d83c73" providerId="ADAL" clId="{7F9681A8-EEE2-56F4-9B39-ECCBEE0471AC}" dt="2026-02-09T06:41:32.880" v="42457" actId="21"/>
          <ac:cxnSpMkLst>
            <pc:docMk/>
            <pc:sldMk cId="1446371632" sldId="370"/>
            <ac:cxnSpMk id="9" creationId="{19A2D997-7FB7-902E-3A16-899D5D5AD943}"/>
          </ac:cxnSpMkLst>
        </pc:cxnChg>
        <pc:cxnChg chg="add del mod">
          <ac:chgData name="Toby Donaldson" userId="2e6e5431-bb17-4c41-9985-d39c50d83c73" providerId="ADAL" clId="{7F9681A8-EEE2-56F4-9B39-ECCBEE0471AC}" dt="2026-02-09T06:41:32.880" v="42457" actId="21"/>
          <ac:cxnSpMkLst>
            <pc:docMk/>
            <pc:sldMk cId="1446371632" sldId="370"/>
            <ac:cxnSpMk id="10" creationId="{D7B6F563-80FF-03A2-B0BB-2CA864F4272F}"/>
          </ac:cxnSpMkLst>
        </pc:cxnChg>
        <pc:cxnChg chg="add del mod">
          <ac:chgData name="Toby Donaldson" userId="2e6e5431-bb17-4c41-9985-d39c50d83c73" providerId="ADAL" clId="{7F9681A8-EEE2-56F4-9B39-ECCBEE0471AC}" dt="2026-02-09T06:41:32.880" v="42457" actId="21"/>
          <ac:cxnSpMkLst>
            <pc:docMk/>
            <pc:sldMk cId="1446371632" sldId="370"/>
            <ac:cxnSpMk id="13" creationId="{6BA08026-BCF4-A47B-8DB3-2F58D07C62B2}"/>
          </ac:cxnSpMkLst>
        </pc:cxnChg>
      </pc:sldChg>
      <pc:sldChg chg="delSp modSp add mod ord">
        <pc:chgData name="Toby Donaldson" userId="2e6e5431-bb17-4c41-9985-d39c50d83c73" providerId="ADAL" clId="{7F9681A8-EEE2-56F4-9B39-ECCBEE0471AC}" dt="2026-02-05T02:29:44.637" v="36797" actId="20578"/>
        <pc:sldMkLst>
          <pc:docMk/>
          <pc:sldMk cId="1008521194" sldId="371"/>
        </pc:sldMkLst>
        <pc:spChg chg="mod">
          <ac:chgData name="Toby Donaldson" userId="2e6e5431-bb17-4c41-9985-d39c50d83c73" providerId="ADAL" clId="{7F9681A8-EEE2-56F4-9B39-ECCBEE0471AC}" dt="2026-02-05T02:29:40.852" v="36796" actId="207"/>
          <ac:spMkLst>
            <pc:docMk/>
            <pc:sldMk cId="1008521194" sldId="371"/>
            <ac:spMk id="4" creationId="{5564801B-8797-8C52-700E-2F6DFEDD8B7D}"/>
          </ac:spMkLst>
        </pc:spChg>
        <pc:spChg chg="mod">
          <ac:chgData name="Toby Donaldson" userId="2e6e5431-bb17-4c41-9985-d39c50d83c73" providerId="ADAL" clId="{7F9681A8-EEE2-56F4-9B39-ECCBEE0471AC}" dt="2026-02-05T02:29:35.977" v="36795" actId="207"/>
          <ac:spMkLst>
            <pc:docMk/>
            <pc:sldMk cId="1008521194" sldId="371"/>
            <ac:spMk id="6" creationId="{6FCB9E04-5AB0-4899-20EB-A710A743E6F8}"/>
          </ac:spMkLst>
        </pc:spChg>
        <pc:spChg chg="mod">
          <ac:chgData name="Toby Donaldson" userId="2e6e5431-bb17-4c41-9985-d39c50d83c73" providerId="ADAL" clId="{7F9681A8-EEE2-56F4-9B39-ECCBEE0471AC}" dt="2026-02-05T02:29:30.085" v="36794" actId="207"/>
          <ac:spMkLst>
            <pc:docMk/>
            <pc:sldMk cId="1008521194" sldId="371"/>
            <ac:spMk id="7" creationId="{9E5282B2-EC51-F152-F40D-CC23563F7C6B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9T06:41:36.593" v="42458"/>
        <pc:sldMkLst>
          <pc:docMk/>
          <pc:sldMk cId="1681020253" sldId="372"/>
        </pc:sldMkLst>
        <pc:spChg chg="mod">
          <ac:chgData name="Toby Donaldson" userId="2e6e5431-bb17-4c41-9985-d39c50d83c73" providerId="ADAL" clId="{7F9681A8-EEE2-56F4-9B39-ECCBEE0471AC}" dt="2026-02-05T02:31:36.266" v="36825" actId="207"/>
          <ac:spMkLst>
            <pc:docMk/>
            <pc:sldMk cId="1681020253" sldId="372"/>
            <ac:spMk id="4" creationId="{4556ACB4-FA97-B68C-18E9-98DE2EFF134C}"/>
          </ac:spMkLst>
        </pc:spChg>
        <pc:spChg chg="mod">
          <ac:chgData name="Toby Donaldson" userId="2e6e5431-bb17-4c41-9985-d39c50d83c73" providerId="ADAL" clId="{7F9681A8-EEE2-56F4-9B39-ECCBEE0471AC}" dt="2026-02-05T02:31:32.299" v="36824" actId="207"/>
          <ac:spMkLst>
            <pc:docMk/>
            <pc:sldMk cId="1681020253" sldId="372"/>
            <ac:spMk id="6" creationId="{5F965A6B-64BF-B469-396D-29247CDEB777}"/>
          </ac:spMkLst>
        </pc:spChg>
        <pc:spChg chg="mod">
          <ac:chgData name="Toby Donaldson" userId="2e6e5431-bb17-4c41-9985-d39c50d83c73" providerId="ADAL" clId="{7F9681A8-EEE2-56F4-9B39-ECCBEE0471AC}" dt="2026-02-05T02:31:29.223" v="36823" actId="207"/>
          <ac:spMkLst>
            <pc:docMk/>
            <pc:sldMk cId="1681020253" sldId="372"/>
            <ac:spMk id="7" creationId="{8573ED8D-BF6A-C01F-C7C1-531AACF52827}"/>
          </ac:spMkLst>
        </pc:spChg>
        <pc:spChg chg="mod">
          <ac:chgData name="Toby Donaldson" userId="2e6e5431-bb17-4c41-9985-d39c50d83c73" providerId="ADAL" clId="{7F9681A8-EEE2-56F4-9B39-ECCBEE0471AC}" dt="2026-02-09T06:38:39.382" v="42434" actId="20577"/>
          <ac:spMkLst>
            <pc:docMk/>
            <pc:sldMk cId="1681020253" sldId="372"/>
            <ac:spMk id="9" creationId="{0B6B903F-F39B-D05F-6F72-E615FA4BF216}"/>
          </ac:spMkLst>
        </pc:spChg>
        <pc:spChg chg="add mod">
          <ac:chgData name="Toby Donaldson" userId="2e6e5431-bb17-4c41-9985-d39c50d83c73" providerId="ADAL" clId="{7F9681A8-EEE2-56F4-9B39-ECCBEE0471AC}" dt="2026-02-09T06:39:57.775" v="42445"/>
          <ac:spMkLst>
            <pc:docMk/>
            <pc:sldMk cId="1681020253" sldId="372"/>
            <ac:spMk id="18" creationId="{1E6E95D6-2C5F-E62C-A90A-19256E25BE53}"/>
          </ac:spMkLst>
        </pc:spChg>
        <pc:cxnChg chg="add mod">
          <ac:chgData name="Toby Donaldson" userId="2e6e5431-bb17-4c41-9985-d39c50d83c73" providerId="ADAL" clId="{7F9681A8-EEE2-56F4-9B39-ECCBEE0471AC}" dt="2026-02-09T06:39:22.362" v="42442" actId="14100"/>
          <ac:cxnSpMkLst>
            <pc:docMk/>
            <pc:sldMk cId="1681020253" sldId="372"/>
            <ac:cxnSpMk id="10" creationId="{19321DE1-6C47-1544-F241-DA771495BC01}"/>
          </ac:cxnSpMkLst>
        </pc:cxnChg>
        <pc:cxnChg chg="add mod">
          <ac:chgData name="Toby Donaldson" userId="2e6e5431-bb17-4c41-9985-d39c50d83c73" providerId="ADAL" clId="{7F9681A8-EEE2-56F4-9B39-ECCBEE0471AC}" dt="2026-02-09T06:39:02.611" v="42438" actId="14100"/>
          <ac:cxnSpMkLst>
            <pc:docMk/>
            <pc:sldMk cId="1681020253" sldId="372"/>
            <ac:cxnSpMk id="11" creationId="{95365075-558E-00F7-10A3-5ABF783AC2D0}"/>
          </ac:cxnSpMkLst>
        </pc:cxnChg>
        <pc:cxnChg chg="add mod">
          <ac:chgData name="Toby Donaldson" userId="2e6e5431-bb17-4c41-9985-d39c50d83c73" providerId="ADAL" clId="{7F9681A8-EEE2-56F4-9B39-ECCBEE0471AC}" dt="2026-02-09T06:39:18.478" v="42441" actId="14100"/>
          <ac:cxnSpMkLst>
            <pc:docMk/>
            <pc:sldMk cId="1681020253" sldId="372"/>
            <ac:cxnSpMk id="14" creationId="{81757F78-6EB6-3856-A197-EDC74D1953C3}"/>
          </ac:cxnSpMkLst>
        </pc:cxnChg>
        <pc:cxnChg chg="add mod">
          <ac:chgData name="Toby Donaldson" userId="2e6e5431-bb17-4c41-9985-d39c50d83c73" providerId="ADAL" clId="{7F9681A8-EEE2-56F4-9B39-ECCBEE0471AC}" dt="2026-02-09T06:41:36.593" v="42458"/>
          <ac:cxnSpMkLst>
            <pc:docMk/>
            <pc:sldMk cId="1681020253" sldId="372"/>
            <ac:cxnSpMk id="19" creationId="{569E82C2-0BAF-99C2-4E3F-7A2701E85B6A}"/>
          </ac:cxnSpMkLst>
        </pc:cxnChg>
        <pc:cxnChg chg="add mod">
          <ac:chgData name="Toby Donaldson" userId="2e6e5431-bb17-4c41-9985-d39c50d83c73" providerId="ADAL" clId="{7F9681A8-EEE2-56F4-9B39-ECCBEE0471AC}" dt="2026-02-09T06:41:36.593" v="42458"/>
          <ac:cxnSpMkLst>
            <pc:docMk/>
            <pc:sldMk cId="1681020253" sldId="372"/>
            <ac:cxnSpMk id="20" creationId="{501D5909-AAD7-046A-30F5-43936285057E}"/>
          </ac:cxnSpMkLst>
        </pc:cxnChg>
        <pc:cxnChg chg="add mod">
          <ac:chgData name="Toby Donaldson" userId="2e6e5431-bb17-4c41-9985-d39c50d83c73" providerId="ADAL" clId="{7F9681A8-EEE2-56F4-9B39-ECCBEE0471AC}" dt="2026-02-09T06:41:36.593" v="42458"/>
          <ac:cxnSpMkLst>
            <pc:docMk/>
            <pc:sldMk cId="1681020253" sldId="372"/>
            <ac:cxnSpMk id="21" creationId="{A7B1CF9E-3E92-9CB9-BA9B-DBC32219C69C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9T06:42:40.938" v="42480" actId="20577"/>
        <pc:sldMkLst>
          <pc:docMk/>
          <pc:sldMk cId="1168166515" sldId="373"/>
        </pc:sldMkLst>
        <pc:spChg chg="add mod">
          <ac:chgData name="Toby Donaldson" userId="2e6e5431-bb17-4c41-9985-d39c50d83c73" providerId="ADAL" clId="{7F9681A8-EEE2-56F4-9B39-ECCBEE0471AC}" dt="2026-02-09T06:40:16.428" v="42446"/>
          <ac:spMkLst>
            <pc:docMk/>
            <pc:sldMk cId="1168166515" sldId="373"/>
            <ac:spMk id="3" creationId="{FE2749AB-2C7C-6C84-116B-F857371FD6FE}"/>
          </ac:spMkLst>
        </pc:spChg>
        <pc:spChg chg="add mod">
          <ac:chgData name="Toby Donaldson" userId="2e6e5431-bb17-4c41-9985-d39c50d83c73" providerId="ADAL" clId="{7F9681A8-EEE2-56F4-9B39-ECCBEE0471AC}" dt="2026-02-09T06:42:05.603" v="42463" actId="113"/>
          <ac:spMkLst>
            <pc:docMk/>
            <pc:sldMk cId="1168166515" sldId="373"/>
            <ac:spMk id="5" creationId="{B56C64E8-9549-65F0-2149-C00A7346C779}"/>
          </ac:spMkLst>
        </pc:spChg>
        <pc:spChg chg="mod">
          <ac:chgData name="Toby Donaldson" userId="2e6e5431-bb17-4c41-9985-d39c50d83c73" providerId="ADAL" clId="{7F9681A8-EEE2-56F4-9B39-ECCBEE0471AC}" dt="2026-02-09T06:42:40.938" v="42480" actId="20577"/>
          <ac:spMkLst>
            <pc:docMk/>
            <pc:sldMk cId="1168166515" sldId="373"/>
            <ac:spMk id="8" creationId="{3F1BF6E7-A4C3-3982-C9D1-2D2C9B51A6AA}"/>
          </ac:spMkLst>
        </pc:spChg>
        <pc:cxnChg chg="add mod">
          <ac:chgData name="Toby Donaldson" userId="2e6e5431-bb17-4c41-9985-d39c50d83c73" providerId="ADAL" clId="{7F9681A8-EEE2-56F4-9B39-ECCBEE0471AC}" dt="2026-02-09T06:40:16.428" v="42446"/>
          <ac:cxnSpMkLst>
            <pc:docMk/>
            <pc:sldMk cId="1168166515" sldId="373"/>
            <ac:cxnSpMk id="9" creationId="{78FE6DDB-5A16-1E3D-F0D3-8C422B7A7C66}"/>
          </ac:cxnSpMkLst>
        </pc:cxnChg>
        <pc:cxnChg chg="add mod">
          <ac:chgData name="Toby Donaldson" userId="2e6e5431-bb17-4c41-9985-d39c50d83c73" providerId="ADAL" clId="{7F9681A8-EEE2-56F4-9B39-ECCBEE0471AC}" dt="2026-02-09T06:40:16.428" v="42446"/>
          <ac:cxnSpMkLst>
            <pc:docMk/>
            <pc:sldMk cId="1168166515" sldId="373"/>
            <ac:cxnSpMk id="10" creationId="{CD9FB2F6-2749-DC9D-58A4-CC98157287B0}"/>
          </ac:cxnSpMkLst>
        </pc:cxnChg>
        <pc:cxnChg chg="add">
          <ac:chgData name="Toby Donaldson" userId="2e6e5431-bb17-4c41-9985-d39c50d83c73" providerId="ADAL" clId="{7F9681A8-EEE2-56F4-9B39-ECCBEE0471AC}" dt="2026-02-05T02:35:00.382" v="37218" actId="11529"/>
          <ac:cxnSpMkLst>
            <pc:docMk/>
            <pc:sldMk cId="1168166515" sldId="373"/>
            <ac:cxnSpMk id="11" creationId="{C7A4BE9E-DA19-2FF8-44F8-9FEAF698BF50}"/>
          </ac:cxnSpMkLst>
        </pc:cxnChg>
        <pc:cxnChg chg="add mod">
          <ac:chgData name="Toby Donaldson" userId="2e6e5431-bb17-4c41-9985-d39c50d83c73" providerId="ADAL" clId="{7F9681A8-EEE2-56F4-9B39-ECCBEE0471AC}" dt="2026-02-09T06:40:16.428" v="42446"/>
          <ac:cxnSpMkLst>
            <pc:docMk/>
            <pc:sldMk cId="1168166515" sldId="373"/>
            <ac:cxnSpMk id="12" creationId="{9C3354E6-AE1C-CB84-2E3A-CA9B49B904B5}"/>
          </ac:cxnSpMkLst>
        </pc:cxnChg>
      </pc:sldChg>
      <pc:sldChg chg="addSp delSp modSp new mod">
        <pc:chgData name="Toby Donaldson" userId="2e6e5431-bb17-4c41-9985-d39c50d83c73" providerId="ADAL" clId="{7F9681A8-EEE2-56F4-9B39-ECCBEE0471AC}" dt="2026-02-05T02:43:11.179" v="37596" actId="1076"/>
        <pc:sldMkLst>
          <pc:docMk/>
          <pc:sldMk cId="2620254302" sldId="374"/>
        </pc:sldMkLst>
        <pc:spChg chg="add mod">
          <ac:chgData name="Toby Donaldson" userId="2e6e5431-bb17-4c41-9985-d39c50d83c73" providerId="ADAL" clId="{7F9681A8-EEE2-56F4-9B39-ECCBEE0471AC}" dt="2026-02-05T02:35:51.161" v="37222"/>
          <ac:spMkLst>
            <pc:docMk/>
            <pc:sldMk cId="2620254302" sldId="374"/>
            <ac:spMk id="4" creationId="{E7DA3649-0378-E6C9-57CB-5C8B536BEA6B}"/>
          </ac:spMkLst>
        </pc:spChg>
        <pc:spChg chg="add mod">
          <ac:chgData name="Toby Donaldson" userId="2e6e5431-bb17-4c41-9985-d39c50d83c73" providerId="ADAL" clId="{7F9681A8-EEE2-56F4-9B39-ECCBEE0471AC}" dt="2026-02-05T02:39:19.424" v="37307" actId="1076"/>
          <ac:spMkLst>
            <pc:docMk/>
            <pc:sldMk cId="2620254302" sldId="374"/>
            <ac:spMk id="8" creationId="{621D8D17-BAAD-CE9C-B405-34BA3D137480}"/>
          </ac:spMkLst>
        </pc:spChg>
        <pc:spChg chg="add mod">
          <ac:chgData name="Toby Donaldson" userId="2e6e5431-bb17-4c41-9985-d39c50d83c73" providerId="ADAL" clId="{7F9681A8-EEE2-56F4-9B39-ECCBEE0471AC}" dt="2026-02-05T02:39:19.424" v="37307" actId="1076"/>
          <ac:spMkLst>
            <pc:docMk/>
            <pc:sldMk cId="2620254302" sldId="374"/>
            <ac:spMk id="11" creationId="{61B3C321-5FC0-604C-830D-CEEBF76C21E6}"/>
          </ac:spMkLst>
        </pc:spChg>
        <pc:spChg chg="add mod">
          <ac:chgData name="Toby Donaldson" userId="2e6e5431-bb17-4c41-9985-d39c50d83c73" providerId="ADAL" clId="{7F9681A8-EEE2-56F4-9B39-ECCBEE0471AC}" dt="2026-02-05T02:39:19.424" v="37307" actId="1076"/>
          <ac:spMkLst>
            <pc:docMk/>
            <pc:sldMk cId="2620254302" sldId="374"/>
            <ac:spMk id="12" creationId="{F48D30A9-C46C-E416-7341-8E7C8D2F23D2}"/>
          </ac:spMkLst>
        </pc:spChg>
        <pc:spChg chg="add mod">
          <ac:chgData name="Toby Donaldson" userId="2e6e5431-bb17-4c41-9985-d39c50d83c73" providerId="ADAL" clId="{7F9681A8-EEE2-56F4-9B39-ECCBEE0471AC}" dt="2026-02-05T02:39:14.270" v="37306" actId="1076"/>
          <ac:spMkLst>
            <pc:docMk/>
            <pc:sldMk cId="2620254302" sldId="374"/>
            <ac:spMk id="13" creationId="{B748B924-950C-2BB2-BB65-36FC4F45BDCC}"/>
          </ac:spMkLst>
        </pc:spChg>
        <pc:spChg chg="add mod">
          <ac:chgData name="Toby Donaldson" userId="2e6e5431-bb17-4c41-9985-d39c50d83c73" providerId="ADAL" clId="{7F9681A8-EEE2-56F4-9B39-ECCBEE0471AC}" dt="2026-02-05T02:39:14.270" v="37306" actId="1076"/>
          <ac:spMkLst>
            <pc:docMk/>
            <pc:sldMk cId="2620254302" sldId="374"/>
            <ac:spMk id="14" creationId="{DB9B1861-5F84-11DF-6254-DF7AC9B0BEFB}"/>
          </ac:spMkLst>
        </pc:spChg>
        <pc:spChg chg="add mod">
          <ac:chgData name="Toby Donaldson" userId="2e6e5431-bb17-4c41-9985-d39c50d83c73" providerId="ADAL" clId="{7F9681A8-EEE2-56F4-9B39-ECCBEE0471AC}" dt="2026-02-05T02:39:14.270" v="37306" actId="1076"/>
          <ac:spMkLst>
            <pc:docMk/>
            <pc:sldMk cId="2620254302" sldId="374"/>
            <ac:spMk id="15" creationId="{C5A80040-79B3-4092-5F5E-D16B28B9F972}"/>
          </ac:spMkLst>
        </pc:spChg>
        <pc:spChg chg="add mod">
          <ac:chgData name="Toby Donaldson" userId="2e6e5431-bb17-4c41-9985-d39c50d83c73" providerId="ADAL" clId="{7F9681A8-EEE2-56F4-9B39-ECCBEE0471AC}" dt="2026-02-05T02:39:14.270" v="37306" actId="1076"/>
          <ac:spMkLst>
            <pc:docMk/>
            <pc:sldMk cId="2620254302" sldId="374"/>
            <ac:spMk id="16" creationId="{C4D797F9-0411-A464-9F55-7495AB811B0C}"/>
          </ac:spMkLst>
        </pc:spChg>
        <pc:spChg chg="add mod">
          <ac:chgData name="Toby Donaldson" userId="2e6e5431-bb17-4c41-9985-d39c50d83c73" providerId="ADAL" clId="{7F9681A8-EEE2-56F4-9B39-ECCBEE0471AC}" dt="2026-02-05T02:39:49.617" v="37408" actId="20577"/>
          <ac:spMkLst>
            <pc:docMk/>
            <pc:sldMk cId="2620254302" sldId="374"/>
            <ac:spMk id="25" creationId="{4AB734A7-978E-C843-7C54-361798DB8BB6}"/>
          </ac:spMkLst>
        </pc:spChg>
        <pc:spChg chg="add mod">
          <ac:chgData name="Toby Donaldson" userId="2e6e5431-bb17-4c41-9985-d39c50d83c73" providerId="ADAL" clId="{7F9681A8-EEE2-56F4-9B39-ECCBEE0471AC}" dt="2026-02-05T02:40:37.714" v="37508" actId="2711"/>
          <ac:spMkLst>
            <pc:docMk/>
            <pc:sldMk cId="2620254302" sldId="374"/>
            <ac:spMk id="26" creationId="{FB2CD3CF-E5DB-5885-7456-8B7AC98293AF}"/>
          </ac:spMkLst>
        </pc:spChg>
        <pc:spChg chg="add mod">
          <ac:chgData name="Toby Donaldson" userId="2e6e5431-bb17-4c41-9985-d39c50d83c73" providerId="ADAL" clId="{7F9681A8-EEE2-56F4-9B39-ECCBEE0471AC}" dt="2026-02-05T02:43:11.179" v="37596" actId="1076"/>
          <ac:spMkLst>
            <pc:docMk/>
            <pc:sldMk cId="2620254302" sldId="374"/>
            <ac:spMk id="27" creationId="{B1401B44-32D6-4D90-762B-FBF96A78AE65}"/>
          </ac:spMkLst>
        </pc:spChg>
        <pc:cxnChg chg="add mod">
          <ac:chgData name="Toby Donaldson" userId="2e6e5431-bb17-4c41-9985-d39c50d83c73" providerId="ADAL" clId="{7F9681A8-EEE2-56F4-9B39-ECCBEE0471AC}" dt="2026-02-05T02:39:14.270" v="37306" actId="1076"/>
          <ac:cxnSpMkLst>
            <pc:docMk/>
            <pc:sldMk cId="2620254302" sldId="374"/>
            <ac:cxnSpMk id="18" creationId="{FA0386B2-4F73-1549-6514-AD4A43E9E165}"/>
          </ac:cxnSpMkLst>
        </pc:cxnChg>
        <pc:cxnChg chg="add mod">
          <ac:chgData name="Toby Donaldson" userId="2e6e5431-bb17-4c41-9985-d39c50d83c73" providerId="ADAL" clId="{7F9681A8-EEE2-56F4-9B39-ECCBEE0471AC}" dt="2026-02-05T02:39:14.270" v="37306" actId="1076"/>
          <ac:cxnSpMkLst>
            <pc:docMk/>
            <pc:sldMk cId="2620254302" sldId="374"/>
            <ac:cxnSpMk id="19" creationId="{398698FD-37EB-58E2-CEE2-464DB96690C1}"/>
          </ac:cxnSpMkLst>
        </pc:cxnChg>
        <pc:cxnChg chg="add mod">
          <ac:chgData name="Toby Donaldson" userId="2e6e5431-bb17-4c41-9985-d39c50d83c73" providerId="ADAL" clId="{7F9681A8-EEE2-56F4-9B39-ECCBEE0471AC}" dt="2026-02-05T02:39:14.270" v="37306" actId="1076"/>
          <ac:cxnSpMkLst>
            <pc:docMk/>
            <pc:sldMk cId="2620254302" sldId="374"/>
            <ac:cxnSpMk id="22" creationId="{94AF9ABD-D6F4-A234-EC0F-E3A1482915C8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5T03:10:21.532" v="38321" actId="21"/>
        <pc:sldMkLst>
          <pc:docMk/>
          <pc:sldMk cId="1710991907" sldId="376"/>
        </pc:sldMkLst>
        <pc:spChg chg="add mod">
          <ac:chgData name="Toby Donaldson" userId="2e6e5431-bb17-4c41-9985-d39c50d83c73" providerId="ADAL" clId="{7F9681A8-EEE2-56F4-9B39-ECCBEE0471AC}" dt="2026-02-05T03:09:18.294" v="38312"/>
          <ac:spMkLst>
            <pc:docMk/>
            <pc:sldMk cId="1710991907" sldId="376"/>
            <ac:spMk id="10" creationId="{B7AC64C4-DD30-18E2-63EC-13F9E836B5F5}"/>
          </ac:spMkLst>
        </pc:spChg>
        <pc:spChg chg="add mod">
          <ac:chgData name="Toby Donaldson" userId="2e6e5431-bb17-4c41-9985-d39c50d83c73" providerId="ADAL" clId="{7F9681A8-EEE2-56F4-9B39-ECCBEE0471AC}" dt="2026-02-05T03:09:18.294" v="38312"/>
          <ac:spMkLst>
            <pc:docMk/>
            <pc:sldMk cId="1710991907" sldId="376"/>
            <ac:spMk id="11" creationId="{78F3847A-12A3-F6FE-83B6-C514AEA6257D}"/>
          </ac:spMkLst>
        </pc:spChg>
        <pc:spChg chg="add mod">
          <ac:chgData name="Toby Donaldson" userId="2e6e5431-bb17-4c41-9985-d39c50d83c73" providerId="ADAL" clId="{7F9681A8-EEE2-56F4-9B39-ECCBEE0471AC}" dt="2026-02-05T03:09:18.294" v="38312"/>
          <ac:spMkLst>
            <pc:docMk/>
            <pc:sldMk cId="1710991907" sldId="376"/>
            <ac:spMk id="12" creationId="{CB952152-4BF3-3AFA-1FD3-FDC77D19A972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5T03:09:17.064" v="38311"/>
        <pc:sldMkLst>
          <pc:docMk/>
          <pc:sldMk cId="3430061896" sldId="377"/>
        </pc:sldMkLst>
        <pc:spChg chg="mod">
          <ac:chgData name="Toby Donaldson" userId="2e6e5431-bb17-4c41-9985-d39c50d83c73" providerId="ADAL" clId="{7F9681A8-EEE2-56F4-9B39-ECCBEE0471AC}" dt="2026-02-05T02:59:32.970" v="37763" actId="207"/>
          <ac:spMkLst>
            <pc:docMk/>
            <pc:sldMk cId="3430061896" sldId="377"/>
            <ac:spMk id="2" creationId="{42BB0823-BCC6-3BFF-44A7-64BBC7EA9553}"/>
          </ac:spMkLst>
        </pc:spChg>
        <pc:spChg chg="mod">
          <ac:chgData name="Toby Donaldson" userId="2e6e5431-bb17-4c41-9985-d39c50d83c73" providerId="ADAL" clId="{7F9681A8-EEE2-56F4-9B39-ECCBEE0471AC}" dt="2026-02-05T02:59:25.926" v="37762" actId="113"/>
          <ac:spMkLst>
            <pc:docMk/>
            <pc:sldMk cId="3430061896" sldId="377"/>
            <ac:spMk id="7" creationId="{6FDD88FA-4CC5-898D-48A4-7A2E276997D6}"/>
          </ac:spMkLst>
        </pc:spChg>
        <pc:spChg chg="add mod">
          <ac:chgData name="Toby Donaldson" userId="2e6e5431-bb17-4c41-9985-d39c50d83c73" providerId="ADAL" clId="{7F9681A8-EEE2-56F4-9B39-ECCBEE0471AC}" dt="2026-02-05T03:01:01.606" v="37890" actId="1076"/>
          <ac:spMkLst>
            <pc:docMk/>
            <pc:sldMk cId="3430061896" sldId="377"/>
            <ac:spMk id="8" creationId="{8CAB3F05-0928-54F1-9A30-26340FB7F20E}"/>
          </ac:spMkLst>
        </pc:spChg>
        <pc:spChg chg="add mod">
          <ac:chgData name="Toby Donaldson" userId="2e6e5431-bb17-4c41-9985-d39c50d83c73" providerId="ADAL" clId="{7F9681A8-EEE2-56F4-9B39-ECCBEE0471AC}" dt="2026-02-05T03:09:17.064" v="38311"/>
          <ac:spMkLst>
            <pc:docMk/>
            <pc:sldMk cId="3430061896" sldId="377"/>
            <ac:spMk id="10" creationId="{E9A61890-097A-C324-51B2-0B2EF5B19BDA}"/>
          </ac:spMkLst>
        </pc:spChg>
        <pc:spChg chg="add mod">
          <ac:chgData name="Toby Donaldson" userId="2e6e5431-bb17-4c41-9985-d39c50d83c73" providerId="ADAL" clId="{7F9681A8-EEE2-56F4-9B39-ECCBEE0471AC}" dt="2026-02-05T03:09:17.064" v="38311"/>
          <ac:spMkLst>
            <pc:docMk/>
            <pc:sldMk cId="3430061896" sldId="377"/>
            <ac:spMk id="11" creationId="{6A1AFEC4-6A76-937D-9561-0256D92508CA}"/>
          </ac:spMkLst>
        </pc:spChg>
        <pc:spChg chg="add mod">
          <ac:chgData name="Toby Donaldson" userId="2e6e5431-bb17-4c41-9985-d39c50d83c73" providerId="ADAL" clId="{7F9681A8-EEE2-56F4-9B39-ECCBEE0471AC}" dt="2026-02-05T03:09:17.064" v="38311"/>
          <ac:spMkLst>
            <pc:docMk/>
            <pc:sldMk cId="3430061896" sldId="377"/>
            <ac:spMk id="12" creationId="{EBE48402-4296-5BCF-E158-2FB68F28C516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5T03:10:54.036" v="38323" actId="21"/>
        <pc:sldMkLst>
          <pc:docMk/>
          <pc:sldMk cId="645143950" sldId="378"/>
        </pc:sldMkLst>
        <pc:spChg chg="mod">
          <ac:chgData name="Toby Donaldson" userId="2e6e5431-bb17-4c41-9985-d39c50d83c73" providerId="ADAL" clId="{7F9681A8-EEE2-56F4-9B39-ECCBEE0471AC}" dt="2026-02-05T03:02:47.739" v="38021" actId="1076"/>
          <ac:spMkLst>
            <pc:docMk/>
            <pc:sldMk cId="645143950" sldId="378"/>
            <ac:spMk id="7" creationId="{E364B3AD-8FCF-FFF6-D278-94CE268E69B0}"/>
          </ac:spMkLst>
        </pc:spChg>
        <pc:spChg chg="add mod">
          <ac:chgData name="Toby Donaldson" userId="2e6e5431-bb17-4c41-9985-d39c50d83c73" providerId="ADAL" clId="{7F9681A8-EEE2-56F4-9B39-ECCBEE0471AC}" dt="2026-02-05T03:09:15.058" v="38310"/>
          <ac:spMkLst>
            <pc:docMk/>
            <pc:sldMk cId="645143950" sldId="378"/>
            <ac:spMk id="23" creationId="{A38ABB97-A29E-3FE9-F8C3-6DBCC677BE58}"/>
          </ac:spMkLst>
        </pc:spChg>
        <pc:spChg chg="add mod">
          <ac:chgData name="Toby Donaldson" userId="2e6e5431-bb17-4c41-9985-d39c50d83c73" providerId="ADAL" clId="{7F9681A8-EEE2-56F4-9B39-ECCBEE0471AC}" dt="2026-02-05T03:09:15.058" v="38310"/>
          <ac:spMkLst>
            <pc:docMk/>
            <pc:sldMk cId="645143950" sldId="378"/>
            <ac:spMk id="24" creationId="{4CDF9BC7-C97C-A6D6-5B91-35155C8A3DC6}"/>
          </ac:spMkLst>
        </pc:spChg>
        <pc:spChg chg="add mod">
          <ac:chgData name="Toby Donaldson" userId="2e6e5431-bb17-4c41-9985-d39c50d83c73" providerId="ADAL" clId="{7F9681A8-EEE2-56F4-9B39-ECCBEE0471AC}" dt="2026-02-05T03:09:15.058" v="38310"/>
          <ac:spMkLst>
            <pc:docMk/>
            <pc:sldMk cId="645143950" sldId="378"/>
            <ac:spMk id="25" creationId="{6F4AD87C-4EAA-3338-541F-EDFCE89AA0A7}"/>
          </ac:spMkLst>
        </pc:spChg>
        <pc:cxnChg chg="mod">
          <ac:chgData name="Toby Donaldson" userId="2e6e5431-bb17-4c41-9985-d39c50d83c73" providerId="ADAL" clId="{7F9681A8-EEE2-56F4-9B39-ECCBEE0471AC}" dt="2026-02-05T03:02:52.840" v="38022" actId="14100"/>
          <ac:cxnSpMkLst>
            <pc:docMk/>
            <pc:sldMk cId="645143950" sldId="378"/>
            <ac:cxnSpMk id="9" creationId="{B66F87B4-3419-D76A-C41A-0D3C11090C85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5T03:16:33.395" v="38629" actId="21"/>
        <pc:sldMkLst>
          <pc:docMk/>
          <pc:sldMk cId="514792209" sldId="379"/>
        </pc:sldMkLst>
        <pc:spChg chg="mod">
          <ac:chgData name="Toby Donaldson" userId="2e6e5431-bb17-4c41-9985-d39c50d83c73" providerId="ADAL" clId="{7F9681A8-EEE2-56F4-9B39-ECCBEE0471AC}" dt="2026-02-05T03:11:50.452" v="38364" actId="207"/>
          <ac:spMkLst>
            <pc:docMk/>
            <pc:sldMk cId="514792209" sldId="379"/>
            <ac:spMk id="2" creationId="{AB5EA9E9-D541-C2F9-69FE-8229A2E339F8}"/>
          </ac:spMkLst>
        </pc:spChg>
        <pc:spChg chg="mod">
          <ac:chgData name="Toby Donaldson" userId="2e6e5431-bb17-4c41-9985-d39c50d83c73" providerId="ADAL" clId="{7F9681A8-EEE2-56F4-9B39-ECCBEE0471AC}" dt="2026-02-05T03:06:09.793" v="38266" actId="1076"/>
          <ac:spMkLst>
            <pc:docMk/>
            <pc:sldMk cId="514792209" sldId="379"/>
            <ac:spMk id="3" creationId="{6237F933-CB85-6B63-F104-5DA4FB82CFE0}"/>
          </ac:spMkLst>
        </pc:spChg>
        <pc:spChg chg="mod">
          <ac:chgData name="Toby Donaldson" userId="2e6e5431-bb17-4c41-9985-d39c50d83c73" providerId="ADAL" clId="{7F9681A8-EEE2-56F4-9B39-ECCBEE0471AC}" dt="2026-02-05T03:06:09.793" v="38266" actId="1076"/>
          <ac:spMkLst>
            <pc:docMk/>
            <pc:sldMk cId="514792209" sldId="379"/>
            <ac:spMk id="5" creationId="{0AEF5B35-3FAA-7AEE-4856-F0F2CA9D99B7}"/>
          </ac:spMkLst>
        </pc:spChg>
        <pc:spChg chg="mod">
          <ac:chgData name="Toby Donaldson" userId="2e6e5431-bb17-4c41-9985-d39c50d83c73" providerId="ADAL" clId="{7F9681A8-EEE2-56F4-9B39-ECCBEE0471AC}" dt="2026-02-05T03:06:09.793" v="38266" actId="1076"/>
          <ac:spMkLst>
            <pc:docMk/>
            <pc:sldMk cId="514792209" sldId="379"/>
            <ac:spMk id="6" creationId="{905AEF11-FA95-FBF6-B59B-0616F7FABB3B}"/>
          </ac:spMkLst>
        </pc:spChg>
        <pc:spChg chg="mod">
          <ac:chgData name="Toby Donaldson" userId="2e6e5431-bb17-4c41-9985-d39c50d83c73" providerId="ADAL" clId="{7F9681A8-EEE2-56F4-9B39-ECCBEE0471AC}" dt="2026-02-05T03:12:30.205" v="38422" actId="20577"/>
          <ac:spMkLst>
            <pc:docMk/>
            <pc:sldMk cId="514792209" sldId="379"/>
            <ac:spMk id="7" creationId="{52443C66-87ED-0321-A8B1-897704F8BD30}"/>
          </ac:spMkLst>
        </pc:spChg>
        <pc:spChg chg="add mod">
          <ac:chgData name="Toby Donaldson" userId="2e6e5431-bb17-4c41-9985-d39c50d83c73" providerId="ADAL" clId="{7F9681A8-EEE2-56F4-9B39-ECCBEE0471AC}" dt="2026-02-05T03:13:09.346" v="38428" actId="14100"/>
          <ac:spMkLst>
            <pc:docMk/>
            <pc:sldMk cId="514792209" sldId="379"/>
            <ac:spMk id="8" creationId="{D751B52B-236A-8B8C-4AEF-45B39EA4175A}"/>
          </ac:spMkLst>
        </pc:spChg>
        <pc:spChg chg="add mod">
          <ac:chgData name="Toby Donaldson" userId="2e6e5431-bb17-4c41-9985-d39c50d83c73" providerId="ADAL" clId="{7F9681A8-EEE2-56F4-9B39-ECCBEE0471AC}" dt="2026-02-05T03:13:22.779" v="38431" actId="14100"/>
          <ac:spMkLst>
            <pc:docMk/>
            <pc:sldMk cId="514792209" sldId="379"/>
            <ac:spMk id="10" creationId="{EFECCFE8-DC89-841A-8B49-AA602BEED0C1}"/>
          </ac:spMkLst>
        </pc:spChg>
        <pc:spChg chg="add mod">
          <ac:chgData name="Toby Donaldson" userId="2e6e5431-bb17-4c41-9985-d39c50d83c73" providerId="ADAL" clId="{7F9681A8-EEE2-56F4-9B39-ECCBEE0471AC}" dt="2026-02-05T03:13:36.345" v="38435" actId="14100"/>
          <ac:spMkLst>
            <pc:docMk/>
            <pc:sldMk cId="514792209" sldId="379"/>
            <ac:spMk id="20" creationId="{ECEF4737-95E4-2840-E971-25697355EE4D}"/>
          </ac:spMkLst>
        </pc:spChg>
      </pc:sldChg>
      <pc:sldChg chg="add">
        <pc:chgData name="Toby Donaldson" userId="2e6e5431-bb17-4c41-9985-d39c50d83c73" providerId="ADAL" clId="{7F9681A8-EEE2-56F4-9B39-ECCBEE0471AC}" dt="2026-02-05T03:10:18.229" v="38320" actId="2890"/>
        <pc:sldMkLst>
          <pc:docMk/>
          <pc:sldMk cId="3189241944" sldId="380"/>
        </pc:sldMkLst>
      </pc:sldChg>
      <pc:sldChg chg="modSp add mod">
        <pc:chgData name="Toby Donaldson" userId="2e6e5431-bb17-4c41-9985-d39c50d83c73" providerId="ADAL" clId="{7F9681A8-EEE2-56F4-9B39-ECCBEE0471AC}" dt="2026-02-05T03:11:22.429" v="38361" actId="14100"/>
        <pc:sldMkLst>
          <pc:docMk/>
          <pc:sldMk cId="1825975758" sldId="381"/>
        </pc:sldMkLst>
        <pc:spChg chg="mod">
          <ac:chgData name="Toby Donaldson" userId="2e6e5431-bb17-4c41-9985-d39c50d83c73" providerId="ADAL" clId="{7F9681A8-EEE2-56F4-9B39-ECCBEE0471AC}" dt="2026-02-05T03:11:22.429" v="38361" actId="14100"/>
          <ac:spMkLst>
            <pc:docMk/>
            <pc:sldMk cId="1825975758" sldId="381"/>
            <ac:spMk id="12" creationId="{61E5EE0E-431D-0775-B0BF-EDD549F9B5F1}"/>
          </ac:spMkLst>
        </pc:spChg>
        <pc:cxnChg chg="mod">
          <ac:chgData name="Toby Donaldson" userId="2e6e5431-bb17-4c41-9985-d39c50d83c73" providerId="ADAL" clId="{7F9681A8-EEE2-56F4-9B39-ECCBEE0471AC}" dt="2026-02-05T03:11:22.429" v="38361" actId="14100"/>
          <ac:cxnSpMkLst>
            <pc:docMk/>
            <pc:sldMk cId="1825975758" sldId="381"/>
            <ac:cxnSpMk id="17" creationId="{8CB57C49-134C-851B-97CA-7FB67D3BB551}"/>
          </ac:cxnSpMkLst>
        </pc:cxnChg>
      </pc:sldChg>
      <pc:sldChg chg="delSp modSp add mod">
        <pc:chgData name="Toby Donaldson" userId="2e6e5431-bb17-4c41-9985-d39c50d83c73" providerId="ADAL" clId="{7F9681A8-EEE2-56F4-9B39-ECCBEE0471AC}" dt="2026-02-05T03:16:29.257" v="38628" actId="21"/>
        <pc:sldMkLst>
          <pc:docMk/>
          <pc:sldMk cId="3804242943" sldId="382"/>
        </pc:sldMkLst>
      </pc:sldChg>
      <pc:sldChg chg="delSp add mod">
        <pc:chgData name="Toby Donaldson" userId="2e6e5431-bb17-4c41-9985-d39c50d83c73" providerId="ADAL" clId="{7F9681A8-EEE2-56F4-9B39-ECCBEE0471AC}" dt="2026-02-05T03:16:36.713" v="38630" actId="21"/>
        <pc:sldMkLst>
          <pc:docMk/>
          <pc:sldMk cId="1743158922" sldId="383"/>
        </pc:sldMkLst>
      </pc:sldChg>
      <pc:sldChg chg="addSp delSp modSp add mod">
        <pc:chgData name="Toby Donaldson" userId="2e6e5431-bb17-4c41-9985-d39c50d83c73" providerId="ADAL" clId="{7F9681A8-EEE2-56F4-9B39-ECCBEE0471AC}" dt="2026-02-05T03:19:38.697" v="38829" actId="14100"/>
        <pc:sldMkLst>
          <pc:docMk/>
          <pc:sldMk cId="3949196787" sldId="384"/>
        </pc:sldMkLst>
        <pc:spChg chg="mod">
          <ac:chgData name="Toby Donaldson" userId="2e6e5431-bb17-4c41-9985-d39c50d83c73" providerId="ADAL" clId="{7F9681A8-EEE2-56F4-9B39-ECCBEE0471AC}" dt="2026-02-05T03:19:04.166" v="38819" actId="1076"/>
          <ac:spMkLst>
            <pc:docMk/>
            <pc:sldMk cId="3949196787" sldId="384"/>
            <ac:spMk id="27" creationId="{E8798CC6-B393-43EB-0774-32BF09C31D88}"/>
          </ac:spMkLst>
        </pc:spChg>
        <pc:cxnChg chg="add mod">
          <ac:chgData name="Toby Donaldson" userId="2e6e5431-bb17-4c41-9985-d39c50d83c73" providerId="ADAL" clId="{7F9681A8-EEE2-56F4-9B39-ECCBEE0471AC}" dt="2026-02-05T03:19:17.347" v="38823" actId="14100"/>
          <ac:cxnSpMkLst>
            <pc:docMk/>
            <pc:sldMk cId="3949196787" sldId="384"/>
            <ac:cxnSpMk id="9" creationId="{E018A2A7-5606-7F5A-86B3-AB89C572CF7B}"/>
          </ac:cxnSpMkLst>
        </pc:cxnChg>
        <pc:cxnChg chg="add mod">
          <ac:chgData name="Toby Donaldson" userId="2e6e5431-bb17-4c41-9985-d39c50d83c73" providerId="ADAL" clId="{7F9681A8-EEE2-56F4-9B39-ECCBEE0471AC}" dt="2026-02-05T03:19:26.998" v="38826" actId="14100"/>
          <ac:cxnSpMkLst>
            <pc:docMk/>
            <pc:sldMk cId="3949196787" sldId="384"/>
            <ac:cxnSpMk id="24" creationId="{05DE3331-86A5-2BE2-970B-5721344828F9}"/>
          </ac:cxnSpMkLst>
        </pc:cxnChg>
        <pc:cxnChg chg="add mod">
          <ac:chgData name="Toby Donaldson" userId="2e6e5431-bb17-4c41-9985-d39c50d83c73" providerId="ADAL" clId="{7F9681A8-EEE2-56F4-9B39-ECCBEE0471AC}" dt="2026-02-05T03:19:38.697" v="38829" actId="14100"/>
          <ac:cxnSpMkLst>
            <pc:docMk/>
            <pc:sldMk cId="3949196787" sldId="384"/>
            <ac:cxnSpMk id="29" creationId="{4C8E6A67-7B8E-7A3C-F020-06E92E65996B}"/>
          </ac:cxnSpMkLst>
        </pc:cxnChg>
      </pc:sldChg>
      <pc:sldChg chg="addSp delSp modSp add mod ord">
        <pc:chgData name="Toby Donaldson" userId="2e6e5431-bb17-4c41-9985-d39c50d83c73" providerId="ADAL" clId="{7F9681A8-EEE2-56F4-9B39-ECCBEE0471AC}" dt="2026-02-05T03:24:19.747" v="39099" actId="20578"/>
        <pc:sldMkLst>
          <pc:docMk/>
          <pc:sldMk cId="1277197031" sldId="385"/>
        </pc:sldMkLst>
        <pc:spChg chg="add mod">
          <ac:chgData name="Toby Donaldson" userId="2e6e5431-bb17-4c41-9985-d39c50d83c73" providerId="ADAL" clId="{7F9681A8-EEE2-56F4-9B39-ECCBEE0471AC}" dt="2026-02-05T03:23:08.763" v="39097" actId="1076"/>
          <ac:spMkLst>
            <pc:docMk/>
            <pc:sldMk cId="1277197031" sldId="385"/>
            <ac:spMk id="3" creationId="{52ACE01B-8A1A-3C3E-0411-64B85B59C024}"/>
          </ac:spMkLst>
        </pc:spChg>
        <pc:spChg chg="mod">
          <ac:chgData name="Toby Donaldson" userId="2e6e5431-bb17-4c41-9985-d39c50d83c73" providerId="ADAL" clId="{7F9681A8-EEE2-56F4-9B39-ECCBEE0471AC}" dt="2026-02-05T03:21:48.130" v="38909" actId="207"/>
          <ac:spMkLst>
            <pc:docMk/>
            <pc:sldMk cId="1277197031" sldId="385"/>
            <ac:spMk id="4" creationId="{0E93880C-E3A5-5E77-D906-620467F1EBCF}"/>
          </ac:spMkLst>
        </pc:spChg>
        <pc:spChg chg="mod">
          <ac:chgData name="Toby Donaldson" userId="2e6e5431-bb17-4c41-9985-d39c50d83c73" providerId="ADAL" clId="{7F9681A8-EEE2-56F4-9B39-ECCBEE0471AC}" dt="2026-02-05T03:21:38.513" v="38907" actId="207"/>
          <ac:spMkLst>
            <pc:docMk/>
            <pc:sldMk cId="1277197031" sldId="385"/>
            <ac:spMk id="6" creationId="{28B521DC-443D-C586-C395-69791024B84A}"/>
          </ac:spMkLst>
        </pc:spChg>
        <pc:spChg chg="mod">
          <ac:chgData name="Toby Donaldson" userId="2e6e5431-bb17-4c41-9985-d39c50d83c73" providerId="ADAL" clId="{7F9681A8-EEE2-56F4-9B39-ECCBEE0471AC}" dt="2026-02-05T03:21:41.685" v="38908" actId="207"/>
          <ac:spMkLst>
            <pc:docMk/>
            <pc:sldMk cId="1277197031" sldId="385"/>
            <ac:spMk id="7" creationId="{A0D55885-FAA4-CE66-61E2-5B3D2834697D}"/>
          </ac:spMkLst>
        </pc:spChg>
      </pc:sldChg>
      <pc:sldChg chg="delSp modSp add mod">
        <pc:chgData name="Toby Donaldson" userId="2e6e5431-bb17-4c41-9985-d39c50d83c73" providerId="ADAL" clId="{7F9681A8-EEE2-56F4-9B39-ECCBEE0471AC}" dt="2026-02-05T03:28:06.705" v="39414" actId="20577"/>
        <pc:sldMkLst>
          <pc:docMk/>
          <pc:sldMk cId="4182503665" sldId="386"/>
        </pc:sldMkLst>
        <pc:spChg chg="mod">
          <ac:chgData name="Toby Donaldson" userId="2e6e5431-bb17-4c41-9985-d39c50d83c73" providerId="ADAL" clId="{7F9681A8-EEE2-56F4-9B39-ECCBEE0471AC}" dt="2026-02-05T03:28:03.922" v="39412" actId="20577"/>
          <ac:spMkLst>
            <pc:docMk/>
            <pc:sldMk cId="4182503665" sldId="386"/>
            <ac:spMk id="2" creationId="{52BCB52D-CE48-48CA-E0E6-BCB60C86D3A4}"/>
          </ac:spMkLst>
        </pc:spChg>
        <pc:spChg chg="mod">
          <ac:chgData name="Toby Donaldson" userId="2e6e5431-bb17-4c41-9985-d39c50d83c73" providerId="ADAL" clId="{7F9681A8-EEE2-56F4-9B39-ECCBEE0471AC}" dt="2026-02-05T03:28:06.705" v="39414" actId="20577"/>
          <ac:spMkLst>
            <pc:docMk/>
            <pc:sldMk cId="4182503665" sldId="386"/>
            <ac:spMk id="27" creationId="{1EA35F64-2845-60BD-3564-C3953522E62C}"/>
          </ac:spMkLst>
        </pc:spChg>
      </pc:sldChg>
      <pc:sldChg chg="modSp add mod">
        <pc:chgData name="Toby Donaldson" userId="2e6e5431-bb17-4c41-9985-d39c50d83c73" providerId="ADAL" clId="{7F9681A8-EEE2-56F4-9B39-ECCBEE0471AC}" dt="2026-02-05T03:28:41.375" v="39447" actId="207"/>
        <pc:sldMkLst>
          <pc:docMk/>
          <pc:sldMk cId="1451192674" sldId="387"/>
        </pc:sldMkLst>
        <pc:spChg chg="mod">
          <ac:chgData name="Toby Donaldson" userId="2e6e5431-bb17-4c41-9985-d39c50d83c73" providerId="ADAL" clId="{7F9681A8-EEE2-56F4-9B39-ECCBEE0471AC}" dt="2026-02-05T03:28:41.375" v="39447" actId="207"/>
          <ac:spMkLst>
            <pc:docMk/>
            <pc:sldMk cId="1451192674" sldId="387"/>
            <ac:spMk id="2" creationId="{5DE5B2AE-9AF8-A6DE-7722-95B5E5BEE0F3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5T03:39:04.789" v="39868" actId="207"/>
        <pc:sldMkLst>
          <pc:docMk/>
          <pc:sldMk cId="3854519768" sldId="388"/>
        </pc:sldMkLst>
        <pc:spChg chg="mod">
          <ac:chgData name="Toby Donaldson" userId="2e6e5431-bb17-4c41-9985-d39c50d83c73" providerId="ADAL" clId="{7F9681A8-EEE2-56F4-9B39-ECCBEE0471AC}" dt="2026-02-05T03:39:04.789" v="39868" actId="207"/>
          <ac:spMkLst>
            <pc:docMk/>
            <pc:sldMk cId="3854519768" sldId="388"/>
            <ac:spMk id="2" creationId="{B4A74DF4-C531-73EC-8A2F-AB399666C43A}"/>
          </ac:spMkLst>
        </pc:spChg>
        <pc:spChg chg="mod">
          <ac:chgData name="Toby Donaldson" userId="2e6e5431-bb17-4c41-9985-d39c50d83c73" providerId="ADAL" clId="{7F9681A8-EEE2-56F4-9B39-ECCBEE0471AC}" dt="2026-02-05T03:34:56" v="39478" actId="14100"/>
          <ac:spMkLst>
            <pc:docMk/>
            <pc:sldMk cId="3854519768" sldId="388"/>
            <ac:spMk id="4" creationId="{65E8EE53-BFB4-2F19-53C0-7AC36DE7DA10}"/>
          </ac:spMkLst>
        </pc:spChg>
        <pc:spChg chg="mod">
          <ac:chgData name="Toby Donaldson" userId="2e6e5431-bb17-4c41-9985-d39c50d83c73" providerId="ADAL" clId="{7F9681A8-EEE2-56F4-9B39-ECCBEE0471AC}" dt="2026-02-05T03:36:48.207" v="39688"/>
          <ac:spMkLst>
            <pc:docMk/>
            <pc:sldMk cId="3854519768" sldId="388"/>
            <ac:spMk id="27" creationId="{E9D28935-F41A-CF03-713D-0D02073CF9E3}"/>
          </ac:spMkLst>
        </pc:spChg>
      </pc:sldChg>
      <pc:sldChg chg="modSp add mod">
        <pc:chgData name="Toby Donaldson" userId="2e6e5431-bb17-4c41-9985-d39c50d83c73" providerId="ADAL" clId="{7F9681A8-EEE2-56F4-9B39-ECCBEE0471AC}" dt="2026-02-05T03:39:15.127" v="39870" actId="113"/>
        <pc:sldMkLst>
          <pc:docMk/>
          <pc:sldMk cId="2218192303" sldId="389"/>
        </pc:sldMkLst>
        <pc:spChg chg="mod">
          <ac:chgData name="Toby Donaldson" userId="2e6e5431-bb17-4c41-9985-d39c50d83c73" providerId="ADAL" clId="{7F9681A8-EEE2-56F4-9B39-ECCBEE0471AC}" dt="2026-02-05T03:39:08.438" v="39869" actId="207"/>
          <ac:spMkLst>
            <pc:docMk/>
            <pc:sldMk cId="2218192303" sldId="389"/>
            <ac:spMk id="2" creationId="{B33B5B34-72D5-DE5E-B776-DF65F5DE4166}"/>
          </ac:spMkLst>
        </pc:spChg>
        <pc:spChg chg="mod">
          <ac:chgData name="Toby Donaldson" userId="2e6e5431-bb17-4c41-9985-d39c50d83c73" providerId="ADAL" clId="{7F9681A8-EEE2-56F4-9B39-ECCBEE0471AC}" dt="2026-02-05T03:39:15.127" v="39870" actId="113"/>
          <ac:spMkLst>
            <pc:docMk/>
            <pc:sldMk cId="2218192303" sldId="389"/>
            <ac:spMk id="7" creationId="{23943938-8CCC-F123-AB08-C33F502CB801}"/>
          </ac:spMkLst>
        </pc:spChg>
      </pc:sldChg>
      <pc:sldChg chg="modSp new mod">
        <pc:chgData name="Toby Donaldson" userId="2e6e5431-bb17-4c41-9985-d39c50d83c73" providerId="ADAL" clId="{7F9681A8-EEE2-56F4-9B39-ECCBEE0471AC}" dt="2026-02-05T03:38:48.822" v="39867" actId="5793"/>
        <pc:sldMkLst>
          <pc:docMk/>
          <pc:sldMk cId="404349655" sldId="390"/>
        </pc:sldMkLst>
        <pc:spChg chg="mod">
          <ac:chgData name="Toby Donaldson" userId="2e6e5431-bb17-4c41-9985-d39c50d83c73" providerId="ADAL" clId="{7F9681A8-EEE2-56F4-9B39-ECCBEE0471AC}" dt="2026-02-05T03:38:24.388" v="39817" actId="20577"/>
          <ac:spMkLst>
            <pc:docMk/>
            <pc:sldMk cId="404349655" sldId="390"/>
            <ac:spMk id="2" creationId="{2095D901-DDB4-2996-E646-59B64DCA4660}"/>
          </ac:spMkLst>
        </pc:spChg>
        <pc:spChg chg="mod">
          <ac:chgData name="Toby Donaldson" userId="2e6e5431-bb17-4c41-9985-d39c50d83c73" providerId="ADAL" clId="{7F9681A8-EEE2-56F4-9B39-ECCBEE0471AC}" dt="2026-02-05T03:38:48.822" v="39867" actId="5793"/>
          <ac:spMkLst>
            <pc:docMk/>
            <pc:sldMk cId="404349655" sldId="390"/>
            <ac:spMk id="3" creationId="{7C126938-859B-F394-3961-C2FC73AC1595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5T03:44:17.961" v="40210" actId="21"/>
        <pc:sldMkLst>
          <pc:docMk/>
          <pc:sldMk cId="510654176" sldId="391"/>
        </pc:sldMkLst>
        <pc:spChg chg="mod">
          <ac:chgData name="Toby Donaldson" userId="2e6e5431-bb17-4c41-9985-d39c50d83c73" providerId="ADAL" clId="{7F9681A8-EEE2-56F4-9B39-ECCBEE0471AC}" dt="2026-02-05T03:40:25.714" v="39878" actId="20577"/>
          <ac:spMkLst>
            <pc:docMk/>
            <pc:sldMk cId="510654176" sldId="391"/>
            <ac:spMk id="2" creationId="{34CC1BCF-1DA6-D889-F159-C2DD37FB24CD}"/>
          </ac:spMkLst>
        </pc:spChg>
        <pc:spChg chg="mod">
          <ac:chgData name="Toby Donaldson" userId="2e6e5431-bb17-4c41-9985-d39c50d83c73" providerId="ADAL" clId="{7F9681A8-EEE2-56F4-9B39-ECCBEE0471AC}" dt="2026-02-05T03:44:05.319" v="40208" actId="1076"/>
          <ac:spMkLst>
            <pc:docMk/>
            <pc:sldMk cId="510654176" sldId="391"/>
            <ac:spMk id="27" creationId="{EA253DF1-918D-C9E1-30A8-046BFC9EA34A}"/>
          </ac:spMkLst>
        </pc:spChg>
      </pc:sldChg>
      <pc:sldChg chg="delSp add mod">
        <pc:chgData name="Toby Donaldson" userId="2e6e5431-bb17-4c41-9985-d39c50d83c73" providerId="ADAL" clId="{7F9681A8-EEE2-56F4-9B39-ECCBEE0471AC}" dt="2026-02-05T03:44:29.562" v="40212" actId="21"/>
        <pc:sldMkLst>
          <pc:docMk/>
          <pc:sldMk cId="1753350055" sldId="392"/>
        </pc:sldMkLst>
      </pc:sldChg>
      <pc:sldChg chg="addSp modSp add mod">
        <pc:chgData name="Toby Donaldson" userId="2e6e5431-bb17-4c41-9985-d39c50d83c73" providerId="ADAL" clId="{7F9681A8-EEE2-56F4-9B39-ECCBEE0471AC}" dt="2026-02-05T03:54:26.432" v="40898" actId="20577"/>
        <pc:sldMkLst>
          <pc:docMk/>
          <pc:sldMk cId="1757759290" sldId="393"/>
        </pc:sldMkLst>
        <pc:spChg chg="mod">
          <ac:chgData name="Toby Donaldson" userId="2e6e5431-bb17-4c41-9985-d39c50d83c73" providerId="ADAL" clId="{7F9681A8-EEE2-56F4-9B39-ECCBEE0471AC}" dt="2026-02-05T03:45:49.570" v="40309" actId="1076"/>
          <ac:spMkLst>
            <pc:docMk/>
            <pc:sldMk cId="1757759290" sldId="393"/>
            <ac:spMk id="6" creationId="{29CA5E19-82CB-3E66-9443-58058BACA2FF}"/>
          </ac:spMkLst>
        </pc:spChg>
        <pc:spChg chg="add mod">
          <ac:chgData name="Toby Donaldson" userId="2e6e5431-bb17-4c41-9985-d39c50d83c73" providerId="ADAL" clId="{7F9681A8-EEE2-56F4-9B39-ECCBEE0471AC}" dt="2026-02-05T03:45:34.517" v="40305" actId="113"/>
          <ac:spMkLst>
            <pc:docMk/>
            <pc:sldMk cId="1757759290" sldId="393"/>
            <ac:spMk id="7" creationId="{2C647FA9-2880-B3FC-81A6-9F6B5F88742E}"/>
          </ac:spMkLst>
        </pc:spChg>
        <pc:spChg chg="add mod">
          <ac:chgData name="Toby Donaldson" userId="2e6e5431-bb17-4c41-9985-d39c50d83c73" providerId="ADAL" clId="{7F9681A8-EEE2-56F4-9B39-ECCBEE0471AC}" dt="2026-02-05T03:47:19.920" v="40490" actId="1076"/>
          <ac:spMkLst>
            <pc:docMk/>
            <pc:sldMk cId="1757759290" sldId="393"/>
            <ac:spMk id="9" creationId="{5B6C1EBE-FE1D-3C8E-C448-6418C711A046}"/>
          </ac:spMkLst>
        </pc:spChg>
        <pc:spChg chg="add mod">
          <ac:chgData name="Toby Donaldson" userId="2e6e5431-bb17-4c41-9985-d39c50d83c73" providerId="ADAL" clId="{7F9681A8-EEE2-56F4-9B39-ECCBEE0471AC}" dt="2026-02-05T03:54:26.432" v="40898" actId="20577"/>
          <ac:spMkLst>
            <pc:docMk/>
            <pc:sldMk cId="1757759290" sldId="393"/>
            <ac:spMk id="10" creationId="{FC91E141-83C6-744D-E187-202B14EC8DCD}"/>
          </ac:spMkLst>
        </pc:spChg>
        <pc:cxnChg chg="add">
          <ac:chgData name="Toby Donaldson" userId="2e6e5431-bb17-4c41-9985-d39c50d83c73" providerId="ADAL" clId="{7F9681A8-EEE2-56F4-9B39-ECCBEE0471AC}" dt="2026-02-05T03:51:50.845" v="40886" actId="11529"/>
          <ac:cxnSpMkLst>
            <pc:docMk/>
            <pc:sldMk cId="1757759290" sldId="393"/>
            <ac:cxnSpMk id="12" creationId="{877BE2D5-0366-385F-5B10-C1AAC4661EE9}"/>
          </ac:cxnSpMkLst>
        </pc:cxnChg>
        <pc:cxnChg chg="add mod">
          <ac:chgData name="Toby Donaldson" userId="2e6e5431-bb17-4c41-9985-d39c50d83c73" providerId="ADAL" clId="{7F9681A8-EEE2-56F4-9B39-ECCBEE0471AC}" dt="2026-02-05T03:52:02.688" v="40890" actId="14100"/>
          <ac:cxnSpMkLst>
            <pc:docMk/>
            <pc:sldMk cId="1757759290" sldId="393"/>
            <ac:cxnSpMk id="14" creationId="{94B7C523-4469-4723-2BCB-1E0BB627DCD1}"/>
          </ac:cxnSpMkLst>
        </pc:cxnChg>
        <pc:cxnChg chg="add mod">
          <ac:chgData name="Toby Donaldson" userId="2e6e5431-bb17-4c41-9985-d39c50d83c73" providerId="ADAL" clId="{7F9681A8-EEE2-56F4-9B39-ECCBEE0471AC}" dt="2026-02-05T03:52:11.455" v="40893" actId="14100"/>
          <ac:cxnSpMkLst>
            <pc:docMk/>
            <pc:sldMk cId="1757759290" sldId="393"/>
            <ac:cxnSpMk id="17" creationId="{2EC118CE-711B-EA4E-78D1-CCDDBFAB8B45}"/>
          </ac:cxnSpMkLst>
        </pc:cxnChg>
        <pc:cxnChg chg="add mod">
          <ac:chgData name="Toby Donaldson" userId="2e6e5431-bb17-4c41-9985-d39c50d83c73" providerId="ADAL" clId="{7F9681A8-EEE2-56F4-9B39-ECCBEE0471AC}" dt="2026-02-05T03:52:23.391" v="40896" actId="14100"/>
          <ac:cxnSpMkLst>
            <pc:docMk/>
            <pc:sldMk cId="1757759290" sldId="393"/>
            <ac:cxnSpMk id="20" creationId="{1E385CC2-8A09-7D59-060B-EC88AA69EB4A}"/>
          </ac:cxnSpMkLst>
        </pc:cxnChg>
      </pc:sldChg>
      <pc:sldChg chg="delSp add mod ord">
        <pc:chgData name="Toby Donaldson" userId="2e6e5431-bb17-4c41-9985-d39c50d83c73" providerId="ADAL" clId="{7F9681A8-EEE2-56F4-9B39-ECCBEE0471AC}" dt="2026-02-05T03:59:33.211" v="41231" actId="20578"/>
        <pc:sldMkLst>
          <pc:docMk/>
          <pc:sldMk cId="2050593658" sldId="395"/>
        </pc:sldMkLst>
      </pc:sldChg>
      <pc:sldChg chg="addSp delSp modSp add mod ord">
        <pc:chgData name="Toby Donaldson" userId="2e6e5431-bb17-4c41-9985-d39c50d83c73" providerId="ADAL" clId="{7F9681A8-EEE2-56F4-9B39-ECCBEE0471AC}" dt="2026-02-05T04:02:45.961" v="41442" actId="11529"/>
        <pc:sldMkLst>
          <pc:docMk/>
          <pc:sldMk cId="1453493737" sldId="396"/>
        </pc:sldMkLst>
        <pc:spChg chg="mod">
          <ac:chgData name="Toby Donaldson" userId="2e6e5431-bb17-4c41-9985-d39c50d83c73" providerId="ADAL" clId="{7F9681A8-EEE2-56F4-9B39-ECCBEE0471AC}" dt="2026-02-05T04:02:28.430" v="41440" actId="2711"/>
          <ac:spMkLst>
            <pc:docMk/>
            <pc:sldMk cId="1453493737" sldId="396"/>
            <ac:spMk id="5" creationId="{A9129D6F-93FC-1089-4895-BA023234F6EB}"/>
          </ac:spMkLst>
        </pc:spChg>
        <pc:spChg chg="add">
          <ac:chgData name="Toby Donaldson" userId="2e6e5431-bb17-4c41-9985-d39c50d83c73" providerId="ADAL" clId="{7F9681A8-EEE2-56F4-9B39-ECCBEE0471AC}" dt="2026-02-05T04:02:38.381" v="41441" actId="11529"/>
          <ac:spMkLst>
            <pc:docMk/>
            <pc:sldMk cId="1453493737" sldId="396"/>
            <ac:spMk id="13" creationId="{1B67B4E0-93C5-DBEF-48BB-318E7D1BC5EA}"/>
          </ac:spMkLst>
        </pc:spChg>
        <pc:grpChg chg="add mod">
          <ac:chgData name="Toby Donaldson" userId="2e6e5431-bb17-4c41-9985-d39c50d83c73" providerId="ADAL" clId="{7F9681A8-EEE2-56F4-9B39-ECCBEE0471AC}" dt="2026-02-05T04:00:42.991" v="41244" actId="1076"/>
          <ac:grpSpMkLst>
            <pc:docMk/>
            <pc:sldMk cId="1453493737" sldId="396"/>
            <ac:grpSpMk id="12" creationId="{D9A2B812-A639-814A-7F16-F476C35F9E18}"/>
          </ac:grpSpMkLst>
        </pc:grpChg>
        <pc:cxnChg chg="add mod">
          <ac:chgData name="Toby Donaldson" userId="2e6e5431-bb17-4c41-9985-d39c50d83c73" providerId="ADAL" clId="{7F9681A8-EEE2-56F4-9B39-ECCBEE0471AC}" dt="2026-02-05T04:00:28.871" v="41240" actId="164"/>
          <ac:cxnSpMkLst>
            <pc:docMk/>
            <pc:sldMk cId="1453493737" sldId="396"/>
            <ac:cxnSpMk id="8" creationId="{2334A3A7-6EBD-B70F-A213-6480D3E876C8}"/>
          </ac:cxnSpMkLst>
        </pc:cxnChg>
        <pc:cxnChg chg="add mod">
          <ac:chgData name="Toby Donaldson" userId="2e6e5431-bb17-4c41-9985-d39c50d83c73" providerId="ADAL" clId="{7F9681A8-EEE2-56F4-9B39-ECCBEE0471AC}" dt="2026-02-05T04:00:28.871" v="41240" actId="164"/>
          <ac:cxnSpMkLst>
            <pc:docMk/>
            <pc:sldMk cId="1453493737" sldId="396"/>
            <ac:cxnSpMk id="9" creationId="{FB06CC97-6850-10F3-A458-C2C2083C5025}"/>
          </ac:cxnSpMkLst>
        </pc:cxnChg>
        <pc:cxnChg chg="add">
          <ac:chgData name="Toby Donaldson" userId="2e6e5431-bb17-4c41-9985-d39c50d83c73" providerId="ADAL" clId="{7F9681A8-EEE2-56F4-9B39-ECCBEE0471AC}" dt="2026-02-05T04:02:45.961" v="41442" actId="11529"/>
          <ac:cxnSpMkLst>
            <pc:docMk/>
            <pc:sldMk cId="1453493737" sldId="396"/>
            <ac:cxnSpMk id="15" creationId="{7333D0F3-0C56-EE89-B93C-C6911C690808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5T04:07:45.843" v="41859" actId="1076"/>
        <pc:sldMkLst>
          <pc:docMk/>
          <pc:sldMk cId="535630765" sldId="397"/>
        </pc:sldMkLst>
        <pc:spChg chg="add del">
          <ac:chgData name="Toby Donaldson" userId="2e6e5431-bb17-4c41-9985-d39c50d83c73" providerId="ADAL" clId="{7F9681A8-EEE2-56F4-9B39-ECCBEE0471AC}" dt="2026-02-05T04:03:56.120" v="41447" actId="21"/>
          <ac:spMkLst>
            <pc:docMk/>
            <pc:sldMk cId="535630765" sldId="397"/>
            <ac:spMk id="4" creationId="{10020B76-D770-5DF0-FDE0-F4DFF085B8E6}"/>
          </ac:spMkLst>
        </pc:spChg>
        <pc:spChg chg="mod">
          <ac:chgData name="Toby Donaldson" userId="2e6e5431-bb17-4c41-9985-d39c50d83c73" providerId="ADAL" clId="{7F9681A8-EEE2-56F4-9B39-ECCBEE0471AC}" dt="2026-02-05T04:07:13.811" v="41736" actId="14100"/>
          <ac:spMkLst>
            <pc:docMk/>
            <pc:sldMk cId="535630765" sldId="397"/>
            <ac:spMk id="5" creationId="{1F2BACAC-4AE2-1589-1734-986F5CBAB608}"/>
          </ac:spMkLst>
        </pc:spChg>
        <pc:spChg chg="mod">
          <ac:chgData name="Toby Donaldson" userId="2e6e5431-bb17-4c41-9985-d39c50d83c73" providerId="ADAL" clId="{7F9681A8-EEE2-56F4-9B39-ECCBEE0471AC}" dt="2026-02-05T04:06:14.976" v="41694" actId="20577"/>
          <ac:spMkLst>
            <pc:docMk/>
            <pc:sldMk cId="535630765" sldId="397"/>
            <ac:spMk id="7" creationId="{F8F9C31C-CCC1-E76F-5292-1D91AFB5F83C}"/>
          </ac:spMkLst>
        </pc:spChg>
        <pc:spChg chg="add mod">
          <ac:chgData name="Toby Donaldson" userId="2e6e5431-bb17-4c41-9985-d39c50d83c73" providerId="ADAL" clId="{7F9681A8-EEE2-56F4-9B39-ECCBEE0471AC}" dt="2026-02-05T04:07:45.843" v="41859" actId="1076"/>
          <ac:spMkLst>
            <pc:docMk/>
            <pc:sldMk cId="535630765" sldId="397"/>
            <ac:spMk id="10" creationId="{F30BDCD8-530C-2B74-9735-F5F55D80D4D4}"/>
          </ac:spMkLst>
        </pc:spChg>
        <pc:spChg chg="mod">
          <ac:chgData name="Toby Donaldson" userId="2e6e5431-bb17-4c41-9985-d39c50d83c73" providerId="ADAL" clId="{7F9681A8-EEE2-56F4-9B39-ECCBEE0471AC}" dt="2026-02-05T04:06:19.960" v="41695" actId="14100"/>
          <ac:spMkLst>
            <pc:docMk/>
            <pc:sldMk cId="535630765" sldId="397"/>
            <ac:spMk id="13" creationId="{75921B94-937D-B988-ACDD-728C2B4CFBEC}"/>
          </ac:spMkLst>
        </pc:spChg>
        <pc:grpChg chg="add del">
          <ac:chgData name="Toby Donaldson" userId="2e6e5431-bb17-4c41-9985-d39c50d83c73" providerId="ADAL" clId="{7F9681A8-EEE2-56F4-9B39-ECCBEE0471AC}" dt="2026-02-05T04:03:56.603" v="41448" actId="21"/>
          <ac:grpSpMkLst>
            <pc:docMk/>
            <pc:sldMk cId="535630765" sldId="397"/>
            <ac:grpSpMk id="12" creationId="{28A6B2A9-A6D4-3644-DA91-4AECDADBE7CC}"/>
          </ac:grpSpMkLst>
        </pc:grpChg>
        <pc:cxnChg chg="mod">
          <ac:chgData name="Toby Donaldson" userId="2e6e5431-bb17-4c41-9985-d39c50d83c73" providerId="ADAL" clId="{7F9681A8-EEE2-56F4-9B39-ECCBEE0471AC}" dt="2026-02-05T04:06:25.026" v="41696" actId="14100"/>
          <ac:cxnSpMkLst>
            <pc:docMk/>
            <pc:sldMk cId="535630765" sldId="397"/>
            <ac:cxnSpMk id="15" creationId="{5E453D04-1579-23E7-DB2A-99B9F9E8FABB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5T04:18:28.609" v="42198" actId="255"/>
        <pc:sldMkLst>
          <pc:docMk/>
          <pc:sldMk cId="4169726502" sldId="398"/>
        </pc:sldMkLst>
        <pc:spChg chg="mod">
          <ac:chgData name="Toby Donaldson" userId="2e6e5431-bb17-4c41-9985-d39c50d83c73" providerId="ADAL" clId="{7F9681A8-EEE2-56F4-9B39-ECCBEE0471AC}" dt="2026-02-05T04:10:12.710" v="41990" actId="1076"/>
          <ac:spMkLst>
            <pc:docMk/>
            <pc:sldMk cId="4169726502" sldId="398"/>
            <ac:spMk id="5" creationId="{0D8BA2A6-2B64-52C8-5EA7-EB8EE6F3331E}"/>
          </ac:spMkLst>
        </pc:spChg>
        <pc:spChg chg="add mod">
          <ac:chgData name="Toby Donaldson" userId="2e6e5431-bb17-4c41-9985-d39c50d83c73" providerId="ADAL" clId="{7F9681A8-EEE2-56F4-9B39-ECCBEE0471AC}" dt="2026-02-05T04:17:25.524" v="42177"/>
          <ac:spMkLst>
            <pc:docMk/>
            <pc:sldMk cId="4169726502" sldId="398"/>
            <ac:spMk id="6" creationId="{0CD04DD3-2AB5-3B86-EFE5-DA22866CA680}"/>
          </ac:spMkLst>
        </pc:spChg>
        <pc:spChg chg="mod">
          <ac:chgData name="Toby Donaldson" userId="2e6e5431-bb17-4c41-9985-d39c50d83c73" providerId="ADAL" clId="{7F9681A8-EEE2-56F4-9B39-ECCBEE0471AC}" dt="2026-02-05T04:17:57.617" v="42194" actId="20577"/>
          <ac:spMkLst>
            <pc:docMk/>
            <pc:sldMk cId="4169726502" sldId="398"/>
            <ac:spMk id="7" creationId="{0C2BA893-24C9-07B8-55D3-A3EDF67EBD44}"/>
          </ac:spMkLst>
        </pc:spChg>
        <pc:spChg chg="mod">
          <ac:chgData name="Toby Donaldson" userId="2e6e5431-bb17-4c41-9985-d39c50d83c73" providerId="ADAL" clId="{7F9681A8-EEE2-56F4-9B39-ECCBEE0471AC}" dt="2026-02-05T04:17:41.595" v="42181" actId="1076"/>
          <ac:spMkLst>
            <pc:docMk/>
            <pc:sldMk cId="4169726502" sldId="398"/>
            <ac:spMk id="10" creationId="{2F1C14D2-8EF2-9ECD-8F32-6B12104D489B}"/>
          </ac:spMkLst>
        </pc:spChg>
        <pc:spChg chg="add mod">
          <ac:chgData name="Toby Donaldson" userId="2e6e5431-bb17-4c41-9985-d39c50d83c73" providerId="ADAL" clId="{7F9681A8-EEE2-56F4-9B39-ECCBEE0471AC}" dt="2026-02-05T04:18:28.609" v="42198" actId="255"/>
          <ac:spMkLst>
            <pc:docMk/>
            <pc:sldMk cId="4169726502" sldId="398"/>
            <ac:spMk id="11" creationId="{520A72CC-86EB-0868-A1E2-82E5E7AD05C1}"/>
          </ac:spMkLst>
        </pc:spChg>
        <pc:spChg chg="add mod">
          <ac:chgData name="Toby Donaldson" userId="2e6e5431-bb17-4c41-9985-d39c50d83c73" providerId="ADAL" clId="{7F9681A8-EEE2-56F4-9B39-ECCBEE0471AC}" dt="2026-02-05T04:17:25.524" v="42177"/>
          <ac:spMkLst>
            <pc:docMk/>
            <pc:sldMk cId="4169726502" sldId="398"/>
            <ac:spMk id="14" creationId="{8089DA6E-51CB-EF21-ACDF-A4EBC63882CB}"/>
          </ac:spMkLst>
        </pc:spChg>
        <pc:spChg chg="add mod">
          <ac:chgData name="Toby Donaldson" userId="2e6e5431-bb17-4c41-9985-d39c50d83c73" providerId="ADAL" clId="{7F9681A8-EEE2-56F4-9B39-ECCBEE0471AC}" dt="2026-02-05T04:18:04.313" v="42195" actId="14100"/>
          <ac:spMkLst>
            <pc:docMk/>
            <pc:sldMk cId="4169726502" sldId="398"/>
            <ac:spMk id="17" creationId="{4D461EE7-A47C-19F9-B980-04F50DE7E669}"/>
          </ac:spMkLst>
        </pc:spChg>
        <pc:cxnChg chg="add mod">
          <ac:chgData name="Toby Donaldson" userId="2e6e5431-bb17-4c41-9985-d39c50d83c73" providerId="ADAL" clId="{7F9681A8-EEE2-56F4-9B39-ECCBEE0471AC}" dt="2026-02-05T04:18:28.609" v="42198" actId="255"/>
          <ac:cxnSpMkLst>
            <pc:docMk/>
            <pc:sldMk cId="4169726502" sldId="398"/>
            <ac:cxnSpMk id="16" creationId="{0801C444-B67A-DD4F-81A0-850BD2B90C4B}"/>
          </ac:cxnSpMkLst>
        </pc:cxnChg>
      </pc:sldChg>
      <pc:sldChg chg="addSp modSp add mod">
        <pc:chgData name="Toby Donaldson" userId="2e6e5431-bb17-4c41-9985-d39c50d83c73" providerId="ADAL" clId="{7F9681A8-EEE2-56F4-9B39-ECCBEE0471AC}" dt="2026-02-05T04:20:20.515" v="42269" actId="14100"/>
        <pc:sldMkLst>
          <pc:docMk/>
          <pc:sldMk cId="1003155399" sldId="399"/>
        </pc:sldMkLst>
        <pc:spChg chg="add mod">
          <ac:chgData name="Toby Donaldson" userId="2e6e5431-bb17-4c41-9985-d39c50d83c73" providerId="ADAL" clId="{7F9681A8-EEE2-56F4-9B39-ECCBEE0471AC}" dt="2026-02-05T04:20:16.662" v="42268" actId="20577"/>
          <ac:spMkLst>
            <pc:docMk/>
            <pc:sldMk cId="1003155399" sldId="399"/>
            <ac:spMk id="3" creationId="{CC59F06E-F6EF-B7B1-4A68-2E443C6A8E14}"/>
          </ac:spMkLst>
        </pc:spChg>
        <pc:spChg chg="mod">
          <ac:chgData name="Toby Donaldson" userId="2e6e5431-bb17-4c41-9985-d39c50d83c73" providerId="ADAL" clId="{7F9681A8-EEE2-56F4-9B39-ECCBEE0471AC}" dt="2026-02-05T04:20:00.864" v="42265" actId="14100"/>
          <ac:spMkLst>
            <pc:docMk/>
            <pc:sldMk cId="1003155399" sldId="399"/>
            <ac:spMk id="10" creationId="{BD0059DF-CE9C-B9C0-D162-664ACFD4ABED}"/>
          </ac:spMkLst>
        </pc:spChg>
        <pc:spChg chg="mod">
          <ac:chgData name="Toby Donaldson" userId="2e6e5431-bb17-4c41-9985-d39c50d83c73" providerId="ADAL" clId="{7F9681A8-EEE2-56F4-9B39-ECCBEE0471AC}" dt="2026-02-05T04:19:09.082" v="42202" actId="14100"/>
          <ac:spMkLst>
            <pc:docMk/>
            <pc:sldMk cId="1003155399" sldId="399"/>
            <ac:spMk id="17" creationId="{86FFBDE0-B39C-B05F-9130-DCA6B4CE772C}"/>
          </ac:spMkLst>
        </pc:spChg>
        <pc:cxnChg chg="add mod">
          <ac:chgData name="Toby Donaldson" userId="2e6e5431-bb17-4c41-9985-d39c50d83c73" providerId="ADAL" clId="{7F9681A8-EEE2-56F4-9B39-ECCBEE0471AC}" dt="2026-02-05T04:20:20.515" v="42269" actId="14100"/>
          <ac:cxnSpMkLst>
            <pc:docMk/>
            <pc:sldMk cId="1003155399" sldId="399"/>
            <ac:cxnSpMk id="4" creationId="{304A7F39-B0E1-0CCA-6ECB-99567F231BDC}"/>
          </ac:cxnSpMkLst>
        </pc:cxnChg>
      </pc:sldChg>
      <pc:sldChg chg="modSp add mod">
        <pc:chgData name="Toby Donaldson" userId="2e6e5431-bb17-4c41-9985-d39c50d83c73" providerId="ADAL" clId="{7F9681A8-EEE2-56F4-9B39-ECCBEE0471AC}" dt="2026-02-05T04:22:19.765" v="42424" actId="113"/>
        <pc:sldMkLst>
          <pc:docMk/>
          <pc:sldMk cId="3459116067" sldId="400"/>
        </pc:sldMkLst>
        <pc:spChg chg="mod">
          <ac:chgData name="Toby Donaldson" userId="2e6e5431-bb17-4c41-9985-d39c50d83c73" providerId="ADAL" clId="{7F9681A8-EEE2-56F4-9B39-ECCBEE0471AC}" dt="2026-02-05T04:20:46.077" v="42273" actId="207"/>
          <ac:spMkLst>
            <pc:docMk/>
            <pc:sldMk cId="3459116067" sldId="400"/>
            <ac:spMk id="7" creationId="{519491E7-ABB2-8DD8-95F5-CEB93F05C907}"/>
          </ac:spMkLst>
        </pc:spChg>
        <pc:spChg chg="mod">
          <ac:chgData name="Toby Donaldson" userId="2e6e5431-bb17-4c41-9985-d39c50d83c73" providerId="ADAL" clId="{7F9681A8-EEE2-56F4-9B39-ECCBEE0471AC}" dt="2026-02-05T04:22:19.765" v="42424" actId="113"/>
          <ac:spMkLst>
            <pc:docMk/>
            <pc:sldMk cId="3459116067" sldId="400"/>
            <ac:spMk id="10" creationId="{26E415C6-ADDB-2802-CEBD-1AA872B6C1EE}"/>
          </ac:spMkLst>
        </pc:spChg>
        <pc:spChg chg="mod">
          <ac:chgData name="Toby Donaldson" userId="2e6e5431-bb17-4c41-9985-d39c50d83c73" providerId="ADAL" clId="{7F9681A8-EEE2-56F4-9B39-ECCBEE0471AC}" dt="2026-02-05T04:20:40.905" v="42272" actId="14100"/>
          <ac:spMkLst>
            <pc:docMk/>
            <pc:sldMk cId="3459116067" sldId="400"/>
            <ac:spMk id="17" creationId="{F7FD7EE8-D292-9A1E-BDE7-AAD639FBE702}"/>
          </ac:spMkLst>
        </pc:spChg>
      </pc:sldChg>
      <pc:sldChg chg="modSp new mod">
        <pc:chgData name="Toby Donaldson" userId="2e6e5431-bb17-4c41-9985-d39c50d83c73" providerId="ADAL" clId="{7F9681A8-EEE2-56F4-9B39-ECCBEE0471AC}" dt="2026-02-09T22:40:12.078" v="42681" actId="113"/>
        <pc:sldMkLst>
          <pc:docMk/>
          <pc:sldMk cId="3945623705" sldId="401"/>
        </pc:sldMkLst>
        <pc:spChg chg="mod">
          <ac:chgData name="Toby Donaldson" userId="2e6e5431-bb17-4c41-9985-d39c50d83c73" providerId="ADAL" clId="{7F9681A8-EEE2-56F4-9B39-ECCBEE0471AC}" dt="2026-02-09T22:39:33.113" v="42522" actId="20577"/>
          <ac:spMkLst>
            <pc:docMk/>
            <pc:sldMk cId="3945623705" sldId="401"/>
            <ac:spMk id="2" creationId="{5568CEB2-0C63-4479-D831-BF1E106F2173}"/>
          </ac:spMkLst>
        </pc:spChg>
        <pc:spChg chg="mod">
          <ac:chgData name="Toby Donaldson" userId="2e6e5431-bb17-4c41-9985-d39c50d83c73" providerId="ADAL" clId="{7F9681A8-EEE2-56F4-9B39-ECCBEE0471AC}" dt="2026-02-09T22:40:12.078" v="42681" actId="113"/>
          <ac:spMkLst>
            <pc:docMk/>
            <pc:sldMk cId="3945623705" sldId="401"/>
            <ac:spMk id="3" creationId="{8E8872C7-DB59-A195-6CD6-B3312D1CE2C9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9T22:50:10.765" v="43086" actId="14100"/>
        <pc:sldMkLst>
          <pc:docMk/>
          <pc:sldMk cId="3146214423" sldId="402"/>
        </pc:sldMkLst>
        <pc:spChg chg="mod">
          <ac:chgData name="Toby Donaldson" userId="2e6e5431-bb17-4c41-9985-d39c50d83c73" providerId="ADAL" clId="{7F9681A8-EEE2-56F4-9B39-ECCBEE0471AC}" dt="2026-02-09T22:44:36.631" v="42914" actId="14100"/>
          <ac:spMkLst>
            <pc:docMk/>
            <pc:sldMk cId="3146214423" sldId="402"/>
            <ac:spMk id="2" creationId="{38A694AD-420C-CD8D-B32A-C507CEDDA24C}"/>
          </ac:spMkLst>
        </pc:spChg>
        <pc:spChg chg="add mod">
          <ac:chgData name="Toby Donaldson" userId="2e6e5431-bb17-4c41-9985-d39c50d83c73" providerId="ADAL" clId="{7F9681A8-EEE2-56F4-9B39-ECCBEE0471AC}" dt="2026-02-09T22:44:39.536" v="42915" actId="1076"/>
          <ac:spMkLst>
            <pc:docMk/>
            <pc:sldMk cId="3146214423" sldId="402"/>
            <ac:spMk id="6" creationId="{A9F3AF84-4CD8-2C7A-24F6-38873A9556DD}"/>
          </ac:spMkLst>
        </pc:spChg>
        <pc:spChg chg="add mod">
          <ac:chgData name="Toby Donaldson" userId="2e6e5431-bb17-4c41-9985-d39c50d83c73" providerId="ADAL" clId="{7F9681A8-EEE2-56F4-9B39-ECCBEE0471AC}" dt="2026-02-09T22:44:46.764" v="42916" actId="1076"/>
          <ac:spMkLst>
            <pc:docMk/>
            <pc:sldMk cId="3146214423" sldId="402"/>
            <ac:spMk id="7" creationId="{56E69494-C07C-227F-567F-4E8CB634672F}"/>
          </ac:spMkLst>
        </pc:spChg>
        <pc:spChg chg="add mod">
          <ac:chgData name="Toby Donaldson" userId="2e6e5431-bb17-4c41-9985-d39c50d83c73" providerId="ADAL" clId="{7F9681A8-EEE2-56F4-9B39-ECCBEE0471AC}" dt="2026-02-09T22:43:48.334" v="42889" actId="20577"/>
          <ac:spMkLst>
            <pc:docMk/>
            <pc:sldMk cId="3146214423" sldId="402"/>
            <ac:spMk id="8" creationId="{8949BCF8-70C9-3F81-9BBC-DF602891C26C}"/>
          </ac:spMkLst>
        </pc:spChg>
        <pc:spChg chg="add mod">
          <ac:chgData name="Toby Donaldson" userId="2e6e5431-bb17-4c41-9985-d39c50d83c73" providerId="ADAL" clId="{7F9681A8-EEE2-56F4-9B39-ECCBEE0471AC}" dt="2026-02-09T22:46:00.222" v="42944" actId="12789"/>
          <ac:spMkLst>
            <pc:docMk/>
            <pc:sldMk cId="3146214423" sldId="402"/>
            <ac:spMk id="9" creationId="{9EC1C699-BCE9-D59A-52CE-E8B1EFED2332}"/>
          </ac:spMkLst>
        </pc:spChg>
        <pc:spChg chg="add mod">
          <ac:chgData name="Toby Donaldson" userId="2e6e5431-bb17-4c41-9985-d39c50d83c73" providerId="ADAL" clId="{7F9681A8-EEE2-56F4-9B39-ECCBEE0471AC}" dt="2026-02-09T22:46:00.222" v="42944" actId="12789"/>
          <ac:spMkLst>
            <pc:docMk/>
            <pc:sldMk cId="3146214423" sldId="402"/>
            <ac:spMk id="10" creationId="{E864A160-8F77-FD86-63A8-088BAFB21367}"/>
          </ac:spMkLst>
        </pc:spChg>
        <pc:spChg chg="add mod">
          <ac:chgData name="Toby Donaldson" userId="2e6e5431-bb17-4c41-9985-d39c50d83c73" providerId="ADAL" clId="{7F9681A8-EEE2-56F4-9B39-ECCBEE0471AC}" dt="2026-02-09T22:46:00.222" v="42944" actId="12789"/>
          <ac:spMkLst>
            <pc:docMk/>
            <pc:sldMk cId="3146214423" sldId="402"/>
            <ac:spMk id="11" creationId="{516CF66E-C128-E26C-ACEC-1A24885AF4C1}"/>
          </ac:spMkLst>
        </pc:spChg>
        <pc:spChg chg="add mod">
          <ac:chgData name="Toby Donaldson" userId="2e6e5431-bb17-4c41-9985-d39c50d83c73" providerId="ADAL" clId="{7F9681A8-EEE2-56F4-9B39-ECCBEE0471AC}" dt="2026-02-09T22:45:46.861" v="42942" actId="12789"/>
          <ac:spMkLst>
            <pc:docMk/>
            <pc:sldMk cId="3146214423" sldId="402"/>
            <ac:spMk id="12" creationId="{9736CA93-6190-A00D-D779-EDF776419EA7}"/>
          </ac:spMkLst>
        </pc:spChg>
        <pc:spChg chg="add mod">
          <ac:chgData name="Toby Donaldson" userId="2e6e5431-bb17-4c41-9985-d39c50d83c73" providerId="ADAL" clId="{7F9681A8-EEE2-56F4-9B39-ECCBEE0471AC}" dt="2026-02-09T22:45:46.861" v="42942" actId="12789"/>
          <ac:spMkLst>
            <pc:docMk/>
            <pc:sldMk cId="3146214423" sldId="402"/>
            <ac:spMk id="13" creationId="{94DC2017-0652-E29D-B6FC-85F00158497E}"/>
          </ac:spMkLst>
        </pc:spChg>
        <pc:spChg chg="add mod">
          <ac:chgData name="Toby Donaldson" userId="2e6e5431-bb17-4c41-9985-d39c50d83c73" providerId="ADAL" clId="{7F9681A8-EEE2-56F4-9B39-ECCBEE0471AC}" dt="2026-02-09T22:45:46.861" v="42942" actId="12789"/>
          <ac:spMkLst>
            <pc:docMk/>
            <pc:sldMk cId="3146214423" sldId="402"/>
            <ac:spMk id="14" creationId="{F40FD88C-1B92-7B17-3277-0B4036CE61A1}"/>
          </ac:spMkLst>
        </pc:spChg>
        <pc:spChg chg="add mod">
          <ac:chgData name="Toby Donaldson" userId="2e6e5431-bb17-4c41-9985-d39c50d83c73" providerId="ADAL" clId="{7F9681A8-EEE2-56F4-9B39-ECCBEE0471AC}" dt="2026-02-09T22:48:17.715" v="43062" actId="1076"/>
          <ac:spMkLst>
            <pc:docMk/>
            <pc:sldMk cId="3146214423" sldId="402"/>
            <ac:spMk id="41" creationId="{10F2CFF1-E6B6-7C64-2E75-BA5BC23DC2B5}"/>
          </ac:spMkLst>
        </pc:spChg>
        <pc:spChg chg="add mod">
          <ac:chgData name="Toby Donaldson" userId="2e6e5431-bb17-4c41-9985-d39c50d83c73" providerId="ADAL" clId="{7F9681A8-EEE2-56F4-9B39-ECCBEE0471AC}" dt="2026-02-09T22:49:30.852" v="43072" actId="20577"/>
          <ac:spMkLst>
            <pc:docMk/>
            <pc:sldMk cId="3146214423" sldId="402"/>
            <ac:spMk id="44" creationId="{564F7613-93A8-27B4-51B3-045FE1EE7160}"/>
          </ac:spMkLst>
        </pc:spChg>
        <pc:spChg chg="add mod">
          <ac:chgData name="Toby Donaldson" userId="2e6e5431-bb17-4c41-9985-d39c50d83c73" providerId="ADAL" clId="{7F9681A8-EEE2-56F4-9B39-ECCBEE0471AC}" dt="2026-02-09T22:49:52.640" v="43080" actId="20577"/>
          <ac:spMkLst>
            <pc:docMk/>
            <pc:sldMk cId="3146214423" sldId="402"/>
            <ac:spMk id="45" creationId="{ED1B1DBE-A911-F602-1631-33428F1A4550}"/>
          </ac:spMkLst>
        </pc:spChg>
        <pc:cxnChg chg="add mod">
          <ac:chgData name="Toby Donaldson" userId="2e6e5431-bb17-4c41-9985-d39c50d83c73" providerId="ADAL" clId="{7F9681A8-EEE2-56F4-9B39-ECCBEE0471AC}" dt="2026-02-09T22:46:41.481" v="42955" actId="14100"/>
          <ac:cxnSpMkLst>
            <pc:docMk/>
            <pc:sldMk cId="3146214423" sldId="402"/>
            <ac:cxnSpMk id="16" creationId="{C92B2603-2298-3A03-BB02-5E2D77272296}"/>
          </ac:cxnSpMkLst>
        </pc:cxnChg>
        <pc:cxnChg chg="add mod">
          <ac:chgData name="Toby Donaldson" userId="2e6e5431-bb17-4c41-9985-d39c50d83c73" providerId="ADAL" clId="{7F9681A8-EEE2-56F4-9B39-ECCBEE0471AC}" dt="2026-02-09T22:46:17.498" v="42948" actId="14100"/>
          <ac:cxnSpMkLst>
            <pc:docMk/>
            <pc:sldMk cId="3146214423" sldId="402"/>
            <ac:cxnSpMk id="17" creationId="{B8945526-705B-9C61-5A8F-5058D1E74A5F}"/>
          </ac:cxnSpMkLst>
        </pc:cxnChg>
        <pc:cxnChg chg="add mod">
          <ac:chgData name="Toby Donaldson" userId="2e6e5431-bb17-4c41-9985-d39c50d83c73" providerId="ADAL" clId="{7F9681A8-EEE2-56F4-9B39-ECCBEE0471AC}" dt="2026-02-09T22:48:44.701" v="43064" actId="14100"/>
          <ac:cxnSpMkLst>
            <pc:docMk/>
            <pc:sldMk cId="3146214423" sldId="402"/>
            <ac:cxnSpMk id="20" creationId="{2025B141-B8A4-1897-C71C-FA27E69EE999}"/>
          </ac:cxnSpMkLst>
        </pc:cxnChg>
        <pc:cxnChg chg="add mod">
          <ac:chgData name="Toby Donaldson" userId="2e6e5431-bb17-4c41-9985-d39c50d83c73" providerId="ADAL" clId="{7F9681A8-EEE2-56F4-9B39-ECCBEE0471AC}" dt="2026-02-09T22:46:50.232" v="42957" actId="14100"/>
          <ac:cxnSpMkLst>
            <pc:docMk/>
            <pc:sldMk cId="3146214423" sldId="402"/>
            <ac:cxnSpMk id="23" creationId="{9792DB92-1203-559B-6444-965FFD26DF92}"/>
          </ac:cxnSpMkLst>
        </pc:cxnChg>
        <pc:cxnChg chg="add mod">
          <ac:chgData name="Toby Donaldson" userId="2e6e5431-bb17-4c41-9985-d39c50d83c73" providerId="ADAL" clId="{7F9681A8-EEE2-56F4-9B39-ECCBEE0471AC}" dt="2026-02-09T22:46:57.431" v="42960" actId="14100"/>
          <ac:cxnSpMkLst>
            <pc:docMk/>
            <pc:sldMk cId="3146214423" sldId="402"/>
            <ac:cxnSpMk id="29" creationId="{3C6356C6-3BF9-9C3A-3F3A-DBA60FA8911C}"/>
          </ac:cxnSpMkLst>
        </pc:cxnChg>
        <pc:cxnChg chg="add mod">
          <ac:chgData name="Toby Donaldson" userId="2e6e5431-bb17-4c41-9985-d39c50d83c73" providerId="ADAL" clId="{7F9681A8-EEE2-56F4-9B39-ECCBEE0471AC}" dt="2026-02-09T22:47:04.231" v="42963" actId="14100"/>
          <ac:cxnSpMkLst>
            <pc:docMk/>
            <pc:sldMk cId="3146214423" sldId="402"/>
            <ac:cxnSpMk id="32" creationId="{C5836B26-6148-A83D-8C62-3B5EC43236CE}"/>
          </ac:cxnSpMkLst>
        </pc:cxnChg>
        <pc:cxnChg chg="add mod">
          <ac:chgData name="Toby Donaldson" userId="2e6e5431-bb17-4c41-9985-d39c50d83c73" providerId="ADAL" clId="{7F9681A8-EEE2-56F4-9B39-ECCBEE0471AC}" dt="2026-02-09T22:48:35.831" v="43063" actId="14100"/>
          <ac:cxnSpMkLst>
            <pc:docMk/>
            <pc:sldMk cId="3146214423" sldId="402"/>
            <ac:cxnSpMk id="35" creationId="{F0C5CF69-40DF-C842-01B0-B24073D54886}"/>
          </ac:cxnSpMkLst>
        </pc:cxnChg>
        <pc:cxnChg chg="add mod">
          <ac:chgData name="Toby Donaldson" userId="2e6e5431-bb17-4c41-9985-d39c50d83c73" providerId="ADAL" clId="{7F9681A8-EEE2-56F4-9B39-ECCBEE0471AC}" dt="2026-02-09T22:47:25.948" v="42969" actId="14100"/>
          <ac:cxnSpMkLst>
            <pc:docMk/>
            <pc:sldMk cId="3146214423" sldId="402"/>
            <ac:cxnSpMk id="38" creationId="{3329BA7A-F510-A6EB-4E12-D9617EAFF471}"/>
          </ac:cxnSpMkLst>
        </pc:cxnChg>
        <pc:cxnChg chg="add mod">
          <ac:chgData name="Toby Donaldson" userId="2e6e5431-bb17-4c41-9985-d39c50d83c73" providerId="ADAL" clId="{7F9681A8-EEE2-56F4-9B39-ECCBEE0471AC}" dt="2026-02-09T22:50:03.266" v="43083" actId="14100"/>
          <ac:cxnSpMkLst>
            <pc:docMk/>
            <pc:sldMk cId="3146214423" sldId="402"/>
            <ac:cxnSpMk id="46" creationId="{7D3DBE95-4538-2436-B3B0-61FEA776D4C5}"/>
          </ac:cxnSpMkLst>
        </pc:cxnChg>
        <pc:cxnChg chg="add mod">
          <ac:chgData name="Toby Donaldson" userId="2e6e5431-bb17-4c41-9985-d39c50d83c73" providerId="ADAL" clId="{7F9681A8-EEE2-56F4-9B39-ECCBEE0471AC}" dt="2026-02-09T22:50:10.765" v="43086" actId="14100"/>
          <ac:cxnSpMkLst>
            <pc:docMk/>
            <pc:sldMk cId="3146214423" sldId="402"/>
            <ac:cxnSpMk id="49" creationId="{3AE42BAE-0497-8FB3-02BC-9398C6128DB5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9T22:53:22.603" v="43323" actId="1076"/>
        <pc:sldMkLst>
          <pc:docMk/>
          <pc:sldMk cId="4256798312" sldId="403"/>
        </pc:sldMkLst>
        <pc:spChg chg="mod">
          <ac:chgData name="Toby Donaldson" userId="2e6e5431-bb17-4c41-9985-d39c50d83c73" providerId="ADAL" clId="{7F9681A8-EEE2-56F4-9B39-ECCBEE0471AC}" dt="2026-02-09T22:51:14.948" v="43116" actId="1076"/>
          <ac:spMkLst>
            <pc:docMk/>
            <pc:sldMk cId="4256798312" sldId="403"/>
            <ac:spMk id="8" creationId="{D5DD52E6-1478-A71F-F2E6-70EE4D80BB6E}"/>
          </ac:spMkLst>
        </pc:spChg>
        <pc:spChg chg="mod">
          <ac:chgData name="Toby Donaldson" userId="2e6e5431-bb17-4c41-9985-d39c50d83c73" providerId="ADAL" clId="{7F9681A8-EEE2-56F4-9B39-ECCBEE0471AC}" dt="2026-02-09T22:51:43.464" v="43152" actId="1076"/>
          <ac:spMkLst>
            <pc:docMk/>
            <pc:sldMk cId="4256798312" sldId="403"/>
            <ac:spMk id="9" creationId="{A5418C8D-F597-37EC-BFFA-420B8DBBD523}"/>
          </ac:spMkLst>
        </pc:spChg>
        <pc:spChg chg="mod">
          <ac:chgData name="Toby Donaldson" userId="2e6e5431-bb17-4c41-9985-d39c50d83c73" providerId="ADAL" clId="{7F9681A8-EEE2-56F4-9B39-ECCBEE0471AC}" dt="2026-02-09T22:51:47.052" v="43153" actId="14100"/>
          <ac:spMkLst>
            <pc:docMk/>
            <pc:sldMk cId="4256798312" sldId="403"/>
            <ac:spMk id="10" creationId="{9C830F55-CA37-1C63-00EC-023FBF78061F}"/>
          </ac:spMkLst>
        </pc:spChg>
        <pc:spChg chg="mod">
          <ac:chgData name="Toby Donaldson" userId="2e6e5431-bb17-4c41-9985-d39c50d83c73" providerId="ADAL" clId="{7F9681A8-EEE2-56F4-9B39-ECCBEE0471AC}" dt="2026-02-09T22:52:27.848" v="43168" actId="14100"/>
          <ac:spMkLst>
            <pc:docMk/>
            <pc:sldMk cId="4256798312" sldId="403"/>
            <ac:spMk id="11" creationId="{6B7D8141-0A94-ADA0-E2CE-3BDE177306D0}"/>
          </ac:spMkLst>
        </pc:spChg>
        <pc:spChg chg="add mod">
          <ac:chgData name="Toby Donaldson" userId="2e6e5431-bb17-4c41-9985-d39c50d83c73" providerId="ADAL" clId="{7F9681A8-EEE2-56F4-9B39-ECCBEE0471AC}" dt="2026-02-09T22:53:22.603" v="43323" actId="1076"/>
          <ac:spMkLst>
            <pc:docMk/>
            <pc:sldMk cId="4256798312" sldId="403"/>
            <ac:spMk id="19" creationId="{D8EE7AEB-FE7C-7D1E-2F8F-36203A76E6E2}"/>
          </ac:spMkLst>
        </pc:spChg>
        <pc:spChg chg="mod">
          <ac:chgData name="Toby Donaldson" userId="2e6e5431-bb17-4c41-9985-d39c50d83c73" providerId="ADAL" clId="{7F9681A8-EEE2-56F4-9B39-ECCBEE0471AC}" dt="2026-02-09T22:52:47.408" v="43231" actId="5793"/>
          <ac:spMkLst>
            <pc:docMk/>
            <pc:sldMk cId="4256798312" sldId="403"/>
            <ac:spMk id="41" creationId="{6676CFBA-1A73-9F06-1CB1-05FC0CAAA083}"/>
          </ac:spMkLst>
        </pc:spChg>
        <pc:cxnChg chg="mod">
          <ac:chgData name="Toby Donaldson" userId="2e6e5431-bb17-4c41-9985-d39c50d83c73" providerId="ADAL" clId="{7F9681A8-EEE2-56F4-9B39-ECCBEE0471AC}" dt="2026-02-09T22:51:43.464" v="43152" actId="1076"/>
          <ac:cxnSpMkLst>
            <pc:docMk/>
            <pc:sldMk cId="4256798312" sldId="403"/>
            <ac:cxnSpMk id="23" creationId="{53091552-DA2A-E4AC-42AE-9B271CAA1139}"/>
          </ac:cxnSpMkLst>
        </pc:cxnChg>
        <pc:cxnChg chg="mod">
          <ac:chgData name="Toby Donaldson" userId="2e6e5431-bb17-4c41-9985-d39c50d83c73" providerId="ADAL" clId="{7F9681A8-EEE2-56F4-9B39-ECCBEE0471AC}" dt="2026-02-09T22:51:47.052" v="43153" actId="14100"/>
          <ac:cxnSpMkLst>
            <pc:docMk/>
            <pc:sldMk cId="4256798312" sldId="403"/>
            <ac:cxnSpMk id="29" creationId="{6310E079-13D1-B7B2-374B-98960582039D}"/>
          </ac:cxnSpMkLst>
        </pc:cxnChg>
        <pc:cxnChg chg="mod">
          <ac:chgData name="Toby Donaldson" userId="2e6e5431-bb17-4c41-9985-d39c50d83c73" providerId="ADAL" clId="{7F9681A8-EEE2-56F4-9B39-ECCBEE0471AC}" dt="2026-02-09T22:52:27.848" v="43168" actId="14100"/>
          <ac:cxnSpMkLst>
            <pc:docMk/>
            <pc:sldMk cId="4256798312" sldId="403"/>
            <ac:cxnSpMk id="32" creationId="{03A3D080-DFB9-ECC3-813E-FAC8D2DD0763}"/>
          </ac:cxnSpMkLst>
        </pc:cxnChg>
      </pc:sldChg>
      <pc:sldChg chg="modSp new mod">
        <pc:chgData name="Toby Donaldson" userId="2e6e5431-bb17-4c41-9985-d39c50d83c73" providerId="ADAL" clId="{7F9681A8-EEE2-56F4-9B39-ECCBEE0471AC}" dt="2026-02-10T22:22:49.058" v="43894" actId="20577"/>
        <pc:sldMkLst>
          <pc:docMk/>
          <pc:sldMk cId="3575050957" sldId="404"/>
        </pc:sldMkLst>
        <pc:spChg chg="mod">
          <ac:chgData name="Toby Donaldson" userId="2e6e5431-bb17-4c41-9985-d39c50d83c73" providerId="ADAL" clId="{7F9681A8-EEE2-56F4-9B39-ECCBEE0471AC}" dt="2026-02-09T22:55:00.877" v="43350" actId="20577"/>
          <ac:spMkLst>
            <pc:docMk/>
            <pc:sldMk cId="3575050957" sldId="404"/>
            <ac:spMk id="2" creationId="{01741093-8F7E-A84B-29A1-A6CDE1AC9A08}"/>
          </ac:spMkLst>
        </pc:spChg>
        <pc:spChg chg="mod">
          <ac:chgData name="Toby Donaldson" userId="2e6e5431-bb17-4c41-9985-d39c50d83c73" providerId="ADAL" clId="{7F9681A8-EEE2-56F4-9B39-ECCBEE0471AC}" dt="2026-02-10T22:22:49.058" v="43894" actId="20577"/>
          <ac:spMkLst>
            <pc:docMk/>
            <pc:sldMk cId="3575050957" sldId="404"/>
            <ac:spMk id="3" creationId="{131D5D5E-A5A8-3C8E-203C-7BD49685CAB5}"/>
          </ac:spMkLst>
        </pc:spChg>
      </pc:sldChg>
      <pc:sldChg chg="modSp new mod">
        <pc:chgData name="Toby Donaldson" userId="2e6e5431-bb17-4c41-9985-d39c50d83c73" providerId="ADAL" clId="{7F9681A8-EEE2-56F4-9B39-ECCBEE0471AC}" dt="2026-02-10T22:35:44.823" v="44736" actId="20577"/>
        <pc:sldMkLst>
          <pc:docMk/>
          <pc:sldMk cId="3043117616" sldId="405"/>
        </pc:sldMkLst>
        <pc:spChg chg="mod">
          <ac:chgData name="Toby Donaldson" userId="2e6e5431-bb17-4c41-9985-d39c50d83c73" providerId="ADAL" clId="{7F9681A8-EEE2-56F4-9B39-ECCBEE0471AC}" dt="2026-02-10T22:23:04.142" v="43917" actId="20577"/>
          <ac:spMkLst>
            <pc:docMk/>
            <pc:sldMk cId="3043117616" sldId="405"/>
            <ac:spMk id="2" creationId="{7BD5B8FA-69CB-A8F0-3E38-66C19FE7223E}"/>
          </ac:spMkLst>
        </pc:spChg>
        <pc:spChg chg="mod">
          <ac:chgData name="Toby Donaldson" userId="2e6e5431-bb17-4c41-9985-d39c50d83c73" providerId="ADAL" clId="{7F9681A8-EEE2-56F4-9B39-ECCBEE0471AC}" dt="2026-02-10T22:35:44.823" v="44736" actId="20577"/>
          <ac:spMkLst>
            <pc:docMk/>
            <pc:sldMk cId="3043117616" sldId="405"/>
            <ac:spMk id="3" creationId="{AB7875E9-8708-7467-22FB-F46C3E42770E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22:10:27.0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23038 2900 24575,'39'0'0,"6"0"0,9 0 0,-12 0 0,5 0 0,3 0 0,2 0-1479,-3 0 0,2 0 0,2 0 0,3 0 0,0 0 0,0 0 1479,-7 0 0,0 0 0,2 0 0,0 0 0,0 0 0,1 0 0,1 0 0,0 0-319,-3 0 1,2 0 0,0 0 0,0 0 0,1 0 0,-1 0-1,1 0 1,0 0 0,0 0 318,1 0 0,1 0 0,0 0 0,0 0 0,-1 0 0,1 0 0,0 0 0,-1 0 0,0 0 0,-3 0 0,1 0 0,-1 0 0,0 0 0,-1 0 0,1 0 0,-1 0 0,0 0 0,0 0-52,4 0 0,0 0 0,-1-1 1,0 1-1,0 0 0,0 0 0,-1 1 1,-1-1 51,4 1 0,0-1 0,-1 1 0,-1 0 0,0 1 0,-1-1 0,-1 0-184,2 0 0,-2 1 1,0-1-1,-1 1 1,-1-1-1,-1 1 184,3-1 0,-1 1 0,-1 0 0,-1 0 0,-2-1 442,5 1 1,-2 0 0,-1 0-1,-2-1-442,7-1 0,-2 0 0,0 0 1165,-4 0 0,0 0 0,-2 0-1165,-4 0 0,-1 0 0,-2 0 1866,12 0 0,-2 0-1866,-6 0 0,-2 0 1236,-4 0 1,0 0-1237,-3 0 0,0 0 626,-1 0 0,-1 0-626,25 0 532,-15 0-532,-14 0 0,-13 0 0,-10 1-1696,-5 9 0,-1-6 0,1 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22:11:02.3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17347 15467 24575,'1'-5'0,"6"1"0,20 2 0,23 2 0,-14 0 0,3 0 0,6-1 0,2 0 0,0-2 0,2-2 0,2-2 0,-1-1 0,-1-2 0,-1 0 0,-3-1 0,2-1 0,-5 2 0,4-1 0,-5 1 0,-5 2 0,0 1 0,15-5 0,-4 3 0,-9 3 0,4 2 0,3-4 0,5 0 0,-5-1 0,-6 0 0,-6 2 0,-5 0 0,-3 1 0,-1 1 0,-5 1 0,-4 3 0,-3-1 0,0 2 0,8 0 0,15 0 0,19-6 0,-19 1 0,2-1 0,5-2 0,1-1 0,2 0 0,0 0 0,0 0 0,-1 1 0,-3 0 0,-2 2 0,-3 1 0,-2 0 0,20-3 0,-9 5 0,-4 1 0,3 1 0,9 1 0,-24 0 0,1 0 0,0 1 0,1 1 0,-1 0 0,0 2 0,-1 1 0,-1 0 0,1 2 0,0 0 0,-1 0 0,-1-1 0,22 8 0,-10-3 0,-13-4 0,-8 1 0,-1-2 0,7 1 0,3 0 0,3 1 0,20 2 0,-15-2 0,0-2 0,12 0 0,1-1 0,-1-1 0,3 0 0,1 0 0,-1 2 0,0-1 0,-3 0 0,-3 1 0,-6-2 0,-2 2 0,2 0 0,5 2 0,9 2 0,-22-3 0,-1-1 0,3 1 0,-1-1 0,-1 0 0,0-2 0,24 4 0,-3-3 0,-5-1 0,1-1 0,4 0 0,2 0 0,-23-2 0,1 0 0,2 0 0,1 0 0,4 0 0,0-1 0,3 0 0,0 0 0,0 0 0,1 0 0,-2 0 0,-1 0 0,-1 0 0,-2 0 0,-3 0 0,-1 0 0,-1 1 0,-1 0 0,0 0 0,0 1 0,2-1 0,0 0 0,0 1 0,0-1 0,-1-1 0,-1 0 0,-1 0 0,-1 0 0,20 0 0,-3 0 0,-4 0 0,-1 0 0,-1 0 0,2 0 0,7 0 0,7 0 0,-22 0 0,2 0 0,2 0 0,2 0 0,2 0 0,1 0 0,1-1 0,0-1 0,-3 1 0,-1-1 0,-3 0 0,-1 0 0,-3-1 0,-1 1 0,-1 1 0,0 0 0,0 0 0,1 0 0,3 1 0,0 0 0,1 0 0,1 0 0,0 0 0,-1 0 0,-2 0 0,-2 0 0,22 0 0,-14 0 0,-12 0 0,-7 0 0,-6 0 0,-2 0 0,-1 0 0,4 0 0,0 0 0,1 0 0,-1 0 0,-8 0 0,-2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0:41:03.5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11871 4198 24575,'30'0'0,"1"0"0,11 0 0,2 0 0,5 0 0,2 0 0,-15 0 0,0 0 0,0 0 0,-1 0 0,1 0 0,-3 0 0,0 0 0,-2 0 0,1 0 0,-5 0 0,-7 0 0,19 0 0,-18 0 0,23 0 0,-16 0 0,2 0 0,2 0 0,1 0 0,-1 0 0,1 0 0,8 0 0,0 0 0,-13 0 0,1 0 0,13 0 0,2 0 0,3 1 0,2-2-190,-13-3 0,0-3 0,0 2 190,0 4 0,1 0 0,-2-1 0,7-4 0,-4-3 0,-7-4 0,-3 2 0,15 5 0,-21-17 0,17 23 0,-35 0 285,20-7 0,7-2-285,10 5 0,-10 0 0,5-2 0,-1 1 0,7-4 0,0 2 0,-7 5 0,1 2 0,-3-2 0,0-5 0,-2-2 0,1-3 0,-5 1 0,-7 5 0,-5 6 0,-15 6 0,0 17 0,0-23 0,0 0 0</inkml:trace>
  <inkml:trace contextRef="#ctx0" brushRef="#br0" timeOffset="8066">1640 14728 24575,'45'0'0,"-17"0"0,-12 0 0,-1 0 0,13 0 0,-3 0 0,3 0 0,-1 0 0,1 0 0,-1 2 0,-2-4 0,3-13 0,3 11 0,-27-12 0,35 16 0,-33 0 0,33 0 0,-19-23 0,15 17 0,8-18 0,-5 9 0,5 11 0,-14-3 0,1-2 0,11-7 0,-7 16 0,-2-4 0,-13-15 0,0-1 0,13 17 0,2 0 0,-5-15 0,-1-3 0,7 10 0,1 3 0,-9-2 0,-1 0 0,17-6 0,0 16 0,-22 0 0,3-23 0,-24 17 0,16-18 0,3 24 0,1 0 0,-5 0 0,9-15 0,-3 11 0,7-12 0,-12 16 0,-1 0 0,13 0 0,-7 0 0,18 0 0,-35-16 0,28 12 0,-5-11 0,10 15 0,7-24 0,-25 18 0,20-17 0,-33 23 0,18 0 0</inkml:trace>
  <inkml:trace contextRef="#ctx0" brushRef="#br0" timeOffset="14067">12418 5151 24575,'0'19'0,"0"13"0,0 11 0,0-12 0,0 2 0,0 7 0,0 1 0,0 2 0,0 0 0,0-4 0,0 2-298,-1-2 0,1 1 1,1 1 297,3-4 0,2-1 0,-1 3 0,0-2 0,-2 2 0,2 1 0,2-2 0,6 6 0,2-3 0,0 2 0,-2 3 0,0 1 0,-2-1 0,0-4 0,-2-2 0,-1 1 0,-2 0 0,-1 0 0,0 1 0,0 6 0,1 1 0,-2 1-414,-2-2 1,-2 0 0,2 1 413,2-11 0,0 0 0,1-1 0,-2 1 0,-2 10 0,-2-1 0,1-3 0,0-1 0,0-2 0,0 2 0,0-3 0,0-3 0,0-10 837,0-11-837,0 0 1296,23 27-1296,-19-6 0,-2 6 0,6-8 0,1 1 0,-2 1-213,-5 4 1,-3 0 0,0 0 212,1-4 0,0 0 0,0-3 0,0 8 0,0-4 0,0-6 0,0-5 0,0-7 0,0 19 0,0-33 0,0 17 0,0-23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0:42:11.8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13353 6456 24575,'29'0'0,"10"0"0,-19 0 0,14-7 0,6-2 0,1 0 0,3-1-503,-10 0 0,3-1 0,1-1 1,0 1 502,10-2 0,0 1 0,1 0 0,-12 5 0,2 0 0,-1 1 0,-1-1 126,6-4 1,-2-1 0,-2 3-127,4 7 0,-6 0 0,6-13 0,-11 15 0,-28 0 0,11 0 1520,9 0-1520,-3 0 55,11 0 1,3 0-56,-7 0 0,1 0 0,14 0 0,0 0 0,-14 0 0,-1 0 0,7 0 0,-3 0 0,-11 0 0,3 0 0,-9 0 0,-11 0 0,28 0 0,-28 0 0,27 0 0,-4 0 0,-5 0 0,17 0 0,-35 0 0,27 0 0,-27 0 0,36 0 0,-35 0 0,35 0 0,-36 0 0,27 0 0,-4 0 0,-2 0 0,3 0 0,7 0 0,1 0 0,4 0 0,0 0 0,-8 0 0,1 0 0,9 0 0,-2 0 0,1 0 0,2 0 0,-3 0 0,-15 0 0,5 0 0,-5 0 0,-21 0 0,27 0 0,-27 0 0,12 0 0,-16 0 0,0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0:44:15.5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20391 5803 24575,'19'0'0,"13"0"0,11 0 0,-12 1 0,2-2 0,7-6 0,1-1 0,-5 7 0,-2-2 0,-6-17 0,-3 0 0,3 15 0,-13-19 0,1 24 0,-12 0 0,12 0 0,7 0 0,14-16 0,-2 15 0,1-2 0,-8-12 0,1-1 0,5 13 0,-2 2 0,6-15 0,5 16 0,-24 0 0,-3 0 0,-16 0 0,0 16 0,23-12 0,-1 12 0,21-16 0,-13 0 0,-1 0 0,12 0 0,-1 0 0,2 0 0,-9 0 0,-1 0 0,1 0 0,-1 0 0,11 0 0,-27 0 0,-16 0 0,0 0 0,-16 0 0,12 0 0,-35 0 0,17 0 0,-5 0 0,11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0:45:03.8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13970 5891 24575,'45'0'0,"-12"0"0,1 0 0,-6 0 0,1 0 0,6 0 0,0 0 0,-8 0 0,-1 0 0,17 0 0,0 0 0,-6 0 0,-3 0 0,-1 0 0,8 0 0,-12 0 0,1 0 0,-1 0 0,1 0 0,2 0 0,1 0 0,6 0 0,2 0 0,2 0 0,0 0 0,5-1 0,0 2-136,-12 4 1,0 1-1,0-1 136,-2-3 0,-1-2 0,0 2 0,12 6 0,-4 0 0,-13-8 0,-3 0 0,18 0 0,0 15 0,-21-11 0,17 12 407,-19-16-407,23 23 0,-6-17 0,6 18 0,-23-24 0,19 0 0,-18 16 0,11-14 0,3-1 0,-7 7 0,1 0 0,13-7 0,2-2 0,-4 0 0,1 2 0,-7 4 0,1 1 0,-1-1 0,8-3 0,1 0 0,-5 3 0,3 1 0,-3-2 0,5-3 0,-1-2 0,-8 0 0,2 0 0,-3 3 0,2 10 0,-5 0 0,13-6 0,-11 17 0,-28-23 0,11 0 0,9 0 0,-3 0 0,10 0 0,5 0 0,3 0 0,2 0 0,-6 0 0,2 0 0,-1 0 0,13 0 0,2 0 0,-4 0 0,2 0 0,-4 0 0,-3 0 0,-2 0 0,1 0 0,3 0 0,-3 0 0,0 0 0,-2 0 0,-5 5 0,1 1 0,0-1-272,1-3 0,-1-2 0,2 2 272,4 3 0,1 1 0,-2-1 0,11-5 0,-2 0-78,-14 0 1,-1 0-1,-1 0 78,8 0 0,-1 0 0,0 0 0,0 0 0,3 0 0,0 0 0,-2 0 0,-1 0 0,-1 0 0,2 0 0,0 0 0,2 0 0,-2 0 0,1 0 0,-1 0 269,-4 0 0,3 0 0,-8 0-269,6 0 242,-15 0-242,-7 0 0,3 0 0,8 0 0,5 0 0,7 0 0,3 0 0,-8 0 0,3 0 0,-1 0 0,15 0 0,-2 0 0,-3 0 0,-5 0 0,-4 0 0,2 0 0,-35 0 0,20 0 0,7 0 0,10 0 0,-10 0 0,5 0 0,-1 0 0,8 0 0,-2 0 0,0 0 0,-2 0 0,-4 0 0,-3 0 0,5 0 0,-9 0 0,-13 0 0,1 0 0,-12 0 0,12 0 0,-16 15 0,0-11 0,0 12 0,0-16 0,0 0 0</inkml:trace>
  <inkml:trace contextRef="#ctx0" brushRef="#br0" timeOffset="3200">11836 7814 24575,'21'15'0,"1"-1"0,13 0 0,6-4 0,-7-8 0,3-3 0,0 0 0,5 1 0,2 0 0,-3 0 0,11 0 0,-4 0 0,-4 0 0,-5 0 0,-2 0 0,-10 0 0,-11 0 0,0 0 0,-12 0 0,35 0 0,-18-24 0,23 19 0,-14-8 0,-2 2 0,-2 11 0,1 0 0,1 0 0,-1 0 0,-2 0 0,3 0 0,7 0 0,1 0 0,-8 0 0,0 0 0,13 0 0,1 0 0,-9 0 0,-2 0 0,2 0 0,-1 0 0,0 0 0,-5 0 0,-8 0 0,21 0 0,-34 0 0,18 0 0,6 0 0,17 0 0,0 0 0,3 0 0,-4 0 0,0 0 0,-4 0 0,-4 0 0,5 0 0,-12 0 0,-27 0 0,12 0 0,-16 0 0,24 0 0,-19 0 0,35 0 0,-36 24 0,27-19 0,-4 19 0,11-24 0,5 0 0,-24 0 0,21 0 0,-35 16 0,19-12 0,-24 11 0,16-15 0,27 0 0,-5 0 0,4 0 0,0 0 0,0 0 0,-7 0 0,0 0 0,-3 0 0,-2 0 0,-3 0 0,16 0 0,-27 0 0,-16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0:47:22.1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10636 6174 24575,'0'29'0,"0"0"0,0 10 0,0 3 0,0 3 0,0 2 0,0 2 0,0-2 0,0-11 0,0-2 0,0-6 0,0-3 0,0 19 0,0-1 0,0-6 0,0 6 0,0-14 0,0 1 0,0 11 0,0-1 0,0 2 0,0-9 0,0-1 0,0 7 0,0 2 0,0-7 0,0 0 0,0 0 0,0 9 0,0-2 0,0 0 0,0-1 0,0 2 0,0-2 0,-1-7 0,2-1 0,11 0 0,0 0 0,-9 10 0,0-1 0,9-13 0,-1 1 0,-9 14 0,-4 0 0,2-15 0,0 1 0,0 12 0,0 0 0,0-9 0,0 1 0,0 6 0,0 2 0,0 2 0,0 0 0,0-2 0,0-1 0,0 0 0,0 0 0,0 3 0,0 0 0,0-2 0,0-1 0,0-7 0,0-2 0,0-1 0,0-1 0,0 1 0,0-1 0,0 12 0,0 6 0,0 4 0,0-17 0,0 1 0,0-2 0,0 3 0,0-2 0,0 7 0,0-1 0,0 4 0,0-2 0,0-13 0,0-1 0,0 7 0,0-3 0,0-11 0,0 3 0,0-24 0,0 15 0,0-11 0,0 12 0,0-16 0,0 16 0,0-13 0,0 13 0,0 23 0,0-13 0,0 21 0,0 4 0,0-6 0,0 6 0,0-4 0,0-22 0,0 15 0,0-40 0</inkml:trace>
  <inkml:trace contextRef="#ctx0" brushRef="#br0" timeOffset="7783">11589 8149 24575,'19'20'0,"-3"-5"0,23-15 0,-9 0 0,5 0 0,9 0 0,8 0 0,-1 0-1012,-2 0 1,-1 0 0,4 0 1011,-13 1 0,3-1 0,0 1 0,0-1 0,-1-2 0,1-1 0,-1-1 0,-1-1 0,1 2-77,1 1 0,1 2 0,-1 0 0,-2-2 77,3-3 0,-2-1 0,-2 1-2,10 4 0,-2 2 2,-3-1 0,-1 0 0,-3 0 0,0 0 0,-8 0 0,1 0 1095,9 0 0,-2 0-1095,1 0 575,0 1 1,0-2-576,-12-6 0,-1-2 2,15 8 1,0-1-3,-14-7 0,-1 2 0,6 6 0,-1 2 0,4-1 0,6 0 0,0 0 0,-5 0 0,-11 0 0,4 0 0,-3 0 0,-3 0 0,3 0 0,7 0 0,0 0 0,-6 0 0,-1 0 0,6 0 0,-1 0 0,4 0 0,6 0 0,-23 0 0,19 0 0,-33 0 0,33 0 0,4 0 0,-2 0 0,-11 0 0,-1 0 0,14 0 0,-21 0 0,1 0 0,-46 0 0,17 0 0,-33 0 0,35 0 0,-28 0 0,29 0 0,-37 0 0,3 0 0,11 1 0,-3-2 0,-5-6 0,-3-2 0,0 1 0,-3 6 0,0-2 0,4-7 0,-2-5 0,0 4 0,4 10 0,0 3 0,0-4-176,1-6 0,1-3 0,-2 2 176,-7 8 0,0 3 0,-1-4 0,0-9 0,1-3 0,1 3 0,3 8 0,2 4 0,-1-2 0,-4-5 0,-1-3 0,2 4 0,-8 4 0,2 4 0,5-2 0,0 0 0,-1 0 0,-1 0 0,2 0 0,0 0 0,-1 0 0,-2 0 0,5 0 0,-3 0 0,2 0 0,-11 0 0,0 0 0,15-1 0,-1 1 0,-1 1-136,-3-1 1,0 1 0,1-2 135,-8-7 0,2 0 0,4 6 0,1 0 0,-2-6 0,2 0 517,-1 8-517,-2 0 0,11 0 0,29 0 417,3 0-417,3 0 0,24 0 0,1 0 0,-18 0 0,22 0 0,7 0 0,8 0 0,-2 1 0,6-2 0,-12-3 0,2-2 0,2 1-565,-3 3 0,1 1 0,2 1 0,0-1 565,3-2 0,1-1 0,1 0 0,-1-1 0,0-1 0,1 0 0,-1-1 0,-1 2-254,-3 3 1,-1 2 0,-1-1-1,0-1 254,6-6 0,0-1 0,-2 2 0,-3 5 0,0 3 0,-3 0 0,4-1 0,-1 0 0,7 0 0,0 0 0,-17 0 0,0 0 0,8 0 0,1 0 1067,2 0 0,0 0-1067,-3 0 0,0 0 0,-6 0 0,1 0 0,0 0 0,1 0 0,0 0 0,0 0 0,14 0 0,0 0 0,-15 0 0,1 0 0,-5 0 1140,10 0-1140,-10 0 0,-7 0 0,-20 0 0,11 0 0,-15 0 0,0 0 0,0 24 0,-15-19 0,11 19 0,-12-24 0,16 0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0:46:39.0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3210 7902 24575,'36'0'0,"7"0"0,-6 0 0,-5 0 0,3 0 0,-7 0 0,0 0 0,14 0 0,3 0 0,2 0 0,2 0 0,-3 0 0,0 0 0,-6 0 0,0 0 0,1 1 0,0-2 0,-1-6 0,1-1 0,-7 6 0,3 1 0,0 0-259,3-4 0,2-2 1,-1 3 258,0 3 0,0 1 0,1 1 0,4-1 0,1 0 0,-1 0 0,-8 0 0,-1 0 0,-1 0 0,2 0 0,0 0 0,-2 0 0,9 0 0,-4 0 0,-12 0 0,-1 0 0,13 0 0,0 0 0,-8 0 0,-1 0 0,8 0 0,1 0 0,1 0 0,2 0 0,3 0 0,2 0-13,-9 0 0,1 0 1,1 0 12,0 0 0,1 0 0,0 0 0,3 0 0,1 0 0,-1 0 0,-4 0 0,-2 0 0,1 0 0,1 0 0,-1 0 0,0 0 0,-5 0 0,0 0 0,0 0 0,-1 0 0,1 0 0,-4 0 0,1 0 0,-1 0 0,10 0 0,-2 0 0,2 0 0,-14 0 0,2 0 0,-1 0 0,1 0 0,9 0 0,3 0 0,-8 0 0,3 0 0,-1 0 0,14 0 0,0 0 0,-11 0 0,1 0 0,-1 0 175,11 0 1,0 0-176,-10 0 0,2 0 0,-1 0 0,-4-1 0,0 1 0,-3 1 0,7 7 0,-2 0 0,4-7 0,-3 2 0,1 12 0,-8-6 0,1-2 0,3-3 0,-4 4 0,0 0 0,9-8 231,-2-2 1,2 4-232,-14 9 0,1 1 0,14-9 0,0 0 0,-15 9 0,1-1 0,13-9 0,-2-4 0,1 2 0,2 0 0,-27 0 0,8 0 0,-19 0 0,19 0 0,-8 0 0,3 0 0,24 0 0,-21 0 0,1 16 0,-7-12 0,-12 12 0,27-16 0,-3 0 0,9 0 0,-9 0 0,-13 0 0</inkml:trace>
  <inkml:trace contextRef="#ctx0" brushRef="#br0" timeOffset="2733">13688 7691 24575,'46'0'0,"1"0"0,-1 0 0,-9 0 0,1 0 0,0 0 0,0 0 0,11 0 0,-1 0 0,0 0 0,-5 0 0,-2 0 0,-2 0 0,8 0 0,-7 0 0,-3 0 0,-14 0 0,-7 0 0,-12 23 0,27-17 0,-4 5 0,5 1 0,9-4 0,7-3 0,2-2-722,-5-1 1,3-1 0,1-1 0,1 1 721,-2 2 0,1 0 0,1 1 0,0-1 0,0 0 0,0-3 0,0 0 0,0-1 0,-1 1 0,-1 1 0,-5 1 0,0 2 0,-2-1 0,0 1 0,-1-2-51,4 0 1,0-2 0,-2 0 0,-5 2 50,6 7 0,-6-2 0,-5-6 0,-9-2 0,-19 1 0,11 0 0,9 0 2851,13 0-2851,4 0 0,4 0 0,5 0 0,0 0 78,-14 0 0,0 0 1,0 0-79,5 0 0,1 0 0,-5 0 0,-10 0 0,-1 0 0,14 0 0,-10 0 0,-26 0 0,20 0 0,7 0 0,18 0 0,-18 0 0,5 0 0,1 0 0,3 0 0,2 0 0,-1 0 0,2 0 0,0 0 0,-1 0 0,9 0 0,-2 0 0,-4 0 0,-8 0 0,-16 0 0,19 0 0,-36 0 0,11 0 0,24 0 0,-8 0 0,3 0 0,4 0 0,4 0 0,2 0-649,2 0 1,1 0 0,3 0 648,-6 0 0,2 0 0,1 0 0,-2 0 0,-3 0 0,-1 0 0,0 0 0,0 0-119,-2 0 1,0 0-1,-2 0 1,-1 0 118,14 0 0,-4 0 0,-10 0 0,-6 0 0,-8 0 0,1 0 0</inkml:trace>
  <inkml:trace contextRef="#ctx0" brushRef="#br0" timeOffset="6133">24500 7779 24575,'36'0'0,"-9"0"0,4 0 0,13 0 0,9 0 0,-11 0 0,6 0 0,5 0 0,-1 0 0,-2 0-656,-9 0 1,-2 0-1,0 0 1,2 0 0,2 0 290,0 0 0,2 0 0,3 0 0,0 0 0,-1 0 0,-1 0 0,-3 0 365,1 0 0,-2 0 0,-2 0 0,0 0 0,2 0 0,3 0 0,1 0 0,0 0 0,0 0 0,-2 0-124,4 0 1,-1 0-1,-1 0 1,1 0 123,-6 0 0,0 0 0,0 0 0,1 0 0,-1 0 0,0 0 0,-1 0 0,1 0 0,0 0 0,0 0 0,0 0 0,0 0 0,1 0 0,-1 0 0,1 0 0,3 0 0,0 0 0,1 0 0,-1 0 0,0 0 0,-4 0 0,0 0 0,0 0 0,-1 0 0,1 0 0,0 0 0,0 0 0,0 0 0,-1 0 0,0 0 0,8 0 0,-2 0 0,0 0 0,1 0 0,-1 0 0,0 0 0,-1 0 0,0 0 0,-4 0 0,-1 0 0,0 0 0,0 0 137,-2 0 0,0 0 0,-1 0 0,1 0-137,9 0 0,0 0 0,-2 0-65,-8 0 0,-1 0 0,-2 0 65,16 0 0,-4 0 1323,-9 0 0,-3 0-1323,-7 0 0,-1 0 1985,17 0-1985,0 0 0,-18-1 0,3 2 0,6 3 0,4 2 0,0-1 82,-3-3 0,-1-1 0,3 0-82,11 4 0,3 2 0,-3-3 0,3-3 0,-2-2 87,-14 1 0,0 0 0,-3 0-87,-2 0 0,-4 0 0,18 0 0,-29 24 0,9-19 0,-18 19 835,33-24-835,-20 0 0,25 0 0,-23 0 0,18 0 0,-35 0 0,12 0 0,0 0 0,27 0 0,-2 0 0,0 0 0,0 0 0,0 0 0,-7 0 0,-1 0 0,4 0 0,-9 0 0,-13 0 0,1 0 0,-12 0 0,35 0 0,-17 0 0,5 0 0,4 0 0,-27 0 0,12 0 0,-16 0 0,0-24 0,0 19 0,0-19 0,-16 24 0,12 0 0,-11 0 0,15-16 0,-16-3 0,3-3 0,-1 1 0,-8-1 0,-1-1 0</inkml:trace>
  <inkml:trace contextRef="#ctx0" brushRef="#br0" timeOffset="15599">4815 10001 24575,'36'0'0,"-8"0"0,2 0 0,9 0 0,3 0 0,-8 0 0,1 0 0,4 0-752,-1 0 1,3 0-1,1 0 1,-1 0 751,9 1 0,-2 0 0,3-3-271,-11-1 1,2-2 0,1-1 0,-2 1-1,-1 1 271,11 2 0,-2 2 0,0-4 0,-8-4 0,1-4 0,0 1 0,-4 3 331,-3 5 1,-2 3-1,-1-1-331,12-7 0,-2 0 0,-7 8 0,-2 0 0,-5-8 0,-1 0 707,7 6 0,1 0-707,0-6 0,0 1 0,1 6 0,1 2 0,-4-1 0,1 0 0,1 0 680,14 0 0,2 0-680,-11 0 0,2 0 0,-1 0 0,1 0 0,0 0 0,-2 0 0,7 0 0,-2 0 0,-5 0 0,-4 0 0,7 0 0,-23 0 0,-4 0 0,7 0 0,-17 0 590,33 0-590,4 0 0,-15 0 0,1 0 0,13 0 0,3 0 0,2 0 0,2 0 0,-4 0 0,2 0 0,-8 0 0,2 0 0,-2 0 0,3 0 0,1 0 0,-5 0 0,3 0 0,-3 0 0,4 0 0,0 0 0,-3 0 0,2 0 0,-1 0 0,7 0 0,-2 0 0,3 0 0,0 0 0,-3 0 0,-4 0 0,-12 0 0,-1 0 0,14-2 0,-2 4 0,2 13 0,1-11 0,-4 12 0,-33-16 0,33 0 0,-35 0 0,27 16 0,-27-12 0,35 11 0,-33-15 0,18 0 0,-24 0 0,0 0 0</inkml:trace>
  <inkml:trace contextRef="#ctx0" brushRef="#br0" timeOffset="19716">12241 9790 24575,'30'0'0,"-3"0"0,1 0 0,3 0 0,2 0 0,3 0 0,-8 0 0,-2 0 0,1 0 0,-1 0 0,18 0 0,-16 0 0,2 0 0,2 0 0,1 0 0,0 0 0,3 0 0,-1 0 0,7 0 0,0 0 0,-8 0 0,1 0 0,-2 0 0,8 0 0,-2 0 0,1 0 0,1 0 0,1 0 0,2 0 0,-7 0 0,1 0 0,-1 0 0,3 0 0,0 0 0,-4 0 0,1 0 0,-2 0 0,1 0 0,-2 0 0,6 0 0,1 0 0,-7-1 0,1 0 0,0 3 0,7 5 0,0 1 0,-8-6 0,0-2 0,0 2 0,6 6 0,0 0 0,-6-8 0,2-1 0,-2 2 0,8 10 0,0 1 0,-8-9 0,1-3 0,-2 3 0,8 9 0,-1 0 0,0-11 0,0-2 0,3 1 0,0 0 0,-2 0 0,-1 0 0,0 0 0,0 0 0,-9 0 0,1 0 0,6 0 0,-2 0 0,5 0 0,-7 0 0,-1 0 0,4 0 0,6 0 0,0 0 0,-5 0 0,-7 0 0,4 0 0,5 0 0,1 0 0,0 0 0,2 0 0,-9 0 0,2 0 0,-4 0 0,-3 0 0,-1 0 0,12 0 0,2 0 0,-10 0 0,1 0 0,7 0 0,0 0 0,-4 0 0,-1 0 0,-1 0 0,0 0 0,2-1 0,-1 2 0,-7 6 0,1 1 0,6-6 0,-4 0 0,-9 14 0,17-16 0,-35 0 0,27 0 0,-27 0 0,35 0 0,-33 0 0,33 0 0,-19 0 0,23 0 0,-6 0 0,6 0 0,1 0 0,-7 0 0,-10 0 0,5 0 0,-5 0 0,-5 0 0,17 0 0,-35 0 0,27 0 0,-3 0 0,9 0 0,6 0 0,0 0 0,-6 0 0,-9 16 0,3-12 0,-4 11 0,-5-15 0,2 0 0,-9 0 0,-11 0 0,27 0 0,-3 0 0,9 0 0,-4 0 0,1 0 0,7 0 0,-10 0 0,-3 0 0,-9 0 0,21 0 0,-19 0 0,7 0 0,3 0 0,12 0 0,-2 0 0,0 0 0,0 0 0,1 0 0,-1 0 0,0 0 0,0 0 0,-8 0 0,1 0 0,-7 0 0,-1 0 0,1 0 0,1 0 0,5 0 0,2 0 0,1 0 0,-1 0 0,-7 0 0,1 0 0,13 0 0,-2 0 0,1 0 0,-7 0 0,-1 0 0,4 0 0,6 0 0,0 0 0,-21 0 0,17 0 0,-35 0 0,27 0 0,-3 0 0,9 0 0,6 0 0,0 0 0,-6 0 0,6 0 0,1 0 0,-23 0 0,18 0 0,-35 0 0,12 0 0,-16 0 0,0 0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0:49:43.0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11218 5151 24575,'43'0'0,"-5"0"0,-7 0 0,4 0 0,4 1 0,3-2 0,-4-6 0,4-2 0,1 1-643,-3 5 1,1 3-1,2-1 1,0-1 642,1-3 0,0-1 0,1-1 0,2 2-369,-3 1 1,1 0 0,1 1 0,0 0 0,-2 1 368,-2 1 0,0 1 0,-1 0 0,0-1 0,1-1 0,3-3 0,1-2 0,1 0 0,-2 0 0,0 2-334,3 2 0,-1 3 0,0 0 1,-1-1 333,-3-3 0,-1 0 0,0-1 0,-3 2-204,4 3 0,-3 1 1,1-2 203,0-6 0,0-2 0,-4 2 747,-2 4 0,-1 0-747,-2-5 0,2-1 0,-2 2 1191,-4 6 1,1 2-1192,13 0 0,2-2 815,-4-6 1,0-2-816,0 7 0,1 1 0,2-8 0,0 2 0,-2 6 0,-2 2 424,-6 0 1,-1-2-425,10-7 0,-2 0 0,1 4 0,-11-4 0,-1 1 0,14 7 0,-5 0 0,-11 0 0,4 0 0,-3 0 0,-3 0 0,3 0 0,6 0 0,2 0 0,5 0 0,-1 0 0,-8 0 0,0 0 0,10 0 0,-1 0 0,-13 0 0,0 0 0,9 0 0,-3 0 0,3 0 0,2 0 0,-19 0 0,15 0 0,8 0 0,-17 7 0,1 1 0,0-6 0,1 0 0,6 6 0,1 0 0,-1-7 0,2-2 0,12 0 0,0 2 0,-2 6 0,1 2 0,1-8 0,0 1 0,-12 7 0,-2-2 0,0-7 0,1 0 0,0 12 0,0 0 0,-6-10 0,-1 2 0,14 15 0,-2 1 0,2-16 0,-9 4 0,0-1 0,4-7 0,-9 0 0,3 0 0,-3 0 0,-7 0 0,18 0 0,-35 0 0,28 0 0,-28 0 0,35 0 0,-33 0 0,17 0 0,-23 16 0,16-12 0,4 12 0,23-16 0,-18 0 0,3 0 0,13 0 0,4 0 0,3 0 0,4 0-367,-5 0 0,3 0 0,0 0 367,-7 0 0,-1 1 0,2-2 0,-4-2 0,1-2 0,0 0 0,0 2-484,7 1 1,-1 2 0,1-2 483,-7-1 0,0-2 0,2 0 0,-2 2 0,0 2 0,-1 1 0,0 1 0,0-1 0,2 0 0,-1 0 0,1 0 0,0 0 0,-1 0 0,1 0 0,0 0 0,-1 0 0,0 0 0,-1 0 0,0 0 0,0 0 0,-2 0 0,0 0 0,0 0 0,-1 0 0,10 0 0,0 0 0,-2 0-31,-8 0 0,-1 0 1,-1 0 30,14 0 0,-2 0 0,-11 0 0,-2 0 0,-6 0 0,-3 0 1013,3 0-1013,-13 0 1525,1 0-1525,-12 0 105,35 0-105,-17 0 0,21 0 0,-14-7 0,1-1 0,2 6 0,0 0 0,0-6 0,1 0 0,9 7 0,-2 2 0,2-1 0,1 0 0,-12 0 0,-11 0 0,23 0 0,-18 0 0,3 0 0,6 0 0,2 0 0,11 0 0,2 0 0,-14 0 0,1 0 0,1 0-186,4 0 0,1 0 1,-1 0 185,-5 0 0,0 0 0,-1 0 0,15 0 0,-4 0 0,-8 0 0,-5 0 0,4 0 0,2 0 0,-19 0 0,0 0 0,19 0 557,-18 0-557,22 0 0,1 0 0,-23 0 0,18 0 0,-35 0 0,12 0 0,-16 16 0,0-12 0,0 11 0,0-15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0:54:17.4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6791 5362 24575,'-20'0'0,"5"0"0,-1 0 0,12 0 0,-35 0 0,17 0 0,-9 0 0,-4 0 0,2 0 0,1 0 0,-1 0 0,1 0 0,-11 0 0,28 0 0,15-15 0,0 11 0,0-12 0</inkml:trace>
  <inkml:trace contextRef="#ctx0" brushRef="#br0" timeOffset="19316">2399 8643 24575,'29'0'0,"1"0"0,8 0 0,4 0 0,-4 0 0,3 0 0,4 0-820,-1 0 1,3 0 0,2 0 0,1 0 494,-10 0 0,1 0 1,1 0-1,0 0 0,2 0-158,0 0 1,2 1 0,1-1-1,0 0 1,0 0 0,1-1 482,0-1 0,1 0 0,0-2 0,-1 1 0,1 0 0,0 1 0,-2 1 0,-1 1 0,0-1 0,1 1 0,-1 0 0,2-2 0,-4 1 0,0-1 0,1 0 0,0 0 0,-1-1 0,0 1 0,0-1 0,1-1 0,0 0 0,0-1 0,-1 1 0,0 0 0,1 1 0,2 1 0,0 2 0,1-1 0,0 1 0,-2-1 0,0-1-133,4-2 1,-1-1 0,-1-1 0,-1 1 0,0 2 132,-2 1 0,0 2 0,-1 1 0,-1 0 0,-2-1-183,1 0 1,-2 0 0,0 0 0,-1 0 182,11 0 0,0 0 0,-3 0 481,-10 0 1,-2 0 0,0 0-482,1 0 0,-1 0 0,-2 0 0,8 0 0,-1 0 1587,-4 0 1,-2 0-1588,-6 0 0,-3 0 3011,3 0-3011,11 0 305,-18 0 0,7 0 1,-13 0-1</inkml:trace>
  <inkml:trace contextRef="#ctx0" brushRef="#br0" timeOffset="21683">3898 11377 24575,'43'0'0,"-1"0"0,1 0 0,3 0 0,2 0 0,3 0 0,-5 0 0,3 0 0,1 0 0,-1 0-820,-2 0 1,-1 0 0,1 0 0,1 0 607,-7 0 1,0 0 0,1 0 0,0 0 0,0 0 211,7 0 0,0 0 0,0 0 0,0 0 0,-2 0 0,-1 0 0,1 0 0,1 0 0,-8 0 0,2 0 0,-1 0 0,1 0 0,-2 0 0,8 0 0,-2 0 0,1 0 0,1 0 0,-7 0 0,1 0 0,1 0 0,0 0 0,-1 0 0,0 0 0,1 0 0,-1 0 0,0 0 0,1 0 0,2 0 0,1 0 0,-1 0 0,1 0 0,-1 0 0,-1 0 0,-2 0 0,1 0 0,0 0 0,1 0-382,4 0 1,0 0-1,1 0 1,0 0 0,0 0 381,-2 0 0,-1 1 0,1 0 0,-1-1 0,-1-2 0,-1-1 0,-1-3 0,0 1 0,-1 0 0,2 1-33,1 2 1,1 2 0,0 0 0,-2-1 0,-2-2 32,-1-6 0,-3-2 0,0 0 0,2 2 0,6 7 0,2 2 0,0 1 0,-4-3-291,1-7 1,-4-3 0,3 1 290,-5 4 0,3 1 0,0-1 0,-3 0 0,4-4 0,-1-1 0,1-2 0,-4-2 0,1-2 0,2 0 0,-1 3 67,1 3 0,0 3 1,1 0-1,-1-2-67,1-5 0,-1-1 0,1-1 0,1 2 0,-4 4 0,2 1 0,0 0 0,0 1 0,-2 1 0,4 0 0,-1 2 0,0-1 0,0 1 0,-1-2 0,1 0 0,-1 1 0,-1 2 570,10 4 0,-2 3 1,-2 0-571,-10-1 0,-1 0 0,-1 0 0,14 0 0,-2 0 817,-11 0 0,-2 0-817,5 0 0,-1 0 554,-6 0 1,1 0-555,2 0 0,0 0 930,-8 0 0,-1 0-930,8 0 0,-1 0 689,8 0-689,-9 0 0,2 0 0,4 0 0,1 0 0,-5 5 0,2 1 0,2-1-467,-3-3 0,3-2 1,0 1-1,2 0 467,5 2 0,1 1 0,1 1 0,-1-1 0,-3 0 0,0 0 0,0 0 0,0-1 0,5-2 0,1-1 0,-1 0 0,-3 3 0,-6 6 0,-2 2 0,-2 0 0,-1-2 0,4-6 0,-2-3 0,-2 2 0,9 9 0,-3 2 0,-13-4 0,-2-2 0,3-5 0,-1 0 0,0 6 0,-1-1 0,1-6 0,-3-2 1867,-2 1-1867,17 0 0,-35 0 0,12 0 0,-16 0 0</inkml:trace>
  <inkml:trace contextRef="#ctx0" brushRef="#br0" timeOffset="25667">3687 13388 24575,'42'0'0,"0"0"0,-1 0 0,3 0 0,2 0 0,-2 0 0,3 0 0,1 0 0,1 0-656,-5 0 1,1 0-1,1 0 1,2 0 0,1 0 186,-7 0 1,1 0 0,2 0 0,0 0 0,1 0 0,-2 0 0,0 0 376,3 0 1,-1 0 0,0 0-1,-1 0 1,2 0 0,0 0 91,0 0 0,1 0 0,1 0 0,0 0 0,0 0 0,-1 0 0,0 0 0,2 0 0,-1 0 0,-1 0 0,1 0 0,-1 0 0,0 0 0,-2 0 0,1 0 0,0 0 0,-1 0 0,-1 0 0,0 0-40,3 0 1,-1 0 0,-1 0 0,-1 0 0,0 0 39,-3 0 0,0 0 0,0 0 0,-2 0 0,0 0 57,4 0 1,-2 0 0,-1 0 0,1 0-58,-4 0 0,0 0 0,0 0 0,0 0 0,3 0 0,0 0 0,0 0 0,-1 0 0,-1 0 0,-1 0 0,0 0 0,-2 0-184,5 0 0,-1 0 0,1 0 184,9 0 0,2 0 0,-6 0 0,-6-1 0,-1 2 918,-4 3 0,3 3 1,-1-2-919,11-5 0,0 4 0,-13 7 0,0 5 0,2-4 243,11-9 1,2-3 0,-1 3-244,-12 5 0,-2 3 0,1 1 0,1-4 0,6-5 0,1-3 0,0 0 0,0 1 0,-3 2 0,-1 1 0,0 0 0,0 0 0,0 1 0,0-1 0,-1 0 0,0-1 0,9-1 0,-1-2 0,-1 2 0,3 3 0,0 1 0,0-1 0,-11-4 0,-1-1 0,1-1 0,0 1 0,2 0 0,1 0 0,-1 0 0,0 0 0,-3 0 0,0 0 0,0 0 0,3 0 0,4 0 0,3 0 0,2 0 0,-1 0 0,-3 0 0,-1 0 0,-2 0 0,-1 0 0,3 0 0,-1 0 0,3 0 0,1 0 0,-2 0 0,-3 0 0,10 0 0,-4 0 0,-1 0 0,-5 0 0,-1 0 0,0 0 401,-5 0 0,0 0 0,-1 0-401,0 0 0,0 0 0,-1 0 0,11 0 0,-2 0 376,-2 0 0,-1 0-376,3 0 0,0 0 0,-3 0 0,0 0 0,-6 0 0,2 0 0,-2 0 0,12 0 0,0 0-315,-2 0 1,2 0 0,0 0 314,-2 0 0,0 1 0,3-2-229,-3-2 1,2-1 0,1 0 0,0-1 228,1 0 0,1 0 0,0 0 0,1 0 0,-8 2 0,1 0 0,0-1 0,-1 0 0,0-1 0,6-4 0,-2-2 0,1 1 0,0 1-287,1 3 0,0 2 1,0-1-1,-2-2 287,-5-4 0,0-2 0,-2-1 0,1 1 0,-2 3 0,-1 0 0,0 1 0,2 1 0,1 0 0,2 1 0,-1 0 0,-2 1-238,5 1 1,-2 0 0,2 0 237,4-1 0,2 0 0,-1 2 0,-7 3 0,-1 2 0,-1-5 0,1-8 0,0-3 0,1 3 0,-1 8 0,1 4 0,-2-2 0,-3-5 0,-2-3 0,1 4 362,-1 4 0,1 3 0,-3 0-362,0-1 0,-2 0 1050,4 0 0,-3 0-1050,5 0 1753,6 0-1753,1 0 954,-7 0-954,-12 0 0,1 0 0,0 0 0,1 0 0,-1 0 0,2 0 0,10-2 0,1 4 0,5 9 0,0 1 0,-2-9 0,0 0 0,3 9 0,-3-1 0,-15-10 0,-1-2 0,0 1 0,-1 0 0,12 0 0,-10 16 0,-11-12 0,-16 12 0,0-1 0,0-11 0,0 12 0</inkml:trace>
  <inkml:trace contextRef="#ctx0" brushRef="#br0" timeOffset="34283">3440 15734 24575,'19'0'0,"20"0"0,6 0 0,-14 0 0,3 0 0,8 0 0,2 0 0,4 0 0,0 0-399,-13 0 0,1 0 1,1 0 398,6 0 0,1 0 0,1 0 0,-3 0 0,0 0 0,-1 0 0,-4 0 0,-2 0 0,1 0 97,-1 0 1,-1 0-1,-1 0-97,0 0 0,-2 0 0,8 0 0,-1 0 0,-10 0 0,-1 0 0,-1 0 0,1 0 0,7 0 0,-2 0 904,-6 0-904,4 0 0,-5 0 0,-22 0 0,37 0 0,-34 0 0,33 0 0,4 0 0,-5 0 0,4 0 0,3 0 0,2 0-151,-7 1 0,1-1 0,-2-1 151,8-7 0,-2 0 0,5 7 0,-4-2 0,1-12 0,-16 14 0,-7 2 0,-18-1 0,33 0 0,-19 0 0,17 0 0,8 0 0,-13 0 0,2 1 0,2-2 113,1-4 0,3-2 0,1 0 1,0 2-114,-1 3 0,2 3 0,-2-2 0,-2-3 0,1-8 0,-2-3 0,-1 3 0,18 10 0,-10 0 0,-22-14 0,1 16 0</inkml:trace>
  <inkml:trace contextRef="#ctx0" brushRef="#br0" timeOffset="63599">2011 15734 24575,'29'0'0,"-5"0"0,-9 0 0,29 0 0,-3 0 0,-1 0 0,2 0 0,-10 0 0,1 0 0,0 0 0,2 0 0,1 0 0,10 0 0,0 0 0,-5 0 0,-2 0 0,-8 0 0,-3 0 0,15 0 0,-6 0 0,6 0 0,0 0 0,-5 0 0,-13 0 0,1 0 0,11 0 0,6 0 0,-13 1 0,-1-2 0,12-15 0,-6 15 0,-3-2 0,-11-12 0,18 15 0,-35 0 0,12 0 0,-16 0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0:56:55.8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24095 4322 24575,'29'0'0,"1"0"0,1 0 0,2 0 0,7 0 0,1 0 0,-6 0 0,0 0 0,0 0 0,-1 0 0,-7 0 0,1 0 0,10 0 0,0 0 0,11 0 0,-18 0 0,-3 0 0,-9 0 0,21 0 0,-35 0 0,19 0 0,-24 0 0,16 0 0,3 0 0,9 0 0,3 0 0,18 0 0,-10 0 0,-1 0 0,-7 0 0,-3 0 0,-1 0 0,-6 0 0,7 0 0,11 0 0,-18 0 0,23 0 0,-1 0 0,-6 0 0,6 0 0,-23 0 0,-5 0 0,9 0 0,-18 0 0,33-16 0,-12 12 0,11-12 0,5 16 0,-24 0 0,21 0 0,-35 0 0,19 0 0,-8 0 0,27 0 0,-2 0 0,0 0 0,0 0 0,0 0 0,-7 0 0,-1 0 0,4 0 0,-9 0 0,-13 0 0,-15 0 0</inkml:trace>
  <inkml:trace contextRef="#ctx0" brushRef="#br0" timeOffset="6518">29968 5715 24575,'32'0'0,"-1"0"0,-4 0 0,-1 0 0,0 0 0,-1 0 0,12 0 0,-9 0 0,-13 0 0,-15 0 0,0 0 0,16 16 0,-12-12 0,12 11 0,-16-15 0,0 16 0,0-12 0,0 12 0,23-16 0,-17 0 0,18 23 0,-24-17 0,0 17 0,0-23 0,0 0 0</inkml:trace>
  <inkml:trace contextRef="#ctx0" brushRef="#br0" timeOffset="9467">3104 15822 24575,'30'0'0,"-1"0"0,3 0 0,4 0 0,0 0 0,5 0 0,2 0 0,2 0 0,-3 0 0,1 0 0,1 0 0,2 0 0,-4 0 0,2 0 0,0 0 0,0 0 0,-3 0-636,4 0 0,-2 0 0,-1 0 0,1 0 636,1 0 0,1 0 0,-2 0 0,-3 0 0,-1 0 0,-3 0 0,-1 0-131,13 0 0,0 0 131,-6 0 0,3 0 0,0 0 0,2 0 0,2 0 0,0 0 0,-13 0 0,1 0 0,1 0 0,1 0 0,3 0 0,3 0 0,1 0 0,-1 0 0,-5 0 0,4 0 0,-3 0 0,1 0 0,4 0 0,3 0 0,-1 0 0,-8 0 0,-6 0 0,-4 0 331,0 0 1,-1 0-332,14 0 0,-21 0 0,17 0 1258,4 0-1258,-4 0 0,2 0 442,-7 0 1,1 0-443,16 0 0,-4 0 0,-6 0 0,2 0 0,-27 0 0,-16 0 0,24 0 0,-19 0 0,19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0:58:02.5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423 9225 24575,'43'0'0,"-18"0"0,3 0 0,5 0 0,5 0 0,1 0-1093,7 0 1,2 0 0,3 0 997,-4 0 1,2 0 0,1 0-1,0 0-246,-8 0 0,0 0 0,1 0 0,0 0 0,-1 0 341,-1 0 0,0 0 0,0 0 0,-1 0 0,1 0 0,8 0 0,0 0 0,0 0 0,-2 0 34,-6 0 0,-1 0 0,0 0 1,-1 0-35,12 0 0,-2 0 0,-2 0 0,-10 0 0,-2 0 0,1 0 0,4 0 0,0 0 0,0 0-166,-4 0 1,-1 0-1,2 0 166,3 0 0,1 0 0,1 0 0,2 0 0,0 0 0,-1 0 0,-1 0 0,-1 0 0,2 0 215,5 0 1,2 0 0,-1 0-216,-6 0 0,-1 0 0,0 0 0,5 0 0,0 0 0,-2 0 576,-8 0 1,-1 0-1,-1 0-576,0 0 0,0 0 0,-1 0 0,11-1 0,-2 2 592,-2 11 1,-2 0-593,-2-10 0,-3 2 308,-7 8 0,-1-1-308,0-10 0,-1-2 1079,12 1-1079,6 0 464,0 0-464,-5 0 0,-6 0 0,2 0 0,-1 0 0,-1 0 0,0 0 0,1 0 0,7-1 0,2 2 0,-2 7 0,0 0 0,5-6 0,2 0-181,-7 3 0,1 1 0,-2-2 181,8-3 0,-2-2 0,3 1 0,0 0 0,-2-1 0,-6 2 0,1 15 0,-10-15 0,-7 2 0,-20 13 0,35-16 0,-33 0 0,18 0 543,-8 0-543,27 0 0,-2 0 0,-1-2 0,2 4 0,-10 9 0,1 1 0,11-9 0,0 0 0,-11 9 0,-1 0 0,-3-11 0,0-2 0,1 1 0,-1 0 0,20 0 0,-11 0 0,1 0 0,-11 0 0,-1 0 0,-1 0 0,0 0 0,8 0 0,-1 0 0,8 0 0,2 0 0,-3 0 0,-35 0 0,35 0 0,-21 0 0,9 0 0,3 0 0,1 0 0,1 0 0,10 0 0,2 0 0,-5 0 0,0 0 0,3 0 0,1 0 0,-4 0 0,0 0 0,5 0 0,-2 0 0,-10 0 0,-1 0 0,9 0 0,0 0 0,-8 0 0,-1 0 0,0 0 0,0 0 0,11 0 0,-3 0 0,1 0 0,2 0 0,-12 0 0,-3 0 0,-7 0 0,3 0 0,-8 0 0,-13 0 0,37-24 0,-3 18 0,-4-6 0,4 1 0,3 9 0,1 4 0,3-1 0,0-2 0,-4-7 0,0 0 0,4 7 0,-1-2 0,-2-13 0,-2 1 0,-6 12 0,-1 2 0,2-7 0,-2 0 0,6 8 0,-11 0 0,-11 0 0,-16 0 0,0 16 0,0-12 0,0 11 0,0 1 0,0-12 0,0 12 0,0-16 0,0 0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0:58:41.6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16157 6332 24575,'0'45'0,"0"-12"0,0 1 0,0-6 0,0 1 0,0 14 0,0 0 0,0-10 0,0-1 0,0 6 0,0 0 0,0-3 0,0 1 0,0 3 0,0 2 0,0 3 0,0 0 0,0-9 0,0 1 0,0-3 0,0 2 0,0-1 0,0 16 0,0-2 0,0-7 0,0-7 0,0-1 0,0 4 0,0-4 0,0 0 0,0 9 0,0-9 0,0 0 0,0 5 0,0 5 0,0 0 0,0-6 0,0-4 0,0 1 0,0 7 0,0-1 0,0 2 0,0-9 0,0-1 0,0 0 0,0 0 0,0 11 0,0-3 0,0 1 0,0-8 0,0 1 0,0 3 0,0-4 0,0 0 0,0 9 0,0-9 0,0 0 0,0 4 0,0 7 0,0-15 0,0 0 0,0 13 0,8-10 0,0 2 0,-6-3 0,0-1 0,6 2 0,0 1 0,-7 2 0,-2 0 0,1-7 0,0-3 0,0 3 0,0 3 0,0-27 0,0 11 0,23-15 0,-17 0 0,17 24 0,-23-18 0,0 33 0,0-11 0,0-3 0,0 2 0,0 1 0,0-1 0,0 0 0,0-1 0,0 17 0,0 0 0,0-21 0,0 2 0,0-24 0</inkml:trace>
  <inkml:trace contextRef="#ctx0" brushRef="#br0" timeOffset="33898">16334 10866 24575,'0'29'0,"0"10"0,0-19 0,0 8 0,0 3 0,0 10 0,0-1 0,0 2 0,0 7 0,0-12 0,0 2 0,0-3 0,0-1 0,0-7 0,0 1 0,-2 12 0,4 0 0,5-9 0,1 1 0,-6 0 0,-1 3 0,0-1 0,6 10 0,2 2-227,-3-8 0,-1 1 0,0 0 227,-4-4 0,0 0 0,0 0 0,4 5 0,2 0 0,-3 1 0,-3-1 0,-1 0 0,-1 0 0,1 3 0,0 1 0,0-3 0,0-7 0,0-1 0,0-1 0,0 5 0,0 0 0,0-4 0,0-5 0,0-1 0,0 13 0,0 0 0,0-9 0,0 1 0,0 0 0,0 2 0,0 1-222,0-1 0,0 1 0,0 1 222,-1 3 0,0 2 0,3-1 0,5 0 0,2 0 0,-1 1 0,-6 1 0,-1 1 0,2 0 0,4-2 0,2 0 0,-2-1 0,-6-2 0,-2-1 0,1 1 0,5 1 0,1 1 0,-1-3 0,-3 4 0,0 1 0,3-2 0,1 4 0,-2-6 329,-3-7 0,-2-1-329,1 4 0,0 3 0,0-5 0,0 8 0,0 2 0,0-27 0,0-16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0:59:35.1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14640 7673 24575,'31'0'0,"-1"0"0,8 0 0,5 0 0,1 0 0,-3 0 0,1 0 0,2 0 0,2 0-656,-2 0 1,3 0-1,0 0 1,1 0 0,-1 0 239,1 0 0,-1 0 0,1 0 1,0 0-1,0 0 416,1 0 0,0 0 0,-1 0 0,1 0 0,-1 0 0,-1 0 0,-1 1 0,0-1 0,0 0 0,1-1 0,-1-1 0,1-1 0,0 0 0,-1-1 0,-1 0-15,3 0 1,0-1 0,-2 0-1,0 0 15,-2 0 0,1 0 0,-3 0 0,-3 0 250,-3-1 0,-3 0 0,0 2-250,9 3 0,0 2 0,0-1 0,-6 0 0,-1 0 0,2 0 0,7 0 0,3 0 0,3 0-489,-5 0 0,3 0 0,1 0 0,-1 0 489,0 0 0,-1 0 0,1 0 0,1 0 0,-7 0 0,1 0 0,-1 0 0,1 0 0,-1 0 319,5 0 1,0 0 0,-1 0-1,-2 0-319,3 0 0,-2 0 0,-2 0 619,7 0 1,-4 0-620,-11 0 0,-3 0 468,5 0-468,-10 0 1189,-1 0 0,3 0-1189,2 0 0,3 0 0,10 0 0,6 0 0,3 0-410,-8 0 0,1 0 0,2 0 0,1 0 410,-3 0 0,2 0 0,1 0 0,-1 0 0,0 0 0,-2 0 0,-1 0 0,0 0 0,0 0 0,0 0-262,-1 0 1,1 0 0,-1 0-1,-1 0 1,-2 0 261,10 0 0,-3 0 0,-2 0-76,-4 0 1,-2 0 0,-2 0 75,6 0 0,-2 0 0,-9 0 0,-1 0 0,-1 0 0,-2 0 2644,14 0-2644,-13 0 0,-1 0 1501,12 0-1501,-1 0 0,3 0 142,-10 0 1,-2 0-143,2 0 0,-1 0 0,3-1 0,-3 2 0,5 15 0,-10-12 0,13 12 0,-35-16 0,19 0 0,-24 0 0,16 15 0,27-11 0,-2 12 0,0-15 0,0-2 0,0 1 0,-6 0 0,-3 0 0,-10 0 0,1 0 0,-23 0 0,0 0 0,0 0 0</inkml:trace>
  <inkml:trace contextRef="#ctx0" brushRef="#br0" timeOffset="19549">23671 7673 24575,'40'0'0,"0"0"0,0 0 0,-4 0 0,1 0 0,2 0 0,0 0 0,6 0 0,2 0 0,1 0 0,0 0-656,-6 0 1,0 0-1,0 0 1,1 0 0,0 0 355,-1 0 0,0 0 1,0 0-1,1 0 0,-1 0 300,3 0 0,1 0 0,0 0 0,-1 0 0,1 0 0,-3 0 0,1 0 0,-1 0 0,0 0 0,-1 0 0,-1 0 0,0 0 0,0 0 0,-1 0 0,1 0 0,0 0 0,1 0 0,0 0 0,-1 0 0,-1 0 0,4 0 0,-2 0 0,0 0 0,2 0 0,-3 0 0,0 1 0,1-1 0,0 0 0,0-1 0,0-1 0,0-1 0,0-1 0,1 1 0,0-1 0,2 1 0,2-1 0,-1 0 0,1 0 0,-1 0 0,0 0 0,0 0 0,0 0 0,1 0 0,-1 0 0,3 0 0,0 1 0,1-1 0,-2 1 0,-1 1 0,5 1 0,-3 2 0,1-1 0,-1 0 0,2 0 0,1 0 0,-2 0 0,-3 0 154,0 0 1,-3 0-1,0 0-154,2 0 0,-1 0 0,0 0 0,-6 0 0,-1-1 0,0 2 0,4 4 0,-1 1 0,2-1 0,0-4 0,2-1 0,-2 3 0,-2 6 0,-1 4 0,2-4 0,-3-6 0,1-2 0,2-2 0,0 2-256,-3 2 1,2 0 0,0 1 0,0 0-1,1-2 256,1-1 0,1-1 0,-1 0 0,2-1 0,-1 1 0,5 0 0,1 0 0,0 0 0,-2 0 0,-2 0 0,0 0 0,-3 0 0,-1 0 0,0 0-78,9 0 1,-1 0 0,-4 0 77,1 0 0,-6 0 0,4 0 0,-21 0 0</inkml:trace>
  <inkml:trace contextRef="#ctx0" brushRef="#br0" timeOffset="21148">23760 8520 24575,'37'0'0,"0"0"0,5 0 0,5 0 0,3 0 0,-8 0 0,3 0 0,1 0 0,3 0 0,0 0-469,-6 0 1,1 0 0,1 0 0,1 0 0,1 0 0,0 0 0,1 0 58,-2 0 0,1 0 1,1 0-1,0 0 1,0 0-1,1 0 0,-2 0 1,0 0 41,3 0 1,0 0 0,-1 0 0,0 0 0,0 0 0,0 0 0,0 0 285,0 0 1,0 0 0,1 0 0,-1 0 0,-1 0 0,-1 0 0,-2 0 81,6 0 0,-2 0 0,-1 0 0,-2 0 0,1 0 103,-2 0 1,-1 0 0,0 0 0,-1 0-1,-1 0-103,5 0 0,-1 0 0,0 0 0,-1 0-194,-2 0 1,-1 0-1,-1 0 1,2 0 193,0 0 0,1 0 0,0 0 0,-1 0 0,-2 0 0,-1 0 0,0 0 0,0 0 0,-2-1 0,-1 1 0,1 0 0,0 1 0,2 2 0,1 1 0,0 1 0,-1-2 0,9-2 0,-2-1 0,2 3 0,-6 5 0,2 4 0,-1-1 0,-1-3 0,7-4 0,-1-4 0,-3 2 0,-8 6 0,-3 1 0,0-2 1638,10-8 0,-8 2-1554,-16 14 0,3-11 0,-24 12 0</inkml:trace>
  <inkml:trace contextRef="#ctx0" brushRef="#br0" timeOffset="22981">23618 9737 24575,'46'0'0,"-15"0"0,5 0 0,2 0 0,0 0 0,1 0 0,3 0 0,0 0-656,-3 0 1,2 0-1,0 0 1,1 0 0,-1 0 516,0 0 1,0 0 0,1 0-1,-2 0 1,0 0 138,5 0 0,0 0 0,-3 0 0,-4 0 614,7 0 1,-4 0-615,2 0 0,-3 0 649,3 0-649,-6 0 0,6 0 0,-23 0 2091,19 0-2091,-33 0 0,33 0 0,-35 0 0,35 0 0,-17 0 0,8 0 0,6 0 0,3 0 0,3 0 0,-8 0 0,2 0 0,2 0-458,9 0 0,3 0 0,0 0 458,-2 0 0,1 0 0,-1 0 0,-3 0 0,0 0 0,0 0-140,1 0 1,0 0-1,-3 0 140,4 0 0,-2 0 0,-6-5 0,2-1 0,-1 1 0,-4 3 0,0 2 0,0-2 0,0-3 0,1-1 0,-3 1 0,8 6 0,-3-2 0,-3-10 0,-6-1 0,-8 6 0,1-18 1344,-7 24-1344,27 0 224,-15 0 1,1 0-225,6 0 0,1 0 0,-8 0 0,-3 0 0,2 0 0,-11 0 0</inkml:trace>
  <inkml:trace contextRef="#ctx0" brushRef="#br0" timeOffset="45749">15575 12506 24575,'30'0'0,"-1"0"0,3 0 0,1 0 0,6 0 0,2 0 0,-8 0 0,1 0 0,1 0-649,0 0 1,1 0 0,1 0 648,8 1 0,2-1 0,2-1 0,-10-2 0,1-2 0,0 1 0,0 0 0,0 3 0,0 0 0,0 1 0,0-2 0,-1-1 0,-1-2 0,0 1 0,-2 1 0,7 2 0,-1 1 0,-3 1 313,3-1 1,-4 0-314,5 0 321,-4 0-321,-33 0 0,18 0 0,-9 0 997,13 0-997,-3 0 0,3 0 0,-1 0 0,1 0 0,6 0 0,0 0 0,-6 0 0,-1 0 0,-1 0 0,1 0 0,7 0 0,-1 0 0,8 0 0,0 0 0,0 0 0,0 0 0,-7 0 0,-1 0 0,4 0 0,-9 0 0,-13 0 0,9 0 0,-3 0 0,10 0 0,5 0 0,-4 0 0,1 0 0,6 0 0,2 0 0,-8 0 0,2 0 0,-1 0 0,8 0 0,0 0 0,-7 0 0,1 0 0,-3 0 0,0 0 0,-1 0 0,10 0 0,-2 0 0,1 0 0,-6 0 0,-3 0 0,-11 0 0,19 0 0,-36 0 0,11 0 0,9 0 0,13 0 0,-4 0 0,5 0 0,8 0 0,4 0-184,-15 0 1,1 0 0,0 0 183,0 0 0,0 0 0,0 0 0,-1 0 0,-1 0 0,1 0 0,0 0 0,-1 0 0,1 0 0,0 0 0,1 0 0,1 0 0,4 0 0,0 0 0,0 0 0,-4 0 0,-2 0 0,1 0 0,-1 0 0,0 0 0,-1 0 0,11 0 0,-2 0 0,-2 0 0,-2 0 0,-2 0 0,-3 0 0,-6 0 0,-3 0 0,2 0 0,-11 0 0,0 0 550,-12 0-550,35 0 0,-18 0 0,7 0 0,11 0 0,-33 0 0,17 0 0,-7 0 0,-12 0 0,12 0 0,-16 0 0,15 0 0,-11 0 0,12 0 0,7 0 0,-1 15 0,2-12 0,3-2 0,-1 7 0,1 0 0,0-7 0,1-2 0,-1 1 0,-1 0 0,17 0 0,-24 0 0,21 16 0,-35-12 0,19 11 0,-8-15 0,11 0 0,10 0 0,-4 0 0,1 0 0,7 0 0,0 0 0,0 0 0,1 0 0,1 0 0,-4 0 0,-33 0 0,17 0 0,-7 0 0,-12 0 0,20 0 0,7 0 0,10 0 0,-8 0 0,6 0 0,-1 0 0,1 0 0,0 0 0,-3 0 0,2 0 0,-2 0 0,5 0 0,-2 0 0,-5 0 0,-3 0 0,12 0 0,-4 0 0,-33 0 0,18 0 0,-24 0 0,0 0 0,0 0 0</inkml:trace>
  <inkml:trace contextRef="#ctx0" brushRef="#br0" timeOffset="48783">15522 13300 8191,'30'15'0,"9"-11"3276,4 12-2383,-12-15 1,3-2 515,5 1 0,2 0-1409,2 0 0,0 0 0,5 0 0,0 0 0,-2 0 0,0 0 0,-11 0 0,0 0 0,-1 0 0,11 0 0,-2 0 859,-2 0 1,-1 0-860,3 1 0,0-2 0,-3-7 0,0 0 0,-6 6 0,2 2 0,-2-2 0,13-6 0,-2 1 0,4 6 0,-2 2 0,-3-1 0,-1 0 0,4 0 0,2 0 0,-4 0 0,2 0 0,-13 0 0,1 0 0,0 0 0,10 0 0,-2 0 1638,-10 1 0,-1-2 0,-2-7 0,-2 0-1406,15 4-232,-5-12 0,-11 16 0,4 0 0,-3 0 0,9 0 0,-4 0 0,1 0 0,7 0 0,-8 0 0,1 0 0,3 0 0,-5 0 0,2 0 0,-2 0 0,1 0 0,0 0 0,2 0 0,1 0-218,-1 0 1,1 0 0,1 0 217,3 0 0,1 0 0,1 0 0,7 0 0,2 0 0,-4 0 0,-11 0 0,-1 0 0,0 0 0,7 0 0,1 0 0,-2 0 0,0 0 0,-2 0 0,-6 0 0,-1 0 0,2 0 0,-2 0 0,5 0 0,7 0 0,-1 0 0,-22 0 652,18 0-652,-35 0 0,12 0 0,8 0 0,-19 0 0,35 0 0,-21 0 0,24 0 0,-5 0 0,5 0 0,-24 0 0,-3 0 0,-16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1:01:51.0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13970 7338 24575,'30'0'0,"1"0"0,3 0 0,2 0 0,4 0 0,1 0 0,3 0 0,0 0 0,-4 0 0,0 0 0,3-2 0,0 4 0,4 9 0,2 1 0,-6-9 0,2-2 0,-1 1 0,-6 6 0,0 1 0,-1-2 0,4-6 0,-1-1 0,-1-1 0,5 1 0,-2 0 0,-1 0 0,-1 0 0,-8 0 0,0 0 0,3-2 0,-3 4 0,5 13 0,6-11 0,0 12 0,-5-16 0,-12 0 0,-1 0 0,-4 0 0,18 16 0,-35-12 0,28 11 0,-5-15 0,10 0 0,6 24 0,-23-18 0,19 17 0,-17-23 0,5 0 0,12 0 0,-33 0 0,18 0 0,-24 0 0,15 0 0,-11 0 0,12 0 0,-16 0 0,0 0 0,16 0 0,-12 0 0,11 0 0,9 0 0,-18 0 0,17 0 0,-7 0 0,-12 0 0,27 0 0,-27 0 0,12 0 0,7 0 0,-17 0 0,18 0 0,-24 0 0,15 0 0,-11 0 0,12 0 0,-16 0 0,24 0 0,-19 0 0,35 0 0,3 0 0,-12 0 0,2 0 0,0 0 0,-1 0 0,0 0 0,-5 0 0,-8 0 0,21 0 0,-34 0 0,17 0 0,-7 0 0,-12 0 0,11 0 0,1 0 0,-12 0 0,35 0 0,-33 0 0,18 0 0,-9 0 0,-11 16 0,12-12 0,-16 11 0,0-15 0,0 0 0</inkml:trace>
  <inkml:trace contextRef="#ctx0" brushRef="#br0" timeOffset="3101">19050 7267 24575,'29'20'0,"11"-4"0,-36-1 0,20-13 0,6 0 0,-9 17 0,0 1 0,12-16 0,4-2 0,2 18 0,-1-1 0,11-15 0,-20 3 0,0 2 0,14 7 0,-5-12 0,5 11 0,-24-15 0,21 0 0,-35 0 0,19 0 0,-8 0 0,-12 0 0,35 0 0,-18 0 0,22 0 0,1 0 0,-18 0 0,1 0 0,0 0 0,0 0 0,0 0 0,-1 0 0,0 0 0,-1 0 0,12 0 0,-9 0 0,3 0 0,-3 0 0,1 0 0,2 0 0,18 0 0,-17 0 0,-5 0 0,-7 0 0,19 0 0,-33 0 0,33 0 0,-35 0 0,12 0 0,-1 0 0,-11 0 0,36 0 0,-19 0 0,3 0 0,3 0 0,-1 0 0,1 0 0,7 0 0,3 0 0,2 0 0,2 0 0,3 0 0,0 0 0,-4 0 0,0 0 0,4 0 0,-1 0 0,-3 0 0,0 0 0,4 0 0,0 0 0,-4 0 0,1 0 0,2 0 0,0 0 0,-3 0 0,0 0 0,4 0 0,0 0 0,-3 0 0,-1 0 0,-5 0 0,0 0 0,4 0 0,-1 0 0,-6 0 0,0 0 0,11 0 0,1 0 0,-4 0 0,0 0 0,5-2 0,-2 4 0,-10 10 0,-1 0 0,10-10 0,-2 2 0,1 19 0,-12-21 0,1-4 0,13 2 0,-6 0 0,-9 0 0,11 0 0,-33 0 0,33 0 0,-19 0 0,-1 0 0,21 0 0,-35 0 0,19 0 0,-24 0 0</inkml:trace>
  <inkml:trace contextRef="#ctx0" brushRef="#br0" timeOffset="8665">14058 8273 24575,'30'0'0,"-1"0"0,10 0 0,2 0 0,5 0 0,0 0 0,-11 0 0,0 0 0,-1 0 0,11 1 0,-1-2 0,-10-5 0,0-3 0,1 0-450,1 3 1,0-1 0,0-1 449,4-8 0,1-3 0,2 3 0,-7 5 0,2 3 0,-1-1 0,-1-1 0,0-4 0,-2-2 0,1 3 0,12 5 0,1 4 0,-1-3 0,-10-6 0,-2-2 0,0 3 0,-1 9 0,0 3 0,0-2 0,3-6 0,1-1 0,-3 2 219,7 6 1,-4 2-220,-5 0 0,-1-2 111,9-6 1,0-2-112,-8 7 0,-1 0 0,8-5 0,0-1 0,4-1 0,-1 2 0,-3 6 0,0-2 0,4-16 0,0-1 0,1 16 0,-2 2 343,-9-10 0,-3 1-343,-1 9 0,-1 4 0,14-2 0,-6 0 0,6 0 0,0 0 0,-5 0 0,-13 0 0,1 0 0,11 0 0,6 0 0,0 0 0,-6 0 0,7 0 0,-25 0 0,20 0 0,-33 0 0,18 0 0,-24 23 0,15-17 0,28 18 0,-4-22 0,3-4 0,2 2 0,4 0-332,-4 0 0,2 0 0,-1 0 332,-7 0 0,-1 0 0,0 0 0,4 0 0,1 0 0,-2 0-130,-4-1 0,-2 1 1,0 1 129,1-2 0,1 1 0,-3 1 0,6-1 0,-1 0 0,8 0 0,0 0 0,-10 0 0,-2 0 0,-6-1 0,1 2 0,13-1 0,-2 0 976,9 0-976,-11 0 0,1 0 204,-11-1 1,-1 2-205,0-1 0,-1 0 0,1 0 0,4 0 0,-27 0 0,36 0 0,-35 0 0,19 0 0</inkml:trace>
  <inkml:trace contextRef="#ctx0" brushRef="#br0" timeOffset="11117">17198 9155 24575,'45'0'0,"-12"0"0,1 0 0,-2 0 0,0 0 0,8 0 0,1 0 0,-5 0 0,-2 0 0,-7 0 0,-1 0 0,0 0 0,-1 0 0,12 0 0,6 0 0,-14 0 0,1 0 0,2-1 0,1 2 0,10 6 0,2 1 0,-11-6 0,2-2 0,-2 2-245,12 5 1,0 2 244,-6-3 0,1-1 0,-2 0 0,3-4 0,0 1 0,-8 3 0,0 2 0,0-3 0,7-3 0,-2-2 0,-6 1 0,-1 0 0,2-1 0,-1 2 0,-7 11 0,0 0 0,1-9 0,1 0 0,10 9 0,1-1 244,-7-10 1,0-2-245,11 9 0,1 0 0,-4-6 0,0 0 0,4 5 0,0 1 0,-4 1 0,1-2 0,2-5 0,0 0 0,-2 4 0,-2 4 0,-7 2 0,1-1 0,8-8 0,0 0 0,-9 9 0,1 0 0,10-11 0,2-2 0,-5 1 0,0 0 0,-6 0 0,1 0 0,-2 0 0,9 0 0,1 0 0,-5-1 0,3 0 0,-1 3-139,-1 2 1,0 2-1,-1-1 139,-4-3 0,-1-2 0,2 2 0,7 3 0,2 1 0,-5-1 0,-4-5 0,-1 0 0,4 0 0,0 0 0,-3 0 0,-3 0 0,9 0 0,2 0 0,-4 0 0,-17 0 416,21 0-416,0 0 0,-6 0 0,-11 0 0,-1 0 0,12 0 0,7 0 0,-1 0 0,-6 0 0,6 0 0,0 0 0,-21 0 0,17 0 0,-35 0 0,12 0 0,-16 23 0,0-17 0,0 18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1:02:22.4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14023 10654 24575,'16'29'0,"27"-5"0,-2-24 0,0 0 0,0 0 0,0 0 0,1 0 0,-1 0 0,0 0 0,-7 0 0,-2 0 0,-10 0 0,17 0 0,-35 0 0,35 0 0,-33 0 0,19 0 0,5 0 0,1 0 0,3 0 0,1 0 0,-8 0 0,1 0 0,10 0 0,0 0 0,11 0 0,-6 0 0,-11 0 0,-5 0 0,10 0 0,-11 0 0,-1 0 0,13 0 0,5 0 0,-24 0 0,21 0 0,-19 0 0,22 0 0,-23 0 0,19 0 0,-33 0 0,33 0 0,-35 0 0,35 0 0,-33 0 0,19 0 0,5 0 0,1 0 0,3 0 0,1 0 0,-7 0 0,-1 0 0,-1 0 0,1 0 0,-1 0 0,-1 0 0,12 0 0,6 0 0,0 0 0,-6 0 0,7 0 0,-1 0 0,-6 0 0,-4 7 0,1 1 0,7-4 0,-8 5 0,0-2 0,5-7 0,-12 0 0,-1 0 0,-4 0 0,18 0 0,-35 0 0,28 0 0,-29 0 0,37 0 0,-34 0 0,33 16 0,-20-12 0,9 4 0,3-1 0,18-7 0,-19 0 0,1 0 0,4 0 0,-3 0 0,-7 0 0,3 0 0,-1 0 0,-7 0 0,-1 0 0,20 0 0,-33 0 0,18 0 0,-24 0 0,15 0 0,-11 0 0,35 0 0,-17 0 0,10 0 0,3 0 0,6 0 0,-12 0 0,1 0 0,13 0 0,-22 0 0,3 0 0,-24 0 0,16 0 0,-13 0 0,37 0 0,-19 0 0,22 0 0,0 24 0,-21-18 0,2 17 0,-24-23 0,0 0 0</inkml:trace>
  <inkml:trace contextRef="#ctx0" brushRef="#br0" timeOffset="12035">18168 10830 24575,'50'0'0,"0"0"0,-12 0 0,2 0 0,2 0 0,-1 1 0,4 0 0,0-1 0,0-2-779,0-2 0,0-3 0,-1 0 1,0 2 778,-3 3 0,0 1 0,-1 0 0,-1-1 0,7-5 0,-2-1 0,-3-1 491,1 1 0,-3 1-491,-3 6 0,-6-2 511,-8-13-511,17 16 0,-19 0 0,23 0 0,-14 0 0,3 0 0,11 1 0,2-2 0,-3-7 0,0 0 811,3 7 0,-4-2-811,-4-12 0,3 15 0,-36 0 0,11 0 0,9 0 0,13 0 0,-11 0 0,3 0 0,5 0 0,1 0 0,-8 0 0,0 0 0,0 0 0,-1 0 0,1 0 0,-3 0 0,-2 0 0,1 15 0,-23-11 0,0 12 0,0-16 0,0 16 0,0-12 0,0 11 0,0 9 0,0-18 0,0 17 0,0-23 0,0 0 0,0 0 0</inkml:trace>
  <inkml:trace contextRef="#ctx0" brushRef="#br0" timeOffset="13884">23795 11836 24575,'43'0'0,"-21"0"0,17 0 0,-35 0 0,35 0 0,-33 0 0,17 0 0</inkml:trace>
  <inkml:trace contextRef="#ctx0" brushRef="#br0" timeOffset="15667">24218 9066 24575,'43'0'0,"-5"0"0,-11 0 0,-11 0 0,-1 0 0,-11 0 0,12 0 0,-16 16 0,0-12 0,0 12 0,0-16 0,0 23 0,23-17 0,-17 18 0,18-24 0,-24 15 0,0-11 0,0 12 0,0-16 0,0 0 0</inkml:trace>
  <inkml:trace contextRef="#ctx0" brushRef="#br0" timeOffset="22384">13935 11871 24575,'43'0'0,"-6"0"0,-5 0 0,3 0 0,-3 0 0,0 0 0,8 0 0,1 0 0,-5 0 0,-2 0 0,-6 0 0,-3 0 0,18 0 0,-23 0 0,-4 0 0,7 0 0,22 0 0,-14 0 0,3 0 0,-2 0 0,3 0 0,0 0 0,1 0 0,0 0 0,0 0 0,-2 0 0,-1 0 0,2 0 0,1 0 0,2 0 0,-3 0 0,6 0 0,-1 0 0,4 0 0,0 0 0,-11 0 0,-2 0 0,0 0 0,-3 0 0,15 0 0,-5 0 0,-13 0 0,1 0 0,0 0 0,1 0 0,6 0 0,4 0 0,9 0 0,4 0-244,-7 0 0,2 0 1,-2 0 243,-7 0 0,-1 0 0,0 0 0,8 0 0,1 0 0,-5 0 0,-6 0 0,-2 0 0,1 0 0,-3 0 0,-1 0 0,3 0 0,-27 0 0,19 0 0,9 0 731,17 0-731,-18-4 0,5-3 0,1 2 0,-2 4 0,1 1 0,0-3-226,5-8 0,1-5 1,-1 4 225,-5 9 0,0 3 0,0-3 0,0-4 0,0-3 0,-4 4 0,16 6 0,-16 0 0,-9 0 0,-19 0 0,35 0 0,-17 0 0,9 0 0,5 0 0,3 1 0,2-2 0,5-7 0,0 0 0,3 7 0,-2-2 0,-3-13 0,-2 1 0,-1 12 0,-1 2 338,-7-6 1,-2-2-339,4-3 0,-3 1 0,5 5 0,-9-18 0,-13 24 0,1 0 0,12 0 0,0 0 0,4 0 0,0 0 0,1 0 0,9 1 0,2-2 0,4-6 0,0-1 0,-2 6 0,0 0 0,-11-3 0,1-2 0,-3 3 0,1 3 0,-3 2 0,12-1 0,-12-16 0,-27 12 0,12-11 0,8 15 0,21 0 0,4 0 0,-20 0 0,0 0 0,15 0 0,-7 0 0,-10-24 0,-11 18 0,-16-17 0</inkml:trace>
  <inkml:trace contextRef="#ctx0" brushRef="#br0" timeOffset="29235">17004 12665 24575,'29'0'0,"1"0"0,16 0 0,4 0 0,-14 0 0,1 0 0,1 0-675,8 0 0,1 0 0,0 0 675,-3 0 0,-1 0 0,1 0 0,-2 0 0,0 0 0,-1 0 0,-2 0 0,-1 0 0,1 0 97,1 0 1,1 0 0,-2 0-98,3 0 0,0 0 0,-9 0 0,2 0 0,-1 0 0,7 0 0,-2 0 209,-7 0 0,1 0-209,7 0 0,2 0 0,-2 0 0,0 0 0,6 0 0,1 0 0,-12 0 0,1 0 0,-4 0 0,17 0 0,-17-7 0,-9-2 1024,-19 5-1024,28-12 290,-5 16-290,1 0 0,5 0 0,-2 1 0,4-1 0,3-1-541,0-2 1,4-1-1,1-1 1,0 2 540,4 1 0,1 2 0,0-1 0,1 0 0,-7-2 0,1 0 0,0-1 0,-1 0 0,0 2 0,5 1 0,0 1 0,-1 1 0,-2-1-207,-5 0 0,0 0 1,-2 0-1,-1 0 207,7 0 0,-2 0 0,-1 0-23,-5 0 0,0 0 0,-2 0 23,13 0 0,-3 0 0,-10 0 0,-2 0 0,4 0 0,-3 0 2056,5 0-2056,6 0 922,0 0-922,-5 0 80,-11 0-80,-11 0 0,-16 0 0,15 0 0,-11 0 0,20 0 0,7 0 0,18 0 0,-17 0 0,4 0 0,0 0 0,0 0 0,0 0 0,0 0 0,0 0 0,0 0 0,0 0 0,-1 0 0,1 0 0,-3 0 0,0 0 0,-2 0 0,1 0 0,-5 0 0,-7 0 0,-5 0 0,9 0 0,-18 0 0,23 0 0,4 0 0,-7 0 0,14 0 0,2 0 0,-1 0 0,1 0 0,-1 0 0,0 0 0,-8 0 0,0 0 0,5 0 0,-11 0 0,-11 0 0,0 0 0,-13 0 0,37 0 0,-34 0 0,33 0 0,-35 0 0,11 0 0,9 0 0,-18 0 0,33 0 0,-35 0 0,12 0 0,-16 0 0</inkml:trace>
  <inkml:trace contextRef="#ctx0" brushRef="#br0" timeOffset="50001">17004 9190 24575,'29'0'0,"1"0"0,-2 0 0,1 0 0,5 0 0,2 0 0,3 0 0,-1 0 0,-6 0 0,0 0 0,3 0 0,1 0 0,-3 0 0,2 0 0,12 0 0,0 0 0,-8 0 0,1 0 0,-4 0 0,2 0 0,-2 0 0,4 0 0,0 0 0,5 0 0,-2 0 0,-10 0 0,-1 0 0,-1 0 0,-3 0 0,-9 0 0,-3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1:03:35.4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13758 10989 24575,'45'0'0,"-12"0"0,1 0 0,-3 0 0,3 0 0,-2 0 0,4 0 0,0 0-453,-1 0 0,1 0 0,0 0 453,5 0 0,0 0 0,1 0 0,-1 1 0,-1-1 0,2-1-472,6-3 0,2-3 1,-1 2 471,0 4 0,-1 1 0,0-3 0,-10-3 0,-1-2 0,1-1 0,0 1 0,3 1 0,0 1 0,0-1 0,-1 0 0,9-5 0,-1 0 0,0-2 0,-9 2 0,1-2 0,0 0 0,0 3 0,7 3 0,1 3 0,-2-3 1,-1-5 1,-2-1-1,0 2-1,-6 4 0,-2 2 0,1 0 0,4 0 0,1 1 0,-3-4 0,5-11 0,-1 1 0,-8 16 0,1 3 0,-2-3 0,1-9 0,-4 1 618,15 11-618,-5 0 1425,-36 0-1425,11 0 727,1-16-727,11 12 0,8-4 0,7 1 0,-8 6 0,2 2 0,2-1-446,-3-5 1,3-1 0,0-1 0,1 1 445,6 1 0,2-1 0,0 1 0,-1 0 0,-3-2 0,-1 0 0,1 0 0,1 0 0,-4 1 0,2 0 0,0-1 0,0 1 0,-2 0 0,4-1 0,-1 0 0,0 0 0,-1 0 0,1 2 0,0-1 0,-1 1 0,-1 0 0,9-4 0,-1 0 0,-1 3-189,-6 5 1,-1 1-1,-1 1 189,-3-1 0,-1 0 0,-1 0 0,1 0 0,-1 0 0,-2 0 0,1 0 0,-3 0 0,0 0 0,-3 0 0,-9 0 1727,20 0-1727,-33 0 620,18 0-620,-24 0 0,0 24 0,0-18 0,0 17 0,0-23 0,0 0 0,0 16 0,0-12 0,15 11 0,-11-15 0,12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21:06:37.3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5380 10566 24575,'35'0'0,"-2"0"0,7 0 0,1 0 0,-3 0 0,0 0 0,3 0-820,3 0 1,2 0 0,2 0 0,-1 0 729,-3 0 0,0 0 0,0 0 0,-2 0 90,7 0 0,-1 0 0,0 0 58,2 0 1,0 1-1,-3-2-58,-10-4 0,-1-1 0,-1 1 269,1 4 0,-1 0 0,-2-1-269,0-6 0,-2 0 0,0 8 0,-3 0 0,15 0 1830,-5 0-1830,5 0 825,-24 0-825,-3 0 0,-16 0 0,23 0 0,-17 0 0,34 0 0,-37 0 0,37 0 0,-34 0 0,18 8 0,6 0 0,17-4 0,-2 4 0,7 0 0,-11-7 0,3-2 0,2 1-435,-6-1 0,3 0 0,0 1 0,-1 2 435,1 2 0,1 3 0,-1 0 0,0-2 0,-1-3 0,1-1 0,-1-1 0,-3 3-146,4 4 1,-2 2 0,-1-1 145,-4-2 0,-1-1 0,-2-1 0,0-2 0,-2 0 0,4 6 0,-3 0 0,5-8 0,6 0 1700,-23 0-1700,19 0 476,-33 0-476,33 0 0,-35 0 0,28 0 0,-28 0 0,35 0 0,-33 0 0,33 23 0,-35-17 0,35 18 0,-18-24 0,7 0 0,3 15 0,-27-11 0,35 12 0,-17-16 0,5 0 0,5 0 0,-28 0 0,35 0 0,-33 0 0,33 0 0,-35 0 0,12-16 0,-16 12 0,0-11 0</inkml:trace>
  <inkml:trace contextRef="#ctx0" brushRef="#br0" timeOffset="3683">15857 10566 24575,'45'0'0,"-1"0"0,-1 0 0,-13 0 0,0 0 0,19 0 0,-7 0 0,-1 0 0,0 0 0,-8 0 0,1 0 0,-8 0 0,0 0 0,2 0 0,-1 0 0,0 0 0,-1 0 0,17 0 0,0 0 0,-5 0 0,-12 0 0,-1 0 0,-4 0 0,18 0 0,-19 0 0,0 0 0,19 0 0,-18 0 0,23 0 0,-1 0 0,-6 0 0,-4 0 0,0 0 0,9 0 0,-9 0 0,0 0 0,5 0 0,5 0 0,0 0 0,-6 0 0,-12 0 0,1 0 0,11 0 0,6 0 0,0 0 0,-5 0 0,-11 0 0,4 0 0,-27 0 0,36 0 0,-35 0 0,35-16 0,3 12 0,-2-12 0,-9 15 0,3 2 0,-4-1 0,-2 0 0,20 0 0,-20 0 0,1 0 0,0 0 0,-1 0 0,12 0 0,-6 0 0,-3 0 0,-11 0 0,18 0 0,-35 0 0,12 0 0,-16 0 0,24 0 0,-19 0 0,35 0 0,-36 0 0,27 0 0,-4 0 0,-5 0 0,17 0 0,-35 0 0,27 0 0,-27 0 0,36 0 0,-19 0 0,7 0 0,11 0 0,-18 0 0,22 0 0,1 0 0,-7 0 0,6 0 0,0 0 0,-6 0 0,-9 0 0,11 0 0,-33 0 0,33 0 0,-35 0 0,12 0 0,-1 0 0,-11 0 0,12 0 0,7 0 0,-17 0 0,18 0 0,-24 0 0,15 0 0,-11 0 0,12 0 0,8 0 0,-3 0 0,7 0 0,3 0 0,-4 0 0,-5 0 0,1 0 0,-7 0 0,-12 0 0,12 0 0,-16 16 0,0-12 0,0 12 0,0-16 0</inkml:trace>
  <inkml:trace contextRef="#ctx0" brushRef="#br0" timeOffset="70017">3281 12594 24575,'41'0'0,"-1"0"0,1 0 0,0 0 0,1 0 0,0 0 0,1 0 0,2 0 0,-1 0 0,1 0 0,1 0 0,1 0 0,-2 0-656,-1 0 1,-1 0-1,0 0 1,0 0 0,0 0 441,-2 0 0,0 0 1,0 0-1,0 0 1,-1 0 213,8 0 0,1 0 0,-2 0 0,-1 0 23,4 0 0,-3 0 0,1 0-23,2 0 0,0 0 0,-3 0 0,-9 0 0,-2 0 0,-2 0 488,7 0 1,-2 0-489,2 0 0,0 0 0,-1 0 0,1 0 0,-7 0 0,2 0 0,1 0-513,10 0 1,3 0-1,0 0 513,-9 0 0,1 0 0,0 0 0,2 0-43,-3 0 0,1 0 0,1 0 0,0 0 0,0 0 43,0 0 0,-1 0 0,2 0 0,-1 0 0,0 0 0,2 0 0,1 0 0,0 0 0,0 0 0,-1 0 0,-2 0 0,0 0 0,0 0 0,-2 0 0,0 0 0,4 0 0,-2 0 0,-1 0 0,1 0-22,-2 1 0,1 0 0,-1-1 0,-3-2 22,5-5 0,-2-2 0,-1 2-142,-4 4 0,0 2 1,0-1 141,3-5 0,2-2 0,-2 1 0,-2 2 0,-1 1 0,-1 1 0,7 2 0,0 0 733,9-7 0,-4 2-733,-6 7 1166,-1 0 1,3 0-1167,-10 0 0,-2 0 599,1 0 0,1 0-599,8 1 0,0-2 284,-8-7 0,-1 0-284,11 6 0,2 0 0,-11-3 0,1-1 0,0 2-154,1 3 0,0 1 0,0 1 154,0-1 0,-1 0 0,2 0 0,2 0 0,2 0 0,-2 0 0,-3 0 0,0 0 0,0 0 0,5 0 0,0 0 0,1 0 0,-1 0 0,0 0 0,0 0 0,0 0 0,0 0 0,1 0 0,2 0 0,0 0 0,-1 0 0,-9 0 0,-1 0 0,2 0 0,7 0 0,1 0 0,-3 0 0,3 0 0,-2 0 0,-6 0 0,0 0 0,-1 0 0,11 0 0,-1 0 0,-4 0 0,0 0 0,-4 1 0,-2-2 0,-7-11 0,-1 0 0,8 9 0,-1 0 0,8-20 0,-8 21 0,1 4 462,3-2-462,-5 0 0,3 0 0,4 0 0,2 0 0,4 0 0,2 0-279,-8 0 0,1 0 0,1 0 279,-1 0 0,2 0 0,-1 0 0,4 0 0,0 0 0,0 0 0,2 0 0,1 0 0,-2 0 0,-1 0 0,-1 0 0,-1 0 0,-1 0 0,-1 0 0,-1 0 0,-3 0 0,-1 0 0,-1 0 0,13 0 0,0 0 0,-12 0 0,1 0 0,0 0 0,-3 0 0,-1 0 0,2 0 0,3 0 0,1 0 0,-1 0 0,12 0 0,-4 0 0,-9 0 0,-3 0 0,-7 0 0,-1 0 0,8 0 0,-1 0 0,8 0 0,-8 0 0,0 0 418,-6 0 1,-1 0-419,1 0 0,1 0 0,6 0 0,1 0 0,-8-1 0,1 2 0,9 10 0,2 1 0,5-9 0,0 0 0,-3 9 0,3 0-406,0-10 1,5-3 0,-1 0 405,-5 1 0,-1 0 0,2 0 0,-4 0 0,2 0 0,1 0 0,1 0-465,-5 0 1,3 0 0,0 0 0,-1 0-1,0 0 465,8 0 0,-2 0 0,1 0 0,0 0 0,-6 0 0,1 0 0,1 0 0,-2 0 0,-1 0-238,3 0 1,-2 0-1,0 0 1,-1 0 237,9 0 0,0 0 0,-3 0 0,-10 0 0,-2 0 0,0 0-123,0 0 0,0 0 0,-1 0 123,1 0 0,0 0 0,-1 0 0,8 0 0,0 0 0,-1 0 0,2 0 0,-1 0 0,-8 0 0,-1 0 0,2 0-115,11 0 1,4 0 0,1 0 114,-10 0 0,0 0 0,1 0 0,0 0 0,1 0 0,0 0 0,1 0 0,-1 0 0,-1 0 0,1 0 0,-1 0 0,-1 0 457,10 0 0,-2 0 1,-2 0-458,-4 0 0,-1 0 0,-3 0 494,4 0 1,-2 0-495,10 0 0,-4 0 416,2 0-416,-18 0 0,-1 0 1572,13 0-1572,0 0 851,-6 0-851,-4 0 0,1 0 0,7 0 0,-7 0 0,-1 0 0,4 0 0,6 0 0,0 0 0,-21 0 0,1 0 0,-7 0 0,4 0 0,17 1 0,8-2 0,-4-11 0,4 0-346,-6 9 0,5 3 0,1 0 1,-2-3 345,2-4 0,-2-1 0,2 0 0,-4 3 0,1 1 0,0 0 0,-4 1 0,6 1 0,-4 0 0,3-6 0,-4 1 0,-2 7 0,-9 0 0,-12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4A08A-2663-6E4C-B1DC-5BBC17F83115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16645-A47E-C944-9552-3D8AE4E8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44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693B-B54A-FB4B-6EC7-953239DD3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7A95D-1D0C-D780-2D1A-E47B84D39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3E244-328F-31AF-AAD9-5708E4CE4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4D83C-6A18-5C4C-CE2C-4CA9C86F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5C8DC-6465-E180-030D-D8350DC1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69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1A5C-B8FA-0036-118C-15968D63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3926E-41D9-3434-A925-09F95F50D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48096-9067-B680-57E3-356722FE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F7A65-6C5B-BE68-E09E-0D35E7D06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D3053-442F-0CC5-1E8D-064506BB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12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9CFFD-1729-A7FC-BF93-AA6C50CC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22C75-A012-3A3D-7C00-01338FFF3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F7050-D5C7-E6F2-1660-387BB2A57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8CBF4-1FA8-63B3-0A03-95A1D9CC2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663B-EEEB-8217-1C51-6DF46F9F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2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8772-2F5A-F349-3750-9F42244D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D90C5-D36C-A7C1-D70B-187BF565E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75813-7964-167E-2699-B5C2D236E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719A2-D7FB-CC9B-1322-79059BF3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6EB3D-B949-4375-09DD-B48F9477A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41877-2E38-856E-6ED2-BB434572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0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30C1-CF65-1F4E-62A4-8A267B4F6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8DD89-A9BD-5A57-CCE8-19DD489AF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1C458-7330-D04D-F9F2-7D1987EF3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F7821-D00A-CE8D-8EEA-217BD2657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9AF7A-FB79-797C-54E0-2E6F228DB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E28ED9-755F-63D2-728E-4E8E10DE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3508A-6563-84B4-15B3-5F772E7A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56A40-C8F2-FEE2-44BD-7F1C7E6A8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8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E70F-A2C9-CA1E-5EA7-F2DCF631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240F6-F282-949A-9C97-AF366DAD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4A81E-B830-2343-C925-DA0D1234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D7C86-5AD2-1955-140C-0742BC02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2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214CF-D0A7-FF95-52B1-614170CD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9B845-F2AE-B8A1-CF7C-9FFBF349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3606E-8D2F-7901-820A-7C33D3723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0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56DD1-FCA5-F5DA-BD35-9746F3AF9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BC1F-E81B-CC4D-DC4C-FE2CD7E50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ACC53-6868-A490-D8C2-0CACD49C0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E3745-42F8-8C0C-3A79-4A3F68AC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FCC9E-FC77-541B-C2D9-075E8AF7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22C65-7714-4DB1-44ED-9223360E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8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CCD9-E4C6-6962-B2FE-6F4D50B02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5559F1-3560-2B7B-0961-1B12846E5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CA246-DEAE-F413-7601-9F6C7D0E5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B5172-7CEF-F8B3-AD57-399A9646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03944-5759-EA95-455D-0DFAFBB8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61D3E-D83A-3035-1494-CEFA8340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4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B2262-78EC-3BB3-F7B7-9C5938997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8B63C-F4AF-FB61-B4C9-28210DE5F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5A544-98CB-6877-CA8C-483E22F13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86F01-CCC1-8CC0-619A-B49294B9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1B96D-297C-FEA8-716E-61D6837D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8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903BE-3057-0B24-84CF-48FC011FD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1AC69-023D-6415-1FD6-8F9246558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05223-9301-1F7D-53FB-81DA4CAA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C2D39-8526-CD27-4DC1-A59696E9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2349E-39FB-E1B5-2272-65D67BDC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8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38FFE2-83AC-9C12-C7C0-B5568690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696B9-60CE-E4DD-26C3-E868ADC22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4A305-BC6D-9691-BE5B-3C57B7E7D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424796-D03B-5E41-81B6-00E7B73B0CFA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C8E59-6D69-29F0-83AE-27F8589A1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7A18C-424A-C1AB-CEDE-834BA0871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252C8-3DD2-6A59-B8B0-B70D32F87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F929-1DF2-1253-394E-87D3BBC77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28655" cy="1325563"/>
          </a:xfrm>
        </p:spPr>
        <p:txBody>
          <a:bodyPr/>
          <a:lstStyle/>
          <a:p>
            <a:r>
              <a:rPr lang="en-US" dirty="0"/>
              <a:t>OOP: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5CFC1-64B2-99C6-6730-A0966D893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7682" cy="4351338"/>
          </a:xfrm>
        </p:spPr>
        <p:txBody>
          <a:bodyPr>
            <a:normAutofit/>
          </a:bodyPr>
          <a:lstStyle/>
          <a:p>
            <a:r>
              <a:rPr lang="en-US" b="1" dirty="0"/>
              <a:t>Inheritance</a:t>
            </a:r>
            <a:r>
              <a:rPr lang="en-US" dirty="0"/>
              <a:t> can be thought of as a trick for making new class based on an existing class</a:t>
            </a:r>
          </a:p>
          <a:p>
            <a:r>
              <a:rPr lang="en-US" dirty="0"/>
              <a:t>You can make a new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by </a:t>
            </a:r>
            <a:r>
              <a:rPr lang="en-US" b="1" dirty="0"/>
              <a:t>inheriting</a:t>
            </a:r>
            <a:r>
              <a:rPr lang="en-US" dirty="0"/>
              <a:t> from some  existing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gets all the variables and methods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</p:txBody>
      </p:sp>
    </p:spTree>
    <p:extLst>
      <p:ext uri="{BB962C8B-B14F-4D97-AF65-F5344CB8AC3E}">
        <p14:creationId xmlns:p14="http://schemas.microsoft.com/office/powerpoint/2010/main" val="131095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FF885-B9A8-D292-FC20-0A7F2D814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77B63-8802-8940-E1EB-38CC5BC02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28655" cy="1325563"/>
          </a:xfrm>
        </p:spPr>
        <p:txBody>
          <a:bodyPr/>
          <a:lstStyle/>
          <a:p>
            <a:r>
              <a:rPr lang="en-US" dirty="0"/>
              <a:t>OOP: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BD2E5-F974-B8AD-CA1C-D4A191035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7682" cy="4351338"/>
          </a:xfrm>
        </p:spPr>
        <p:txBody>
          <a:bodyPr>
            <a:normAutofit/>
          </a:bodyPr>
          <a:lstStyle/>
          <a:p>
            <a:r>
              <a:rPr lang="en-US" b="1" dirty="0"/>
              <a:t>Inheritance</a:t>
            </a:r>
            <a:r>
              <a:rPr lang="en-US" dirty="0"/>
              <a:t> can be thought of as a trick for making new class based on an existing class</a:t>
            </a:r>
          </a:p>
          <a:p>
            <a:r>
              <a:rPr lang="en-US" dirty="0"/>
              <a:t>You can make a new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by </a:t>
            </a:r>
            <a:r>
              <a:rPr lang="en-US" b="1" dirty="0"/>
              <a:t>inheriting</a:t>
            </a:r>
            <a:r>
              <a:rPr lang="en-US" dirty="0"/>
              <a:t> from some  existing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gets all the variables and methods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CB6E1-4B8C-5C2F-FA52-B71F2D7DE3A2}"/>
              </a:ext>
            </a:extLst>
          </p:cNvPr>
          <p:cNvSpPr txBox="1"/>
          <p:nvPr/>
        </p:nvSpPr>
        <p:spPr>
          <a:xfrm>
            <a:off x="8385392" y="1487341"/>
            <a:ext cx="128592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79160D-7F9A-91FA-1962-11FCB71F09E9}"/>
              </a:ext>
            </a:extLst>
          </p:cNvPr>
          <p:cNvSpPr txBox="1"/>
          <p:nvPr/>
        </p:nvSpPr>
        <p:spPr>
          <a:xfrm>
            <a:off x="8346118" y="3730478"/>
            <a:ext cx="136447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Child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3D7A77-FEB7-4091-6B1B-9C0B88B218B9}"/>
              </a:ext>
            </a:extLst>
          </p:cNvPr>
          <p:cNvCxnSpPr>
            <a:stCxn id="8" idx="0"/>
            <a:endCxn id="4" idx="2"/>
          </p:cNvCxnSpPr>
          <p:nvPr/>
        </p:nvCxnSpPr>
        <p:spPr>
          <a:xfrm flipV="1">
            <a:off x="9028356" y="2195227"/>
            <a:ext cx="1" cy="1535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DD15E7C-69D2-7CEA-20E7-0F308BA5079F}"/>
              </a:ext>
            </a:extLst>
          </p:cNvPr>
          <p:cNvSpPr txBox="1"/>
          <p:nvPr/>
        </p:nvSpPr>
        <p:spPr>
          <a:xfrm>
            <a:off x="8146722" y="363142"/>
            <a:ext cx="1763268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is called a </a:t>
            </a:r>
            <a:r>
              <a:rPr lang="en-CA" b="1" dirty="0">
                <a:cs typeface="Consolas" panose="020B0609020204030204" pitchFamily="49" charset="0"/>
              </a:rPr>
              <a:t>Class Diagram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60692-D27D-06E3-C41B-2B57E45FD6B9}"/>
              </a:ext>
            </a:extLst>
          </p:cNvPr>
          <p:cNvSpPr txBox="1"/>
          <p:nvPr/>
        </p:nvSpPr>
        <p:spPr>
          <a:xfrm>
            <a:off x="5654248" y="219372"/>
            <a:ext cx="176326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It shows that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CA" dirty="0">
                <a:cs typeface="Consolas" panose="020B0609020204030204" pitchFamily="49" charset="0"/>
              </a:rPr>
              <a:t> inherits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512506-084C-87D8-7894-5B20A7F1F87F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7417516" y="681037"/>
            <a:ext cx="729206" cy="5271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596183F-EEAC-AC10-1CCE-9AAF1DFC9CCE}"/>
                  </a:ext>
                </a:extLst>
              </p14:cNvPr>
              <p14:cNvContentPartPr/>
              <p14:nvPr/>
            </p14:nvContentPartPr>
            <p14:xfrm>
              <a:off x="8293680" y="1043640"/>
              <a:ext cx="1781640" cy="20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596183F-EEAC-AC10-1CCE-9AAF1DFC9C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84320" y="1034280"/>
                <a:ext cx="1800360" cy="3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3643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9A51E-BEE8-0695-10D7-155913FBE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9DF9F-0901-9D92-746A-46ED2514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28655" cy="1325563"/>
          </a:xfrm>
        </p:spPr>
        <p:txBody>
          <a:bodyPr/>
          <a:lstStyle/>
          <a:p>
            <a:r>
              <a:rPr lang="en-US" dirty="0"/>
              <a:t>OOP: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23BE9-756B-AE09-E2B2-92694EED7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7682" cy="4351338"/>
          </a:xfrm>
        </p:spPr>
        <p:txBody>
          <a:bodyPr>
            <a:normAutofit/>
          </a:bodyPr>
          <a:lstStyle/>
          <a:p>
            <a:r>
              <a:rPr lang="en-US" b="1" dirty="0"/>
              <a:t>Inheritance</a:t>
            </a:r>
            <a:r>
              <a:rPr lang="en-US" dirty="0"/>
              <a:t> can be thought of as a trick for making new class based on an existing class</a:t>
            </a:r>
          </a:p>
          <a:p>
            <a:r>
              <a:rPr lang="en-US" dirty="0"/>
              <a:t>You can make a new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by </a:t>
            </a:r>
            <a:r>
              <a:rPr lang="en-US" b="1" dirty="0"/>
              <a:t>inheriting</a:t>
            </a:r>
            <a:r>
              <a:rPr lang="en-US" dirty="0"/>
              <a:t> from some  existing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gets all the variables and methods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CAE7EF-40FC-156A-464D-9AC0DB237268}"/>
              </a:ext>
            </a:extLst>
          </p:cNvPr>
          <p:cNvSpPr txBox="1"/>
          <p:nvPr/>
        </p:nvSpPr>
        <p:spPr>
          <a:xfrm>
            <a:off x="8385392" y="1487341"/>
            <a:ext cx="128592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215BD6-3FB0-5C44-7251-F2966F0BF6A0}"/>
              </a:ext>
            </a:extLst>
          </p:cNvPr>
          <p:cNvSpPr txBox="1"/>
          <p:nvPr/>
        </p:nvSpPr>
        <p:spPr>
          <a:xfrm>
            <a:off x="8346118" y="3730478"/>
            <a:ext cx="136447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Child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B0270F-5C7A-1668-8F8D-7802F6ABC4D7}"/>
              </a:ext>
            </a:extLst>
          </p:cNvPr>
          <p:cNvCxnSpPr>
            <a:stCxn id="8" idx="0"/>
            <a:endCxn id="4" idx="2"/>
          </p:cNvCxnSpPr>
          <p:nvPr/>
        </p:nvCxnSpPr>
        <p:spPr>
          <a:xfrm flipV="1">
            <a:off x="9028356" y="2195227"/>
            <a:ext cx="1" cy="1535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128825F-4D51-56E4-0AB4-6590A36B02AB}"/>
              </a:ext>
            </a:extLst>
          </p:cNvPr>
          <p:cNvSpPr txBox="1"/>
          <p:nvPr/>
        </p:nvSpPr>
        <p:spPr>
          <a:xfrm>
            <a:off x="8146722" y="363142"/>
            <a:ext cx="1763268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is called a </a:t>
            </a:r>
            <a:r>
              <a:rPr lang="en-CA" b="1" dirty="0">
                <a:cs typeface="Consolas" panose="020B0609020204030204" pitchFamily="49" charset="0"/>
              </a:rPr>
              <a:t>Class Diagram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486ADE-ECB0-E15D-7944-FDB6B34CB211}"/>
              </a:ext>
            </a:extLst>
          </p:cNvPr>
          <p:cNvSpPr txBox="1"/>
          <p:nvPr/>
        </p:nvSpPr>
        <p:spPr>
          <a:xfrm>
            <a:off x="10588335" y="1502459"/>
            <a:ext cx="144832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Rectangles represent classes.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94C4F6D-53BD-5B0A-A699-667B8391A32D}"/>
              </a:ext>
            </a:extLst>
          </p:cNvPr>
          <p:cNvCxnSpPr>
            <a:cxnSpLocks/>
            <a:stCxn id="12" idx="1"/>
            <a:endCxn id="4" idx="3"/>
          </p:cNvCxnSpPr>
          <p:nvPr/>
        </p:nvCxnSpPr>
        <p:spPr>
          <a:xfrm flipH="1" flipV="1">
            <a:off x="9671321" y="1841284"/>
            <a:ext cx="917014" cy="12284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1516FA-1D7E-62C7-D8BC-662F39772568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9671321" y="1964124"/>
            <a:ext cx="917014" cy="1766354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1067FA8-C616-4B9A-C365-3EA9FB798EC9}"/>
              </a:ext>
            </a:extLst>
          </p:cNvPr>
          <p:cNvSpPr txBox="1"/>
          <p:nvPr/>
        </p:nvSpPr>
        <p:spPr>
          <a:xfrm>
            <a:off x="5654248" y="219372"/>
            <a:ext cx="176326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It shows that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CA" dirty="0">
                <a:cs typeface="Consolas" panose="020B0609020204030204" pitchFamily="49" charset="0"/>
              </a:rPr>
              <a:t> inherits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804E7E-524A-F6DC-7B4B-551C684799C9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7417516" y="681037"/>
            <a:ext cx="729206" cy="5271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47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5D134-39D1-497E-A5F3-CFF497D60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4FFB3-21B1-CEA6-B95E-5ED4B0C7F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28655" cy="1325563"/>
          </a:xfrm>
        </p:spPr>
        <p:txBody>
          <a:bodyPr/>
          <a:lstStyle/>
          <a:p>
            <a:r>
              <a:rPr lang="en-US" dirty="0"/>
              <a:t>OOP: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15B86-6D86-6D44-C201-235FE722F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7682" cy="4351338"/>
          </a:xfrm>
        </p:spPr>
        <p:txBody>
          <a:bodyPr>
            <a:normAutofit/>
          </a:bodyPr>
          <a:lstStyle/>
          <a:p>
            <a:r>
              <a:rPr lang="en-US" b="1" dirty="0"/>
              <a:t>Inheritance</a:t>
            </a:r>
            <a:r>
              <a:rPr lang="en-US" dirty="0"/>
              <a:t> can be thought of as a trick for making new class based on an existing class</a:t>
            </a:r>
          </a:p>
          <a:p>
            <a:r>
              <a:rPr lang="en-US" dirty="0"/>
              <a:t>You can make a new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by </a:t>
            </a:r>
            <a:r>
              <a:rPr lang="en-US" b="1" dirty="0"/>
              <a:t>inheriting</a:t>
            </a:r>
            <a:r>
              <a:rPr lang="en-US" dirty="0"/>
              <a:t> from some  existing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gets all the variables and methods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32983E-2CBF-0549-7053-6E1412E90BB8}"/>
              </a:ext>
            </a:extLst>
          </p:cNvPr>
          <p:cNvSpPr txBox="1"/>
          <p:nvPr/>
        </p:nvSpPr>
        <p:spPr>
          <a:xfrm>
            <a:off x="8385392" y="1487341"/>
            <a:ext cx="128592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AA1A8-A7D3-6828-6B05-AB86C32BC8CB}"/>
              </a:ext>
            </a:extLst>
          </p:cNvPr>
          <p:cNvSpPr txBox="1"/>
          <p:nvPr/>
        </p:nvSpPr>
        <p:spPr>
          <a:xfrm>
            <a:off x="8346118" y="3730478"/>
            <a:ext cx="136447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Child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930665-22BA-3876-36ED-1CE5F7579000}"/>
              </a:ext>
            </a:extLst>
          </p:cNvPr>
          <p:cNvCxnSpPr>
            <a:stCxn id="8" idx="0"/>
            <a:endCxn id="4" idx="2"/>
          </p:cNvCxnSpPr>
          <p:nvPr/>
        </p:nvCxnSpPr>
        <p:spPr>
          <a:xfrm flipV="1">
            <a:off x="9028356" y="2195227"/>
            <a:ext cx="1" cy="1535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793D93-5037-9ABE-510E-58A7AA889B8A}"/>
              </a:ext>
            </a:extLst>
          </p:cNvPr>
          <p:cNvSpPr txBox="1"/>
          <p:nvPr/>
        </p:nvSpPr>
        <p:spPr>
          <a:xfrm>
            <a:off x="8146722" y="363142"/>
            <a:ext cx="1763268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is called a </a:t>
            </a:r>
            <a:r>
              <a:rPr lang="en-CA" b="1" dirty="0">
                <a:cs typeface="Consolas" panose="020B0609020204030204" pitchFamily="49" charset="0"/>
              </a:rPr>
              <a:t>Class Diagram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BC4972-2EAE-14EC-4BA0-44ED573DB6EB}"/>
              </a:ext>
            </a:extLst>
          </p:cNvPr>
          <p:cNvSpPr txBox="1"/>
          <p:nvPr/>
        </p:nvSpPr>
        <p:spPr>
          <a:xfrm>
            <a:off x="10588335" y="1502459"/>
            <a:ext cx="144832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Rectangles represent classes.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53FEF21-FDDB-A6EC-B2E6-D775A767A423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11231299" y="4629329"/>
            <a:ext cx="0" cy="494071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FFADB42-AD68-CDE0-6097-9C5EB7010ACB}"/>
              </a:ext>
            </a:extLst>
          </p:cNvPr>
          <p:cNvSpPr txBox="1"/>
          <p:nvPr/>
        </p:nvSpPr>
        <p:spPr>
          <a:xfrm>
            <a:off x="10507135" y="3429000"/>
            <a:ext cx="144832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The arrow shows the direction of inheritance.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7EE7B7-6CFA-9C47-AEDA-FA196585A535}"/>
              </a:ext>
            </a:extLst>
          </p:cNvPr>
          <p:cNvSpPr txBox="1"/>
          <p:nvPr/>
        </p:nvSpPr>
        <p:spPr>
          <a:xfrm>
            <a:off x="9909990" y="5123400"/>
            <a:ext cx="2126671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CA" dirty="0">
                <a:cs typeface="Consolas" panose="020B0609020204030204" pitchFamily="49" charset="0"/>
              </a:rPr>
              <a:t> points to the class it inherits from, i.e. gets all the variables and method of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72263FC-1531-9ADF-D1B6-0051185F7D26}"/>
              </a:ext>
            </a:extLst>
          </p:cNvPr>
          <p:cNvCxnSpPr>
            <a:cxnSpLocks/>
          </p:cNvCxnSpPr>
          <p:nvPr/>
        </p:nvCxnSpPr>
        <p:spPr>
          <a:xfrm flipH="1" flipV="1">
            <a:off x="9028356" y="2857500"/>
            <a:ext cx="1478779" cy="57150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0B2FACB-D527-CE2F-A8EC-BD66B60E7434}"/>
              </a:ext>
            </a:extLst>
          </p:cNvPr>
          <p:cNvSpPr txBox="1"/>
          <p:nvPr/>
        </p:nvSpPr>
        <p:spPr>
          <a:xfrm>
            <a:off x="5654248" y="219372"/>
            <a:ext cx="176326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It shows that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CA" dirty="0">
                <a:cs typeface="Consolas" panose="020B0609020204030204" pitchFamily="49" charset="0"/>
              </a:rPr>
              <a:t> inherits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75DD8D9-8931-8781-EBE3-61739E4A3C3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417516" y="681037"/>
            <a:ext cx="729206" cy="5271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740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2A543-C1B7-E445-7C08-53952B2B0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1431-069E-58FE-9116-11120BA98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28655" cy="1325563"/>
          </a:xfrm>
        </p:spPr>
        <p:txBody>
          <a:bodyPr/>
          <a:lstStyle/>
          <a:p>
            <a:r>
              <a:rPr lang="en-US" dirty="0"/>
              <a:t>OOP: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E5443-B474-57A4-42E0-6D9846897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7682" cy="4351338"/>
          </a:xfrm>
        </p:spPr>
        <p:txBody>
          <a:bodyPr>
            <a:normAutofit/>
          </a:bodyPr>
          <a:lstStyle/>
          <a:p>
            <a:r>
              <a:rPr lang="en-US" b="1" dirty="0"/>
              <a:t>Inheritance</a:t>
            </a:r>
            <a:r>
              <a:rPr lang="en-US" dirty="0"/>
              <a:t> can be thought of as a trick for making new class based on an existing class</a:t>
            </a:r>
          </a:p>
          <a:p>
            <a:r>
              <a:rPr lang="en-US" dirty="0"/>
              <a:t>You can make a new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by </a:t>
            </a:r>
            <a:r>
              <a:rPr lang="en-US" b="1" dirty="0"/>
              <a:t>inheriting</a:t>
            </a:r>
            <a:r>
              <a:rPr lang="en-US" dirty="0"/>
              <a:t> from some  existing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gets all the variables and methods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F0332B-D8F8-9495-C997-F21F6C33EE90}"/>
              </a:ext>
            </a:extLst>
          </p:cNvPr>
          <p:cNvSpPr txBox="1"/>
          <p:nvPr/>
        </p:nvSpPr>
        <p:spPr>
          <a:xfrm>
            <a:off x="8385392" y="1487341"/>
            <a:ext cx="128592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5C5412-DD61-2A53-DF3D-E8EE456C3A5C}"/>
              </a:ext>
            </a:extLst>
          </p:cNvPr>
          <p:cNvSpPr txBox="1"/>
          <p:nvPr/>
        </p:nvSpPr>
        <p:spPr>
          <a:xfrm>
            <a:off x="8346118" y="3730478"/>
            <a:ext cx="136447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Child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CC6434-E78F-4AEC-B3BD-6A93433B33BD}"/>
              </a:ext>
            </a:extLst>
          </p:cNvPr>
          <p:cNvCxnSpPr>
            <a:stCxn id="8" idx="0"/>
            <a:endCxn id="4" idx="2"/>
          </p:cNvCxnSpPr>
          <p:nvPr/>
        </p:nvCxnSpPr>
        <p:spPr>
          <a:xfrm flipV="1">
            <a:off x="9028356" y="2195227"/>
            <a:ext cx="1" cy="1535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9C3C76B-12BD-2964-48A1-285DA9E230EA}"/>
              </a:ext>
            </a:extLst>
          </p:cNvPr>
          <p:cNvSpPr txBox="1"/>
          <p:nvPr/>
        </p:nvSpPr>
        <p:spPr>
          <a:xfrm>
            <a:off x="8146722" y="363142"/>
            <a:ext cx="1763268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is called a </a:t>
            </a:r>
            <a:r>
              <a:rPr lang="en-CA" b="1" dirty="0">
                <a:cs typeface="Consolas" panose="020B0609020204030204" pitchFamily="49" charset="0"/>
              </a:rPr>
              <a:t>Class Diagram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E8882B-ADE7-17EE-7806-71D70C3758BC}"/>
              </a:ext>
            </a:extLst>
          </p:cNvPr>
          <p:cNvSpPr txBox="1"/>
          <p:nvPr/>
        </p:nvSpPr>
        <p:spPr>
          <a:xfrm>
            <a:off x="10588335" y="1502459"/>
            <a:ext cx="144832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Rectangles represent classes.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56CD9D-FA7E-2A45-F037-C3AB582D85AD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11231299" y="4629329"/>
            <a:ext cx="0" cy="494071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2B2CB32-B7AB-1339-9A08-FAE0A485F6FF}"/>
              </a:ext>
            </a:extLst>
          </p:cNvPr>
          <p:cNvSpPr txBox="1"/>
          <p:nvPr/>
        </p:nvSpPr>
        <p:spPr>
          <a:xfrm>
            <a:off x="10507135" y="3429000"/>
            <a:ext cx="144832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The arrow shows the direction of inheritance.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A7EA3A-8563-A10B-A930-DE9BE3DBEBD3}"/>
              </a:ext>
            </a:extLst>
          </p:cNvPr>
          <p:cNvSpPr txBox="1"/>
          <p:nvPr/>
        </p:nvSpPr>
        <p:spPr>
          <a:xfrm>
            <a:off x="9909990" y="5123400"/>
            <a:ext cx="2126671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CA" dirty="0">
                <a:cs typeface="Consolas" panose="020B0609020204030204" pitchFamily="49" charset="0"/>
              </a:rPr>
              <a:t> points to the class it inherits from, i.e. gets all the variables and method of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886B04-5CD9-513E-F3C6-10F290319B91}"/>
              </a:ext>
            </a:extLst>
          </p:cNvPr>
          <p:cNvSpPr txBox="1"/>
          <p:nvPr/>
        </p:nvSpPr>
        <p:spPr>
          <a:xfrm>
            <a:off x="5654248" y="219372"/>
            <a:ext cx="176326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It shows that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CA" dirty="0">
                <a:cs typeface="Consolas" panose="020B0609020204030204" pitchFamily="49" charset="0"/>
              </a:rPr>
              <a:t> inherits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C90705B-FDED-AA61-32EA-98D68B25796F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417516" y="681037"/>
            <a:ext cx="729206" cy="5271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F8CE18-2792-F9D0-F273-360A7E6B6231}"/>
              </a:ext>
            </a:extLst>
          </p:cNvPr>
          <p:cNvSpPr txBox="1"/>
          <p:nvPr/>
        </p:nvSpPr>
        <p:spPr>
          <a:xfrm>
            <a:off x="6476036" y="4514078"/>
            <a:ext cx="1448327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In C++ we write this 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F1BB9E-19AF-503F-1EE0-42BED28A3EA7}"/>
              </a:ext>
            </a:extLst>
          </p:cNvPr>
          <p:cNvSpPr txBox="1"/>
          <p:nvPr/>
        </p:nvSpPr>
        <p:spPr>
          <a:xfrm>
            <a:off x="5375466" y="5253633"/>
            <a:ext cx="36038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Child : public Base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61B7D8-7E65-4BDC-708D-D0AA6E194DB5}"/>
              </a:ext>
            </a:extLst>
          </p:cNvPr>
          <p:cNvSpPr txBox="1"/>
          <p:nvPr/>
        </p:nvSpPr>
        <p:spPr>
          <a:xfrm>
            <a:off x="6360731" y="5992297"/>
            <a:ext cx="2857500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We only use </a:t>
            </a:r>
            <a:r>
              <a:rPr lang="en-CA" b="1" dirty="0">
                <a:cs typeface="Consolas" panose="020B0609020204030204" pitchFamily="49" charset="0"/>
              </a:rPr>
              <a:t>public inheritance </a:t>
            </a:r>
            <a:r>
              <a:rPr lang="en-CA" dirty="0">
                <a:cs typeface="Consolas" panose="020B0609020204030204" pitchFamily="49" charset="0"/>
              </a:rPr>
              <a:t>in this course.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9EF146-A21F-3CA6-A9C8-2086E758F996}"/>
              </a:ext>
            </a:extLst>
          </p:cNvPr>
          <p:cNvCxnSpPr>
            <a:cxnSpLocks/>
          </p:cNvCxnSpPr>
          <p:nvPr/>
        </p:nvCxnSpPr>
        <p:spPr>
          <a:xfrm flipV="1">
            <a:off x="7782119" y="5576798"/>
            <a:ext cx="0" cy="415499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6FEC744-BC9F-26D7-2D1F-3DD1E3FB7CA9}"/>
              </a:ext>
            </a:extLst>
          </p:cNvPr>
          <p:cNvSpPr txBox="1"/>
          <p:nvPr/>
        </p:nvSpPr>
        <p:spPr>
          <a:xfrm>
            <a:off x="623890" y="5576798"/>
            <a:ext cx="285750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cs typeface="Consolas" panose="020B0609020204030204" pitchFamily="49" charset="0"/>
              </a:rPr>
              <a:t>Public inheritance </a:t>
            </a:r>
            <a:r>
              <a:rPr lang="en-CA" dirty="0">
                <a:cs typeface="Consolas" panose="020B0609020204030204" pitchFamily="49" charset="0"/>
              </a:rPr>
              <a:t>means public/private members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CA" dirty="0">
                <a:cs typeface="Consolas" panose="020B0609020204030204" pitchFamily="49" charset="0"/>
              </a:rPr>
              <a:t> have the same visibility in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B868F1-C114-01D1-A7AA-53A705D37C76}"/>
              </a:ext>
            </a:extLst>
          </p:cNvPr>
          <p:cNvCxnSpPr>
            <a:cxnSpLocks/>
          </p:cNvCxnSpPr>
          <p:nvPr/>
        </p:nvCxnSpPr>
        <p:spPr>
          <a:xfrm>
            <a:off x="3481390" y="6119513"/>
            <a:ext cx="2879341" cy="13850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A7514F3-69FA-1366-3167-DFD8C3D90A13}"/>
                  </a:ext>
                </a:extLst>
              </p14:cNvPr>
              <p14:cNvContentPartPr/>
              <p14:nvPr/>
            </p14:nvContentPartPr>
            <p14:xfrm>
              <a:off x="6244920" y="5449680"/>
              <a:ext cx="2341080" cy="118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A7514F3-69FA-1366-3167-DFD8C3D90A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35560" y="5440320"/>
                <a:ext cx="2359800" cy="13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8015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4D86B-87EE-F9BE-516A-45E19F08F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A0394-E2BB-8D03-7BE8-61F817434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28655" cy="1325563"/>
          </a:xfrm>
        </p:spPr>
        <p:txBody>
          <a:bodyPr/>
          <a:lstStyle/>
          <a:p>
            <a:r>
              <a:rPr lang="en-US" dirty="0"/>
              <a:t>OOP: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E6E98-2E63-2600-6599-303DD6E0B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7682" cy="4351338"/>
          </a:xfrm>
        </p:spPr>
        <p:txBody>
          <a:bodyPr>
            <a:normAutofit/>
          </a:bodyPr>
          <a:lstStyle/>
          <a:p>
            <a:r>
              <a:rPr lang="en-US" b="1" dirty="0"/>
              <a:t>Inheritance</a:t>
            </a:r>
            <a:r>
              <a:rPr lang="en-US" dirty="0"/>
              <a:t> can be thought of as a trick for making new class based on an existing class</a:t>
            </a:r>
          </a:p>
          <a:p>
            <a:r>
              <a:rPr lang="en-US" dirty="0"/>
              <a:t>You can make a new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by </a:t>
            </a:r>
            <a:r>
              <a:rPr lang="en-US" b="1" dirty="0"/>
              <a:t>inheriting</a:t>
            </a:r>
            <a:r>
              <a:rPr lang="en-US" dirty="0"/>
              <a:t> from some  existing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gets all the variables and methods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D8894A-738E-C5D3-856D-63967A78B412}"/>
              </a:ext>
            </a:extLst>
          </p:cNvPr>
          <p:cNvSpPr txBox="1"/>
          <p:nvPr/>
        </p:nvSpPr>
        <p:spPr>
          <a:xfrm>
            <a:off x="10328492" y="1471682"/>
            <a:ext cx="128592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860B02-E769-2258-5D4E-73BC2745A626}"/>
              </a:ext>
            </a:extLst>
          </p:cNvPr>
          <p:cNvSpPr txBox="1"/>
          <p:nvPr/>
        </p:nvSpPr>
        <p:spPr>
          <a:xfrm>
            <a:off x="10289218" y="3714819"/>
            <a:ext cx="136447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Child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29598D-78AB-E098-7842-41ED2631A865}"/>
              </a:ext>
            </a:extLst>
          </p:cNvPr>
          <p:cNvCxnSpPr>
            <a:stCxn id="8" idx="0"/>
            <a:endCxn id="4" idx="2"/>
          </p:cNvCxnSpPr>
          <p:nvPr/>
        </p:nvCxnSpPr>
        <p:spPr>
          <a:xfrm flipV="1">
            <a:off x="10971456" y="2179568"/>
            <a:ext cx="1" cy="1535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5E670C4-E311-4891-79F1-90EFF91657B9}"/>
              </a:ext>
            </a:extLst>
          </p:cNvPr>
          <p:cNvSpPr txBox="1"/>
          <p:nvPr/>
        </p:nvSpPr>
        <p:spPr>
          <a:xfrm>
            <a:off x="7850762" y="1690688"/>
            <a:ext cx="1448327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In C++ we write this 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023E58-ED34-70FF-0AA0-19765263A698}"/>
              </a:ext>
            </a:extLst>
          </p:cNvPr>
          <p:cNvSpPr txBox="1"/>
          <p:nvPr/>
        </p:nvSpPr>
        <p:spPr>
          <a:xfrm>
            <a:off x="6750192" y="2430243"/>
            <a:ext cx="36038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Child : public Base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62273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A0ED7-D0DE-280B-5389-C89969317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7756-9B95-B505-9283-634D2C82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28655" cy="1325563"/>
          </a:xfrm>
        </p:spPr>
        <p:txBody>
          <a:bodyPr/>
          <a:lstStyle/>
          <a:p>
            <a:r>
              <a:rPr lang="en-US" dirty="0"/>
              <a:t>OOP: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A290A-8A59-8754-413C-3AD47D37D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7682" cy="4351338"/>
          </a:xfrm>
        </p:spPr>
        <p:txBody>
          <a:bodyPr>
            <a:normAutofit/>
          </a:bodyPr>
          <a:lstStyle/>
          <a:p>
            <a:r>
              <a:rPr lang="en-US" b="1" dirty="0"/>
              <a:t>Inheritance</a:t>
            </a:r>
            <a:r>
              <a:rPr lang="en-US" dirty="0"/>
              <a:t> can be thought of as a trick for making new class based on an existing class</a:t>
            </a:r>
          </a:p>
          <a:p>
            <a:r>
              <a:rPr lang="en-US" dirty="0"/>
              <a:t>You can make a new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by </a:t>
            </a:r>
            <a:r>
              <a:rPr lang="en-US" b="1" dirty="0"/>
              <a:t>inheriting</a:t>
            </a:r>
            <a:r>
              <a:rPr lang="en-US" dirty="0"/>
              <a:t> from some  existing class called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US" dirty="0"/>
              <a:t> gets all the variables and methods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41202-81B0-5FA3-E16D-26EC04DAB550}"/>
              </a:ext>
            </a:extLst>
          </p:cNvPr>
          <p:cNvSpPr txBox="1"/>
          <p:nvPr/>
        </p:nvSpPr>
        <p:spPr>
          <a:xfrm>
            <a:off x="10328492" y="1471682"/>
            <a:ext cx="128592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6911AD-CAB8-D982-642B-0B6CC307D340}"/>
              </a:ext>
            </a:extLst>
          </p:cNvPr>
          <p:cNvSpPr txBox="1"/>
          <p:nvPr/>
        </p:nvSpPr>
        <p:spPr>
          <a:xfrm>
            <a:off x="10289218" y="3714819"/>
            <a:ext cx="136447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Child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30FEE1-2AA8-9D4A-B019-694E0F34CF59}"/>
              </a:ext>
            </a:extLst>
          </p:cNvPr>
          <p:cNvCxnSpPr>
            <a:stCxn id="8" idx="0"/>
            <a:endCxn id="4" idx="2"/>
          </p:cNvCxnSpPr>
          <p:nvPr/>
        </p:nvCxnSpPr>
        <p:spPr>
          <a:xfrm flipV="1">
            <a:off x="10971456" y="2179568"/>
            <a:ext cx="1" cy="1535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9760EF4-1A0D-D85A-06C6-DFD4464C4122}"/>
              </a:ext>
            </a:extLst>
          </p:cNvPr>
          <p:cNvSpPr txBox="1"/>
          <p:nvPr/>
        </p:nvSpPr>
        <p:spPr>
          <a:xfrm>
            <a:off x="7850762" y="1690688"/>
            <a:ext cx="1448327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In C++ we write this 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6CC616-008A-9AD7-55F9-12AE3A078FB2}"/>
              </a:ext>
            </a:extLst>
          </p:cNvPr>
          <p:cNvSpPr txBox="1"/>
          <p:nvPr/>
        </p:nvSpPr>
        <p:spPr>
          <a:xfrm>
            <a:off x="6750192" y="2430243"/>
            <a:ext cx="36038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Child 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Base {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0AA0D8-17AD-D066-B0A4-3E826BBC44C2}"/>
              </a:ext>
            </a:extLst>
          </p:cNvPr>
          <p:cNvSpPr txBox="1"/>
          <p:nvPr/>
        </p:nvSpPr>
        <p:spPr>
          <a:xfrm>
            <a:off x="7324919" y="3181262"/>
            <a:ext cx="2857500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We only use </a:t>
            </a:r>
            <a:r>
              <a:rPr lang="en-CA" b="1" dirty="0">
                <a:cs typeface="Consolas" panose="020B0609020204030204" pitchFamily="49" charset="0"/>
              </a:rPr>
              <a:t>public inheritance </a:t>
            </a:r>
            <a:r>
              <a:rPr lang="en-CA" dirty="0">
                <a:cs typeface="Consolas" panose="020B0609020204030204" pitchFamily="49" charset="0"/>
              </a:rPr>
              <a:t>in this course.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F4B4FC-F814-B807-AFC6-283AF5DAD760}"/>
              </a:ext>
            </a:extLst>
          </p:cNvPr>
          <p:cNvCxnSpPr>
            <a:cxnSpLocks/>
          </p:cNvCxnSpPr>
          <p:nvPr/>
        </p:nvCxnSpPr>
        <p:spPr>
          <a:xfrm flipV="1">
            <a:off x="8955257" y="2765763"/>
            <a:ext cx="0" cy="415499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CC2B86C-4DB8-47A1-F180-3C58073800CB}"/>
              </a:ext>
            </a:extLst>
          </p:cNvPr>
          <p:cNvSpPr txBox="1"/>
          <p:nvPr/>
        </p:nvSpPr>
        <p:spPr>
          <a:xfrm>
            <a:off x="7324919" y="5316196"/>
            <a:ext cx="285750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cs typeface="Consolas" panose="020B0609020204030204" pitchFamily="49" charset="0"/>
              </a:rPr>
              <a:t>Public inheritance </a:t>
            </a:r>
            <a:r>
              <a:rPr lang="en-CA" dirty="0">
                <a:cs typeface="Consolas" panose="020B0609020204030204" pitchFamily="49" charset="0"/>
              </a:rPr>
              <a:t>means public/private members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CA" dirty="0">
                <a:cs typeface="Consolas" panose="020B0609020204030204" pitchFamily="49" charset="0"/>
              </a:rPr>
              <a:t> keep the same visibility in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Child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72D675-C7DD-5315-7206-DEAA17D2B32E}"/>
              </a:ext>
            </a:extLst>
          </p:cNvPr>
          <p:cNvCxnSpPr>
            <a:cxnSpLocks/>
            <a:stCxn id="18" idx="0"/>
            <a:endCxn id="13" idx="2"/>
          </p:cNvCxnSpPr>
          <p:nvPr/>
        </p:nvCxnSpPr>
        <p:spPr>
          <a:xfrm flipV="1">
            <a:off x="8753669" y="3827593"/>
            <a:ext cx="0" cy="1488603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79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3AF09-6FA1-5E01-A2E5-7E58E93D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OOP: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5540A-A4DC-8864-D1BA-A49BE0836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code example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Named_color</a:t>
            </a:r>
            <a:r>
              <a:rPr lang="en-US" dirty="0"/>
              <a:t> objects …</a:t>
            </a:r>
          </a:p>
          <a:p>
            <a:r>
              <a:rPr lang="en-US" dirty="0"/>
              <a:t>See code example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int_vec</a:t>
            </a:r>
            <a:r>
              <a:rPr lang="en-US" dirty="0"/>
              <a:t> inheriting from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vector&lt;int&gt;</a:t>
            </a:r>
            <a:r>
              <a:rPr lang="en-US" dirty="0"/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257285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8CEB2-0C63-4479-D831-BF1E106F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Hierarchies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872C7-DB59-A195-6CD6-B3312D1CE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large OOP programs, it is common to create </a:t>
            </a:r>
            <a:r>
              <a:rPr lang="en-US" b="1" dirty="0"/>
              <a:t>hierarchies</a:t>
            </a:r>
            <a:r>
              <a:rPr lang="en-US" dirty="0"/>
              <a:t> of classes related by inheritance …</a:t>
            </a:r>
          </a:p>
        </p:txBody>
      </p:sp>
    </p:spTree>
    <p:extLst>
      <p:ext uri="{BB962C8B-B14F-4D97-AF65-F5344CB8AC3E}">
        <p14:creationId xmlns:p14="http://schemas.microsoft.com/office/powerpoint/2010/main" val="3945623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BED1E-12D3-F4AA-ED68-2BB6B4045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694AD-420C-CD8D-B32A-C507CEDDA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53" y="-131862"/>
            <a:ext cx="5676887" cy="1325563"/>
          </a:xfrm>
        </p:spPr>
        <p:txBody>
          <a:bodyPr/>
          <a:lstStyle/>
          <a:p>
            <a:r>
              <a:rPr lang="en-US" dirty="0"/>
              <a:t>Inheritance Hierarchies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3AF84-4CD8-2C7A-24F6-38873A9556DD}"/>
              </a:ext>
            </a:extLst>
          </p:cNvPr>
          <p:cNvSpPr txBox="1"/>
          <p:nvPr/>
        </p:nvSpPr>
        <p:spPr>
          <a:xfrm>
            <a:off x="4533189" y="1153166"/>
            <a:ext cx="3857146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Character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Point position() const;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walk_to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(const Point&amp; p);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E69494-C07C-227F-567F-4E8CB634672F}"/>
              </a:ext>
            </a:extLst>
          </p:cNvPr>
          <p:cNvSpPr txBox="1"/>
          <p:nvPr/>
        </p:nvSpPr>
        <p:spPr>
          <a:xfrm>
            <a:off x="4056937" y="3269191"/>
            <a:ext cx="95250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Human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49BCF8-70C9-3F81-9BBC-DF602891C26C}"/>
              </a:ext>
            </a:extLst>
          </p:cNvPr>
          <p:cNvSpPr txBox="1"/>
          <p:nvPr/>
        </p:nvSpPr>
        <p:spPr>
          <a:xfrm>
            <a:off x="8371843" y="3296150"/>
            <a:ext cx="105041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Monster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C1C699-BCE9-D59A-52CE-E8B1EFED2332}"/>
              </a:ext>
            </a:extLst>
          </p:cNvPr>
          <p:cNvSpPr txBox="1"/>
          <p:nvPr/>
        </p:nvSpPr>
        <p:spPr>
          <a:xfrm>
            <a:off x="7606297" y="4333502"/>
            <a:ext cx="105041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Ogre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4A160-8F77-FD86-63A8-088BAFB21367}"/>
              </a:ext>
            </a:extLst>
          </p:cNvPr>
          <p:cNvSpPr txBox="1"/>
          <p:nvPr/>
        </p:nvSpPr>
        <p:spPr>
          <a:xfrm>
            <a:off x="9087625" y="4333502"/>
            <a:ext cx="105041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Dragon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CF66E-C128-E26C-ACEC-1A24885AF4C1}"/>
              </a:ext>
            </a:extLst>
          </p:cNvPr>
          <p:cNvSpPr txBox="1"/>
          <p:nvPr/>
        </p:nvSpPr>
        <p:spPr>
          <a:xfrm>
            <a:off x="10568953" y="4333502"/>
            <a:ext cx="105041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Snake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36CA93-6190-A00D-D779-EDF776419EA7}"/>
              </a:ext>
            </a:extLst>
          </p:cNvPr>
          <p:cNvSpPr txBox="1"/>
          <p:nvPr/>
        </p:nvSpPr>
        <p:spPr>
          <a:xfrm>
            <a:off x="2046938" y="4536193"/>
            <a:ext cx="96654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Warrior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DC2017-0652-E29D-B6FC-85F00158497E}"/>
              </a:ext>
            </a:extLst>
          </p:cNvPr>
          <p:cNvSpPr txBox="1"/>
          <p:nvPr/>
        </p:nvSpPr>
        <p:spPr>
          <a:xfrm>
            <a:off x="3897857" y="4536193"/>
            <a:ext cx="70243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Thief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0FD88C-1B92-7B17-3277-0B4036CE61A1}"/>
              </a:ext>
            </a:extLst>
          </p:cNvPr>
          <p:cNvSpPr txBox="1"/>
          <p:nvPr/>
        </p:nvSpPr>
        <p:spPr>
          <a:xfrm>
            <a:off x="5484665" y="4536193"/>
            <a:ext cx="91352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Wizard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92B2603-2298-3A03-BB02-5E2D77272296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2530212" y="3665482"/>
            <a:ext cx="1664610" cy="870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945526-705B-9C61-5A8F-5058D1E74A5F}"/>
              </a:ext>
            </a:extLst>
          </p:cNvPr>
          <p:cNvCxnSpPr>
            <a:cxnSpLocks/>
            <a:stCxn id="13" idx="0"/>
            <a:endCxn id="7" idx="2"/>
          </p:cNvCxnSpPr>
          <p:nvPr/>
        </p:nvCxnSpPr>
        <p:spPr>
          <a:xfrm flipV="1">
            <a:off x="4249075" y="3638523"/>
            <a:ext cx="284114" cy="897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025B141-B8A4-1897-C71C-FA27E69EE999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4895494" y="3665482"/>
            <a:ext cx="1045931" cy="870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92DB92-1203-559B-6444-965FFD26DF92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8131506" y="3665482"/>
            <a:ext cx="439470" cy="66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C6356C6-3BF9-9C3A-3F3A-DBA60FA8911C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H="1" flipV="1">
            <a:off x="8897052" y="3665482"/>
            <a:ext cx="715782" cy="66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5836B26-6148-A83D-8C62-3B5EC43236CE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9422260" y="3665482"/>
            <a:ext cx="1671902" cy="66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0C5CF69-40DF-C842-01B0-B24073D5488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4533189" y="2380454"/>
            <a:ext cx="724611" cy="888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329BA7A-F510-A6EB-4E12-D9617EAFF471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7790688" y="2353495"/>
            <a:ext cx="1106364" cy="9426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0F2CFF1-E6B6-7C64-2E75-BA5BC23DC2B5}"/>
              </a:ext>
            </a:extLst>
          </p:cNvPr>
          <p:cNvSpPr txBox="1"/>
          <p:nvPr/>
        </p:nvSpPr>
        <p:spPr>
          <a:xfrm>
            <a:off x="694535" y="2095821"/>
            <a:ext cx="262128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All classes inherit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position</a:t>
            </a:r>
            <a:r>
              <a:rPr lang="en-CA" dirty="0">
                <a:cs typeface="Consolas" panose="020B0609020204030204" pitchFamily="49" charset="0"/>
              </a:rPr>
              <a:t>,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walk_to</a:t>
            </a:r>
            <a:r>
              <a:rPr lang="en-CA" dirty="0">
                <a:cs typeface="Consolas" panose="020B0609020204030204" pitchFamily="49" charset="0"/>
              </a:rPr>
              <a:t>, and any other methods in </a:t>
            </a:r>
            <a:r>
              <a:rPr lang="en-CA" b="1" dirty="0">
                <a:cs typeface="Consolas" panose="020B0609020204030204" pitchFamily="49" charset="0"/>
              </a:rPr>
              <a:t>Character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4F7613-93A8-27B4-51B3-045FE1EE7160}"/>
              </a:ext>
            </a:extLst>
          </p:cNvPr>
          <p:cNvSpPr txBox="1"/>
          <p:nvPr/>
        </p:nvSpPr>
        <p:spPr>
          <a:xfrm>
            <a:off x="1247393" y="5591570"/>
            <a:ext cx="88261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Archer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1B1DBE-A911-F602-1631-33428F1A4550}"/>
              </a:ext>
            </a:extLst>
          </p:cNvPr>
          <p:cNvSpPr txBox="1"/>
          <p:nvPr/>
        </p:nvSpPr>
        <p:spPr>
          <a:xfrm>
            <a:off x="2694447" y="5591570"/>
            <a:ext cx="85760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Knight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D3DBE95-4538-2436-B3B0-61FEA776D4C5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1688700" y="4905525"/>
            <a:ext cx="517354" cy="6860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AE42BAE-0497-8FB3-02BC-9398C6128DB5}"/>
              </a:ext>
            </a:extLst>
          </p:cNvPr>
          <p:cNvCxnSpPr>
            <a:cxnSpLocks/>
            <a:stCxn id="45" idx="0"/>
          </p:cNvCxnSpPr>
          <p:nvPr/>
        </p:nvCxnSpPr>
        <p:spPr>
          <a:xfrm flipH="1" flipV="1">
            <a:off x="2793278" y="4905525"/>
            <a:ext cx="329973" cy="6860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214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5ABEA-37B7-159A-BB75-5F6BB06B4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41BD4-6B08-8E73-408C-8BDB17B73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53" y="-131862"/>
            <a:ext cx="5676887" cy="1325563"/>
          </a:xfrm>
        </p:spPr>
        <p:txBody>
          <a:bodyPr/>
          <a:lstStyle/>
          <a:p>
            <a:r>
              <a:rPr lang="en-US" dirty="0"/>
              <a:t>Inheritance Hierarchies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DD52E6-1478-A71F-F2E6-70EE4D80BB6E}"/>
              </a:ext>
            </a:extLst>
          </p:cNvPr>
          <p:cNvSpPr txBox="1"/>
          <p:nvPr/>
        </p:nvSpPr>
        <p:spPr>
          <a:xfrm>
            <a:off x="5730240" y="1726489"/>
            <a:ext cx="162557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UserInterface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418C8D-F597-37EC-BFFA-420B8DBBD523}"/>
              </a:ext>
            </a:extLst>
          </p:cNvPr>
          <p:cNvSpPr txBox="1"/>
          <p:nvPr/>
        </p:nvSpPr>
        <p:spPr>
          <a:xfrm>
            <a:off x="4535611" y="2763841"/>
            <a:ext cx="14822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Keyboard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830F55-CA37-1C63-00EC-023FBF78061F}"/>
              </a:ext>
            </a:extLst>
          </p:cNvPr>
          <p:cNvSpPr txBox="1"/>
          <p:nvPr/>
        </p:nvSpPr>
        <p:spPr>
          <a:xfrm>
            <a:off x="6174183" y="2763841"/>
            <a:ext cx="160983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TouchScreen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7D8141-0A94-ADA0-E2CE-3BDE177306D0}"/>
              </a:ext>
            </a:extLst>
          </p:cNvPr>
          <p:cNvSpPr txBox="1"/>
          <p:nvPr/>
        </p:nvSpPr>
        <p:spPr>
          <a:xfrm>
            <a:off x="8214925" y="2763841"/>
            <a:ext cx="160983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ButtonPanel</a:t>
            </a:r>
            <a:endParaRPr lang="en-US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3091552-DA2A-E4AC-42AE-9B271CAA1139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276715" y="2095821"/>
            <a:ext cx="655365" cy="66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310E079-13D1-B7B2-374B-98960582039D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H="1" flipV="1">
            <a:off x="6543027" y="2095821"/>
            <a:ext cx="436072" cy="66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3A3D080-DFB9-ECC3-813E-FAC8D2DD0763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7347943" y="2095821"/>
            <a:ext cx="1671898" cy="66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676CFBA-1A73-9F06-1CB1-05FC0CAAA083}"/>
              </a:ext>
            </a:extLst>
          </p:cNvPr>
          <p:cNvSpPr txBox="1"/>
          <p:nvPr/>
        </p:nvSpPr>
        <p:spPr>
          <a:xfrm>
            <a:off x="694535" y="2095821"/>
            <a:ext cx="262128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Imagine a medical device that has three ways to interact 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EE7AEB-FE7C-7D1E-2F8F-36203A76E6E2}"/>
              </a:ext>
            </a:extLst>
          </p:cNvPr>
          <p:cNvSpPr txBox="1"/>
          <p:nvPr/>
        </p:nvSpPr>
        <p:spPr>
          <a:xfrm>
            <a:off x="9909312" y="1911155"/>
            <a:ext cx="2046919" cy="738664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cs typeface="Consolas" panose="020B0609020204030204" pitchFamily="49" charset="0"/>
              </a:rPr>
              <a:t>This could be a panel of physical buttons on the side of the machine.</a:t>
            </a:r>
          </a:p>
        </p:txBody>
      </p:sp>
    </p:spTree>
    <p:extLst>
      <p:ext uri="{BB962C8B-B14F-4D97-AF65-F5344CB8AC3E}">
        <p14:creationId xmlns:p14="http://schemas.microsoft.com/office/powerpoint/2010/main" val="4256798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1093-8F7E-A84B-29A1-A6CDE1AC9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D5D5E-A5A8-3C8E-203C-7BD49685C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way to make classes is to use </a:t>
            </a:r>
            <a:r>
              <a:rPr lang="en-US" b="1" dirty="0"/>
              <a:t>composition</a:t>
            </a:r>
            <a:r>
              <a:rPr lang="en-US" dirty="0"/>
              <a:t> instead of inheritance.</a:t>
            </a:r>
          </a:p>
          <a:p>
            <a:r>
              <a:rPr lang="en-US" dirty="0"/>
              <a:t>With composition build new classes using existing class as (private) variables.</a:t>
            </a:r>
          </a:p>
          <a:p>
            <a:r>
              <a:rPr lang="en-US" dirty="0"/>
              <a:t>See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color_demo4.cpp</a:t>
            </a:r>
            <a:r>
              <a:rPr lang="en-US" dirty="0"/>
              <a:t> for an example …</a:t>
            </a:r>
          </a:p>
          <a:p>
            <a:r>
              <a:rPr lang="en-US" dirty="0"/>
              <a:t>In general: </a:t>
            </a:r>
            <a:r>
              <a:rPr lang="en-US" b="1" dirty="0"/>
              <a:t>prefer composition to inheritance</a:t>
            </a:r>
          </a:p>
        </p:txBody>
      </p:sp>
    </p:spTree>
    <p:extLst>
      <p:ext uri="{BB962C8B-B14F-4D97-AF65-F5344CB8AC3E}">
        <p14:creationId xmlns:p14="http://schemas.microsoft.com/office/powerpoint/2010/main" val="3575050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5699E-D7C7-2A67-5699-3DD5E03BA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BB0A3-8806-8564-A254-7F7F936780C1}"/>
              </a:ext>
            </a:extLst>
          </p:cNvPr>
          <p:cNvSpPr txBox="1"/>
          <p:nvPr/>
        </p:nvSpPr>
        <p:spPr>
          <a:xfrm>
            <a:off x="5042286" y="474345"/>
            <a:ext cx="7149714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CA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private: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double x;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double y;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Point() : x(0), y(0) {}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Point(const Point&amp; other) : x(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), y(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 {}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Point(double a, double b) : x(a), y(b) {}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double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get_x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 return x;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double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get_y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 return y;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'(' &lt;&lt; x &lt;&lt; ", " &lt;&lt; y &lt;&lt; ')’;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Point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752AEE-2BDC-33E7-41C1-B2CACD27B548}"/>
              </a:ext>
            </a:extLst>
          </p:cNvPr>
          <p:cNvSpPr txBox="1"/>
          <p:nvPr/>
        </p:nvSpPr>
        <p:spPr>
          <a:xfrm>
            <a:off x="1127844" y="1212707"/>
            <a:ext cx="174004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Let’s look at three different classes 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51DE53-58A4-9A6F-21F9-59879D33AA33}"/>
              </a:ext>
            </a:extLst>
          </p:cNvPr>
          <p:cNvSpPr txBox="1"/>
          <p:nvPr/>
        </p:nvSpPr>
        <p:spPr>
          <a:xfrm>
            <a:off x="3470564" y="2967335"/>
            <a:ext cx="1046018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413009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73FEC-15F3-F46E-0A58-649E53E0B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4B0F0-63DD-BA77-2C77-6BC72F862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2E169-DED8-5AEB-07B9-243E31E94966}"/>
              </a:ext>
            </a:extLst>
          </p:cNvPr>
          <p:cNvSpPr txBox="1"/>
          <p:nvPr/>
        </p:nvSpPr>
        <p:spPr>
          <a:xfrm>
            <a:off x="4977245" y="335845"/>
            <a:ext cx="6769802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CA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string name;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age;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Person(const string&amp; n, int a) : name{n}, age{a}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if (age &lt; 0)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throw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runtime_error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("negative age");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string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get_name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 return name;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get_age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 return age;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"Name: '" &lt;&lt; name &lt;&lt; ", Age: " &lt;&lt; age;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Person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493FD-3F17-600C-4EF3-3FEE80181744}"/>
              </a:ext>
            </a:extLst>
          </p:cNvPr>
          <p:cNvSpPr txBox="1"/>
          <p:nvPr/>
        </p:nvSpPr>
        <p:spPr>
          <a:xfrm>
            <a:off x="1127844" y="1212707"/>
            <a:ext cx="174004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Let’s look at three different classes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8EF5A-2EB0-A886-03EB-D2D5BCBA2B85}"/>
              </a:ext>
            </a:extLst>
          </p:cNvPr>
          <p:cNvSpPr txBox="1"/>
          <p:nvPr/>
        </p:nvSpPr>
        <p:spPr>
          <a:xfrm>
            <a:off x="3470564" y="2967335"/>
            <a:ext cx="1046018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</p:spTree>
    <p:extLst>
      <p:ext uri="{BB962C8B-B14F-4D97-AF65-F5344CB8AC3E}">
        <p14:creationId xmlns:p14="http://schemas.microsoft.com/office/powerpoint/2010/main" val="813900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DBBC1-BBF0-C487-85E6-9FFF981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F7EB-1453-195E-DD98-81AFE8FC5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2E7006-A8D8-704E-F934-D22997F7FBA4}"/>
              </a:ext>
            </a:extLst>
          </p:cNvPr>
          <p:cNvSpPr txBox="1"/>
          <p:nvPr/>
        </p:nvSpPr>
        <p:spPr>
          <a:xfrm>
            <a:off x="4977245" y="335845"/>
            <a:ext cx="7149714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CA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private: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string loc;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double temp;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Reading(const string&amp; l, double t) : loc{l}, temp{t}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{}</a:t>
            </a:r>
          </a:p>
          <a:p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string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get_loc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 return loc;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double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 return temp;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temp &lt;&lt; " degrees at " &lt;&lt; loc;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Reading</a:t>
            </a:r>
          </a:p>
          <a:p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A8FD9-8930-1AC7-BDDD-FA9C9CAFB410}"/>
              </a:ext>
            </a:extLst>
          </p:cNvPr>
          <p:cNvSpPr txBox="1"/>
          <p:nvPr/>
        </p:nvSpPr>
        <p:spPr>
          <a:xfrm>
            <a:off x="1127844" y="1212707"/>
            <a:ext cx="174004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Let’s look at three different classes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1FCD4-6EA8-76C8-505C-000E98C5C13B}"/>
              </a:ext>
            </a:extLst>
          </p:cNvPr>
          <p:cNvSpPr txBox="1"/>
          <p:nvPr/>
        </p:nvSpPr>
        <p:spPr>
          <a:xfrm>
            <a:off x="3470564" y="2967335"/>
            <a:ext cx="1122218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</p:spTree>
    <p:extLst>
      <p:ext uri="{BB962C8B-B14F-4D97-AF65-F5344CB8AC3E}">
        <p14:creationId xmlns:p14="http://schemas.microsoft.com/office/powerpoint/2010/main" val="244198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B0724-CD5B-13DA-E5D7-8E5FA4AEF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F46C-E5C8-B2A5-269A-4CE75A2C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64801B-8797-8C52-700E-2F6DFEDD8B7D}"/>
              </a:ext>
            </a:extLst>
          </p:cNvPr>
          <p:cNvSpPr txBox="1"/>
          <p:nvPr/>
        </p:nvSpPr>
        <p:spPr>
          <a:xfrm>
            <a:off x="8358481" y="2109272"/>
            <a:ext cx="3603872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Reading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temp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 degrees at "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loc;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Reading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B9E04-5AB0-4899-20EB-A710A743E6F8}"/>
              </a:ext>
            </a:extLst>
          </p:cNvPr>
          <p:cNvSpPr txBox="1"/>
          <p:nvPr/>
        </p:nvSpPr>
        <p:spPr>
          <a:xfrm>
            <a:off x="4104108" y="2109272"/>
            <a:ext cx="3983783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Person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"Name: '" &lt;&lt; name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", Age: " &lt;&lt; age;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Person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282B2-EC51-F152-F40D-CC23563F7C6B}"/>
              </a:ext>
            </a:extLst>
          </p:cNvPr>
          <p:cNvSpPr txBox="1"/>
          <p:nvPr/>
        </p:nvSpPr>
        <p:spPr>
          <a:xfrm>
            <a:off x="688495" y="2109272"/>
            <a:ext cx="3223959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Point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'(' &lt;&lt; x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", "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y &lt;&lt; ')’;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Point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CB608E-E1E7-36C7-FB5F-769DBDEB83D3}"/>
              </a:ext>
            </a:extLst>
          </p:cNvPr>
          <p:cNvSpPr txBox="1"/>
          <p:nvPr/>
        </p:nvSpPr>
        <p:spPr>
          <a:xfrm>
            <a:off x="4499264" y="607644"/>
            <a:ext cx="256092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All three have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 dirty="0">
                <a:cs typeface="Consolas" panose="020B0609020204030204" pitchFamily="49" charset="0"/>
              </a:rPr>
              <a:t> and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cs typeface="Consolas" panose="020B0609020204030204" pitchFamily="49" charset="0"/>
              </a:rPr>
              <a:t> methods.</a:t>
            </a:r>
          </a:p>
        </p:txBody>
      </p:sp>
    </p:spTree>
    <p:extLst>
      <p:ext uri="{BB962C8B-B14F-4D97-AF65-F5344CB8AC3E}">
        <p14:creationId xmlns:p14="http://schemas.microsoft.com/office/powerpoint/2010/main" val="1008521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AA2C4-A5C2-CC6A-F638-EE2D92A59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257ED-56BB-676F-93D9-67558E7FE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457334-B90B-A594-2C05-C6A8141DA2D9}"/>
              </a:ext>
            </a:extLst>
          </p:cNvPr>
          <p:cNvSpPr txBox="1"/>
          <p:nvPr/>
        </p:nvSpPr>
        <p:spPr>
          <a:xfrm>
            <a:off x="8358481" y="2109272"/>
            <a:ext cx="3603872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Reading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temp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 degrees at "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loc;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829BF0-B0CC-6201-A618-A86B5540AF58}"/>
              </a:ext>
            </a:extLst>
          </p:cNvPr>
          <p:cNvSpPr txBox="1"/>
          <p:nvPr/>
        </p:nvSpPr>
        <p:spPr>
          <a:xfrm>
            <a:off x="7466992" y="469144"/>
            <a:ext cx="256092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 dirty="0">
                <a:cs typeface="Consolas" panose="020B0609020204030204" pitchFamily="49" charset="0"/>
              </a:rPr>
              <a:t> methods have the same headers but different bodies 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34F371-7A06-4738-AB6B-224BFC94D613}"/>
              </a:ext>
            </a:extLst>
          </p:cNvPr>
          <p:cNvSpPr txBox="1"/>
          <p:nvPr/>
        </p:nvSpPr>
        <p:spPr>
          <a:xfrm>
            <a:off x="4104108" y="2109272"/>
            <a:ext cx="3983783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Person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"Name: '" &lt;&lt; name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", Age: " &lt;&lt; age;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Person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FD01B2-083C-E5E8-BDC2-2ACA614D1020}"/>
              </a:ext>
            </a:extLst>
          </p:cNvPr>
          <p:cNvSpPr txBox="1"/>
          <p:nvPr/>
        </p:nvSpPr>
        <p:spPr>
          <a:xfrm>
            <a:off x="688495" y="2109272"/>
            <a:ext cx="3223959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Point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'(' &lt;&lt; x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", "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y &lt;&lt; ')’;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Point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C18A72-3C05-E189-38B6-9B12A58B27A4}"/>
              </a:ext>
            </a:extLst>
          </p:cNvPr>
          <p:cNvSpPr txBox="1"/>
          <p:nvPr/>
        </p:nvSpPr>
        <p:spPr>
          <a:xfrm>
            <a:off x="4499264" y="607644"/>
            <a:ext cx="256092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All three have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 dirty="0">
                <a:cs typeface="Consolas" panose="020B0609020204030204" pitchFamily="49" charset="0"/>
              </a:rPr>
              <a:t> and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cs typeface="Consolas" panose="020B0609020204030204" pitchFamily="49" charset="0"/>
              </a:rPr>
              <a:t> methods.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A2D997-7FB7-902E-3A16-899D5D5AD943}"/>
              </a:ext>
            </a:extLst>
          </p:cNvPr>
          <p:cNvCxnSpPr>
            <a:cxnSpLocks/>
          </p:cNvCxnSpPr>
          <p:nvPr/>
        </p:nvCxnSpPr>
        <p:spPr>
          <a:xfrm flipH="1">
            <a:off x="3429000" y="1392474"/>
            <a:ext cx="4037992" cy="1539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B6F563-80FF-03A2-B0BB-2CA864F4272F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7060193" y="1392474"/>
            <a:ext cx="1687264" cy="1609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A08026-BCF4-A47B-8DB3-2F58D07C62B2}"/>
              </a:ext>
            </a:extLst>
          </p:cNvPr>
          <p:cNvCxnSpPr>
            <a:cxnSpLocks/>
          </p:cNvCxnSpPr>
          <p:nvPr/>
        </p:nvCxnSpPr>
        <p:spPr>
          <a:xfrm>
            <a:off x="9611139" y="1392474"/>
            <a:ext cx="596348" cy="1420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55CB399-CBE8-C6C6-9B7C-A1DB9DFB9320}"/>
              </a:ext>
            </a:extLst>
          </p:cNvPr>
          <p:cNvSpPr/>
          <p:nvPr/>
        </p:nvSpPr>
        <p:spPr>
          <a:xfrm>
            <a:off x="908052" y="2920971"/>
            <a:ext cx="2725164" cy="35661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ABB560-34DB-3BAE-1907-2AB35F59AAD8}"/>
              </a:ext>
            </a:extLst>
          </p:cNvPr>
          <p:cNvSpPr/>
          <p:nvPr/>
        </p:nvSpPr>
        <p:spPr>
          <a:xfrm>
            <a:off x="4346864" y="2920971"/>
            <a:ext cx="2725164" cy="35661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506E9-D2F9-EB16-F387-E45F7077E519}"/>
              </a:ext>
            </a:extLst>
          </p:cNvPr>
          <p:cNvSpPr/>
          <p:nvPr/>
        </p:nvSpPr>
        <p:spPr>
          <a:xfrm>
            <a:off x="8583168" y="2920971"/>
            <a:ext cx="2725164" cy="35661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71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D5E5-5953-647A-601B-C712D7226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F22D-BA58-763D-4925-14568552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56ACB4-FA97-B68C-18E9-98DE2EFF134C}"/>
              </a:ext>
            </a:extLst>
          </p:cNvPr>
          <p:cNvSpPr txBox="1"/>
          <p:nvPr/>
        </p:nvSpPr>
        <p:spPr>
          <a:xfrm>
            <a:off x="8358481" y="2109272"/>
            <a:ext cx="3603872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Reading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temp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" degrees at "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loc;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Reading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965A6B-64BF-B469-396D-29247CDEB777}"/>
              </a:ext>
            </a:extLst>
          </p:cNvPr>
          <p:cNvSpPr txBox="1"/>
          <p:nvPr/>
        </p:nvSpPr>
        <p:spPr>
          <a:xfrm>
            <a:off x="4104108" y="2109272"/>
            <a:ext cx="3983783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Person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"Name: '" &lt;&lt; name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", Age: " &lt;&lt; age;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Person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73ED8D-BF6A-C01F-C7C1-531AACF52827}"/>
              </a:ext>
            </a:extLst>
          </p:cNvPr>
          <p:cNvSpPr txBox="1"/>
          <p:nvPr/>
        </p:nvSpPr>
        <p:spPr>
          <a:xfrm>
            <a:off x="688495" y="2109272"/>
            <a:ext cx="3223959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Point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'(' &lt;&lt; x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", "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y &lt;&lt; ')’;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Point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E46BFA-001D-811D-5649-40D4AAE9B837}"/>
              </a:ext>
            </a:extLst>
          </p:cNvPr>
          <p:cNvSpPr txBox="1"/>
          <p:nvPr/>
        </p:nvSpPr>
        <p:spPr>
          <a:xfrm>
            <a:off x="4499264" y="607644"/>
            <a:ext cx="256092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All three have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 dirty="0">
                <a:cs typeface="Consolas" panose="020B0609020204030204" pitchFamily="49" charset="0"/>
              </a:rPr>
              <a:t> and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cs typeface="Consolas" panose="020B0609020204030204" pitchFamily="49" charset="0"/>
              </a:rPr>
              <a:t> methods.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6B903F-F39B-D05F-6F72-E615FA4BF216}"/>
              </a:ext>
            </a:extLst>
          </p:cNvPr>
          <p:cNvSpPr txBox="1"/>
          <p:nvPr/>
        </p:nvSpPr>
        <p:spPr>
          <a:xfrm>
            <a:off x="4499263" y="6211669"/>
            <a:ext cx="256092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cs typeface="Consolas" panose="020B0609020204030204" pitchFamily="49" charset="0"/>
              </a:rPr>
              <a:t> methods are identical.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9321DE1-6C47-1544-F241-DA771495BC01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3101009" y="5227983"/>
            <a:ext cx="1398254" cy="1306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365075-558E-00F7-10A3-5ABF783AC2D0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7060192" y="5227983"/>
            <a:ext cx="1586851" cy="1306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757F78-6EB6-3856-A197-EDC74D1953C3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779728" y="5506278"/>
            <a:ext cx="0" cy="7053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E6E95D6-2C5F-E62C-A90A-19256E25BE53}"/>
              </a:ext>
            </a:extLst>
          </p:cNvPr>
          <p:cNvSpPr txBox="1"/>
          <p:nvPr/>
        </p:nvSpPr>
        <p:spPr>
          <a:xfrm>
            <a:off x="7466992" y="469144"/>
            <a:ext cx="256092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 dirty="0">
                <a:cs typeface="Consolas" panose="020B0609020204030204" pitchFamily="49" charset="0"/>
              </a:rPr>
              <a:t> methods have the same headers but different bodies ...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69E82C2-0BAF-99C2-4E3F-7A2701E85B6A}"/>
              </a:ext>
            </a:extLst>
          </p:cNvPr>
          <p:cNvCxnSpPr>
            <a:cxnSpLocks/>
          </p:cNvCxnSpPr>
          <p:nvPr/>
        </p:nvCxnSpPr>
        <p:spPr>
          <a:xfrm flipH="1">
            <a:off x="3429000" y="1392474"/>
            <a:ext cx="4037992" cy="1539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1D5909-AAD7-046A-30F5-43936285057E}"/>
              </a:ext>
            </a:extLst>
          </p:cNvPr>
          <p:cNvCxnSpPr>
            <a:cxnSpLocks/>
          </p:cNvCxnSpPr>
          <p:nvPr/>
        </p:nvCxnSpPr>
        <p:spPr>
          <a:xfrm flipH="1">
            <a:off x="7060193" y="1392474"/>
            <a:ext cx="1687264" cy="1609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7B1CF9E-3E92-9CB9-BA9B-DBC32219C69C}"/>
              </a:ext>
            </a:extLst>
          </p:cNvPr>
          <p:cNvCxnSpPr>
            <a:cxnSpLocks/>
          </p:cNvCxnSpPr>
          <p:nvPr/>
        </p:nvCxnSpPr>
        <p:spPr>
          <a:xfrm>
            <a:off x="9611139" y="1392474"/>
            <a:ext cx="596348" cy="1420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020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AB45D-A3D7-8F07-2DEF-46AA5BF26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1183-5440-12B4-0CE6-56B947FED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C84CE7-44D6-FBAD-FFCB-8E881E233577}"/>
              </a:ext>
            </a:extLst>
          </p:cNvPr>
          <p:cNvSpPr txBox="1"/>
          <p:nvPr/>
        </p:nvSpPr>
        <p:spPr>
          <a:xfrm>
            <a:off x="8358481" y="2109272"/>
            <a:ext cx="3603872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Reading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temp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" degrees at "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loc;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Reading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891FE-E975-8712-31FF-B6BE14304875}"/>
              </a:ext>
            </a:extLst>
          </p:cNvPr>
          <p:cNvSpPr txBox="1"/>
          <p:nvPr/>
        </p:nvSpPr>
        <p:spPr>
          <a:xfrm>
            <a:off x="4104108" y="2109272"/>
            <a:ext cx="3983783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Person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"Name: '" &lt;&lt; name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", Age: " &lt;&lt; age;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Person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8A9F3F-09E3-05B7-95FA-58C992563FE8}"/>
              </a:ext>
            </a:extLst>
          </p:cNvPr>
          <p:cNvSpPr txBox="1"/>
          <p:nvPr/>
        </p:nvSpPr>
        <p:spPr>
          <a:xfrm>
            <a:off x="688495" y="2109272"/>
            <a:ext cx="3223959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Point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'(' &lt;&lt; x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", "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y &lt;&lt; ')’;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Point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1BF6E7-A4C3-3982-C9D1-2D2C9B51A6AA}"/>
              </a:ext>
            </a:extLst>
          </p:cNvPr>
          <p:cNvSpPr txBox="1"/>
          <p:nvPr/>
        </p:nvSpPr>
        <p:spPr>
          <a:xfrm>
            <a:off x="7983982" y="373169"/>
            <a:ext cx="312390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… to do that we can  make a new base class with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cs typeface="Consolas" panose="020B0609020204030204" pitchFamily="49" charset="0"/>
              </a:rPr>
              <a:t> as a method and have the classes inherit 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6C64E8-9549-65F0-2149-C00A7346C779}"/>
              </a:ext>
            </a:extLst>
          </p:cNvPr>
          <p:cNvSpPr txBox="1"/>
          <p:nvPr/>
        </p:nvSpPr>
        <p:spPr>
          <a:xfrm>
            <a:off x="4192090" y="373169"/>
            <a:ext cx="244806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Repeating identical code is </a:t>
            </a:r>
            <a:r>
              <a:rPr lang="en-CA" b="1" dirty="0">
                <a:cs typeface="Consolas" panose="020B0609020204030204" pitchFamily="49" charset="0"/>
              </a:rPr>
              <a:t>not a good idea</a:t>
            </a:r>
            <a:r>
              <a:rPr lang="en-CA" dirty="0">
                <a:cs typeface="Consolas" panose="020B0609020204030204" pitchFamily="49" charset="0"/>
              </a:rPr>
              <a:t>. We should write it once and re-use it …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A4BE9E-DA19-2FF8-44F8-9FEAF698BF50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6640154" y="973334"/>
            <a:ext cx="13438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E2749AB-2C7C-6C84-116B-F857371FD6FE}"/>
              </a:ext>
            </a:extLst>
          </p:cNvPr>
          <p:cNvSpPr txBox="1"/>
          <p:nvPr/>
        </p:nvSpPr>
        <p:spPr>
          <a:xfrm>
            <a:off x="4499263" y="6211669"/>
            <a:ext cx="256092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cs typeface="Consolas" panose="020B0609020204030204" pitchFamily="49" charset="0"/>
              </a:rPr>
              <a:t> methods are identical.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FE6DDB-5A16-1E3D-F0D3-8C422B7A7C66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3101009" y="5227983"/>
            <a:ext cx="1398254" cy="1306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9FB2F6-2749-DC9D-58A4-CC98157287B0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7060192" y="5227983"/>
            <a:ext cx="1586851" cy="1306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C3354E6-AE1C-CB84-2E3A-CA9B49B904B5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5779728" y="5506278"/>
            <a:ext cx="0" cy="7053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166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7DA3649-0378-E6C9-57CB-5C8B536BE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1D8D17-BAAD-CE9C-B405-34BA3D137480}"/>
              </a:ext>
            </a:extLst>
          </p:cNvPr>
          <p:cNvSpPr txBox="1"/>
          <p:nvPr/>
        </p:nvSpPr>
        <p:spPr>
          <a:xfrm>
            <a:off x="472345" y="3525288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B3C321-5FC0-604C-830D-CEEBF76C21E6}"/>
              </a:ext>
            </a:extLst>
          </p:cNvPr>
          <p:cNvSpPr txBox="1"/>
          <p:nvPr/>
        </p:nvSpPr>
        <p:spPr>
          <a:xfrm>
            <a:off x="1753015" y="3525288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8D30A9-C46C-E416-7341-8E7C8D2F23D2}"/>
              </a:ext>
            </a:extLst>
          </p:cNvPr>
          <p:cNvSpPr txBox="1"/>
          <p:nvPr/>
        </p:nvSpPr>
        <p:spPr>
          <a:xfrm>
            <a:off x="3174748" y="3527226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48B924-950C-2BB2-BB65-36FC4F45BDCC}"/>
              </a:ext>
            </a:extLst>
          </p:cNvPr>
          <p:cNvSpPr txBox="1"/>
          <p:nvPr/>
        </p:nvSpPr>
        <p:spPr>
          <a:xfrm>
            <a:off x="7025545" y="4552050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9B1861-5F84-11DF-6254-DF7AC9B0BEFB}"/>
              </a:ext>
            </a:extLst>
          </p:cNvPr>
          <p:cNvSpPr txBox="1"/>
          <p:nvPr/>
        </p:nvSpPr>
        <p:spPr>
          <a:xfrm>
            <a:off x="8306215" y="4552050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A80040-79B3-4092-5F5E-D16B28B9F972}"/>
              </a:ext>
            </a:extLst>
          </p:cNvPr>
          <p:cNvSpPr txBox="1"/>
          <p:nvPr/>
        </p:nvSpPr>
        <p:spPr>
          <a:xfrm>
            <a:off x="9727948" y="4553988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D797F9-0411-A464-9F55-7495AB811B0C}"/>
              </a:ext>
            </a:extLst>
          </p:cNvPr>
          <p:cNvSpPr txBox="1"/>
          <p:nvPr/>
        </p:nvSpPr>
        <p:spPr>
          <a:xfrm>
            <a:off x="8094618" y="2836682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0386B2-4F73-1549-6514-AD4A43E9E165}"/>
              </a:ext>
            </a:extLst>
          </p:cNvPr>
          <p:cNvCxnSpPr>
            <a:stCxn id="13" idx="0"/>
          </p:cNvCxnSpPr>
          <p:nvPr/>
        </p:nvCxnSpPr>
        <p:spPr>
          <a:xfrm flipV="1">
            <a:off x="7470539" y="3221182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8698FD-37EB-58E2-CEE2-464DB96690C1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8821740" y="3236792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4AF9ABD-D6F4-A234-EC0F-E3A1482915C8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9429271" y="3236792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AB734A7-978E-C843-7C54-361798DB8BB6}"/>
              </a:ext>
            </a:extLst>
          </p:cNvPr>
          <p:cNvSpPr txBox="1"/>
          <p:nvPr/>
        </p:nvSpPr>
        <p:spPr>
          <a:xfrm>
            <a:off x="1044508" y="1600877"/>
            <a:ext cx="244806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Currently the classes are not related to each other and have this class diagram.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2CD3CF-E5DB-5885-7456-8B7AC98293AF}"/>
              </a:ext>
            </a:extLst>
          </p:cNvPr>
          <p:cNvSpPr txBox="1"/>
          <p:nvPr/>
        </p:nvSpPr>
        <p:spPr>
          <a:xfrm>
            <a:off x="7565559" y="977755"/>
            <a:ext cx="2512362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Our goal is to make a new base class called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 that the others can inherit from.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401B44-32D6-4D90-762B-FBF96A78AE65}"/>
              </a:ext>
            </a:extLst>
          </p:cNvPr>
          <p:cNvSpPr txBox="1"/>
          <p:nvPr/>
        </p:nvSpPr>
        <p:spPr>
          <a:xfrm>
            <a:off x="9722690" y="2642616"/>
            <a:ext cx="1768691" cy="738664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1400" dirty="0">
                <a:cs typeface="Consolas" panose="020B0609020204030204" pitchFamily="49" charset="0"/>
              </a:rPr>
              <a:t>We’ll put </a:t>
            </a:r>
            <a:r>
              <a:rPr lang="en-CA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sz="1400" dirty="0">
                <a:cs typeface="Consolas" panose="020B0609020204030204" pitchFamily="49" charset="0"/>
              </a:rPr>
              <a:t> in here so the other classes inherit it.</a:t>
            </a:r>
          </a:p>
        </p:txBody>
      </p:sp>
    </p:spTree>
    <p:extLst>
      <p:ext uri="{BB962C8B-B14F-4D97-AF65-F5344CB8AC3E}">
        <p14:creationId xmlns:p14="http://schemas.microsoft.com/office/powerpoint/2010/main" val="2620254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E08DF-BA50-B12E-96AD-458AF4EF6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87895C-2925-2284-3CC4-D3493495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5FDD2D-96F0-51C6-2FBD-1B1A7A6678E6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3A931C-729F-7D7A-D874-2FC4C20C61E2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DD2E65-AEE0-B450-7195-6A1987993B1C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A18439-E65E-5E44-3725-2B9BC1E82166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3A2E831-9C31-980B-C6BF-F0AD3D73F3DC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ABD9FE9-FB91-3111-0252-6A301EF94621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2051662-0586-B2AB-0656-3518FF5D8CE5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4A2A897-46D7-F237-2B13-0BA68B5A0EA6}"/>
              </a:ext>
            </a:extLst>
          </p:cNvPr>
          <p:cNvSpPr txBox="1"/>
          <p:nvPr/>
        </p:nvSpPr>
        <p:spPr>
          <a:xfrm>
            <a:off x="4216248" y="1120676"/>
            <a:ext cx="32239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AC64C4-DD30-18E2-63EC-13F9E836B5F5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F3847A-12A3-F6FE-83B6-C514AEA6257D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952152-4BF3-3AFA-1FD3-FDC77D19A972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FA296F7-1F1A-CEB1-4100-603A5E073B14}"/>
                  </a:ext>
                </a:extLst>
              </p14:cNvPr>
              <p14:cNvContentPartPr/>
              <p14:nvPr/>
            </p14:nvContentPartPr>
            <p14:xfrm>
              <a:off x="590400" y="1443600"/>
              <a:ext cx="4483440" cy="3859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FA296F7-1F1A-CEB1-4100-603A5E073B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1040" y="1434240"/>
                <a:ext cx="4502160" cy="387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0991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39B6E-41D4-9CED-F9ED-86ECFC53E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950B463-9CDB-085A-9773-90EE2222C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35EB87-12C1-8C81-4429-C22FC568D42D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5717B4-6856-88CD-B5E7-CB85E61D5DA3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D74CF8-5736-E79A-ECD5-72B7876A949A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7D93D3-4F79-9748-29DD-0ABE0F5C36CE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B336FB7-0A94-1FD3-8CDB-F8A5BB4E335C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14AF4D9-5AF3-32C9-4595-538BC110B822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66D70E1-5F22-A15E-91D4-2C39FACF53FA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77CD50A-3063-620B-A3CC-110E1BDA6F16}"/>
              </a:ext>
            </a:extLst>
          </p:cNvPr>
          <p:cNvSpPr txBox="1"/>
          <p:nvPr/>
        </p:nvSpPr>
        <p:spPr>
          <a:xfrm>
            <a:off x="4216248" y="1120676"/>
            <a:ext cx="32239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046532-406B-7301-9B53-AEEF0277CD90}"/>
              </a:ext>
            </a:extLst>
          </p:cNvPr>
          <p:cNvSpPr txBox="1"/>
          <p:nvPr/>
        </p:nvSpPr>
        <p:spPr>
          <a:xfrm>
            <a:off x="1044508" y="1600877"/>
            <a:ext cx="244806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But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 </a:t>
            </a:r>
            <a:r>
              <a:rPr lang="en-CA" b="1" dirty="0">
                <a:cs typeface="Consolas" panose="020B0609020204030204" pitchFamily="49" charset="0"/>
              </a:rPr>
              <a:t>won’t compile</a:t>
            </a:r>
            <a:r>
              <a:rPr lang="en-CA" dirty="0">
                <a:cs typeface="Consolas" panose="020B0609020204030204" pitchFamily="49" charset="0"/>
              </a:rPr>
              <a:t>! Why not?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0595E4-03B8-2C15-341B-A137317A7756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1F9CB1-4031-D315-A581-671F6B2B6364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AE3DB1-91F2-800D-5C06-82F1B6459687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</p:spTree>
    <p:extLst>
      <p:ext uri="{BB962C8B-B14F-4D97-AF65-F5344CB8AC3E}">
        <p14:creationId xmlns:p14="http://schemas.microsoft.com/office/powerpoint/2010/main" val="3189241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C060E-8325-D266-46D9-8EB36B7EB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BB22BEB-8153-E10B-2E9E-F6DD8C40D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1D3379-873B-D126-A258-AC8BB876B82D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715B1B-5BD0-A9A3-BF4A-89645116FFF3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F872EA-A8D1-A8B1-6B74-C2686C3774BD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071CEC-EBFC-B412-93BF-84357CEEDE65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8BEC54A-86C3-2457-B1A3-3FD11A10CF94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B384339-3359-A1E1-176B-C53F780E3B63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794EFA-CAC5-EB9F-38A5-944B0FD73854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2BB0823-BCC6-3BFF-44A7-64BBC7EA9553}"/>
              </a:ext>
            </a:extLst>
          </p:cNvPr>
          <p:cNvSpPr txBox="1"/>
          <p:nvPr/>
        </p:nvSpPr>
        <p:spPr>
          <a:xfrm>
            <a:off x="4216248" y="1120676"/>
            <a:ext cx="32239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DD88FA-4CC5-898D-48A4-7A2E276997D6}"/>
              </a:ext>
            </a:extLst>
          </p:cNvPr>
          <p:cNvSpPr txBox="1"/>
          <p:nvPr/>
        </p:nvSpPr>
        <p:spPr>
          <a:xfrm>
            <a:off x="1044508" y="1600877"/>
            <a:ext cx="244806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But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 </a:t>
            </a:r>
            <a:r>
              <a:rPr lang="en-CA" b="1" dirty="0">
                <a:cs typeface="Consolas" panose="020B0609020204030204" pitchFamily="49" charset="0"/>
              </a:rPr>
              <a:t>won’t compile</a:t>
            </a:r>
            <a:r>
              <a:rPr lang="en-CA" dirty="0">
                <a:cs typeface="Consolas" panose="020B0609020204030204" pitchFamily="49" charset="0"/>
              </a:rPr>
              <a:t>! Why not?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DF2806-50B8-BE6D-EB25-C02369DEA131}"/>
              </a:ext>
            </a:extLst>
          </p:cNvPr>
          <p:cNvCxnSpPr>
            <a:stCxn id="7" idx="3"/>
          </p:cNvCxnSpPr>
          <p:nvPr/>
        </p:nvCxnSpPr>
        <p:spPr>
          <a:xfrm>
            <a:off x="3492572" y="1924043"/>
            <a:ext cx="1266464" cy="226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AB3F05-0928-54F1-9A30-26340FB7F20E}"/>
              </a:ext>
            </a:extLst>
          </p:cNvPr>
          <p:cNvSpPr txBox="1"/>
          <p:nvPr/>
        </p:nvSpPr>
        <p:spPr>
          <a:xfrm>
            <a:off x="1044508" y="2522522"/>
            <a:ext cx="2448064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 dirty="0">
                <a:cs typeface="Consolas" panose="020B0609020204030204" pitchFamily="49" charset="0"/>
              </a:rPr>
              <a:t> is unknown in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61890-097A-C324-51B2-0B2EF5B19BDA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1AFEC4-6A76-937D-9561-0256D92508CA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E48402-4296-5BCF-E158-2FB68F28C516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694B520-9BCD-2FCA-5743-C275585D30C0}"/>
                  </a:ext>
                </a:extLst>
              </p14:cNvPr>
              <p14:cNvContentPartPr/>
              <p14:nvPr/>
            </p14:nvContentPartPr>
            <p14:xfrm>
              <a:off x="4807080" y="2254320"/>
              <a:ext cx="857520" cy="70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694B520-9BCD-2FCA-5743-C275585D30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97720" y="2244960"/>
                <a:ext cx="876240" cy="8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0061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65BE3-C5B4-36BE-AE1F-F039F95F6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593FC1-6108-D72F-DB90-A2E72342D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27D690-C625-CAFF-C01A-DA8D7DD59BFE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3D23D7-135D-DC46-B7C6-1C5ED0B01AA1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F5C5AF-95D7-9408-1DB5-D67F99CAB6B4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4086DA-26D8-B474-FC51-661B3A5A82DC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3B1B6EB-17C4-BABA-A7C9-5189D0341878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EFA20F-A68E-46FF-3294-8EB5CCA2FA08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7C85E3-FAEB-A8F4-DD53-1BB89582E181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E2D613C-92ED-60E4-F840-C03F4EB0E1EC}"/>
              </a:ext>
            </a:extLst>
          </p:cNvPr>
          <p:cNvSpPr txBox="1"/>
          <p:nvPr/>
        </p:nvSpPr>
        <p:spPr>
          <a:xfrm>
            <a:off x="4216248" y="1120676"/>
            <a:ext cx="32239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64B3AD-8FCF-FFF6-D278-94CE268E69B0}"/>
              </a:ext>
            </a:extLst>
          </p:cNvPr>
          <p:cNvSpPr txBox="1"/>
          <p:nvPr/>
        </p:nvSpPr>
        <p:spPr>
          <a:xfrm>
            <a:off x="1023018" y="1245910"/>
            <a:ext cx="244806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So we must include a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method in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. </a:t>
            </a:r>
            <a:r>
              <a:rPr lang="en-CA" b="1" dirty="0">
                <a:cs typeface="Consolas" panose="020B0609020204030204" pitchFamily="49" charset="0"/>
              </a:rPr>
              <a:t>But what should it print?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6F87B4-3419-D76A-C41A-0D3C11090C8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471082" y="1846075"/>
            <a:ext cx="1287954" cy="294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38ABB97-A29E-3FE9-F8C3-6DBCC677BE58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DF9BC7-C97C-A6D6-5B91-35155C8A3DC6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4AD87C-4EAA-3338-541F-EDFCE89AA0A7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</p:spTree>
    <p:extLst>
      <p:ext uri="{BB962C8B-B14F-4D97-AF65-F5344CB8AC3E}">
        <p14:creationId xmlns:p14="http://schemas.microsoft.com/office/powerpoint/2010/main" val="645143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5CE83-1D81-C7F5-15F0-19D5F4F6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DBEEE9C-E017-C9BB-0E37-9C1018F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3F044A-8549-7B7A-8C57-9E79FF22DB74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33A1D0-50BF-C136-60A0-1CE1263C2A44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808339-F73C-6902-37F2-CC7A2E017E95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243861-7A8F-2DDB-AE5A-01633DD0CA29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A1C3C13-B4CD-B3CB-7235-E292CCBD2933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7C71B22-856D-CD5E-D4C0-832367114C33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49CBBA4-248F-4702-8340-2E437CAF9EA1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9E44B56-7EFD-EEC0-FFD8-F9E84F30B856}"/>
              </a:ext>
            </a:extLst>
          </p:cNvPr>
          <p:cNvSpPr txBox="1"/>
          <p:nvPr/>
        </p:nvSpPr>
        <p:spPr>
          <a:xfrm>
            <a:off x="4216248" y="1120676"/>
            <a:ext cx="32239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F2C66A-E786-1D62-68EA-5AA89DE601DA}"/>
              </a:ext>
            </a:extLst>
          </p:cNvPr>
          <p:cNvCxnSpPr>
            <a:cxnSpLocks/>
          </p:cNvCxnSpPr>
          <p:nvPr/>
        </p:nvCxnSpPr>
        <p:spPr>
          <a:xfrm>
            <a:off x="3471082" y="1846075"/>
            <a:ext cx="1287954" cy="294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6D3AAB-4259-6FF8-580A-8988B4D5AF17}"/>
              </a:ext>
            </a:extLst>
          </p:cNvPr>
          <p:cNvSpPr txBox="1"/>
          <p:nvPr/>
        </p:nvSpPr>
        <p:spPr>
          <a:xfrm>
            <a:off x="973556" y="2661039"/>
            <a:ext cx="261283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Every class that inherits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 will have a unique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 dirty="0">
                <a:cs typeface="Consolas" panose="020B0609020204030204" pitchFamily="49" charset="0"/>
              </a:rPr>
              <a:t> method.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5EE0E-431D-0775-B0BF-EDD549F9B5F1}"/>
              </a:ext>
            </a:extLst>
          </p:cNvPr>
          <p:cNvSpPr txBox="1"/>
          <p:nvPr/>
        </p:nvSpPr>
        <p:spPr>
          <a:xfrm>
            <a:off x="6096001" y="3021257"/>
            <a:ext cx="2844048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What we want is a way to say that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has no default implementation and will be implemented in the inheriting class ...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B57C49-134C-851B-97CA-7FB67D3BB55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560646" y="3621421"/>
            <a:ext cx="2535355" cy="138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19B0BF4-0525-AB93-179C-E68DC648BD78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15A00C-B4DE-85E2-E2DE-9232B576CD96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FC1D10-E163-2AAA-4A10-12329ECAAB79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F4140-2A52-CD85-F29B-37A9F73E54A2}"/>
              </a:ext>
            </a:extLst>
          </p:cNvPr>
          <p:cNvSpPr txBox="1"/>
          <p:nvPr/>
        </p:nvSpPr>
        <p:spPr>
          <a:xfrm>
            <a:off x="1023018" y="1245910"/>
            <a:ext cx="244806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So we must include a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method in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. </a:t>
            </a:r>
            <a:r>
              <a:rPr lang="en-CA" b="1" dirty="0">
                <a:cs typeface="Consolas" panose="020B0609020204030204" pitchFamily="49" charset="0"/>
              </a:rPr>
              <a:t>But what should it print?</a:t>
            </a:r>
          </a:p>
        </p:txBody>
      </p:sp>
    </p:spTree>
    <p:extLst>
      <p:ext uri="{BB962C8B-B14F-4D97-AF65-F5344CB8AC3E}">
        <p14:creationId xmlns:p14="http://schemas.microsoft.com/office/powerpoint/2010/main" val="1825975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4363F-92DB-AD34-BCAC-90B56D8D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85814B-8D98-2DDE-F578-0B105F0B3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81074A-74B0-5BC1-E50C-D08BC04AD8CB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02A00D-594D-6B0E-5138-D19589CE58D4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2B4FC-9B01-B942-E872-FF1C1893E056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CBCB5E-C1DA-3D4E-0395-0B39025EAC01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B134B4-43B4-1E45-B0EF-D7C853928E49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899A8C-F8F3-0FB6-8DAD-11A0F736D0B3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F46A5B-931B-AAD9-AFE4-62C7406513DD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B5EA9E9-D541-C2F9-69FE-8229A2E339F8}"/>
              </a:ext>
            </a:extLst>
          </p:cNvPr>
          <p:cNvSpPr txBox="1"/>
          <p:nvPr/>
        </p:nvSpPr>
        <p:spPr>
          <a:xfrm>
            <a:off x="3667576" y="1124117"/>
            <a:ext cx="449033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void print() const = 0; 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37F933-CB85-6B63-F104-5DA4FB82CFE0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F5B35-3FAA-7AEE-4856-F0F2CA9D99B7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5AEF11-FA95-FBF6-B59B-0616F7FABB3B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443C66-87ED-0321-A8B1-897704F8BD30}"/>
              </a:ext>
            </a:extLst>
          </p:cNvPr>
          <p:cNvSpPr txBox="1"/>
          <p:nvPr/>
        </p:nvSpPr>
        <p:spPr>
          <a:xfrm>
            <a:off x="1023018" y="1245910"/>
            <a:ext cx="24480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line declares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to be a </a:t>
            </a:r>
            <a:br>
              <a:rPr lang="en-CA" dirty="0">
                <a:cs typeface="Consolas" panose="020B0609020204030204" pitchFamily="49" charset="0"/>
              </a:rPr>
            </a:br>
            <a:r>
              <a:rPr lang="en-CA" b="1" dirty="0">
                <a:cs typeface="Consolas" panose="020B0609020204030204" pitchFamily="49" charset="0"/>
              </a:rPr>
              <a:t>pure virtual method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51B52B-236A-8B8C-4AEF-45B39EA4175A}"/>
              </a:ext>
            </a:extLst>
          </p:cNvPr>
          <p:cNvSpPr/>
          <p:nvPr/>
        </p:nvSpPr>
        <p:spPr>
          <a:xfrm>
            <a:off x="3986607" y="1707576"/>
            <a:ext cx="902386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ECCFE8-DC89-841A-8B49-AA602BEED0C1}"/>
              </a:ext>
            </a:extLst>
          </p:cNvPr>
          <p:cNvSpPr/>
          <p:nvPr/>
        </p:nvSpPr>
        <p:spPr>
          <a:xfrm>
            <a:off x="4980998" y="1707575"/>
            <a:ext cx="2300426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EF4737-95E4-2840-E971-25697355EE4D}"/>
              </a:ext>
            </a:extLst>
          </p:cNvPr>
          <p:cNvSpPr/>
          <p:nvPr/>
        </p:nvSpPr>
        <p:spPr>
          <a:xfrm>
            <a:off x="7363438" y="1707575"/>
            <a:ext cx="535878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92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9AD37-C9CA-141C-5FB3-2B09C44BF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7ACFFA-B780-1BE5-14DC-F56CB4887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749372-DDB1-DB9F-6622-5FFF6B99D226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2FBCEA-39E3-C17D-7E63-C9DA0F042829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CAE28D-BE72-D581-0F8D-213EDC4E3BAF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01CB8D-506E-176E-9EC9-3638917DE6E3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2E9277-3202-5C68-3F3D-81066CEF794E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4BB7CDE-011C-0DE3-6AC0-B0F2A1836A42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3B2BC2A-5964-1777-687E-D358D7F4389D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D33D4C3-C14B-3068-8D9E-76C3730280CA}"/>
              </a:ext>
            </a:extLst>
          </p:cNvPr>
          <p:cNvSpPr txBox="1"/>
          <p:nvPr/>
        </p:nvSpPr>
        <p:spPr>
          <a:xfrm>
            <a:off x="3667576" y="1124117"/>
            <a:ext cx="449033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void print() const = 0; 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EEDB33-5A13-0066-9B48-F35BDC3DA5A5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8BE631-6FEE-D122-60BF-0A3C70FE3EB1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B1B814-FE5A-083B-BA92-9B45129A9046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A992AB-1DC5-1779-E94C-E11401C33CDF}"/>
              </a:ext>
            </a:extLst>
          </p:cNvPr>
          <p:cNvSpPr txBox="1"/>
          <p:nvPr/>
        </p:nvSpPr>
        <p:spPr>
          <a:xfrm>
            <a:off x="1023018" y="1245910"/>
            <a:ext cx="24480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line declares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to be a </a:t>
            </a:r>
            <a:br>
              <a:rPr lang="en-CA" dirty="0">
                <a:cs typeface="Consolas" panose="020B0609020204030204" pitchFamily="49" charset="0"/>
              </a:rPr>
            </a:br>
            <a:r>
              <a:rPr lang="en-CA" b="1" dirty="0">
                <a:cs typeface="Consolas" panose="020B0609020204030204" pitchFamily="49" charset="0"/>
              </a:rPr>
              <a:t>pure virtual method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6DEEA6-3F08-34C6-2A24-9808D07CF634}"/>
              </a:ext>
            </a:extLst>
          </p:cNvPr>
          <p:cNvSpPr/>
          <p:nvPr/>
        </p:nvSpPr>
        <p:spPr>
          <a:xfrm>
            <a:off x="3986607" y="1707576"/>
            <a:ext cx="902386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638409-E669-1858-09F0-22FAC99C6F3C}"/>
              </a:ext>
            </a:extLst>
          </p:cNvPr>
          <p:cNvSpPr/>
          <p:nvPr/>
        </p:nvSpPr>
        <p:spPr>
          <a:xfrm>
            <a:off x="4980998" y="1707575"/>
            <a:ext cx="2300426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98B87D-7B4C-47A9-640D-33FE59A6B814}"/>
              </a:ext>
            </a:extLst>
          </p:cNvPr>
          <p:cNvSpPr/>
          <p:nvPr/>
        </p:nvSpPr>
        <p:spPr>
          <a:xfrm>
            <a:off x="7363438" y="1707575"/>
            <a:ext cx="535878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D4892E-CB00-B7AD-8FA5-C4BE38F8F732}"/>
              </a:ext>
            </a:extLst>
          </p:cNvPr>
          <p:cNvSpPr txBox="1"/>
          <p:nvPr/>
        </p:nvSpPr>
        <p:spPr>
          <a:xfrm>
            <a:off x="949400" y="3214918"/>
            <a:ext cx="244806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virtual</a:t>
            </a:r>
            <a:r>
              <a:rPr lang="en-CA" dirty="0">
                <a:cs typeface="Consolas" panose="020B0609020204030204" pitchFamily="49" charset="0"/>
              </a:rPr>
              <a:t> means that an inheriting class can supply its own implementation.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0A59AC4-3208-F437-E499-FDBCD8E03A16}"/>
              </a:ext>
            </a:extLst>
          </p:cNvPr>
          <p:cNvCxnSpPr>
            <a:cxnSpLocks/>
          </p:cNvCxnSpPr>
          <p:nvPr/>
        </p:nvCxnSpPr>
        <p:spPr>
          <a:xfrm flipV="1">
            <a:off x="2743960" y="2016669"/>
            <a:ext cx="1242647" cy="1198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6E64398-7AC0-6D97-329B-7E243D9ABB39}"/>
                  </a:ext>
                </a:extLst>
              </p14:cNvPr>
              <p14:cNvContentPartPr/>
              <p14:nvPr/>
            </p14:nvContentPartPr>
            <p14:xfrm>
              <a:off x="7340760" y="2031840"/>
              <a:ext cx="457560" cy="57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6E64398-7AC0-6D97-329B-7E243D9ABB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31400" y="2022480"/>
                <a:ext cx="476280" cy="7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42429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6C4D2-1A84-7FD3-9C4A-4787B6FE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3990AA6-0A8B-9ECE-8CC4-5BF6FC153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888E51-322C-5D88-74F9-036B54FC7040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CD50A8-C9DC-9375-97F8-2638DA915C15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5105DA-3985-55E0-35EE-207764EB4CB0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6CFE32-F9A8-B24B-ABFF-AC79E0DEBBD3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C33D8C-E7B5-E694-F595-51028CC8D44E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5567D21-61C0-6871-114A-F00C73FC9832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C3E55C1-0101-8EF6-E6AF-FD0E6C213570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652AE9B-CE28-0321-7522-26FE81CB278E}"/>
              </a:ext>
            </a:extLst>
          </p:cNvPr>
          <p:cNvSpPr txBox="1"/>
          <p:nvPr/>
        </p:nvSpPr>
        <p:spPr>
          <a:xfrm>
            <a:off x="3667576" y="1124117"/>
            <a:ext cx="449033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void print() const = 0; 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645C4A-58AE-4029-6703-4493C11E1249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B3BF2-FAAA-64C9-F6CE-B1ED443A4F11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42DA58-AA90-4632-B061-9F566B96004D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C10E08-FFFA-5BE5-7B60-4B36DF772EFD}"/>
              </a:ext>
            </a:extLst>
          </p:cNvPr>
          <p:cNvSpPr txBox="1"/>
          <p:nvPr/>
        </p:nvSpPr>
        <p:spPr>
          <a:xfrm>
            <a:off x="1023018" y="1245910"/>
            <a:ext cx="24480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line declares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to be a </a:t>
            </a:r>
            <a:br>
              <a:rPr lang="en-CA" dirty="0">
                <a:cs typeface="Consolas" panose="020B0609020204030204" pitchFamily="49" charset="0"/>
              </a:rPr>
            </a:br>
            <a:r>
              <a:rPr lang="en-CA" b="1" dirty="0">
                <a:cs typeface="Consolas" panose="020B0609020204030204" pitchFamily="49" charset="0"/>
              </a:rPr>
              <a:t>pure virtual method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04846B-D3E3-7E09-D4F6-7CB4C661C648}"/>
              </a:ext>
            </a:extLst>
          </p:cNvPr>
          <p:cNvSpPr/>
          <p:nvPr/>
        </p:nvSpPr>
        <p:spPr>
          <a:xfrm>
            <a:off x="3986607" y="1707576"/>
            <a:ext cx="902386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51D35A-3992-C54E-2465-42B7714B2087}"/>
              </a:ext>
            </a:extLst>
          </p:cNvPr>
          <p:cNvSpPr/>
          <p:nvPr/>
        </p:nvSpPr>
        <p:spPr>
          <a:xfrm>
            <a:off x="4980998" y="1707575"/>
            <a:ext cx="2300426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CF28E4-6C08-E87D-6F00-CAA96C2B33BD}"/>
              </a:ext>
            </a:extLst>
          </p:cNvPr>
          <p:cNvSpPr/>
          <p:nvPr/>
        </p:nvSpPr>
        <p:spPr>
          <a:xfrm>
            <a:off x="7363438" y="1707575"/>
            <a:ext cx="535878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47A883-A001-20AF-F04F-ED63BADB40A5}"/>
              </a:ext>
            </a:extLst>
          </p:cNvPr>
          <p:cNvSpPr txBox="1"/>
          <p:nvPr/>
        </p:nvSpPr>
        <p:spPr>
          <a:xfrm>
            <a:off x="949400" y="3214918"/>
            <a:ext cx="2448064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virtual</a:t>
            </a:r>
            <a:r>
              <a:rPr lang="en-CA" dirty="0">
                <a:cs typeface="Consolas" panose="020B0609020204030204" pitchFamily="49" charset="0"/>
              </a:rPr>
              <a:t> means that an inheriting class can supply its own implementation.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4DE48D-7D6C-68A1-BEE3-B0F018496BE3}"/>
              </a:ext>
            </a:extLst>
          </p:cNvPr>
          <p:cNvCxnSpPr>
            <a:cxnSpLocks/>
          </p:cNvCxnSpPr>
          <p:nvPr/>
        </p:nvCxnSpPr>
        <p:spPr>
          <a:xfrm flipV="1">
            <a:off x="2743960" y="2016669"/>
            <a:ext cx="1242647" cy="1198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8FAE4F5-9DF0-1A7B-F2FF-CD806D13DBE7}"/>
              </a:ext>
            </a:extLst>
          </p:cNvPr>
          <p:cNvSpPr txBox="1"/>
          <p:nvPr/>
        </p:nvSpPr>
        <p:spPr>
          <a:xfrm>
            <a:off x="6622199" y="3195137"/>
            <a:ext cx="230042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= 0</a:t>
            </a:r>
            <a:r>
              <a:rPr lang="en-CA" dirty="0">
                <a:cs typeface="Consolas" panose="020B0609020204030204" pitchFamily="49" charset="0"/>
              </a:rPr>
              <a:t> means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has no default implementation.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BC670AF-3B04-281F-1456-DA4DC6C9749D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7654183" y="2016668"/>
            <a:ext cx="118229" cy="1178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2ACFF4F-A162-A5AA-4B76-A903F36044E8}"/>
                  </a:ext>
                </a:extLst>
              </p14:cNvPr>
              <p14:cNvContentPartPr/>
              <p14:nvPr/>
            </p14:nvContentPartPr>
            <p14:xfrm>
              <a:off x="4260960" y="2120400"/>
              <a:ext cx="2883240" cy="7246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2ACFF4F-A162-A5AA-4B76-A903F36044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51600" y="2111040"/>
                <a:ext cx="2901960" cy="74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3158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94A48-B3D4-0D5D-7F17-31C5F05BA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921AA6E-D60D-4738-68E0-0FA97A3E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6C9804-1F91-AF73-E36B-8FD64B26FFAD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C24943-E4F5-0A4E-81C5-B6E2229ED8BE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33911E-7EBB-AC17-94A2-C6FAEFE813B3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72AC30-444A-7273-62C8-7FD422EFB1C1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750E03-3ED9-2376-DB63-124E7F67C9BE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BB5971E-A55E-04D9-0B2C-C650394DC3A5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C28557-0687-9BE7-6B12-6219B3C2C930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DA7614B-C248-D0D2-B17C-735B35D56B91}"/>
              </a:ext>
            </a:extLst>
          </p:cNvPr>
          <p:cNvSpPr txBox="1"/>
          <p:nvPr/>
        </p:nvSpPr>
        <p:spPr>
          <a:xfrm>
            <a:off x="3667576" y="1124117"/>
            <a:ext cx="449033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void print() const = 0; 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A1D77-69DA-5851-A99C-76BD78AC21BD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F7CA77-0B40-886E-E234-B11D432AC7F3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5C276-DBFD-44C6-CF91-593869E6BC2B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47B2BD-7B13-B2CC-E298-F651D003F1E5}"/>
              </a:ext>
            </a:extLst>
          </p:cNvPr>
          <p:cNvSpPr/>
          <p:nvPr/>
        </p:nvSpPr>
        <p:spPr>
          <a:xfrm>
            <a:off x="3986607" y="1707576"/>
            <a:ext cx="902386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2EB0BC-91F9-13F1-15B1-2B0C2D67BA88}"/>
              </a:ext>
            </a:extLst>
          </p:cNvPr>
          <p:cNvSpPr/>
          <p:nvPr/>
        </p:nvSpPr>
        <p:spPr>
          <a:xfrm>
            <a:off x="4980998" y="1707575"/>
            <a:ext cx="2300426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CD1768-5D14-2EE0-8EC6-CDCE10B45CF9}"/>
              </a:ext>
            </a:extLst>
          </p:cNvPr>
          <p:cNvSpPr/>
          <p:nvPr/>
        </p:nvSpPr>
        <p:spPr>
          <a:xfrm>
            <a:off x="7363438" y="1707575"/>
            <a:ext cx="535878" cy="3090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798CC6-B393-43EB-0774-32BF09C31D88}"/>
              </a:ext>
            </a:extLst>
          </p:cNvPr>
          <p:cNvSpPr txBox="1"/>
          <p:nvPr/>
        </p:nvSpPr>
        <p:spPr>
          <a:xfrm>
            <a:off x="7127349" y="3027922"/>
            <a:ext cx="3634985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CA" dirty="0">
                <a:cs typeface="Consolas" panose="020B0609020204030204" pitchFamily="49" charset="0"/>
              </a:rPr>
              <a:t>,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CA" dirty="0">
                <a:cs typeface="Consolas" panose="020B0609020204030204" pitchFamily="49" charset="0"/>
              </a:rPr>
              <a:t>, and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  <a:r>
              <a:rPr lang="en-CA" dirty="0">
                <a:cs typeface="Consolas" panose="020B0609020204030204" pitchFamily="49" charset="0"/>
              </a:rPr>
              <a:t> each inherit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and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CA" dirty="0">
                <a:cs typeface="Consolas" panose="020B0609020204030204" pitchFamily="49" charset="0"/>
              </a:rPr>
              <a:t>, and they must provide an implementation of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18A2A7-5606-7F5A-86B3-AB89C572CF7B}"/>
              </a:ext>
            </a:extLst>
          </p:cNvPr>
          <p:cNvCxnSpPr>
            <a:cxnSpLocks/>
          </p:cNvCxnSpPr>
          <p:nvPr/>
        </p:nvCxnSpPr>
        <p:spPr>
          <a:xfrm flipH="1">
            <a:off x="2077278" y="3732037"/>
            <a:ext cx="5027568" cy="1277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5DE3331-86A5-2BE2-970B-5721344828F9}"/>
              </a:ext>
            </a:extLst>
          </p:cNvPr>
          <p:cNvCxnSpPr>
            <a:cxnSpLocks/>
          </p:cNvCxnSpPr>
          <p:nvPr/>
        </p:nvCxnSpPr>
        <p:spPr>
          <a:xfrm flipH="1">
            <a:off x="6096000" y="4228251"/>
            <a:ext cx="1031349" cy="76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C8E6A67-7B8E-7A3C-F020-06E92E65996B}"/>
              </a:ext>
            </a:extLst>
          </p:cNvPr>
          <p:cNvCxnSpPr>
            <a:cxnSpLocks/>
          </p:cNvCxnSpPr>
          <p:nvPr/>
        </p:nvCxnSpPr>
        <p:spPr>
          <a:xfrm>
            <a:off x="9164882" y="4228251"/>
            <a:ext cx="0" cy="650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5650FA5-EC96-8E30-C278-23913808D397}"/>
                  </a:ext>
                </a:extLst>
              </p14:cNvPr>
              <p14:cNvContentPartPr/>
              <p14:nvPr/>
            </p14:nvContentPartPr>
            <p14:xfrm>
              <a:off x="3828600" y="2222640"/>
              <a:ext cx="1353240" cy="1302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5650FA5-EC96-8E30-C278-23913808D3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19240" y="2213280"/>
                <a:ext cx="1371960" cy="132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91967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EA2D0-ABC6-6CB4-DB6D-B2D9B9A64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6623C-2912-25EA-9F60-1AA41D92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3880C-E3A5-5E77-D906-620467F1EBCF}"/>
              </a:ext>
            </a:extLst>
          </p:cNvPr>
          <p:cNvSpPr txBox="1"/>
          <p:nvPr/>
        </p:nvSpPr>
        <p:spPr>
          <a:xfrm>
            <a:off x="8358481" y="2109272"/>
            <a:ext cx="3603872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public Printable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temp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 degrees at "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loc;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Reading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521DC-443D-C586-C395-69791024B84A}"/>
              </a:ext>
            </a:extLst>
          </p:cNvPr>
          <p:cNvSpPr txBox="1"/>
          <p:nvPr/>
        </p:nvSpPr>
        <p:spPr>
          <a:xfrm>
            <a:off x="4104108" y="2109272"/>
            <a:ext cx="3983783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public Printable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"Name: '" &lt;&lt; name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", Age: " &lt;&lt; age;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CA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Person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D55885-FAA4-CE66-61E2-5B3D2834697D}"/>
              </a:ext>
            </a:extLst>
          </p:cNvPr>
          <p:cNvSpPr txBox="1"/>
          <p:nvPr/>
        </p:nvSpPr>
        <p:spPr>
          <a:xfrm>
            <a:off x="688495" y="2109272"/>
            <a:ext cx="3097323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public Printable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void print() const {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'(' &lt;&lt; x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", "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&lt;&lt; y &lt;&lt; ')’; </a:t>
            </a:r>
          </a:p>
          <a:p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class Point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CE01B-8A1A-3C3E-0411-64B85B59C024}"/>
              </a:ext>
            </a:extLst>
          </p:cNvPr>
          <p:cNvSpPr txBox="1"/>
          <p:nvPr/>
        </p:nvSpPr>
        <p:spPr>
          <a:xfrm>
            <a:off x="5436705" y="662781"/>
            <a:ext cx="369376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By inheriting from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 we no longer need to put identical copies of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CA" dirty="0">
                <a:cs typeface="Consolas" panose="020B0609020204030204" pitchFamily="49" charset="0"/>
              </a:rPr>
              <a:t> in each class.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BA75766-7E16-ECF4-32C8-DF5502E61C30}"/>
                  </a:ext>
                </a:extLst>
              </p14:cNvPr>
              <p14:cNvContentPartPr/>
              <p14:nvPr/>
            </p14:nvContentPartPr>
            <p14:xfrm>
              <a:off x="1155600" y="2768760"/>
              <a:ext cx="9658800" cy="832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BA75766-7E16-ECF4-32C8-DF5502E61C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6240" y="2759400"/>
                <a:ext cx="9677520" cy="85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71970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44671-1F2C-0598-1147-30D1019C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BCB52D-CE48-48CA-E0E6-BCB60C86D3A4}"/>
              </a:ext>
            </a:extLst>
          </p:cNvPr>
          <p:cNvSpPr txBox="1"/>
          <p:nvPr/>
        </p:nvSpPr>
        <p:spPr>
          <a:xfrm>
            <a:off x="3667576" y="1124117"/>
            <a:ext cx="449033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void print() const = 0; 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A69476E-C8DB-CDE6-54DA-B2D9E1BDF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1859AC-CC72-6839-2FDB-F69A09B52B5A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8050E0-BABC-F561-68DC-D1E4E6425632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0A421E-5F80-E7B8-DCEE-9CAE12997F2A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7ABF2C-0A58-335E-AB86-AF9221861F71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E2B853-E4ED-4C70-3F9A-1D78091BACBA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E20894-D6D3-AEA4-2D84-CE021358102F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B62390-0C77-1AD6-8B0B-CFCF1E6BD552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5998E24-DBE0-58D7-F6AA-B91D178CA3BF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DD3B5C-E3DE-A7B7-DC1D-3282D4E5E91D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5D1CD6-6C70-30B5-3354-C9A9E66BAFF9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A35F64-2845-60BD-3564-C3953522E62C}"/>
              </a:ext>
            </a:extLst>
          </p:cNvPr>
          <p:cNvSpPr txBox="1"/>
          <p:nvPr/>
        </p:nvSpPr>
        <p:spPr>
          <a:xfrm>
            <a:off x="221672" y="1508825"/>
            <a:ext cx="3249411" cy="2031325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cs typeface="Consolas" panose="020B0609020204030204" pitchFamily="49" charset="0"/>
              </a:rPr>
              <a:t>But there’s a problem!</a:t>
            </a:r>
            <a:br>
              <a:rPr lang="en-CA" b="1" dirty="0">
                <a:cs typeface="Consolas" panose="020B0609020204030204" pitchFamily="49" charset="0"/>
              </a:rPr>
            </a:br>
            <a:r>
              <a:rPr lang="en-CA" dirty="0">
                <a:cs typeface="Consolas" panose="020B0609020204030204" pitchFamily="49" charset="0"/>
              </a:rPr>
              <a:t>We must also declare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’s destructor to be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virtual</a:t>
            </a:r>
            <a:r>
              <a:rPr lang="en-CA" dirty="0">
                <a:cs typeface="Consolas" panose="020B0609020204030204" pitchFamily="49" charset="0"/>
              </a:rPr>
              <a:t>. Otherwise, inheriting classes will not be able to implement their own destructor (if they need one).</a:t>
            </a:r>
          </a:p>
        </p:txBody>
      </p:sp>
    </p:spTree>
    <p:extLst>
      <p:ext uri="{BB962C8B-B14F-4D97-AF65-F5344CB8AC3E}">
        <p14:creationId xmlns:p14="http://schemas.microsoft.com/office/powerpoint/2010/main" val="4182503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27B08-41C4-07E9-66FA-3A3F38451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E5B2AE-9AF8-A6DE-7722-95B5E5BEE0F3}"/>
              </a:ext>
            </a:extLst>
          </p:cNvPr>
          <p:cNvSpPr txBox="1"/>
          <p:nvPr/>
        </p:nvSpPr>
        <p:spPr>
          <a:xfrm>
            <a:off x="3667576" y="1124117"/>
            <a:ext cx="449033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Printable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virtual ~Destructor() { 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virtual void print() const = 0; 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print();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04DC700-560C-B9E2-E966-A8F531FAC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346864" cy="1325563"/>
          </a:xfrm>
        </p:spPr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9F77B1-5620-F22D-698E-8B5DC087C7C6}"/>
              </a:ext>
            </a:extLst>
          </p:cNvPr>
          <p:cNvSpPr txBox="1"/>
          <p:nvPr/>
        </p:nvSpPr>
        <p:spPr>
          <a:xfrm>
            <a:off x="8095809" y="2016669"/>
            <a:ext cx="88998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3B48F6-A63B-7B4E-B356-0CA3C052EE6A}"/>
              </a:ext>
            </a:extLst>
          </p:cNvPr>
          <p:cNvSpPr txBox="1"/>
          <p:nvPr/>
        </p:nvSpPr>
        <p:spPr>
          <a:xfrm>
            <a:off x="9376479" y="2016669"/>
            <a:ext cx="1031051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8C137-BA58-F466-7369-CFBBAD5B4E1D}"/>
              </a:ext>
            </a:extLst>
          </p:cNvPr>
          <p:cNvSpPr txBox="1"/>
          <p:nvPr/>
        </p:nvSpPr>
        <p:spPr>
          <a:xfrm>
            <a:off x="10798212" y="2018607"/>
            <a:ext cx="117211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CE8343-D5BB-C4C5-9CBC-81DF100219B2}"/>
              </a:ext>
            </a:extLst>
          </p:cNvPr>
          <p:cNvSpPr txBox="1"/>
          <p:nvPr/>
        </p:nvSpPr>
        <p:spPr>
          <a:xfrm>
            <a:off x="9164882" y="301301"/>
            <a:ext cx="145424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7C4F09-19D3-0398-8D72-6C84532737A5}"/>
              </a:ext>
            </a:extLst>
          </p:cNvPr>
          <p:cNvCxnSpPr>
            <a:stCxn id="13" idx="0"/>
          </p:cNvCxnSpPr>
          <p:nvPr/>
        </p:nvCxnSpPr>
        <p:spPr>
          <a:xfrm flipV="1">
            <a:off x="8540803" y="685801"/>
            <a:ext cx="835676" cy="1330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96EB9FD-16BC-3853-2FED-1F4F2D1A4009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H="1" flipV="1">
            <a:off x="9892004" y="701411"/>
            <a:ext cx="1" cy="1315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D25682-C0FB-B8BA-BA0E-7CD1DF0F69A9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0499535" y="701411"/>
            <a:ext cx="884735" cy="1317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CA1B10B-B4F5-2393-B36C-411DCB99B6B9}"/>
              </a:ext>
            </a:extLst>
          </p:cNvPr>
          <p:cNvSpPr txBox="1"/>
          <p:nvPr/>
        </p:nvSpPr>
        <p:spPr>
          <a:xfrm>
            <a:off x="500852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Point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99F8E6-51A0-9D85-B452-50EB80DFE947}"/>
              </a:ext>
            </a:extLst>
          </p:cNvPr>
          <p:cNvSpPr txBox="1"/>
          <p:nvPr/>
        </p:nvSpPr>
        <p:spPr>
          <a:xfrm>
            <a:off x="4437376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Person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8F3CED-1499-FC0B-75D9-4A3DA1DA6B2B}"/>
              </a:ext>
            </a:extLst>
          </p:cNvPr>
          <p:cNvSpPr txBox="1"/>
          <p:nvPr/>
        </p:nvSpPr>
        <p:spPr>
          <a:xfrm>
            <a:off x="8373901" y="4839394"/>
            <a:ext cx="2844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Reading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public Printable {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...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1E6195-B97C-36EB-C877-97670BF785AE}"/>
              </a:ext>
            </a:extLst>
          </p:cNvPr>
          <p:cNvSpPr txBox="1"/>
          <p:nvPr/>
        </p:nvSpPr>
        <p:spPr>
          <a:xfrm>
            <a:off x="221672" y="1508825"/>
            <a:ext cx="3249411" cy="2031325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cs typeface="Consolas" panose="020B0609020204030204" pitchFamily="49" charset="0"/>
              </a:rPr>
              <a:t>But there’s a problem!</a:t>
            </a:r>
            <a:br>
              <a:rPr lang="en-CA" b="1" dirty="0">
                <a:cs typeface="Consolas" panose="020B0609020204030204" pitchFamily="49" charset="0"/>
              </a:rPr>
            </a:br>
            <a:r>
              <a:rPr lang="en-CA" dirty="0">
                <a:cs typeface="Consolas" panose="020B0609020204030204" pitchFamily="49" charset="0"/>
              </a:rPr>
              <a:t>We must also declare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’s destructor to be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virtual</a:t>
            </a:r>
            <a:r>
              <a:rPr lang="en-CA" dirty="0">
                <a:cs typeface="Consolas" panose="020B0609020204030204" pitchFamily="49" charset="0"/>
              </a:rPr>
              <a:t>. Otherwise, inheriting classes will not be able to implement their own destructor (if they need one).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DA6982E-DF00-26A3-0752-A72BDB80F60F}"/>
                  </a:ext>
                </a:extLst>
              </p14:cNvPr>
              <p14:cNvContentPartPr/>
              <p14:nvPr/>
            </p14:nvContentPartPr>
            <p14:xfrm>
              <a:off x="4038480" y="1765440"/>
              <a:ext cx="3226320" cy="89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DA6982E-DF00-26A3-0752-A72BDB80F6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29120" y="1756080"/>
                <a:ext cx="3245040" cy="10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11926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5D901-DDB4-2996-E646-59B64DCA4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Printable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26938-859B-F394-3961-C2FC73AC1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the </a:t>
            </a:r>
            <a:r>
              <a:rPr lang="en-US" dirty="0" err="1"/>
              <a:t>print_demo.cpp</a:t>
            </a:r>
            <a:r>
              <a:rPr lang="en-US" dirty="0"/>
              <a:t> file in the code notes …</a:t>
            </a:r>
          </a:p>
        </p:txBody>
      </p:sp>
    </p:spTree>
    <p:extLst>
      <p:ext uri="{BB962C8B-B14F-4D97-AF65-F5344CB8AC3E}">
        <p14:creationId xmlns:p14="http://schemas.microsoft.com/office/powerpoint/2010/main" val="404349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7BAA5-031F-A8EC-D966-EE007868B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A74DF4-C531-73EC-8A2F-AB399666C43A}"/>
              </a:ext>
            </a:extLst>
          </p:cNvPr>
          <p:cNvSpPr txBox="1"/>
          <p:nvPr/>
        </p:nvSpPr>
        <p:spPr>
          <a:xfrm>
            <a:off x="1421295" y="2644170"/>
            <a:ext cx="402706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&lt;&lt; "Hi!";</a:t>
            </a: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E8EE53-BFB4-2F19-53C0-7AC36DE7D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842591" cy="1325563"/>
          </a:xfrm>
        </p:spPr>
        <p:txBody>
          <a:bodyPr/>
          <a:lstStyle/>
          <a:p>
            <a:r>
              <a:rPr lang="en-US" dirty="0"/>
              <a:t>The Idea of Binding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D28935-F41A-CF03-713D-0D02073CF9E3}"/>
              </a:ext>
            </a:extLst>
          </p:cNvPr>
          <p:cNvSpPr txBox="1"/>
          <p:nvPr/>
        </p:nvSpPr>
        <p:spPr>
          <a:xfrm>
            <a:off x="7845138" y="763390"/>
            <a:ext cx="3249411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When the C++ compiler sees this definition of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en-CA" dirty="0">
                <a:cs typeface="Consolas" panose="020B0609020204030204" pitchFamily="49" charset="0"/>
              </a:rPr>
              <a:t>, we say it </a:t>
            </a:r>
            <a:r>
              <a:rPr lang="en-CA" b="1" dirty="0">
                <a:cs typeface="Consolas" panose="020B0609020204030204" pitchFamily="49" charset="0"/>
              </a:rPr>
              <a:t>binds</a:t>
            </a:r>
            <a:r>
              <a:rPr lang="en-CA" dirty="0">
                <a:cs typeface="Consolas" panose="020B0609020204030204" pitchFamily="49" charset="0"/>
              </a:rPr>
              <a:t> the name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en-CA" dirty="0">
                <a:cs typeface="Consolas" panose="020B0609020204030204" pitchFamily="49" charset="0"/>
              </a:rPr>
              <a:t> to the function body.</a:t>
            </a:r>
          </a:p>
        </p:txBody>
      </p:sp>
    </p:spTree>
    <p:extLst>
      <p:ext uri="{BB962C8B-B14F-4D97-AF65-F5344CB8AC3E}">
        <p14:creationId xmlns:p14="http://schemas.microsoft.com/office/powerpoint/2010/main" val="38545197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89F5E-AD3D-6274-AA4E-97A0FF9C2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3B5B34-72D5-DE5E-B776-DF65F5DE4166}"/>
              </a:ext>
            </a:extLst>
          </p:cNvPr>
          <p:cNvSpPr txBox="1"/>
          <p:nvPr/>
        </p:nvSpPr>
        <p:spPr>
          <a:xfrm>
            <a:off x="1421295" y="2644170"/>
            <a:ext cx="402706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  <a:b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&lt;&lt; "Hi!";</a:t>
            </a: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01B7E1-5A6E-452B-AA61-06F13B5F5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842591" cy="1325563"/>
          </a:xfrm>
        </p:spPr>
        <p:txBody>
          <a:bodyPr/>
          <a:lstStyle/>
          <a:p>
            <a:r>
              <a:rPr lang="en-US" dirty="0"/>
              <a:t>The Idea of Binding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B3CA25-416A-655B-3772-1C8E630A9B96}"/>
              </a:ext>
            </a:extLst>
          </p:cNvPr>
          <p:cNvSpPr txBox="1"/>
          <p:nvPr/>
        </p:nvSpPr>
        <p:spPr>
          <a:xfrm>
            <a:off x="7845138" y="763390"/>
            <a:ext cx="3249411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When the C++ compiler sees this definition of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en-CA" dirty="0">
                <a:cs typeface="Consolas" panose="020B0609020204030204" pitchFamily="49" charset="0"/>
              </a:rPr>
              <a:t>, we say it </a:t>
            </a:r>
            <a:r>
              <a:rPr lang="en-CA" b="1" dirty="0">
                <a:cs typeface="Consolas" panose="020B0609020204030204" pitchFamily="49" charset="0"/>
              </a:rPr>
              <a:t>binds</a:t>
            </a:r>
            <a:r>
              <a:rPr lang="en-CA" dirty="0">
                <a:cs typeface="Consolas" panose="020B0609020204030204" pitchFamily="49" charset="0"/>
              </a:rPr>
              <a:t> the name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en-CA" dirty="0">
                <a:cs typeface="Consolas" panose="020B0609020204030204" pitchFamily="49" charset="0"/>
              </a:rPr>
              <a:t> to the function body.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43938-8CCC-F123-AB08-C33F502CB801}"/>
              </a:ext>
            </a:extLst>
          </p:cNvPr>
          <p:cNvSpPr txBox="1"/>
          <p:nvPr/>
        </p:nvSpPr>
        <p:spPr>
          <a:xfrm>
            <a:off x="7845137" y="2903616"/>
            <a:ext cx="3249411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For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hello</a:t>
            </a:r>
            <a:r>
              <a:rPr lang="en-CA" dirty="0">
                <a:cs typeface="Consolas" panose="020B0609020204030204" pitchFamily="49" charset="0"/>
              </a:rPr>
              <a:t>, the binding happens at </a:t>
            </a:r>
            <a:r>
              <a:rPr lang="en-CA" b="1" dirty="0">
                <a:cs typeface="Consolas" panose="020B0609020204030204" pitchFamily="49" charset="0"/>
              </a:rPr>
              <a:t>compile time</a:t>
            </a:r>
            <a:r>
              <a:rPr lang="en-CA" dirty="0">
                <a:cs typeface="Consolas" panose="020B0609020204030204" pitchFamily="49" charset="0"/>
              </a:rPr>
              <a:t>. This is called </a:t>
            </a:r>
            <a:r>
              <a:rPr lang="en-CA" b="1" dirty="0">
                <a:cs typeface="Consolas" panose="020B0609020204030204" pitchFamily="49" charset="0"/>
              </a:rPr>
              <a:t>static binding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81923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2954-771F-0FA0-6EA2-69811ACAC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CC1BCF-1DA6-D889-F159-C2DD37FB24CD}"/>
              </a:ext>
            </a:extLst>
          </p:cNvPr>
          <p:cNvSpPr txBox="1"/>
          <p:nvPr/>
        </p:nvSpPr>
        <p:spPr>
          <a:xfrm>
            <a:off x="755373" y="1511110"/>
            <a:ext cx="6250429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string s;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"Do you prefer points or people? ";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&gt;&gt; s;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if (s == "points")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p = new Point(2, 3);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 else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p = new Person("Jill", 93);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p-&gt;print();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A0A6D6-A4AB-1AF3-BFAD-D697E2C8F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842591" cy="1325563"/>
          </a:xfrm>
        </p:spPr>
        <p:txBody>
          <a:bodyPr/>
          <a:lstStyle/>
          <a:p>
            <a:r>
              <a:rPr lang="en-US" dirty="0"/>
              <a:t>The Idea of Binding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253DF1-918D-C9E1-30A8-046BFC9EA34A}"/>
              </a:ext>
            </a:extLst>
          </p:cNvPr>
          <p:cNvSpPr txBox="1"/>
          <p:nvPr/>
        </p:nvSpPr>
        <p:spPr>
          <a:xfrm>
            <a:off x="3094234" y="662781"/>
            <a:ext cx="3249411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Consider this example …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2454D15-2450-58D1-66CC-AFA4D1CA0410}"/>
                  </a:ext>
                </a:extLst>
              </p14:cNvPr>
              <p14:cNvContentPartPr/>
              <p14:nvPr/>
            </p14:nvContentPartPr>
            <p14:xfrm>
              <a:off x="723960" y="1917720"/>
              <a:ext cx="4413600" cy="3747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2454D15-2450-58D1-66CC-AFA4D1CA04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4600" y="1908360"/>
                <a:ext cx="4432320" cy="376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06541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BF0B9-B2B0-FF3B-0BDB-62B388616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BE8A16-DF5B-8211-3195-C2752B439956}"/>
              </a:ext>
            </a:extLst>
          </p:cNvPr>
          <p:cNvSpPr txBox="1"/>
          <p:nvPr/>
        </p:nvSpPr>
        <p:spPr>
          <a:xfrm>
            <a:off x="755373" y="1511110"/>
            <a:ext cx="6250429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string s;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"Do you prefer points or people? ";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&gt;&gt; s;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if (s == "points")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p = new Point(2, 3);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 else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p = new Person("Jill", 93);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p-&gt;print();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241AD1A-9059-B29F-A2AE-CAAD52A5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842591" cy="1325563"/>
          </a:xfrm>
        </p:spPr>
        <p:txBody>
          <a:bodyPr/>
          <a:lstStyle/>
          <a:p>
            <a:r>
              <a:rPr lang="en-US" dirty="0"/>
              <a:t>The Idea of Binding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970BBF-E083-97E7-9645-C9E45D58E639}"/>
              </a:ext>
            </a:extLst>
          </p:cNvPr>
          <p:cNvSpPr txBox="1"/>
          <p:nvPr/>
        </p:nvSpPr>
        <p:spPr>
          <a:xfrm>
            <a:off x="3094234" y="662781"/>
            <a:ext cx="3249411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Consider this example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717A6E-22ED-8F28-65E2-2475F5AEC5CE}"/>
              </a:ext>
            </a:extLst>
          </p:cNvPr>
          <p:cNvSpPr txBox="1"/>
          <p:nvPr/>
        </p:nvSpPr>
        <p:spPr>
          <a:xfrm>
            <a:off x="2842591" y="4885225"/>
            <a:ext cx="288581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Which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method is called? The one for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CA" dirty="0">
                <a:cs typeface="Consolas" panose="020B0609020204030204" pitchFamily="49" charset="0"/>
              </a:rPr>
              <a:t> or the one for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CA" dirty="0"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1B8C65-9B06-4035-8B00-C53A8306F158}"/>
              </a:ext>
            </a:extLst>
          </p:cNvPr>
          <p:cNvSpPr/>
          <p:nvPr/>
        </p:nvSpPr>
        <p:spPr>
          <a:xfrm>
            <a:off x="755372" y="5137784"/>
            <a:ext cx="1670835" cy="46675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3500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F2A8B-C0D6-3FE4-A912-00B178A51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751255-021D-DEE4-EF8C-9914AC7C63D1}"/>
              </a:ext>
            </a:extLst>
          </p:cNvPr>
          <p:cNvSpPr txBox="1"/>
          <p:nvPr/>
        </p:nvSpPr>
        <p:spPr>
          <a:xfrm>
            <a:off x="755373" y="1511110"/>
            <a:ext cx="6250429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string s;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"Do you prefer points or people? ";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&gt;&gt; s;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if (s == "points")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p = new Point(2, 3);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 else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p = new Person("Jill", 93);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p-&gt;print();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A49B147-6993-D0FA-99A6-EFA8D42F6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842591" cy="1325563"/>
          </a:xfrm>
        </p:spPr>
        <p:txBody>
          <a:bodyPr/>
          <a:lstStyle/>
          <a:p>
            <a:r>
              <a:rPr lang="en-US" dirty="0"/>
              <a:t>The Idea of Binding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FDF427-E001-B8BF-C61F-70410A7AFD25}"/>
              </a:ext>
            </a:extLst>
          </p:cNvPr>
          <p:cNvSpPr txBox="1"/>
          <p:nvPr/>
        </p:nvSpPr>
        <p:spPr>
          <a:xfrm>
            <a:off x="3094234" y="662781"/>
            <a:ext cx="3249411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Consider this example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23C68D-7EFE-6772-4676-83C96BF4EAFF}"/>
              </a:ext>
            </a:extLst>
          </p:cNvPr>
          <p:cNvSpPr txBox="1"/>
          <p:nvPr/>
        </p:nvSpPr>
        <p:spPr>
          <a:xfrm>
            <a:off x="2842591" y="4885225"/>
            <a:ext cx="288581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Which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method is called? The one for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CA" dirty="0">
                <a:cs typeface="Consolas" panose="020B0609020204030204" pitchFamily="49" charset="0"/>
              </a:rPr>
              <a:t> or the one for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CA" dirty="0"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51E6B2-E060-A481-316F-082B250DAAA5}"/>
              </a:ext>
            </a:extLst>
          </p:cNvPr>
          <p:cNvSpPr/>
          <p:nvPr/>
        </p:nvSpPr>
        <p:spPr>
          <a:xfrm>
            <a:off x="755372" y="5137784"/>
            <a:ext cx="1670835" cy="46675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CA5E19-82CB-3E66-9443-58058BACA2FF}"/>
              </a:ext>
            </a:extLst>
          </p:cNvPr>
          <p:cNvSpPr txBox="1"/>
          <p:nvPr/>
        </p:nvSpPr>
        <p:spPr>
          <a:xfrm>
            <a:off x="6025726" y="4742831"/>
            <a:ext cx="3026358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We </a:t>
            </a:r>
            <a:r>
              <a:rPr lang="en-CA" b="1" dirty="0">
                <a:cs typeface="Consolas" panose="020B0609020204030204" pitchFamily="49" charset="0"/>
              </a:rPr>
              <a:t>cannot</a:t>
            </a:r>
            <a:r>
              <a:rPr lang="en-CA" dirty="0">
                <a:cs typeface="Consolas" panose="020B0609020204030204" pitchFamily="49" charset="0"/>
              </a:rPr>
              <a:t> know which one just by looking at the source code.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</a:t>
            </a:r>
            <a:r>
              <a:rPr lang="en-CA" b="1" dirty="0">
                <a:cs typeface="Consolas" panose="020B0609020204030204" pitchFamily="49" charset="0"/>
              </a:rPr>
              <a:t>cannot</a:t>
            </a:r>
            <a:r>
              <a:rPr lang="en-CA" dirty="0">
                <a:cs typeface="Consolas" panose="020B0609020204030204" pitchFamily="49" charset="0"/>
              </a:rPr>
              <a:t> be bound at compile-time.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647FA9-2880-B3FC-81A6-9F6B5F88742E}"/>
              </a:ext>
            </a:extLst>
          </p:cNvPr>
          <p:cNvSpPr txBox="1"/>
          <p:nvPr/>
        </p:nvSpPr>
        <p:spPr>
          <a:xfrm>
            <a:off x="9349409" y="4741898"/>
            <a:ext cx="2686878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 is bound to its implementation at runtime. We say it is </a:t>
            </a:r>
            <a:r>
              <a:rPr lang="en-CA" b="1" dirty="0">
                <a:cs typeface="Consolas" panose="020B0609020204030204" pitchFamily="49" charset="0"/>
              </a:rPr>
              <a:t>dynamically bound</a:t>
            </a:r>
            <a:r>
              <a:rPr lang="en-CA" dirty="0"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6C1EBE-FE1D-3C8E-C448-6418C711A046}"/>
              </a:ext>
            </a:extLst>
          </p:cNvPr>
          <p:cNvSpPr txBox="1"/>
          <p:nvPr/>
        </p:nvSpPr>
        <p:spPr>
          <a:xfrm>
            <a:off x="9349409" y="3429000"/>
            <a:ext cx="2686878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Dynamic binding is a key feature of OOP.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91E141-83C6-744D-E187-202B14EC8DCD}"/>
              </a:ext>
            </a:extLst>
          </p:cNvPr>
          <p:cNvSpPr txBox="1"/>
          <p:nvPr/>
        </p:nvSpPr>
        <p:spPr>
          <a:xfrm>
            <a:off x="7792278" y="662781"/>
            <a:ext cx="4244009" cy="2031325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Dynamic binding in C++ is implemented by giving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 a special array called a </a:t>
            </a:r>
            <a:r>
              <a:rPr lang="en-CA" b="1" dirty="0" err="1">
                <a:cs typeface="Consolas" panose="020B0609020204030204" pitchFamily="49" charset="0"/>
              </a:rPr>
              <a:t>vtable</a:t>
            </a:r>
            <a:r>
              <a:rPr lang="en-CA" dirty="0">
                <a:cs typeface="Consolas" panose="020B0609020204030204" pitchFamily="49" charset="0"/>
              </a:rPr>
              <a:t> that stores pointers to the different implementations of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. Each object has a pointer (</a:t>
            </a:r>
            <a:r>
              <a:rPr lang="en-CA" b="1" dirty="0" err="1">
                <a:cs typeface="Consolas" panose="020B0609020204030204" pitchFamily="49" charset="0"/>
              </a:rPr>
              <a:t>vptr</a:t>
            </a:r>
            <a:r>
              <a:rPr lang="en-CA" dirty="0">
                <a:cs typeface="Consolas" panose="020B0609020204030204" pitchFamily="49" charset="0"/>
              </a:rPr>
              <a:t>) to the </a:t>
            </a:r>
            <a:r>
              <a:rPr lang="en-CA" b="1" dirty="0" err="1">
                <a:cs typeface="Consolas" panose="020B0609020204030204" pitchFamily="49" charset="0"/>
              </a:rPr>
              <a:t>vtable</a:t>
            </a:r>
            <a:r>
              <a:rPr lang="en-CA" dirty="0">
                <a:cs typeface="Consolas" panose="020B0609020204030204" pitchFamily="49" charset="0"/>
              </a:rPr>
              <a:t> that it uses to get the right method at runtime.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77BE2D5-0366-385F-5B10-C1AAC4661EE9}"/>
              </a:ext>
            </a:extLst>
          </p:cNvPr>
          <p:cNvCxnSpPr>
            <a:stCxn id="3" idx="3"/>
            <a:endCxn id="6" idx="1"/>
          </p:cNvCxnSpPr>
          <p:nvPr/>
        </p:nvCxnSpPr>
        <p:spPr>
          <a:xfrm flipV="1">
            <a:off x="5728401" y="5342996"/>
            <a:ext cx="297325" cy="3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B7C523-4469-4723-2BCB-1E0BB627DCD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9052084" y="5342063"/>
            <a:ext cx="297325" cy="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EC118CE-711B-EA4E-78D1-CCDDBFAB8B45}"/>
              </a:ext>
            </a:extLst>
          </p:cNvPr>
          <p:cNvCxnSpPr>
            <a:cxnSpLocks/>
            <a:stCxn id="7" idx="0"/>
            <a:endCxn id="9" idx="2"/>
          </p:cNvCxnSpPr>
          <p:nvPr/>
        </p:nvCxnSpPr>
        <p:spPr>
          <a:xfrm flipV="1">
            <a:off x="10692848" y="4075331"/>
            <a:ext cx="0" cy="666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E385CC2-8A09-7D59-060B-EC88AA69EB4A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0692848" y="2694106"/>
            <a:ext cx="0" cy="734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0E36850-CE92-EF37-06E9-4D723243C704}"/>
                  </a:ext>
                </a:extLst>
              </p14:cNvPr>
              <p14:cNvContentPartPr/>
              <p14:nvPr/>
            </p14:nvContentPartPr>
            <p14:xfrm>
              <a:off x="1117440" y="1542960"/>
              <a:ext cx="9792360" cy="41533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0E36850-CE92-EF37-06E9-4D723243C7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8080" y="1533600"/>
                <a:ext cx="9811080" cy="417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77592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1806F-671A-1787-2BFA-30E8C8BC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AF047-631D-AD4C-B3F2-CA1FF3701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D9EE5-A15D-2090-D245-D35197D6B0DB}"/>
              </a:ext>
            </a:extLst>
          </p:cNvPr>
          <p:cNvSpPr txBox="1"/>
          <p:nvPr/>
        </p:nvSpPr>
        <p:spPr>
          <a:xfrm>
            <a:off x="123052" y="2659557"/>
            <a:ext cx="2896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Printable p;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D35A0-1F10-62E0-E7F2-7EB396096472}"/>
              </a:ext>
            </a:extLst>
          </p:cNvPr>
          <p:cNvSpPr txBox="1"/>
          <p:nvPr/>
        </p:nvSpPr>
        <p:spPr>
          <a:xfrm>
            <a:off x="3019999" y="2659557"/>
            <a:ext cx="279170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Why does this line </a:t>
            </a:r>
            <a:r>
              <a:rPr lang="en-CA" b="1" dirty="0">
                <a:cs typeface="Consolas" panose="020B0609020204030204" pitchFamily="49" charset="0"/>
              </a:rPr>
              <a:t>not</a:t>
            </a:r>
            <a:r>
              <a:rPr lang="en-CA" dirty="0">
                <a:cs typeface="Consolas" panose="020B0609020204030204" pitchFamily="49" charset="0"/>
              </a:rPr>
              <a:t> compile (even if we add a default constructor)?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74E27-8A92-1962-30AF-9FC1B238F059}"/>
              </a:ext>
            </a:extLst>
          </p:cNvPr>
          <p:cNvSpPr txBox="1"/>
          <p:nvPr/>
        </p:nvSpPr>
        <p:spPr>
          <a:xfrm>
            <a:off x="3019999" y="3866991"/>
            <a:ext cx="2791700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CA" dirty="0">
                <a:cs typeface="Consolas" panose="020B0609020204030204" pitchFamily="49" charset="0"/>
              </a:rPr>
              <a:t> has a virtual method,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  <a:r>
              <a:rPr lang="en-CA" dirty="0">
                <a:cs typeface="Consolas" panose="020B0609020204030204" pitchFamily="49" charset="0"/>
              </a:rPr>
              <a:t>, that has no implementation. So we can never create just a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 object.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2813C12-276B-55AF-92EA-B9C0B6361B4F}"/>
                  </a:ext>
                </a:extLst>
              </p14:cNvPr>
              <p14:cNvContentPartPr/>
              <p14:nvPr/>
            </p14:nvContentPartPr>
            <p14:xfrm>
              <a:off x="152280" y="3320640"/>
              <a:ext cx="2597760" cy="64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2813C12-276B-55AF-92EA-B9C0B6361B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920" y="3311280"/>
                <a:ext cx="2616480" cy="8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05936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75ED9-7B9D-F84E-CA6A-E647AE864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1051F-24E7-7987-3E5F-695B434F0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5CCB11-B2CE-08F5-C7B5-4F3A219E0F1E}"/>
              </a:ext>
            </a:extLst>
          </p:cNvPr>
          <p:cNvSpPr txBox="1"/>
          <p:nvPr/>
        </p:nvSpPr>
        <p:spPr>
          <a:xfrm>
            <a:off x="123052" y="2659557"/>
            <a:ext cx="2896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Printable p;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29D6F-93FC-1089-4895-BA023234F6EB}"/>
              </a:ext>
            </a:extLst>
          </p:cNvPr>
          <p:cNvSpPr txBox="1"/>
          <p:nvPr/>
        </p:nvSpPr>
        <p:spPr>
          <a:xfrm>
            <a:off x="2075782" y="3848759"/>
            <a:ext cx="2791700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But we </a:t>
            </a:r>
            <a:r>
              <a:rPr lang="en-CA" b="1" dirty="0">
                <a:cs typeface="Consolas" panose="020B0609020204030204" pitchFamily="49" charset="0"/>
              </a:rPr>
              <a:t>can</a:t>
            </a:r>
            <a:r>
              <a:rPr lang="en-CA" dirty="0">
                <a:cs typeface="Consolas" panose="020B0609020204030204" pitchFamily="49" charset="0"/>
              </a:rPr>
              <a:t> make a pointer to a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: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Printable*</a:t>
            </a:r>
            <a:r>
              <a:rPr lang="en-CA" dirty="0">
                <a:cs typeface="Consolas" panose="020B0609020204030204" pitchFamily="49" charset="0"/>
              </a:rPr>
              <a:t> pointers can point to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CA" dirty="0">
                <a:cs typeface="Consolas" panose="020B0609020204030204" pitchFamily="49" charset="0"/>
              </a:rPr>
              <a:t>,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CA" dirty="0">
                <a:cs typeface="Consolas" panose="020B0609020204030204" pitchFamily="49" charset="0"/>
              </a:rPr>
              <a:t>, or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  <a:r>
              <a:rPr lang="en-CA" dirty="0">
                <a:cs typeface="Consolas" panose="020B0609020204030204" pitchFamily="49" charset="0"/>
              </a:rPr>
              <a:t> objects.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AF7FA9-2B99-8838-5550-3B6180F7E368}"/>
              </a:ext>
            </a:extLst>
          </p:cNvPr>
          <p:cNvSpPr txBox="1"/>
          <p:nvPr/>
        </p:nvSpPr>
        <p:spPr>
          <a:xfrm>
            <a:off x="5811699" y="2305614"/>
            <a:ext cx="639149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p1 = new Point{1, 2};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p2 = new Person{"Max", 2};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p3 = new Reading{"Black Rock",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41.5};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p1-&gt;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 // (1, 2)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p2-&gt;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 // Name: 'Max, Age: 2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p3-&gt;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 // 41.5 degrees at Black Rock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A2B812-A639-814A-7F16-F476C35F9E18}"/>
              </a:ext>
            </a:extLst>
          </p:cNvPr>
          <p:cNvGrpSpPr/>
          <p:nvPr/>
        </p:nvGrpSpPr>
        <p:grpSpPr>
          <a:xfrm>
            <a:off x="235242" y="2562332"/>
            <a:ext cx="2355574" cy="779223"/>
            <a:chOff x="1371600" y="5344319"/>
            <a:chExt cx="2355574" cy="390559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334A3A7-6EBD-B70F-A213-6480D3E876C8}"/>
                </a:ext>
              </a:extLst>
            </p:cNvPr>
            <p:cNvCxnSpPr/>
            <p:nvPr/>
          </p:nvCxnSpPr>
          <p:spPr>
            <a:xfrm flipV="1">
              <a:off x="1371600" y="5344319"/>
              <a:ext cx="2355574" cy="39055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B06CC97-6850-10F3-A458-C2C2083C5025}"/>
                </a:ext>
              </a:extLst>
            </p:cNvPr>
            <p:cNvCxnSpPr>
              <a:cxnSpLocks/>
            </p:cNvCxnSpPr>
            <p:nvPr/>
          </p:nvCxnSpPr>
          <p:spPr>
            <a:xfrm>
              <a:off x="1560576" y="5496719"/>
              <a:ext cx="2166598" cy="12379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Left Brace 12">
            <a:extLst>
              <a:ext uri="{FF2B5EF4-FFF2-40B4-BE49-F238E27FC236}">
                <a16:creationId xmlns:a16="http://schemas.microsoft.com/office/drawing/2014/main" id="{1B67B4E0-93C5-DBEF-48BB-318E7D1BC5EA}"/>
              </a:ext>
            </a:extLst>
          </p:cNvPr>
          <p:cNvSpPr/>
          <p:nvPr/>
        </p:nvSpPr>
        <p:spPr>
          <a:xfrm>
            <a:off x="5575852" y="2305614"/>
            <a:ext cx="235847" cy="271364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33D0F3-0C56-EE89-B93C-C6911C690808}"/>
              </a:ext>
            </a:extLst>
          </p:cNvPr>
          <p:cNvCxnSpPr/>
          <p:nvPr/>
        </p:nvCxnSpPr>
        <p:spPr>
          <a:xfrm flipV="1">
            <a:off x="4867482" y="3667539"/>
            <a:ext cx="688492" cy="288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FC57019-B85C-B743-0F14-F7FB650167C4}"/>
                  </a:ext>
                </a:extLst>
              </p14:cNvPr>
              <p14:cNvContentPartPr/>
              <p14:nvPr/>
            </p14:nvContentPartPr>
            <p14:xfrm>
              <a:off x="5816520" y="2279520"/>
              <a:ext cx="121320" cy="2826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FC57019-B85C-B743-0F14-F7FB650167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07160" y="2270160"/>
                <a:ext cx="140040" cy="284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34937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A9430-E794-AC1E-A03D-B072F4275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A6A4A-8AB3-E730-12AA-A862D5489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020B76-D770-5DF0-FDE0-F4DFF085B8E6}"/>
              </a:ext>
            </a:extLst>
          </p:cNvPr>
          <p:cNvSpPr txBox="1"/>
          <p:nvPr/>
        </p:nvSpPr>
        <p:spPr>
          <a:xfrm>
            <a:off x="123052" y="2659557"/>
            <a:ext cx="2896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Printable p;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2BACAC-4AE2-1589-1734-986F5CBAB608}"/>
              </a:ext>
            </a:extLst>
          </p:cNvPr>
          <p:cNvSpPr txBox="1"/>
          <p:nvPr/>
        </p:nvSpPr>
        <p:spPr>
          <a:xfrm>
            <a:off x="964096" y="3848759"/>
            <a:ext cx="3022570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Vector’s must store objects of the same type. A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vector&lt;Pointer*&gt;</a:t>
            </a:r>
            <a:r>
              <a:rPr lang="en-CA" dirty="0">
                <a:cs typeface="Consolas" panose="020B0609020204030204" pitchFamily="49" charset="0"/>
              </a:rPr>
              <a:t> can store pointers to a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CA" dirty="0">
                <a:cs typeface="Consolas" panose="020B0609020204030204" pitchFamily="49" charset="0"/>
              </a:rPr>
              <a:t>,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en-CA" dirty="0">
                <a:cs typeface="Consolas" panose="020B0609020204030204" pitchFamily="49" charset="0"/>
              </a:rPr>
              <a:t>, or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  <a:r>
              <a:rPr lang="en-CA" dirty="0">
                <a:cs typeface="Consolas" panose="020B0609020204030204" pitchFamily="49" charset="0"/>
              </a:rPr>
              <a:t> object.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F9C31C-CCC1-E76F-5292-1D91AFB5F83C}"/>
              </a:ext>
            </a:extLst>
          </p:cNvPr>
          <p:cNvSpPr txBox="1"/>
          <p:nvPr/>
        </p:nvSpPr>
        <p:spPr>
          <a:xfrm>
            <a:off x="4930883" y="2305614"/>
            <a:ext cx="7378943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vector&lt;Printable*&gt; v = { new Point{1, 2},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new Person{"Max", 2},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new Reading{"Black Rock",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41.5}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};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for(Printable* p : v)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p-&gt;print();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A6B2A9-A6D4-3644-DA91-4AECDADBE7CC}"/>
              </a:ext>
            </a:extLst>
          </p:cNvPr>
          <p:cNvGrpSpPr/>
          <p:nvPr/>
        </p:nvGrpSpPr>
        <p:grpSpPr>
          <a:xfrm>
            <a:off x="235242" y="2562332"/>
            <a:ext cx="2355574" cy="779223"/>
            <a:chOff x="1371600" y="5344319"/>
            <a:chExt cx="2355574" cy="390559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B32E150-98D2-85C2-831B-DD892274D02B}"/>
                </a:ext>
              </a:extLst>
            </p:cNvPr>
            <p:cNvCxnSpPr/>
            <p:nvPr/>
          </p:nvCxnSpPr>
          <p:spPr>
            <a:xfrm flipV="1">
              <a:off x="1371600" y="5344319"/>
              <a:ext cx="2355574" cy="39055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BA2FB9A-C201-3129-8705-71361976EA4C}"/>
                </a:ext>
              </a:extLst>
            </p:cNvPr>
            <p:cNvCxnSpPr>
              <a:cxnSpLocks/>
            </p:cNvCxnSpPr>
            <p:nvPr/>
          </p:nvCxnSpPr>
          <p:spPr>
            <a:xfrm>
              <a:off x="1560576" y="5496719"/>
              <a:ext cx="2166598" cy="12379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Left Brace 12">
            <a:extLst>
              <a:ext uri="{FF2B5EF4-FFF2-40B4-BE49-F238E27FC236}">
                <a16:creationId xmlns:a16="http://schemas.microsoft.com/office/drawing/2014/main" id="{75921B94-937D-B988-ACDD-728C2B4CFBEC}"/>
              </a:ext>
            </a:extLst>
          </p:cNvPr>
          <p:cNvSpPr/>
          <p:nvPr/>
        </p:nvSpPr>
        <p:spPr>
          <a:xfrm>
            <a:off x="4675158" y="2305614"/>
            <a:ext cx="255725" cy="309133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453D04-1579-23E7-DB2A-99B9F9E8FABB}"/>
              </a:ext>
            </a:extLst>
          </p:cNvPr>
          <p:cNvCxnSpPr>
            <a:cxnSpLocks/>
          </p:cNvCxnSpPr>
          <p:nvPr/>
        </p:nvCxnSpPr>
        <p:spPr>
          <a:xfrm flipV="1">
            <a:off x="3986666" y="3848759"/>
            <a:ext cx="688492" cy="107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30BDCD8-530C-2B74-9735-F5F55D80D4D4}"/>
              </a:ext>
            </a:extLst>
          </p:cNvPr>
          <p:cNvSpPr txBox="1"/>
          <p:nvPr/>
        </p:nvSpPr>
        <p:spPr>
          <a:xfrm>
            <a:off x="964096" y="5637832"/>
            <a:ext cx="302257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It’s as if we are storing different types of objects in the same collection.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7A5951C-ADA4-1E4D-B5C0-A9BB1D033862}"/>
                  </a:ext>
                </a:extLst>
              </p14:cNvPr>
              <p14:cNvContentPartPr/>
              <p14:nvPr/>
            </p14:nvContentPartPr>
            <p14:xfrm>
              <a:off x="5270400" y="2736360"/>
              <a:ext cx="5232960" cy="2064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7A5951C-ADA4-1E4D-B5C0-A9BB1D0338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1040" y="2727000"/>
                <a:ext cx="5251680" cy="208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56307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52BC4-A4E4-37BF-AE6A-6B240CBD5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F01F-F6E4-AF28-BE73-137CDA867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Objects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BA2A6-2B64-52C8-5EA7-EB8EE6F3331E}"/>
              </a:ext>
            </a:extLst>
          </p:cNvPr>
          <p:cNvSpPr txBox="1"/>
          <p:nvPr/>
        </p:nvSpPr>
        <p:spPr>
          <a:xfrm>
            <a:off x="7305260" y="1202733"/>
            <a:ext cx="2098231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Be careful with pointers to objects!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2BA893-24C9-07B8-55D3-A3EDF67EBD44}"/>
              </a:ext>
            </a:extLst>
          </p:cNvPr>
          <p:cNvSpPr txBox="1"/>
          <p:nvPr/>
        </p:nvSpPr>
        <p:spPr>
          <a:xfrm>
            <a:off x="4930883" y="2305614"/>
            <a:ext cx="653255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Reading* r = new Reading{"Black Rock", 41.5};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r-&gt;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 = r;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p-&gt;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1C14D2-8EF2-9ECD-8F32-6B12104D489B}"/>
              </a:ext>
            </a:extLst>
          </p:cNvPr>
          <p:cNvSpPr txBox="1"/>
          <p:nvPr/>
        </p:nvSpPr>
        <p:spPr>
          <a:xfrm>
            <a:off x="2151393" y="2587154"/>
            <a:ext cx="2539911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code is okay: it compiles and runs.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D04DD3-2AB5-3B86-EFE5-DA22866CA680}"/>
              </a:ext>
            </a:extLst>
          </p:cNvPr>
          <p:cNvSpPr txBox="1"/>
          <p:nvPr/>
        </p:nvSpPr>
        <p:spPr>
          <a:xfrm>
            <a:off x="10066268" y="3296232"/>
            <a:ext cx="18678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loc: Black Rock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temp: 41.5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(): …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(): 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0A72CC-86EB-0868-A1E2-82E5E7AD05C1}"/>
              </a:ext>
            </a:extLst>
          </p:cNvPr>
          <p:cNvSpPr txBox="1"/>
          <p:nvPr/>
        </p:nvSpPr>
        <p:spPr>
          <a:xfrm>
            <a:off x="8608202" y="280140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089DA6E-51CB-EF21-ACDF-A4EBC63882CB}"/>
              </a:ext>
            </a:extLst>
          </p:cNvPr>
          <p:cNvSpPr/>
          <p:nvPr/>
        </p:nvSpPr>
        <p:spPr>
          <a:xfrm>
            <a:off x="10054867" y="3170738"/>
            <a:ext cx="1867818" cy="15597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01C444-B67A-DD4F-81A0-850BD2B90C4B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962786" y="3032239"/>
            <a:ext cx="1103482" cy="2639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eft Brace 16">
            <a:extLst>
              <a:ext uri="{FF2B5EF4-FFF2-40B4-BE49-F238E27FC236}">
                <a16:creationId xmlns:a16="http://schemas.microsoft.com/office/drawing/2014/main" id="{4D461EE7-A47C-19F9-B980-04F50DE7E669}"/>
              </a:ext>
            </a:extLst>
          </p:cNvPr>
          <p:cNvSpPr/>
          <p:nvPr/>
        </p:nvSpPr>
        <p:spPr>
          <a:xfrm>
            <a:off x="4800600" y="2362149"/>
            <a:ext cx="180360" cy="93408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77E6B21-C29F-29BD-4F5F-44C8230802C1}"/>
                  </a:ext>
                </a:extLst>
              </p14:cNvPr>
              <p14:cNvContentPartPr/>
              <p14:nvPr/>
            </p14:nvContentPartPr>
            <p14:xfrm>
              <a:off x="5029200" y="2616120"/>
              <a:ext cx="3130920" cy="800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77E6B21-C29F-29BD-4F5F-44C8230802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19840" y="2606760"/>
                <a:ext cx="3149640" cy="81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97265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BA45D-4A15-5660-FA99-2CD9517C3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1BAA9-7A0A-A49E-C71C-3A41D2CEF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Objects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7E8195-E5A1-F1FA-B905-D915044A9200}"/>
              </a:ext>
            </a:extLst>
          </p:cNvPr>
          <p:cNvSpPr txBox="1"/>
          <p:nvPr/>
        </p:nvSpPr>
        <p:spPr>
          <a:xfrm>
            <a:off x="7305260" y="1202733"/>
            <a:ext cx="2098231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Be careful with pointers to objects!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5E099F-7647-D3B7-6D38-1E0145D0DF5F}"/>
              </a:ext>
            </a:extLst>
          </p:cNvPr>
          <p:cNvSpPr txBox="1"/>
          <p:nvPr/>
        </p:nvSpPr>
        <p:spPr>
          <a:xfrm>
            <a:off x="4930883" y="2305614"/>
            <a:ext cx="653255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Reading* r = new Reading{"Black Rock", 41.5};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r-&gt;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 = r;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p-&gt;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0059DF-CE9C-B9C0-D162-664ACFD4ABED}"/>
              </a:ext>
            </a:extLst>
          </p:cNvPr>
          <p:cNvSpPr txBox="1"/>
          <p:nvPr/>
        </p:nvSpPr>
        <p:spPr>
          <a:xfrm>
            <a:off x="1828800" y="3481674"/>
            <a:ext cx="264283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This code is also okay: it compiles and runs. </a:t>
            </a:r>
            <a:br>
              <a:rPr lang="en-CA" dirty="0"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CA" dirty="0">
                <a:cs typeface="Consolas" panose="020B0609020204030204" pitchFamily="49" charset="0"/>
              </a:rPr>
              <a:t>  and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CA" dirty="0">
                <a:cs typeface="Consolas" panose="020B0609020204030204" pitchFamily="49" charset="0"/>
              </a:rPr>
              <a:t> both point to the same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Reading</a:t>
            </a:r>
            <a:r>
              <a:rPr lang="en-CA" dirty="0">
                <a:cs typeface="Consolas" panose="020B0609020204030204" pitchFamily="49" charset="0"/>
              </a:rPr>
              <a:t> object.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B5CAE0-283B-26C9-9A8F-A1B1A8983404}"/>
              </a:ext>
            </a:extLst>
          </p:cNvPr>
          <p:cNvSpPr txBox="1"/>
          <p:nvPr/>
        </p:nvSpPr>
        <p:spPr>
          <a:xfrm>
            <a:off x="10066268" y="3296232"/>
            <a:ext cx="18678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loc: Black Rock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temp: 41.5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(): …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(): 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14FB70-F8D1-7E0A-9A26-C83A478F5E80}"/>
              </a:ext>
            </a:extLst>
          </p:cNvPr>
          <p:cNvSpPr txBox="1"/>
          <p:nvPr/>
        </p:nvSpPr>
        <p:spPr>
          <a:xfrm>
            <a:off x="8608202" y="280140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3D50285-B9EB-7486-828D-639C7E38E697}"/>
              </a:ext>
            </a:extLst>
          </p:cNvPr>
          <p:cNvSpPr/>
          <p:nvPr/>
        </p:nvSpPr>
        <p:spPr>
          <a:xfrm>
            <a:off x="10054867" y="3170738"/>
            <a:ext cx="1867818" cy="15597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130A621-0002-75C9-672C-807140D1061F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962786" y="3032239"/>
            <a:ext cx="1103482" cy="2639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eft Brace 16">
            <a:extLst>
              <a:ext uri="{FF2B5EF4-FFF2-40B4-BE49-F238E27FC236}">
                <a16:creationId xmlns:a16="http://schemas.microsoft.com/office/drawing/2014/main" id="{86FFBDE0-B39C-B05F-9130-DCA6B4CE772C}"/>
              </a:ext>
            </a:extLst>
          </p:cNvPr>
          <p:cNvSpPr/>
          <p:nvPr/>
        </p:nvSpPr>
        <p:spPr>
          <a:xfrm>
            <a:off x="4780721" y="3618300"/>
            <a:ext cx="150161" cy="55613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59F06E-F6EF-B7B1-4A68-2E443C6A8E14}"/>
              </a:ext>
            </a:extLst>
          </p:cNvPr>
          <p:cNvSpPr txBox="1"/>
          <p:nvPr/>
        </p:nvSpPr>
        <p:spPr>
          <a:xfrm>
            <a:off x="8497166" y="36412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04A7F39-B0E1-0CCA-6ECB-99567F231BDC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8851750" y="3872047"/>
            <a:ext cx="1191715" cy="39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CC0D6CC-2384-12F8-80DE-BF4B554A7CC8}"/>
                  </a:ext>
                </a:extLst>
              </p14:cNvPr>
              <p14:cNvContentPartPr/>
              <p14:nvPr/>
            </p14:nvContentPartPr>
            <p14:xfrm>
              <a:off x="5016600" y="3263760"/>
              <a:ext cx="3778560" cy="1296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CC0D6CC-2384-12F8-80DE-BF4B554A7C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07240" y="3254400"/>
                <a:ext cx="3797280" cy="131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31553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2172F-55B1-D216-56E9-FCA0DF4A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D3EF-33F1-8D5F-E911-78538EB12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Objects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3FCDB-06FA-4DCE-77E9-59A2D5127F2B}"/>
              </a:ext>
            </a:extLst>
          </p:cNvPr>
          <p:cNvSpPr txBox="1"/>
          <p:nvPr/>
        </p:nvSpPr>
        <p:spPr>
          <a:xfrm>
            <a:off x="7305260" y="1202733"/>
            <a:ext cx="2098231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cs typeface="Consolas" panose="020B0609020204030204" pitchFamily="49" charset="0"/>
              </a:rPr>
              <a:t>Be careful with pointers to objects!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491E7-ABB2-8DD8-95F5-CEB93F05C907}"/>
              </a:ext>
            </a:extLst>
          </p:cNvPr>
          <p:cNvSpPr txBox="1"/>
          <p:nvPr/>
        </p:nvSpPr>
        <p:spPr>
          <a:xfrm>
            <a:off x="4930883" y="2305614"/>
            <a:ext cx="653255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Reading* r = new Reading{"Black Rock", 41.5};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&lt;&lt; r-&gt;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Printable* p = r;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p-&gt;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p-&gt;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E415C6-ADDB-2802-CEBD-1AA872B6C1EE}"/>
              </a:ext>
            </a:extLst>
          </p:cNvPr>
          <p:cNvSpPr txBox="1"/>
          <p:nvPr/>
        </p:nvSpPr>
        <p:spPr>
          <a:xfrm>
            <a:off x="1798983" y="3624707"/>
            <a:ext cx="2906659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cs typeface="Consolas" panose="020B0609020204030204" pitchFamily="49" charset="0"/>
              </a:rPr>
              <a:t>But this line does not compile! </a:t>
            </a:r>
            <a:r>
              <a:rPr lang="en-CA" dirty="0">
                <a:cs typeface="Consolas" panose="020B0609020204030204" pitchFamily="49" charset="0"/>
              </a:rPr>
              <a:t>Since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en-CA" dirty="0">
                <a:cs typeface="Consolas" panose="020B0609020204030204" pitchFamily="49" charset="0"/>
              </a:rPr>
              <a:t> is of type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Printable*</a:t>
            </a:r>
            <a:r>
              <a:rPr lang="en-CA" dirty="0">
                <a:cs typeface="Consolas" panose="020B0609020204030204" pitchFamily="49" charset="0"/>
              </a:rPr>
              <a:t> it can only access methods that are in the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Printable</a:t>
            </a:r>
            <a:r>
              <a:rPr lang="en-CA" dirty="0">
                <a:cs typeface="Consolas" panose="020B0609020204030204" pitchFamily="49" charset="0"/>
              </a:rPr>
              <a:t> class.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E4DFBF-8F37-381D-35FE-3591CDE68F59}"/>
              </a:ext>
            </a:extLst>
          </p:cNvPr>
          <p:cNvSpPr txBox="1"/>
          <p:nvPr/>
        </p:nvSpPr>
        <p:spPr>
          <a:xfrm>
            <a:off x="10066268" y="3296232"/>
            <a:ext cx="18678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loc: Black Rock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temp: 41.5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(): …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get_temp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(): 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52A864-8F9D-B28E-4B30-F0859530246D}"/>
              </a:ext>
            </a:extLst>
          </p:cNvPr>
          <p:cNvSpPr txBox="1"/>
          <p:nvPr/>
        </p:nvSpPr>
        <p:spPr>
          <a:xfrm>
            <a:off x="8608202" y="280140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853DA3E-2293-7B03-2A90-1ECDFED9CA6F}"/>
              </a:ext>
            </a:extLst>
          </p:cNvPr>
          <p:cNvSpPr/>
          <p:nvPr/>
        </p:nvSpPr>
        <p:spPr>
          <a:xfrm>
            <a:off x="10054867" y="3170738"/>
            <a:ext cx="1867818" cy="15597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19085B-363E-723D-A831-BFD1A5FD3CC6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962786" y="3032239"/>
            <a:ext cx="1103482" cy="2639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eft Brace 16">
            <a:extLst>
              <a:ext uri="{FF2B5EF4-FFF2-40B4-BE49-F238E27FC236}">
                <a16:creationId xmlns:a16="http://schemas.microsoft.com/office/drawing/2014/main" id="{F7FD7EE8-D292-9A1E-BDE7-AAD639FBE702}"/>
              </a:ext>
            </a:extLst>
          </p:cNvPr>
          <p:cNvSpPr/>
          <p:nvPr/>
        </p:nvSpPr>
        <p:spPr>
          <a:xfrm>
            <a:off x="4780722" y="4174360"/>
            <a:ext cx="150161" cy="37802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C7EB8F-1F96-449B-8926-2A42DED5F005}"/>
              </a:ext>
            </a:extLst>
          </p:cNvPr>
          <p:cNvSpPr txBox="1"/>
          <p:nvPr/>
        </p:nvSpPr>
        <p:spPr>
          <a:xfrm>
            <a:off x="8497166" y="364121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ADDD359-7561-64F6-2487-14AF790B256C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8851750" y="3872047"/>
            <a:ext cx="1191715" cy="39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7ACAEF3-914E-D390-BABF-74194A672616}"/>
                  </a:ext>
                </a:extLst>
              </p14:cNvPr>
              <p14:cNvContentPartPr/>
              <p14:nvPr/>
            </p14:nvContentPartPr>
            <p14:xfrm>
              <a:off x="4952880" y="3758760"/>
              <a:ext cx="1587960" cy="198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7ACAEF3-914E-D390-BABF-74194A6726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43520" y="3749400"/>
                <a:ext cx="1606680" cy="21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91160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5B8FA-69CB-A8F0-3E38-66C19FE7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Programming 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875E9-8708-7467-22FB-F46C3E427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Use destructors for calling delete and cleaning up</a:t>
            </a:r>
          </a:p>
          <a:p>
            <a:pPr lvl="1"/>
            <a:r>
              <a:rPr lang="en-US" dirty="0"/>
              <a:t>They’re a good solution to the problem of when to call delete.</a:t>
            </a:r>
          </a:p>
          <a:p>
            <a:pPr marL="0" indent="0">
              <a:buNone/>
            </a:pPr>
            <a:r>
              <a:rPr lang="en-US" b="1" dirty="0"/>
              <a:t>Prefer private to public</a:t>
            </a:r>
          </a:p>
          <a:p>
            <a:pPr lvl="1"/>
            <a:r>
              <a:rPr lang="en-US" dirty="0"/>
              <a:t>Private gives you more control over access and prevents meddling with variables.</a:t>
            </a:r>
          </a:p>
          <a:p>
            <a:pPr marL="0" indent="0">
              <a:buNone/>
            </a:pPr>
            <a:r>
              <a:rPr lang="en-US" b="1" dirty="0"/>
              <a:t>Prefer immutable (no setters) to mutable</a:t>
            </a:r>
          </a:p>
          <a:p>
            <a:pPr lvl="1"/>
            <a:r>
              <a:rPr lang="en-US" dirty="0"/>
              <a:t>Objects that don’t change are simpler, and easier to share.</a:t>
            </a:r>
          </a:p>
          <a:p>
            <a:pPr marL="0" indent="0">
              <a:buNone/>
            </a:pPr>
            <a:r>
              <a:rPr lang="en-US" b="1" dirty="0"/>
              <a:t>Prefer composition to inheritance</a:t>
            </a:r>
          </a:p>
          <a:p>
            <a:pPr lvl="1"/>
            <a:r>
              <a:rPr lang="en-US" dirty="0"/>
              <a:t>Composition tends to be more flexible and often more straightforward.</a:t>
            </a:r>
          </a:p>
          <a:p>
            <a:pPr marL="0" indent="0">
              <a:buNone/>
            </a:pPr>
            <a:r>
              <a:rPr lang="en-US" b="1" dirty="0"/>
              <a:t>Prefer inheriting abstract classes instead of classes with implementations</a:t>
            </a:r>
          </a:p>
          <a:p>
            <a:pPr lvl="1"/>
            <a:r>
              <a:rPr lang="en-US" dirty="0"/>
              <a:t>Abstract classes implement the idea of pure interfaces in C++.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F8EE64-B6EC-B4C2-6B15-FF9515C2E4B2}"/>
                  </a:ext>
                </a:extLst>
              </p14:cNvPr>
              <p14:cNvContentPartPr/>
              <p14:nvPr/>
            </p14:nvContentPartPr>
            <p14:xfrm>
              <a:off x="1181160" y="3790440"/>
              <a:ext cx="5753520" cy="744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F8EE64-B6EC-B4C2-6B15-FF9515C2E4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1800" y="3781080"/>
                <a:ext cx="5772240" cy="76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3117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8593</TotalTime>
  <Words>4070</Words>
  <Application>Microsoft Macintosh PowerPoint</Application>
  <PresentationFormat>Widescreen</PresentationFormat>
  <Paragraphs>911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Aptos</vt:lpstr>
      <vt:lpstr>Aptos Display</vt:lpstr>
      <vt:lpstr>Arial</vt:lpstr>
      <vt:lpstr>Consolas</vt:lpstr>
      <vt:lpstr>Office Theme</vt:lpstr>
      <vt:lpstr>OOP: Inheritance</vt:lpstr>
      <vt:lpstr>OOP: Inheritance</vt:lpstr>
      <vt:lpstr>OOP: Inheritance</vt:lpstr>
      <vt:lpstr>OOP: Inheritance</vt:lpstr>
      <vt:lpstr>OOP: Inheritance</vt:lpstr>
      <vt:lpstr>OOP: Inheritance</vt:lpstr>
      <vt:lpstr>OOP: Inheritance</vt:lpstr>
      <vt:lpstr>OOP: Inheritance</vt:lpstr>
      <vt:lpstr>Inheritance Hierarchies</vt:lpstr>
      <vt:lpstr>Inheritance Hierarchies</vt:lpstr>
      <vt:lpstr>Inheritance Hierarchies</vt:lpstr>
      <vt:lpstr>Composition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Printable Objects</vt:lpstr>
      <vt:lpstr>The Idea of Binding</vt:lpstr>
      <vt:lpstr>The Idea of Binding</vt:lpstr>
      <vt:lpstr>The Idea of Binding</vt:lpstr>
      <vt:lpstr>The Idea of Binding</vt:lpstr>
      <vt:lpstr>The Idea of Binding</vt:lpstr>
      <vt:lpstr>Pointers to Objects</vt:lpstr>
      <vt:lpstr>Pointers to Objects</vt:lpstr>
      <vt:lpstr>Pointers to Objects</vt:lpstr>
      <vt:lpstr>Pointers to Objects</vt:lpstr>
      <vt:lpstr>Pointers to Objects</vt:lpstr>
      <vt:lpstr>Pointers to Objects</vt:lpstr>
      <vt:lpstr>OOP Programming Advice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2026-01-03T19:29:34Z</dcterms:created>
  <dcterms:modified xsi:type="dcterms:W3CDTF">2026-02-11T21:12:00Z</dcterms:modified>
</cp:coreProperties>
</file>