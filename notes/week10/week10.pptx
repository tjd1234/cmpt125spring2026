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56" r:id="rId4"/>
    <p:sldId id="273" r:id="rId5"/>
    <p:sldId id="272" r:id="rId6"/>
    <p:sldId id="271" r:id="rId7"/>
    <p:sldId id="257" r:id="rId8"/>
    <p:sldId id="258" r:id="rId9"/>
    <p:sldId id="259" r:id="rId10"/>
    <p:sldId id="261" r:id="rId11"/>
    <p:sldId id="274" r:id="rId12"/>
    <p:sldId id="260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5" r:id="rId21"/>
    <p:sldId id="276" r:id="rId22"/>
    <p:sldId id="277" r:id="rId23"/>
    <p:sldId id="278" r:id="rId24"/>
    <p:sldId id="291" r:id="rId25"/>
    <p:sldId id="294" r:id="rId26"/>
    <p:sldId id="279" r:id="rId27"/>
    <p:sldId id="290" r:id="rId28"/>
    <p:sldId id="280" r:id="rId29"/>
    <p:sldId id="282" r:id="rId30"/>
    <p:sldId id="281" r:id="rId31"/>
    <p:sldId id="283" r:id="rId32"/>
    <p:sldId id="284" r:id="rId33"/>
    <p:sldId id="286" r:id="rId34"/>
    <p:sldId id="287" r:id="rId35"/>
    <p:sldId id="288" r:id="rId36"/>
    <p:sldId id="289" r:id="rId37"/>
    <p:sldId id="285" r:id="rId38"/>
    <p:sldId id="292" r:id="rId39"/>
    <p:sldId id="293" r:id="rId40"/>
    <p:sldId id="309" r:id="rId41"/>
    <p:sldId id="296" r:id="rId42"/>
    <p:sldId id="295" r:id="rId43"/>
    <p:sldId id="297" r:id="rId44"/>
    <p:sldId id="298" r:id="rId45"/>
    <p:sldId id="299" r:id="rId46"/>
    <p:sldId id="301" r:id="rId47"/>
    <p:sldId id="302" r:id="rId48"/>
    <p:sldId id="303" r:id="rId49"/>
    <p:sldId id="304" r:id="rId50"/>
    <p:sldId id="300" r:id="rId51"/>
    <p:sldId id="305" r:id="rId52"/>
    <p:sldId id="306" r:id="rId53"/>
    <p:sldId id="308" r:id="rId54"/>
    <p:sldId id="307" r:id="rId55"/>
    <p:sldId id="310" r:id="rId56"/>
    <p:sldId id="311" r:id="rId57"/>
    <p:sldId id="313" r:id="rId58"/>
    <p:sldId id="312" r:id="rId59"/>
    <p:sldId id="314" r:id="rId60"/>
    <p:sldId id="315" r:id="rId61"/>
    <p:sldId id="316" r:id="rId62"/>
    <p:sldId id="320" r:id="rId63"/>
    <p:sldId id="317" r:id="rId64"/>
    <p:sldId id="318" r:id="rId65"/>
    <p:sldId id="319" r:id="rId66"/>
    <p:sldId id="321" r:id="rId67"/>
    <p:sldId id="323" r:id="rId68"/>
    <p:sldId id="322" r:id="rId69"/>
    <p:sldId id="325" r:id="rId70"/>
    <p:sldId id="324" r:id="rId71"/>
    <p:sldId id="327" r:id="rId72"/>
    <p:sldId id="326" r:id="rId73"/>
    <p:sldId id="330" r:id="rId74"/>
    <p:sldId id="328" r:id="rId75"/>
    <p:sldId id="332" r:id="rId76"/>
    <p:sldId id="331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C82DEB-25BA-3E45-9CD1-CD94E006B1DE}">
          <p14:sldIdLst>
            <p14:sldId id="269"/>
            <p14:sldId id="270"/>
            <p14:sldId id="256"/>
            <p14:sldId id="273"/>
            <p14:sldId id="272"/>
            <p14:sldId id="271"/>
            <p14:sldId id="257"/>
            <p14:sldId id="258"/>
            <p14:sldId id="259"/>
            <p14:sldId id="261"/>
            <p14:sldId id="274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75"/>
            <p14:sldId id="276"/>
            <p14:sldId id="277"/>
            <p14:sldId id="278"/>
            <p14:sldId id="291"/>
            <p14:sldId id="294"/>
            <p14:sldId id="279"/>
            <p14:sldId id="290"/>
            <p14:sldId id="280"/>
            <p14:sldId id="282"/>
            <p14:sldId id="281"/>
            <p14:sldId id="283"/>
            <p14:sldId id="284"/>
            <p14:sldId id="286"/>
            <p14:sldId id="287"/>
            <p14:sldId id="288"/>
            <p14:sldId id="289"/>
            <p14:sldId id="285"/>
            <p14:sldId id="292"/>
            <p14:sldId id="293"/>
            <p14:sldId id="309"/>
            <p14:sldId id="296"/>
            <p14:sldId id="295"/>
            <p14:sldId id="297"/>
            <p14:sldId id="298"/>
            <p14:sldId id="299"/>
            <p14:sldId id="301"/>
            <p14:sldId id="302"/>
            <p14:sldId id="303"/>
            <p14:sldId id="304"/>
            <p14:sldId id="300"/>
            <p14:sldId id="305"/>
            <p14:sldId id="306"/>
            <p14:sldId id="308"/>
            <p14:sldId id="307"/>
          </p14:sldIdLst>
        </p14:section>
        <p14:section name="Finding the max" id="{A70E7EDB-2ACE-F24A-BB1B-82BDE2E13E19}">
          <p14:sldIdLst>
            <p14:sldId id="310"/>
            <p14:sldId id="311"/>
            <p14:sldId id="313"/>
            <p14:sldId id="312"/>
            <p14:sldId id="314"/>
            <p14:sldId id="315"/>
            <p14:sldId id="316"/>
            <p14:sldId id="320"/>
            <p14:sldId id="317"/>
            <p14:sldId id="318"/>
            <p14:sldId id="319"/>
            <p14:sldId id="321"/>
            <p14:sldId id="323"/>
            <p14:sldId id="322"/>
            <p14:sldId id="325"/>
            <p14:sldId id="324"/>
            <p14:sldId id="327"/>
            <p14:sldId id="326"/>
            <p14:sldId id="330"/>
            <p14:sldId id="328"/>
            <p14:sldId id="332"/>
            <p14:sldId id="331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2C45C-8123-944E-84CF-B7A834A57529}" v="620" dt="2026-03-11T19:49:19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6327"/>
  </p:normalViewPr>
  <p:slideViewPr>
    <p:cSldViewPr snapToGrid="0">
      <p:cViewPr varScale="1">
        <p:scale>
          <a:sx n="128" d="100"/>
          <a:sy n="12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 addSection modSection">
      <pc:chgData name="Toby Donaldson" userId="2e6e5431-bb17-4c41-9985-d39c50d83c73" providerId="ADAL" clId="{F31BC264-820E-54C4-A6D1-F92AF9CC222E}" dt="2026-03-11T19:49:19.953" v="4152"/>
      <pc:docMkLst>
        <pc:docMk/>
      </pc:docMkLst>
      <pc:sldChg chg="modSp mod">
        <pc:chgData name="Toby Donaldson" userId="2e6e5431-bb17-4c41-9985-d39c50d83c73" providerId="ADAL" clId="{F31BC264-820E-54C4-A6D1-F92AF9CC222E}" dt="2026-03-11T19:22:35.304" v="4053" actId="20577"/>
        <pc:sldMkLst>
          <pc:docMk/>
          <pc:sldMk cId="3264606595" sldId="269"/>
        </pc:sldMkLst>
        <pc:spChg chg="mod">
          <ac:chgData name="Toby Donaldson" userId="2e6e5431-bb17-4c41-9985-d39c50d83c73" providerId="ADAL" clId="{F31BC264-820E-54C4-A6D1-F92AF9CC222E}" dt="2026-03-11T19:22:35.304" v="4053" actId="20577"/>
          <ac:spMkLst>
            <pc:docMk/>
            <pc:sldMk cId="3264606595" sldId="269"/>
            <ac:spMk id="2" creationId="{CDDEC875-17A5-A6B8-9D7A-B86320FEC586}"/>
          </ac:spMkLst>
        </pc:spChg>
      </pc:sldChg>
      <pc:sldChg chg="modSp mod">
        <pc:chgData name="Toby Donaldson" userId="2e6e5431-bb17-4c41-9985-d39c50d83c73" providerId="ADAL" clId="{F31BC264-820E-54C4-A6D1-F92AF9CC222E}" dt="2026-03-08T23:57:21.551" v="12" actId="20577"/>
        <pc:sldMkLst>
          <pc:docMk/>
          <pc:sldMk cId="273613921" sldId="270"/>
        </pc:sldMkLst>
        <pc:spChg chg="mod">
          <ac:chgData name="Toby Donaldson" userId="2e6e5431-bb17-4c41-9985-d39c50d83c73" providerId="ADAL" clId="{F31BC264-820E-54C4-A6D1-F92AF9CC222E}" dt="2026-03-08T23:57:21.551" v="12" actId="20577"/>
          <ac:spMkLst>
            <pc:docMk/>
            <pc:sldMk cId="273613921" sldId="270"/>
            <ac:spMk id="3" creationId="{08FD90A4-367B-96E1-ADDD-7C4721FD55A1}"/>
          </ac:spMkLst>
        </pc:spChg>
      </pc:sldChg>
      <pc:sldChg chg="addSp">
        <pc:chgData name="Toby Donaldson" userId="2e6e5431-bb17-4c41-9985-d39c50d83c73" providerId="ADAL" clId="{F31BC264-820E-54C4-A6D1-F92AF9CC222E}" dt="2026-03-09T20:10:42.781" v="13"/>
        <pc:sldMkLst>
          <pc:docMk/>
          <pc:sldMk cId="463000142" sldId="281"/>
        </pc:sldMkLst>
        <pc:inkChg chg="add">
          <ac:chgData name="Toby Donaldson" userId="2e6e5431-bb17-4c41-9985-d39c50d83c73" providerId="ADAL" clId="{F31BC264-820E-54C4-A6D1-F92AF9CC222E}" dt="2026-03-09T20:10:42.781" v="13"/>
          <ac:inkMkLst>
            <pc:docMk/>
            <pc:sldMk cId="463000142" sldId="281"/>
            <ac:inkMk id="6" creationId="{6CD02441-E0A5-C5DA-873A-AD94CD8882BE}"/>
          </ac:inkMkLst>
        </pc:inkChg>
      </pc:sldChg>
      <pc:sldChg chg="addSp">
        <pc:chgData name="Toby Donaldson" userId="2e6e5431-bb17-4c41-9985-d39c50d83c73" providerId="ADAL" clId="{F31BC264-820E-54C4-A6D1-F92AF9CC222E}" dt="2026-03-09T20:10:42.781" v="13"/>
        <pc:sldMkLst>
          <pc:docMk/>
          <pc:sldMk cId="628307974" sldId="282"/>
        </pc:sldMkLst>
        <pc:inkChg chg="add">
          <ac:chgData name="Toby Donaldson" userId="2e6e5431-bb17-4c41-9985-d39c50d83c73" providerId="ADAL" clId="{F31BC264-820E-54C4-A6D1-F92AF9CC222E}" dt="2026-03-09T20:10:42.781" v="13"/>
          <ac:inkMkLst>
            <pc:docMk/>
            <pc:sldMk cId="628307974" sldId="282"/>
            <ac:inkMk id="4" creationId="{0E227924-D055-05BE-A7AF-AF5E75F36EF8}"/>
          </ac:inkMkLst>
        </pc:inkChg>
      </pc:sldChg>
      <pc:sldChg chg="addSp">
        <pc:chgData name="Toby Donaldson" userId="2e6e5431-bb17-4c41-9985-d39c50d83c73" providerId="ADAL" clId="{F31BC264-820E-54C4-A6D1-F92AF9CC222E}" dt="2026-03-09T20:10:42.781" v="13"/>
        <pc:sldMkLst>
          <pc:docMk/>
          <pc:sldMk cId="3021378379" sldId="288"/>
        </pc:sldMkLst>
        <pc:inkChg chg="add">
          <ac:chgData name="Toby Donaldson" userId="2e6e5431-bb17-4c41-9985-d39c50d83c73" providerId="ADAL" clId="{F31BC264-820E-54C4-A6D1-F92AF9CC222E}" dt="2026-03-09T20:10:42.781" v="13"/>
          <ac:inkMkLst>
            <pc:docMk/>
            <pc:sldMk cId="3021378379" sldId="288"/>
            <ac:inkMk id="9" creationId="{9EC8FF9E-CCA1-710A-8708-74F76DD15FD2}"/>
          </ac:inkMkLst>
        </pc:inkChg>
      </pc:sldChg>
      <pc:sldChg chg="addSp">
        <pc:chgData name="Toby Donaldson" userId="2e6e5431-bb17-4c41-9985-d39c50d83c73" providerId="ADAL" clId="{F31BC264-820E-54C4-A6D1-F92AF9CC222E}" dt="2026-03-09T20:10:42.781" v="13"/>
        <pc:sldMkLst>
          <pc:docMk/>
          <pc:sldMk cId="2482060894" sldId="292"/>
        </pc:sldMkLst>
        <pc:inkChg chg="add">
          <ac:chgData name="Toby Donaldson" userId="2e6e5431-bb17-4c41-9985-d39c50d83c73" providerId="ADAL" clId="{F31BC264-820E-54C4-A6D1-F92AF9CC222E}" dt="2026-03-09T20:10:42.781" v="13"/>
          <ac:inkMkLst>
            <pc:docMk/>
            <pc:sldMk cId="2482060894" sldId="292"/>
            <ac:inkMk id="3" creationId="{C5A1FDB2-D384-955E-FD66-6965AABFC153}"/>
          </ac:inkMkLst>
        </pc:inkChg>
      </pc:sldChg>
      <pc:sldChg chg="modSp new mod">
        <pc:chgData name="Toby Donaldson" userId="2e6e5431-bb17-4c41-9985-d39c50d83c73" providerId="ADAL" clId="{F31BC264-820E-54C4-A6D1-F92AF9CC222E}" dt="2026-03-09T20:26:03.001" v="136" actId="5793"/>
        <pc:sldMkLst>
          <pc:docMk/>
          <pc:sldMk cId="2763676336" sldId="309"/>
        </pc:sldMkLst>
        <pc:spChg chg="mod">
          <ac:chgData name="Toby Donaldson" userId="2e6e5431-bb17-4c41-9985-d39c50d83c73" providerId="ADAL" clId="{F31BC264-820E-54C4-A6D1-F92AF9CC222E}" dt="2026-03-09T20:25:37.442" v="47" actId="20577"/>
          <ac:spMkLst>
            <pc:docMk/>
            <pc:sldMk cId="2763676336" sldId="309"/>
            <ac:spMk id="2" creationId="{1A6A18BD-35CB-398F-1503-D564E4CD7829}"/>
          </ac:spMkLst>
        </pc:spChg>
        <pc:spChg chg="mod">
          <ac:chgData name="Toby Donaldson" userId="2e6e5431-bb17-4c41-9985-d39c50d83c73" providerId="ADAL" clId="{F31BC264-820E-54C4-A6D1-F92AF9CC222E}" dt="2026-03-09T20:26:03.001" v="136" actId="5793"/>
          <ac:spMkLst>
            <pc:docMk/>
            <pc:sldMk cId="2763676336" sldId="309"/>
            <ac:spMk id="3" creationId="{D1BAD9FD-DC69-8085-2C2E-4724D186C5F5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3-09T21:15:13.421" v="724" actId="20577"/>
        <pc:sldMkLst>
          <pc:docMk/>
          <pc:sldMk cId="1749625767" sldId="310"/>
        </pc:sldMkLst>
        <pc:spChg chg="mod">
          <ac:chgData name="Toby Donaldson" userId="2e6e5431-bb17-4c41-9985-d39c50d83c73" providerId="ADAL" clId="{F31BC264-820E-54C4-A6D1-F92AF9CC222E}" dt="2026-03-09T21:07:49.330" v="195" actId="20577"/>
          <ac:spMkLst>
            <pc:docMk/>
            <pc:sldMk cId="1749625767" sldId="310"/>
            <ac:spMk id="2" creationId="{B0629557-B6B1-0042-6462-A1E28CA1FF2A}"/>
          </ac:spMkLst>
        </pc:spChg>
        <pc:spChg chg="add mod">
          <ac:chgData name="Toby Donaldson" userId="2e6e5431-bb17-4c41-9985-d39c50d83c73" providerId="ADAL" clId="{F31BC264-820E-54C4-A6D1-F92AF9CC222E}" dt="2026-03-09T21:11:34.006" v="445" actId="1076"/>
          <ac:spMkLst>
            <pc:docMk/>
            <pc:sldMk cId="1749625767" sldId="310"/>
            <ac:spMk id="4" creationId="{5CB4B450-7224-C8E3-5C6F-D1A2F4D8AEBE}"/>
          </ac:spMkLst>
        </pc:spChg>
        <pc:spChg chg="add mod">
          <ac:chgData name="Toby Donaldson" userId="2e6e5431-bb17-4c41-9985-d39c50d83c73" providerId="ADAL" clId="{F31BC264-820E-54C4-A6D1-F92AF9CC222E}" dt="2026-03-09T21:11:15.514" v="443" actId="14100"/>
          <ac:spMkLst>
            <pc:docMk/>
            <pc:sldMk cId="1749625767" sldId="310"/>
            <ac:spMk id="5" creationId="{49B02790-EE0C-31E9-05C1-394FC32BA945}"/>
          </ac:spMkLst>
        </pc:spChg>
        <pc:spChg chg="add mod">
          <ac:chgData name="Toby Donaldson" userId="2e6e5431-bb17-4c41-9985-d39c50d83c73" providerId="ADAL" clId="{F31BC264-820E-54C4-A6D1-F92AF9CC222E}" dt="2026-03-09T21:12:40.057" v="532" actId="20577"/>
          <ac:spMkLst>
            <pc:docMk/>
            <pc:sldMk cId="1749625767" sldId="310"/>
            <ac:spMk id="6" creationId="{E3A83088-DD12-F6E3-2817-D45B63B9A272}"/>
          </ac:spMkLst>
        </pc:spChg>
        <pc:spChg chg="add mod">
          <ac:chgData name="Toby Donaldson" userId="2e6e5431-bb17-4c41-9985-d39c50d83c73" providerId="ADAL" clId="{F31BC264-820E-54C4-A6D1-F92AF9CC222E}" dt="2026-03-09T21:14:23.074" v="614" actId="20577"/>
          <ac:spMkLst>
            <pc:docMk/>
            <pc:sldMk cId="1749625767" sldId="310"/>
            <ac:spMk id="7" creationId="{0BA5B0B1-499D-6ECC-DE10-F6348D6FF918}"/>
          </ac:spMkLst>
        </pc:spChg>
        <pc:spChg chg="add mod">
          <ac:chgData name="Toby Donaldson" userId="2e6e5431-bb17-4c41-9985-d39c50d83c73" providerId="ADAL" clId="{F31BC264-820E-54C4-A6D1-F92AF9CC222E}" dt="2026-03-09T21:15:13.421" v="724" actId="20577"/>
          <ac:spMkLst>
            <pc:docMk/>
            <pc:sldMk cId="1749625767" sldId="310"/>
            <ac:spMk id="8" creationId="{21EB6443-2E6D-833E-5037-0D070A9EFB3F}"/>
          </ac:spMkLst>
        </pc:spChg>
        <pc:picChg chg="add mod">
          <ac:chgData name="Toby Donaldson" userId="2e6e5431-bb17-4c41-9985-d39c50d83c73" providerId="ADAL" clId="{F31BC264-820E-54C4-A6D1-F92AF9CC222E}" dt="2026-03-09T21:09:25.363" v="210" actId="1076"/>
          <ac:picMkLst>
            <pc:docMk/>
            <pc:sldMk cId="1749625767" sldId="310"/>
            <ac:picMk id="1026" creationId="{1BE681C9-2BBA-9124-F740-7B7DA63409E5}"/>
          </ac:picMkLst>
        </pc:picChg>
        <pc:picChg chg="add mod">
          <ac:chgData name="Toby Donaldson" userId="2e6e5431-bb17-4c41-9985-d39c50d83c73" providerId="ADAL" clId="{F31BC264-820E-54C4-A6D1-F92AF9CC222E}" dt="2026-03-09T21:09:23.724" v="209" actId="1076"/>
          <ac:picMkLst>
            <pc:docMk/>
            <pc:sldMk cId="1749625767" sldId="310"/>
            <ac:picMk id="1028" creationId="{7060CF55-70EC-AD19-754B-3B06347603DC}"/>
          </ac:picMkLst>
        </pc:picChg>
      </pc:sldChg>
      <pc:sldChg chg="addSp delSp modSp new mod">
        <pc:chgData name="Toby Donaldson" userId="2e6e5431-bb17-4c41-9985-d39c50d83c73" providerId="ADAL" clId="{F31BC264-820E-54C4-A6D1-F92AF9CC222E}" dt="2026-03-09T21:23:51.410" v="1012" actId="1076"/>
        <pc:sldMkLst>
          <pc:docMk/>
          <pc:sldMk cId="2607408494" sldId="311"/>
        </pc:sldMkLst>
        <pc:spChg chg="mod">
          <ac:chgData name="Toby Donaldson" userId="2e6e5431-bb17-4c41-9985-d39c50d83c73" providerId="ADAL" clId="{F31BC264-820E-54C4-A6D1-F92AF9CC222E}" dt="2026-03-09T21:15:40.234" v="742" actId="20577"/>
          <ac:spMkLst>
            <pc:docMk/>
            <pc:sldMk cId="2607408494" sldId="311"/>
            <ac:spMk id="2" creationId="{F2564717-0EE4-3205-EE6A-ECBA291E5922}"/>
          </ac:spMkLst>
        </pc:spChg>
        <pc:spChg chg="add mod">
          <ac:chgData name="Toby Donaldson" userId="2e6e5431-bb17-4c41-9985-d39c50d83c73" providerId="ADAL" clId="{F31BC264-820E-54C4-A6D1-F92AF9CC222E}" dt="2026-03-09T21:23:03.457" v="880" actId="1076"/>
          <ac:spMkLst>
            <pc:docMk/>
            <pc:sldMk cId="2607408494" sldId="311"/>
            <ac:spMk id="6" creationId="{AD314C13-7B83-A331-602C-5EFC444153E6}"/>
          </ac:spMkLst>
        </pc:spChg>
        <pc:spChg chg="add mod">
          <ac:chgData name="Toby Donaldson" userId="2e6e5431-bb17-4c41-9985-d39c50d83c73" providerId="ADAL" clId="{F31BC264-820E-54C4-A6D1-F92AF9CC222E}" dt="2026-03-09T21:23:51.410" v="1012" actId="1076"/>
          <ac:spMkLst>
            <pc:docMk/>
            <pc:sldMk cId="2607408494" sldId="311"/>
            <ac:spMk id="7" creationId="{7C03F6E9-B18A-66E1-6064-E3B48BDBA77C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3-09T21:38:48.352" v="1466" actId="21"/>
        <pc:sldMkLst>
          <pc:docMk/>
          <pc:sldMk cId="1689396824" sldId="312"/>
        </pc:sldMkLst>
        <pc:spChg chg="mod">
          <ac:chgData name="Toby Donaldson" userId="2e6e5431-bb17-4c41-9985-d39c50d83c73" providerId="ADAL" clId="{F31BC264-820E-54C4-A6D1-F92AF9CC222E}" dt="2026-03-09T21:36:19.173" v="1277" actId="14100"/>
          <ac:spMkLst>
            <pc:docMk/>
            <pc:sldMk cId="1689396824" sldId="312"/>
            <ac:spMk id="2" creationId="{CB9C0003-29EB-1F57-25F4-2BB5DD69D115}"/>
          </ac:spMkLst>
        </pc:spChg>
        <pc:spChg chg="add mod">
          <ac:chgData name="Toby Donaldson" userId="2e6e5431-bb17-4c41-9985-d39c50d83c73" providerId="ADAL" clId="{F31BC264-820E-54C4-A6D1-F92AF9CC222E}" dt="2026-03-09T21:35:59.686" v="1275" actId="171"/>
          <ac:spMkLst>
            <pc:docMk/>
            <pc:sldMk cId="1689396824" sldId="312"/>
            <ac:spMk id="3" creationId="{A599C202-7C25-FCCF-6C60-660042D6BB17}"/>
          </ac:spMkLst>
        </pc:spChg>
        <pc:spChg chg="mod">
          <ac:chgData name="Toby Donaldson" userId="2e6e5431-bb17-4c41-9985-d39c50d83c73" providerId="ADAL" clId="{F31BC264-820E-54C4-A6D1-F92AF9CC222E}" dt="2026-03-09T21:35:48.761" v="1272" actId="1076"/>
          <ac:spMkLst>
            <pc:docMk/>
            <pc:sldMk cId="1689396824" sldId="312"/>
            <ac:spMk id="7" creationId="{CB25C92F-F884-8CA8-EC11-736B7C53F247}"/>
          </ac:spMkLst>
        </pc:spChg>
        <pc:cxnChg chg="add mod">
          <ac:chgData name="Toby Donaldson" userId="2e6e5431-bb17-4c41-9985-d39c50d83c73" providerId="ADAL" clId="{F31BC264-820E-54C4-A6D1-F92AF9CC222E}" dt="2026-03-09T21:36:07.990" v="1276" actId="14100"/>
          <ac:cxnSpMkLst>
            <pc:docMk/>
            <pc:sldMk cId="1689396824" sldId="312"/>
            <ac:cxnSpMk id="5" creationId="{B3C3207E-2990-FA42-E5DB-627E5F6127AC}"/>
          </ac:cxnSpMkLst>
        </pc:cxnChg>
      </pc:sldChg>
      <pc:sldChg chg="addSp delSp add mod ord">
        <pc:chgData name="Toby Donaldson" userId="2e6e5431-bb17-4c41-9985-d39c50d83c73" providerId="ADAL" clId="{F31BC264-820E-54C4-A6D1-F92AF9CC222E}" dt="2026-03-11T19:49:19.953" v="4152"/>
        <pc:sldMkLst>
          <pc:docMk/>
          <pc:sldMk cId="1570748813" sldId="313"/>
        </pc:sldMkLst>
        <pc:inkChg chg="add">
          <ac:chgData name="Toby Donaldson" userId="2e6e5431-bb17-4c41-9985-d39c50d83c73" providerId="ADAL" clId="{F31BC264-820E-54C4-A6D1-F92AF9CC222E}" dt="2026-03-11T19:49:19.953" v="4152"/>
          <ac:inkMkLst>
            <pc:docMk/>
            <pc:sldMk cId="1570748813" sldId="313"/>
            <ac:inkMk id="4" creationId="{AD1CD34D-6CEE-8B9C-D5B7-507C04416A25}"/>
          </ac:inkMkLst>
        </pc:inkChg>
      </pc:sldChg>
      <pc:sldChg chg="modSp add">
        <pc:chgData name="Toby Donaldson" userId="2e6e5431-bb17-4c41-9985-d39c50d83c73" providerId="ADAL" clId="{F31BC264-820E-54C4-A6D1-F92AF9CC222E}" dt="2026-03-09T21:39:49.306" v="1474" actId="20577"/>
        <pc:sldMkLst>
          <pc:docMk/>
          <pc:sldMk cId="452962412" sldId="314"/>
        </pc:sldMkLst>
        <pc:spChg chg="mod">
          <ac:chgData name="Toby Donaldson" userId="2e6e5431-bb17-4c41-9985-d39c50d83c73" providerId="ADAL" clId="{F31BC264-820E-54C4-A6D1-F92AF9CC222E}" dt="2026-03-09T21:39:49.306" v="1474" actId="20577"/>
          <ac:spMkLst>
            <pc:docMk/>
            <pc:sldMk cId="452962412" sldId="314"/>
            <ac:spMk id="11" creationId="{03CBA522-4371-C2AA-3622-1B332B49061C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3-09T21:43:57.504" v="1678"/>
        <pc:sldMkLst>
          <pc:docMk/>
          <pc:sldMk cId="3672072199" sldId="315"/>
        </pc:sldMkLst>
        <pc:spChg chg="mod">
          <ac:chgData name="Toby Donaldson" userId="2e6e5431-bb17-4c41-9985-d39c50d83c73" providerId="ADAL" clId="{F31BC264-820E-54C4-A6D1-F92AF9CC222E}" dt="2026-03-09T21:41:36.876" v="1649" actId="14100"/>
          <ac:spMkLst>
            <pc:docMk/>
            <pc:sldMk cId="3672072199" sldId="315"/>
            <ac:spMk id="3" creationId="{9FC2E988-B0A3-985E-E8BD-CE545D3B91D0}"/>
          </ac:spMkLst>
        </pc:spChg>
        <pc:spChg chg="add mod">
          <ac:chgData name="Toby Donaldson" userId="2e6e5431-bb17-4c41-9985-d39c50d83c73" providerId="ADAL" clId="{F31BC264-820E-54C4-A6D1-F92AF9CC222E}" dt="2026-03-09T21:43:57.504" v="1678"/>
          <ac:spMkLst>
            <pc:docMk/>
            <pc:sldMk cId="3672072199" sldId="315"/>
            <ac:spMk id="9" creationId="{FB2F79EE-D131-EACF-5976-767A0657D7E1}"/>
          </ac:spMkLst>
        </pc:spChg>
        <pc:spChg chg="mod">
          <ac:chgData name="Toby Donaldson" userId="2e6e5431-bb17-4c41-9985-d39c50d83c73" providerId="ADAL" clId="{F31BC264-820E-54C4-A6D1-F92AF9CC222E}" dt="2026-03-09T21:42:33.094" v="1669" actId="20577"/>
          <ac:spMkLst>
            <pc:docMk/>
            <pc:sldMk cId="3672072199" sldId="315"/>
            <ac:spMk id="11" creationId="{9B133D80-4B76-4020-89C9-17D79A9BB770}"/>
          </ac:spMkLst>
        </pc:spChg>
      </pc:sldChg>
      <pc:sldChg chg="addSp modSp add mod">
        <pc:chgData name="Toby Donaldson" userId="2e6e5431-bb17-4c41-9985-d39c50d83c73" providerId="ADAL" clId="{F31BC264-820E-54C4-A6D1-F92AF9CC222E}" dt="2026-03-09T21:44:52.036" v="1849" actId="14100"/>
        <pc:sldMkLst>
          <pc:docMk/>
          <pc:sldMk cId="333788017" sldId="316"/>
        </pc:sldMkLst>
        <pc:spChg chg="mod">
          <ac:chgData name="Toby Donaldson" userId="2e6e5431-bb17-4c41-9985-d39c50d83c73" providerId="ADAL" clId="{F31BC264-820E-54C4-A6D1-F92AF9CC222E}" dt="2026-03-09T21:43:38.072" v="1675" actId="1076"/>
          <ac:spMkLst>
            <pc:docMk/>
            <pc:sldMk cId="333788017" sldId="316"/>
            <ac:spMk id="4" creationId="{094D827A-B5A1-44E7-9D24-853B2162C285}"/>
          </ac:spMkLst>
        </pc:spChg>
        <pc:spChg chg="add mod">
          <ac:chgData name="Toby Donaldson" userId="2e6e5431-bb17-4c41-9985-d39c50d83c73" providerId="ADAL" clId="{F31BC264-820E-54C4-A6D1-F92AF9CC222E}" dt="2026-03-09T21:44:52.036" v="1849" actId="14100"/>
          <ac:spMkLst>
            <pc:docMk/>
            <pc:sldMk cId="333788017" sldId="316"/>
            <ac:spMk id="6" creationId="{22FF0854-A1CC-BA5D-58BE-A9507BE26908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3-11T19:24:11.194" v="4148" actId="113"/>
        <pc:sldMkLst>
          <pc:docMk/>
          <pc:sldMk cId="1750000065" sldId="317"/>
        </pc:sldMkLst>
        <pc:spChg chg="mod">
          <ac:chgData name="Toby Donaldson" userId="2e6e5431-bb17-4c41-9985-d39c50d83c73" providerId="ADAL" clId="{F31BC264-820E-54C4-A6D1-F92AF9CC222E}" dt="2026-03-09T21:45:32.570" v="1867" actId="20577"/>
          <ac:spMkLst>
            <pc:docMk/>
            <pc:sldMk cId="1750000065" sldId="317"/>
            <ac:spMk id="2" creationId="{A1601468-3B55-26C1-B605-BB8A0486AE26}"/>
          </ac:spMkLst>
        </pc:spChg>
        <pc:spChg chg="add mod">
          <ac:chgData name="Toby Donaldson" userId="2e6e5431-bb17-4c41-9985-d39c50d83c73" providerId="ADAL" clId="{F31BC264-820E-54C4-A6D1-F92AF9CC222E}" dt="2026-03-09T21:48:09.671" v="1909" actId="20577"/>
          <ac:spMkLst>
            <pc:docMk/>
            <pc:sldMk cId="1750000065" sldId="317"/>
            <ac:spMk id="4" creationId="{3136D3AC-A203-46D7-FFDA-C7E30DEB2E35}"/>
          </ac:spMkLst>
        </pc:spChg>
        <pc:spChg chg="add mod">
          <ac:chgData name="Toby Donaldson" userId="2e6e5431-bb17-4c41-9985-d39c50d83c73" providerId="ADAL" clId="{F31BC264-820E-54C4-A6D1-F92AF9CC222E}" dt="2026-03-09T21:46:47.446" v="1881" actId="12788"/>
          <ac:spMkLst>
            <pc:docMk/>
            <pc:sldMk cId="1750000065" sldId="317"/>
            <ac:spMk id="5" creationId="{DD3C9E62-5C4E-196A-CF9E-AFBB348E5556}"/>
          </ac:spMkLst>
        </pc:spChg>
        <pc:spChg chg="mod">
          <ac:chgData name="Toby Donaldson" userId="2e6e5431-bb17-4c41-9985-d39c50d83c73" providerId="ADAL" clId="{F31BC264-820E-54C4-A6D1-F92AF9CC222E}" dt="2026-03-09T21:48:12.438" v="1910" actId="20577"/>
          <ac:spMkLst>
            <pc:docMk/>
            <pc:sldMk cId="1750000065" sldId="317"/>
            <ac:spMk id="8" creationId="{0F98D96C-B79E-5337-34DE-FFF4922C98B1}"/>
          </ac:spMkLst>
        </pc:spChg>
        <pc:spChg chg="mod">
          <ac:chgData name="Toby Donaldson" userId="2e6e5431-bb17-4c41-9985-d39c50d83c73" providerId="ADAL" clId="{F31BC264-820E-54C4-A6D1-F92AF9CC222E}" dt="2026-03-09T21:47:23.312" v="1893" actId="20577"/>
          <ac:spMkLst>
            <pc:docMk/>
            <pc:sldMk cId="1750000065" sldId="317"/>
            <ac:spMk id="9" creationId="{EA47EF23-C67B-F315-5D16-33AAAA367A98}"/>
          </ac:spMkLst>
        </pc:spChg>
        <pc:spChg chg="mod">
          <ac:chgData name="Toby Donaldson" userId="2e6e5431-bb17-4c41-9985-d39c50d83c73" providerId="ADAL" clId="{F31BC264-820E-54C4-A6D1-F92AF9CC222E}" dt="2026-03-09T21:48:14.545" v="1911" actId="20577"/>
          <ac:spMkLst>
            <pc:docMk/>
            <pc:sldMk cId="1750000065" sldId="317"/>
            <ac:spMk id="12" creationId="{E7BD4433-310A-4D5D-99AA-03C6D1E0F096}"/>
          </ac:spMkLst>
        </pc:spChg>
        <pc:spChg chg="mod">
          <ac:chgData name="Toby Donaldson" userId="2e6e5431-bb17-4c41-9985-d39c50d83c73" providerId="ADAL" clId="{F31BC264-820E-54C4-A6D1-F92AF9CC222E}" dt="2026-03-09T21:47:25.328" v="1895" actId="20577"/>
          <ac:spMkLst>
            <pc:docMk/>
            <pc:sldMk cId="1750000065" sldId="317"/>
            <ac:spMk id="13" creationId="{FCFA243B-D9BD-CE9A-B034-C4A4BDEA88F8}"/>
          </ac:spMkLst>
        </pc:spChg>
        <pc:spChg chg="mod">
          <ac:chgData name="Toby Donaldson" userId="2e6e5431-bb17-4c41-9985-d39c50d83c73" providerId="ADAL" clId="{F31BC264-820E-54C4-A6D1-F92AF9CC222E}" dt="2026-03-09T21:48:16.900" v="1912" actId="20577"/>
          <ac:spMkLst>
            <pc:docMk/>
            <pc:sldMk cId="1750000065" sldId="317"/>
            <ac:spMk id="15" creationId="{99500395-52D5-A405-141C-774CA20AA19E}"/>
          </ac:spMkLst>
        </pc:spChg>
        <pc:spChg chg="mod">
          <ac:chgData name="Toby Donaldson" userId="2e6e5431-bb17-4c41-9985-d39c50d83c73" providerId="ADAL" clId="{F31BC264-820E-54C4-A6D1-F92AF9CC222E}" dt="2026-03-09T21:47:28.061" v="1897" actId="20577"/>
          <ac:spMkLst>
            <pc:docMk/>
            <pc:sldMk cId="1750000065" sldId="317"/>
            <ac:spMk id="16" creationId="{765DD494-6456-C854-36FB-143C6FE7829D}"/>
          </ac:spMkLst>
        </pc:spChg>
        <pc:spChg chg="mod">
          <ac:chgData name="Toby Donaldson" userId="2e6e5431-bb17-4c41-9985-d39c50d83c73" providerId="ADAL" clId="{F31BC264-820E-54C4-A6D1-F92AF9CC222E}" dt="2026-03-09T21:48:19.232" v="1913" actId="20577"/>
          <ac:spMkLst>
            <pc:docMk/>
            <pc:sldMk cId="1750000065" sldId="317"/>
            <ac:spMk id="18" creationId="{D8D97025-C864-0583-5FD7-024D7D664E77}"/>
          </ac:spMkLst>
        </pc:spChg>
        <pc:spChg chg="mod">
          <ac:chgData name="Toby Donaldson" userId="2e6e5431-bb17-4c41-9985-d39c50d83c73" providerId="ADAL" clId="{F31BC264-820E-54C4-A6D1-F92AF9CC222E}" dt="2026-03-09T21:47:30.745" v="1899" actId="20577"/>
          <ac:spMkLst>
            <pc:docMk/>
            <pc:sldMk cId="1750000065" sldId="317"/>
            <ac:spMk id="19" creationId="{014B8592-7FD1-D8C8-21FC-F90C866F0DE3}"/>
          </ac:spMkLst>
        </pc:spChg>
        <pc:spChg chg="mod">
          <ac:chgData name="Toby Donaldson" userId="2e6e5431-bb17-4c41-9985-d39c50d83c73" providerId="ADAL" clId="{F31BC264-820E-54C4-A6D1-F92AF9CC222E}" dt="2026-03-09T21:48:21.612" v="1914" actId="20577"/>
          <ac:spMkLst>
            <pc:docMk/>
            <pc:sldMk cId="1750000065" sldId="317"/>
            <ac:spMk id="21" creationId="{8F68F87C-4D88-7124-D3A4-D36E8DCD9227}"/>
          </ac:spMkLst>
        </pc:spChg>
        <pc:spChg chg="mod">
          <ac:chgData name="Toby Donaldson" userId="2e6e5431-bb17-4c41-9985-d39c50d83c73" providerId="ADAL" clId="{F31BC264-820E-54C4-A6D1-F92AF9CC222E}" dt="2026-03-09T21:47:35.898" v="1901" actId="20577"/>
          <ac:spMkLst>
            <pc:docMk/>
            <pc:sldMk cId="1750000065" sldId="317"/>
            <ac:spMk id="22" creationId="{0156F180-6385-8DE4-9DE5-93C8B593F19A}"/>
          </ac:spMkLst>
        </pc:spChg>
        <pc:spChg chg="mod">
          <ac:chgData name="Toby Donaldson" userId="2e6e5431-bb17-4c41-9985-d39c50d83c73" providerId="ADAL" clId="{F31BC264-820E-54C4-A6D1-F92AF9CC222E}" dt="2026-03-09T21:48:24.146" v="1915" actId="20577"/>
          <ac:spMkLst>
            <pc:docMk/>
            <pc:sldMk cId="1750000065" sldId="317"/>
            <ac:spMk id="24" creationId="{41B87610-5537-2131-6DD4-604458B3F4E2}"/>
          </ac:spMkLst>
        </pc:spChg>
        <pc:spChg chg="mod">
          <ac:chgData name="Toby Donaldson" userId="2e6e5431-bb17-4c41-9985-d39c50d83c73" providerId="ADAL" clId="{F31BC264-820E-54C4-A6D1-F92AF9CC222E}" dt="2026-03-09T21:47:43.454" v="1903" actId="20577"/>
          <ac:spMkLst>
            <pc:docMk/>
            <pc:sldMk cId="1750000065" sldId="317"/>
            <ac:spMk id="25" creationId="{3D1E2F34-ADA3-5AC6-D97E-5D7B5004C46E}"/>
          </ac:spMkLst>
        </pc:spChg>
        <pc:spChg chg="mod">
          <ac:chgData name="Toby Donaldson" userId="2e6e5431-bb17-4c41-9985-d39c50d83c73" providerId="ADAL" clId="{F31BC264-820E-54C4-A6D1-F92AF9CC222E}" dt="2026-03-09T21:48:26.463" v="1916" actId="20577"/>
          <ac:spMkLst>
            <pc:docMk/>
            <pc:sldMk cId="1750000065" sldId="317"/>
            <ac:spMk id="27" creationId="{901186C8-85F1-DD68-85AB-1D355F201554}"/>
          </ac:spMkLst>
        </pc:spChg>
        <pc:spChg chg="mod">
          <ac:chgData name="Toby Donaldson" userId="2e6e5431-bb17-4c41-9985-d39c50d83c73" providerId="ADAL" clId="{F31BC264-820E-54C4-A6D1-F92AF9CC222E}" dt="2026-03-09T21:47:46.959" v="1904" actId="20577"/>
          <ac:spMkLst>
            <pc:docMk/>
            <pc:sldMk cId="1750000065" sldId="317"/>
            <ac:spMk id="28" creationId="{13EDB1CA-6D2D-608A-D17B-A0E4B2C973FF}"/>
          </ac:spMkLst>
        </pc:spChg>
        <pc:spChg chg="add mod">
          <ac:chgData name="Toby Donaldson" userId="2e6e5431-bb17-4c41-9985-d39c50d83c73" providerId="ADAL" clId="{F31BC264-820E-54C4-A6D1-F92AF9CC222E}" dt="2026-03-09T21:48:06.998" v="1908" actId="1076"/>
          <ac:spMkLst>
            <pc:docMk/>
            <pc:sldMk cId="1750000065" sldId="317"/>
            <ac:spMk id="29" creationId="{C44EA852-82D9-3A62-D2FB-08AA14AFC0A2}"/>
          </ac:spMkLst>
        </pc:spChg>
        <pc:spChg chg="add mod">
          <ac:chgData name="Toby Donaldson" userId="2e6e5431-bb17-4c41-9985-d39c50d83c73" providerId="ADAL" clId="{F31BC264-820E-54C4-A6D1-F92AF9CC222E}" dt="2026-03-09T21:51:31.178" v="2070" actId="20577"/>
          <ac:spMkLst>
            <pc:docMk/>
            <pc:sldMk cId="1750000065" sldId="317"/>
            <ac:spMk id="30" creationId="{3F701F3A-EC4E-CEC4-1EA2-0F5FEC87FA8F}"/>
          </ac:spMkLst>
        </pc:spChg>
        <pc:spChg chg="add mod">
          <ac:chgData name="Toby Donaldson" userId="2e6e5431-bb17-4c41-9985-d39c50d83c73" providerId="ADAL" clId="{F31BC264-820E-54C4-A6D1-F92AF9CC222E}" dt="2026-03-11T19:24:11.194" v="4148" actId="113"/>
          <ac:spMkLst>
            <pc:docMk/>
            <pc:sldMk cId="1750000065" sldId="317"/>
            <ac:spMk id="31" creationId="{B579C863-ABCF-CFDE-0C28-656AB8755E9A}"/>
          </ac:spMkLst>
        </pc:spChg>
        <pc:spChg chg="add mod">
          <ac:chgData name="Toby Donaldson" userId="2e6e5431-bb17-4c41-9985-d39c50d83c73" providerId="ADAL" clId="{F31BC264-820E-54C4-A6D1-F92AF9CC222E}" dt="2026-03-09T21:55:48.313" v="2524" actId="1076"/>
          <ac:spMkLst>
            <pc:docMk/>
            <pc:sldMk cId="1750000065" sldId="317"/>
            <ac:spMk id="32" creationId="{8E0EA4FC-A21D-0DF3-90C1-7EAAB22A8ADC}"/>
          </ac:spMkLst>
        </pc:spChg>
        <pc:spChg chg="add mod">
          <ac:chgData name="Toby Donaldson" userId="2e6e5431-bb17-4c41-9985-d39c50d83c73" providerId="ADAL" clId="{F31BC264-820E-54C4-A6D1-F92AF9CC222E}" dt="2026-03-09T21:56:42.587" v="2531" actId="14100"/>
          <ac:spMkLst>
            <pc:docMk/>
            <pc:sldMk cId="1750000065" sldId="317"/>
            <ac:spMk id="35" creationId="{D0E258D1-68F5-E8F2-5F83-291B935A5CCF}"/>
          </ac:spMkLst>
        </pc:spChg>
        <pc:grpChg chg="add">
          <ac:chgData name="Toby Donaldson" userId="2e6e5431-bb17-4c41-9985-d39c50d83c73" providerId="ADAL" clId="{F31BC264-820E-54C4-A6D1-F92AF9CC222E}" dt="2026-03-09T21:46:55.066" v="1882" actId="164"/>
          <ac:grpSpMkLst>
            <pc:docMk/>
            <pc:sldMk cId="1750000065" sldId="317"/>
            <ac:grpSpMk id="6" creationId="{E13EBE78-5A13-D2CF-8BE7-33CE61FCCD62}"/>
          </ac:grpSpMkLst>
        </pc:grpChg>
        <pc:grpChg chg="add mod">
          <ac:chgData name="Toby Donaldson" userId="2e6e5431-bb17-4c41-9985-d39c50d83c73" providerId="ADAL" clId="{F31BC264-820E-54C4-A6D1-F92AF9CC222E}" dt="2026-03-09T21:47:00.515" v="1884" actId="1076"/>
          <ac:grpSpMkLst>
            <pc:docMk/>
            <pc:sldMk cId="1750000065" sldId="317"/>
            <ac:grpSpMk id="7" creationId="{8F3A7591-B5C1-B922-B5A4-AA3EB9046945}"/>
          </ac:grpSpMkLst>
        </pc:grpChg>
        <pc:grpChg chg="add mod">
          <ac:chgData name="Toby Donaldson" userId="2e6e5431-bb17-4c41-9985-d39c50d83c73" providerId="ADAL" clId="{F31BC264-820E-54C4-A6D1-F92AF9CC222E}" dt="2026-03-09T21:47:11.170" v="1889" actId="1076"/>
          <ac:grpSpMkLst>
            <pc:docMk/>
            <pc:sldMk cId="1750000065" sldId="317"/>
            <ac:grpSpMk id="11" creationId="{387C5500-F494-8907-718A-FFDDFCEB44C8}"/>
          </ac:grpSpMkLst>
        </pc:grpChg>
        <pc:grpChg chg="add mod">
          <ac:chgData name="Toby Donaldson" userId="2e6e5431-bb17-4c41-9985-d39c50d83c73" providerId="ADAL" clId="{F31BC264-820E-54C4-A6D1-F92AF9CC222E}" dt="2026-03-09T21:47:11.170" v="1889" actId="1076"/>
          <ac:grpSpMkLst>
            <pc:docMk/>
            <pc:sldMk cId="1750000065" sldId="317"/>
            <ac:grpSpMk id="14" creationId="{60DBC90E-9AF2-B98B-932F-19630D4A619E}"/>
          </ac:grpSpMkLst>
        </pc:grpChg>
        <pc:grpChg chg="mod">
          <ac:chgData name="Toby Donaldson" userId="2e6e5431-bb17-4c41-9985-d39c50d83c73" providerId="ADAL" clId="{F31BC264-820E-54C4-A6D1-F92AF9CC222E}" dt="2026-03-09T21:47:19.337" v="1891" actId="1076"/>
          <ac:grpSpMkLst>
            <pc:docMk/>
            <pc:sldMk cId="1750000065" sldId="317"/>
            <ac:grpSpMk id="17" creationId="{ACCBD92F-BF80-0630-8761-290E89858633}"/>
          </ac:grpSpMkLst>
        </pc:grpChg>
        <pc:grpChg chg="mod">
          <ac:chgData name="Toby Donaldson" userId="2e6e5431-bb17-4c41-9985-d39c50d83c73" providerId="ADAL" clId="{F31BC264-820E-54C4-A6D1-F92AF9CC222E}" dt="2026-03-09T21:47:19.337" v="1891" actId="1076"/>
          <ac:grpSpMkLst>
            <pc:docMk/>
            <pc:sldMk cId="1750000065" sldId="317"/>
            <ac:grpSpMk id="20" creationId="{AF37C5E2-C34E-B91E-8B0B-4912663F2A7A}"/>
          </ac:grpSpMkLst>
        </pc:grpChg>
        <pc:grpChg chg="add mod">
          <ac:chgData name="Toby Donaldson" userId="2e6e5431-bb17-4c41-9985-d39c50d83c73" providerId="ADAL" clId="{F31BC264-820E-54C4-A6D1-F92AF9CC222E}" dt="2026-03-09T21:47:19.337" v="1891" actId="1076"/>
          <ac:grpSpMkLst>
            <pc:docMk/>
            <pc:sldMk cId="1750000065" sldId="317"/>
            <ac:grpSpMk id="23" creationId="{9BDF2EB1-BCFC-237A-28AB-68A4FE645CC3}"/>
          </ac:grpSpMkLst>
        </pc:grpChg>
        <pc:grpChg chg="add mod">
          <ac:chgData name="Toby Donaldson" userId="2e6e5431-bb17-4c41-9985-d39c50d83c73" providerId="ADAL" clId="{F31BC264-820E-54C4-A6D1-F92AF9CC222E}" dt="2026-03-09T21:47:19.337" v="1891" actId="1076"/>
          <ac:grpSpMkLst>
            <pc:docMk/>
            <pc:sldMk cId="1750000065" sldId="317"/>
            <ac:grpSpMk id="26" creationId="{39C2F7A5-3CD1-62C3-952F-9F54104AD063}"/>
          </ac:grpSpMkLst>
        </pc:grpChg>
        <pc:cxnChg chg="add mod">
          <ac:chgData name="Toby Donaldson" userId="2e6e5431-bb17-4c41-9985-d39c50d83c73" providerId="ADAL" clId="{F31BC264-820E-54C4-A6D1-F92AF9CC222E}" dt="2026-03-09T21:56:50.649" v="2532" actId="14100"/>
          <ac:cxnSpMkLst>
            <pc:docMk/>
            <pc:sldMk cId="1750000065" sldId="317"/>
            <ac:cxnSpMk id="34" creationId="{0E5C14DE-A984-0604-52A8-6578157F6D5E}"/>
          </ac:cxnSpMkLst>
        </pc:cxnChg>
      </pc:sldChg>
      <pc:sldChg chg="modSp new mod">
        <pc:chgData name="Toby Donaldson" userId="2e6e5431-bb17-4c41-9985-d39c50d83c73" providerId="ADAL" clId="{F31BC264-820E-54C4-A6D1-F92AF9CC222E}" dt="2026-03-09T22:18:31.526" v="2587" actId="12"/>
        <pc:sldMkLst>
          <pc:docMk/>
          <pc:sldMk cId="2634079927" sldId="318"/>
        </pc:sldMkLst>
        <pc:spChg chg="mod">
          <ac:chgData name="Toby Donaldson" userId="2e6e5431-bb17-4c41-9985-d39c50d83c73" providerId="ADAL" clId="{F31BC264-820E-54C4-A6D1-F92AF9CC222E}" dt="2026-03-09T22:18:23.091" v="2551" actId="20577"/>
          <ac:spMkLst>
            <pc:docMk/>
            <pc:sldMk cId="2634079927" sldId="318"/>
            <ac:spMk id="2" creationId="{DD6A271D-B1F7-A150-6467-023E65B08B4F}"/>
          </ac:spMkLst>
        </pc:spChg>
        <pc:spChg chg="mod">
          <ac:chgData name="Toby Donaldson" userId="2e6e5431-bb17-4c41-9985-d39c50d83c73" providerId="ADAL" clId="{F31BC264-820E-54C4-A6D1-F92AF9CC222E}" dt="2026-03-09T22:18:31.526" v="2587" actId="12"/>
          <ac:spMkLst>
            <pc:docMk/>
            <pc:sldMk cId="2634079927" sldId="318"/>
            <ac:spMk id="3" creationId="{FC135251-E70C-E3DD-6E4E-282880A38691}"/>
          </ac:spMkLst>
        </pc:spChg>
      </pc:sldChg>
      <pc:sldChg chg="addSp delSp modSp new mod">
        <pc:chgData name="Toby Donaldson" userId="2e6e5431-bb17-4c41-9985-d39c50d83c73" providerId="ADAL" clId="{F31BC264-820E-54C4-A6D1-F92AF9CC222E}" dt="2026-03-10T03:24:30.761" v="3060"/>
        <pc:sldMkLst>
          <pc:docMk/>
          <pc:sldMk cId="627861321" sldId="319"/>
        </pc:sldMkLst>
        <pc:spChg chg="mod">
          <ac:chgData name="Toby Donaldson" userId="2e6e5431-bb17-4c41-9985-d39c50d83c73" providerId="ADAL" clId="{F31BC264-820E-54C4-A6D1-F92AF9CC222E}" dt="2026-03-09T22:22:14.921" v="2603" actId="20577"/>
          <ac:spMkLst>
            <pc:docMk/>
            <pc:sldMk cId="627861321" sldId="319"/>
            <ac:spMk id="2" creationId="{35B2F4C5-F84F-D6C4-802C-F33565DD88C5}"/>
          </ac:spMkLst>
        </pc:spChg>
        <pc:spChg chg="add mod">
          <ac:chgData name="Toby Donaldson" userId="2e6e5431-bb17-4c41-9985-d39c50d83c73" providerId="ADAL" clId="{F31BC264-820E-54C4-A6D1-F92AF9CC222E}" dt="2026-03-09T22:23:20.818" v="2686" actId="20577"/>
          <ac:spMkLst>
            <pc:docMk/>
            <pc:sldMk cId="627861321" sldId="319"/>
            <ac:spMk id="4" creationId="{71033D43-3702-53CF-EF3C-AE8D75C08C9E}"/>
          </ac:spMkLst>
        </pc:spChg>
        <pc:spChg chg="add mod">
          <ac:chgData name="Toby Donaldson" userId="2e6e5431-bb17-4c41-9985-d39c50d83c73" providerId="ADAL" clId="{F31BC264-820E-54C4-A6D1-F92AF9CC222E}" dt="2026-03-10T03:13:18.806" v="2915" actId="20577"/>
          <ac:spMkLst>
            <pc:docMk/>
            <pc:sldMk cId="627861321" sldId="319"/>
            <ac:spMk id="5" creationId="{5424B612-C9C6-C955-FB8B-FE599C00039C}"/>
          </ac:spMkLst>
        </pc:spChg>
        <pc:spChg chg="add del mod">
          <ac:chgData name="Toby Donaldson" userId="2e6e5431-bb17-4c41-9985-d39c50d83c73" providerId="ADAL" clId="{F31BC264-820E-54C4-A6D1-F92AF9CC222E}" dt="2026-03-10T03:24:30.761" v="3060"/>
          <ac:spMkLst>
            <pc:docMk/>
            <pc:sldMk cId="627861321" sldId="319"/>
            <ac:spMk id="6" creationId="{64D2FC5F-8B1F-05E9-75DC-B28B56C99F2D}"/>
          </ac:spMkLst>
        </pc:spChg>
      </pc:sldChg>
      <pc:sldChg chg="modSp add del mod">
        <pc:chgData name="Toby Donaldson" userId="2e6e5431-bb17-4c41-9985-d39c50d83c73" providerId="ADAL" clId="{F31BC264-820E-54C4-A6D1-F92AF9CC222E}" dt="2026-03-11T19:24:41.109" v="4149" actId="2696"/>
        <pc:sldMkLst>
          <pc:docMk/>
          <pc:sldMk cId="462976769" sldId="320"/>
        </pc:sldMkLst>
        <pc:spChg chg="mod">
          <ac:chgData name="Toby Donaldson" userId="2e6e5431-bb17-4c41-9985-d39c50d83c73" providerId="ADAL" clId="{F31BC264-820E-54C4-A6D1-F92AF9CC222E}" dt="2026-03-10T03:02:46.959" v="2777" actId="5793"/>
          <ac:spMkLst>
            <pc:docMk/>
            <pc:sldMk cId="462976769" sldId="320"/>
            <ac:spMk id="3" creationId="{18CCDB47-5250-53BB-A30D-2DF253E3BC7A}"/>
          </ac:spMkLst>
        </pc:spChg>
      </pc:sldChg>
      <pc:sldChg chg="add">
        <pc:chgData name="Toby Donaldson" userId="2e6e5431-bb17-4c41-9985-d39c50d83c73" providerId="ADAL" clId="{F31BC264-820E-54C4-A6D1-F92AF9CC222E}" dt="2026-03-11T19:24:49.685" v="4150"/>
        <pc:sldMkLst>
          <pc:docMk/>
          <pc:sldMk cId="1041913898" sldId="320"/>
        </pc:sldMkLst>
      </pc:sldChg>
      <pc:sldChg chg="new del">
        <pc:chgData name="Toby Donaldson" userId="2e6e5431-bb17-4c41-9985-d39c50d83c73" providerId="ADAL" clId="{F31BC264-820E-54C4-A6D1-F92AF9CC222E}" dt="2026-03-10T03:02:23.277" v="2688" actId="2696"/>
        <pc:sldMkLst>
          <pc:docMk/>
          <pc:sldMk cId="2841877125" sldId="320"/>
        </pc:sldMkLst>
      </pc:sldChg>
      <pc:sldChg chg="addSp delSp modSp add mod">
        <pc:chgData name="Toby Donaldson" userId="2e6e5431-bb17-4c41-9985-d39c50d83c73" providerId="ADAL" clId="{F31BC264-820E-54C4-A6D1-F92AF9CC222E}" dt="2026-03-10T03:24:36.891" v="3061" actId="1076"/>
        <pc:sldMkLst>
          <pc:docMk/>
          <pc:sldMk cId="1880943308" sldId="321"/>
        </pc:sldMkLst>
        <pc:spChg chg="add del mod">
          <ac:chgData name="Toby Donaldson" userId="2e6e5431-bb17-4c41-9985-d39c50d83c73" providerId="ADAL" clId="{F31BC264-820E-54C4-A6D1-F92AF9CC222E}" dt="2026-03-10T03:20:14.845" v="2960" actId="21"/>
          <ac:spMkLst>
            <pc:docMk/>
            <pc:sldMk cId="1880943308" sldId="321"/>
            <ac:spMk id="3" creationId="{73AAD99B-1310-4F6C-601A-6086549AD674}"/>
          </ac:spMkLst>
        </pc:spChg>
        <pc:spChg chg="del mod">
          <ac:chgData name="Toby Donaldson" userId="2e6e5431-bb17-4c41-9985-d39c50d83c73" providerId="ADAL" clId="{F31BC264-820E-54C4-A6D1-F92AF9CC222E}" dt="2026-03-10T03:20:26.669" v="2962" actId="21"/>
          <ac:spMkLst>
            <pc:docMk/>
            <pc:sldMk cId="1880943308" sldId="321"/>
            <ac:spMk id="5" creationId="{EDD4D258-7E57-9EFA-EA68-0B85DD84F31E}"/>
          </ac:spMkLst>
        </pc:spChg>
        <pc:spChg chg="add del mod">
          <ac:chgData name="Toby Donaldson" userId="2e6e5431-bb17-4c41-9985-d39c50d83c73" providerId="ADAL" clId="{F31BC264-820E-54C4-A6D1-F92AF9CC222E}" dt="2026-03-10T03:20:14.845" v="2960" actId="21"/>
          <ac:spMkLst>
            <pc:docMk/>
            <pc:sldMk cId="1880943308" sldId="321"/>
            <ac:spMk id="11" creationId="{6A5CE310-1BED-CAAF-8486-8D0150D4EC55}"/>
          </ac:spMkLst>
        </pc:spChg>
        <pc:spChg chg="add del mod">
          <ac:chgData name="Toby Donaldson" userId="2e6e5431-bb17-4c41-9985-d39c50d83c73" providerId="ADAL" clId="{F31BC264-820E-54C4-A6D1-F92AF9CC222E}" dt="2026-03-10T03:20:14.845" v="2960" actId="21"/>
          <ac:spMkLst>
            <pc:docMk/>
            <pc:sldMk cId="1880943308" sldId="321"/>
            <ac:spMk id="16" creationId="{732BD63F-3B28-C4EE-5FCC-389BB5206532}"/>
          </ac:spMkLst>
        </pc:spChg>
        <pc:spChg chg="add del mod">
          <ac:chgData name="Toby Donaldson" userId="2e6e5431-bb17-4c41-9985-d39c50d83c73" providerId="ADAL" clId="{F31BC264-820E-54C4-A6D1-F92AF9CC222E}" dt="2026-03-10T03:20:14.845" v="2960" actId="21"/>
          <ac:spMkLst>
            <pc:docMk/>
            <pc:sldMk cId="1880943308" sldId="321"/>
            <ac:spMk id="18" creationId="{9837F284-C7F4-6EE9-9F6D-8366FBAA31A8}"/>
          </ac:spMkLst>
        </pc:spChg>
        <pc:spChg chg="add del mod">
          <ac:chgData name="Toby Donaldson" userId="2e6e5431-bb17-4c41-9985-d39c50d83c73" providerId="ADAL" clId="{F31BC264-820E-54C4-A6D1-F92AF9CC222E}" dt="2026-03-10T03:20:14.845" v="2960" actId="21"/>
          <ac:spMkLst>
            <pc:docMk/>
            <pc:sldMk cId="1880943308" sldId="321"/>
            <ac:spMk id="22" creationId="{A5F9BF74-8E61-6E6B-D94E-5503C0FF88F9}"/>
          </ac:spMkLst>
        </pc:spChg>
        <pc:spChg chg="add mod">
          <ac:chgData name="Toby Donaldson" userId="2e6e5431-bb17-4c41-9985-d39c50d83c73" providerId="ADAL" clId="{F31BC264-820E-54C4-A6D1-F92AF9CC222E}" dt="2026-03-10T03:21:02.524" v="2967" actId="14100"/>
          <ac:spMkLst>
            <pc:docMk/>
            <pc:sldMk cId="1880943308" sldId="321"/>
            <ac:spMk id="25" creationId="{CCB2DEDF-763C-940A-5E0B-7B13C5A874A0}"/>
          </ac:spMkLst>
        </pc:spChg>
        <pc:spChg chg="add mod">
          <ac:chgData name="Toby Donaldson" userId="2e6e5431-bb17-4c41-9985-d39c50d83c73" providerId="ADAL" clId="{F31BC264-820E-54C4-A6D1-F92AF9CC222E}" dt="2026-03-10T03:24:36.891" v="3061" actId="1076"/>
          <ac:spMkLst>
            <pc:docMk/>
            <pc:sldMk cId="1880943308" sldId="321"/>
            <ac:spMk id="26" creationId="{01D8E4D6-7B2B-2364-F3D0-EFE9BD595BCA}"/>
          </ac:spMkLst>
        </pc:spChg>
        <pc:cxnChg chg="add del mod">
          <ac:chgData name="Toby Donaldson" userId="2e6e5431-bb17-4c41-9985-d39c50d83c73" providerId="ADAL" clId="{F31BC264-820E-54C4-A6D1-F92AF9CC222E}" dt="2026-03-10T03:20:26.669" v="2962" actId="21"/>
          <ac:cxnSpMkLst>
            <pc:docMk/>
            <pc:sldMk cId="1880943308" sldId="321"/>
            <ac:cxnSpMk id="7" creationId="{B772C44A-0545-E306-1C76-30D22F3AF322}"/>
          </ac:cxnSpMkLst>
        </pc:cxnChg>
        <pc:cxnChg chg="add del mod">
          <ac:chgData name="Toby Donaldson" userId="2e6e5431-bb17-4c41-9985-d39c50d83c73" providerId="ADAL" clId="{F31BC264-820E-54C4-A6D1-F92AF9CC222E}" dt="2026-03-10T03:20:14.845" v="2960" actId="21"/>
          <ac:cxnSpMkLst>
            <pc:docMk/>
            <pc:sldMk cId="1880943308" sldId="321"/>
            <ac:cxnSpMk id="8" creationId="{5CC18BBC-6FAD-7B97-D09F-A1FE4A673DB7}"/>
          </ac:cxnSpMkLst>
        </pc:cxnChg>
        <pc:cxnChg chg="add del mod">
          <ac:chgData name="Toby Donaldson" userId="2e6e5431-bb17-4c41-9985-d39c50d83c73" providerId="ADAL" clId="{F31BC264-820E-54C4-A6D1-F92AF9CC222E}" dt="2026-03-10T03:20:14.845" v="2960" actId="21"/>
          <ac:cxnSpMkLst>
            <pc:docMk/>
            <pc:sldMk cId="1880943308" sldId="321"/>
            <ac:cxnSpMk id="12" creationId="{EBB3A2B0-D628-5745-ADC2-CF7B268114C8}"/>
          </ac:cxnSpMkLst>
        </pc:cxnChg>
        <pc:cxnChg chg="add del mod">
          <ac:chgData name="Toby Donaldson" userId="2e6e5431-bb17-4c41-9985-d39c50d83c73" providerId="ADAL" clId="{F31BC264-820E-54C4-A6D1-F92AF9CC222E}" dt="2026-03-10T03:20:14.845" v="2960" actId="21"/>
          <ac:cxnSpMkLst>
            <pc:docMk/>
            <pc:sldMk cId="1880943308" sldId="321"/>
            <ac:cxnSpMk id="17" creationId="{43C7F3AC-ABFC-251F-33D4-B390753C5363}"/>
          </ac:cxnSpMkLst>
        </pc:cxnChg>
        <pc:cxnChg chg="add del mod">
          <ac:chgData name="Toby Donaldson" userId="2e6e5431-bb17-4c41-9985-d39c50d83c73" providerId="ADAL" clId="{F31BC264-820E-54C4-A6D1-F92AF9CC222E}" dt="2026-03-10T03:20:14.845" v="2960" actId="21"/>
          <ac:cxnSpMkLst>
            <pc:docMk/>
            <pc:sldMk cId="1880943308" sldId="321"/>
            <ac:cxnSpMk id="19" creationId="{9D215BEA-C261-AEA3-2D0D-12ADEA12EAF7}"/>
          </ac:cxnSpMkLst>
        </pc:cxnChg>
        <pc:cxnChg chg="add del mod">
          <ac:chgData name="Toby Donaldson" userId="2e6e5431-bb17-4c41-9985-d39c50d83c73" providerId="ADAL" clId="{F31BC264-820E-54C4-A6D1-F92AF9CC222E}" dt="2026-03-10T03:20:14.845" v="2960" actId="21"/>
          <ac:cxnSpMkLst>
            <pc:docMk/>
            <pc:sldMk cId="1880943308" sldId="321"/>
            <ac:cxnSpMk id="23" creationId="{7C474799-2255-DD65-DFD0-1128723412B0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3-10T03:24:52.211" v="3063"/>
        <pc:sldMkLst>
          <pc:docMk/>
          <pc:sldMk cId="3068404570" sldId="322"/>
        </pc:sldMkLst>
        <pc:spChg chg="del">
          <ac:chgData name="Toby Donaldson" userId="2e6e5431-bb17-4c41-9985-d39c50d83c73" providerId="ADAL" clId="{F31BC264-820E-54C4-A6D1-F92AF9CC222E}" dt="2026-03-10T03:23:10.891" v="2977" actId="21"/>
          <ac:spMkLst>
            <pc:docMk/>
            <pc:sldMk cId="3068404570" sldId="322"/>
            <ac:spMk id="3" creationId="{457F0378-5AD2-3804-C411-0E972EDFA951}"/>
          </ac:spMkLst>
        </pc:spChg>
        <pc:spChg chg="add mod">
          <ac:chgData name="Toby Donaldson" userId="2e6e5431-bb17-4c41-9985-d39c50d83c73" providerId="ADAL" clId="{F31BC264-820E-54C4-A6D1-F92AF9CC222E}" dt="2026-03-10T03:22:49.441" v="2975" actId="14100"/>
          <ac:spMkLst>
            <pc:docMk/>
            <pc:sldMk cId="3068404570" sldId="322"/>
            <ac:spMk id="9" creationId="{49F4E187-1F82-20DB-09C6-697753D0E7C9}"/>
          </ac:spMkLst>
        </pc:spChg>
        <pc:spChg chg="add mod">
          <ac:chgData name="Toby Donaldson" userId="2e6e5431-bb17-4c41-9985-d39c50d83c73" providerId="ADAL" clId="{F31BC264-820E-54C4-A6D1-F92AF9CC222E}" dt="2026-03-10T03:24:52.211" v="3063"/>
          <ac:spMkLst>
            <pc:docMk/>
            <pc:sldMk cId="3068404570" sldId="322"/>
            <ac:spMk id="10" creationId="{152C24D9-44AC-3ED3-8EC6-6D3B844769FE}"/>
          </ac:spMkLst>
        </pc:spChg>
        <pc:spChg chg="del">
          <ac:chgData name="Toby Donaldson" userId="2e6e5431-bb17-4c41-9985-d39c50d83c73" providerId="ADAL" clId="{F31BC264-820E-54C4-A6D1-F92AF9CC222E}" dt="2026-03-10T03:22:32.849" v="2973" actId="21"/>
          <ac:spMkLst>
            <pc:docMk/>
            <pc:sldMk cId="3068404570" sldId="322"/>
            <ac:spMk id="11" creationId="{60F64C12-B7D5-F80C-1ACE-A12105938AB0}"/>
          </ac:spMkLst>
        </pc:spChg>
        <pc:spChg chg="del">
          <ac:chgData name="Toby Donaldson" userId="2e6e5431-bb17-4c41-9985-d39c50d83c73" providerId="ADAL" clId="{F31BC264-820E-54C4-A6D1-F92AF9CC222E}" dt="2026-03-10T03:22:32.849" v="2973" actId="21"/>
          <ac:spMkLst>
            <pc:docMk/>
            <pc:sldMk cId="3068404570" sldId="322"/>
            <ac:spMk id="16" creationId="{73C80FED-F6C4-2127-8B48-6862F0ECCDDA}"/>
          </ac:spMkLst>
        </pc:spChg>
        <pc:spChg chg="del">
          <ac:chgData name="Toby Donaldson" userId="2e6e5431-bb17-4c41-9985-d39c50d83c73" providerId="ADAL" clId="{F31BC264-820E-54C4-A6D1-F92AF9CC222E}" dt="2026-03-10T03:22:32.849" v="2973" actId="21"/>
          <ac:spMkLst>
            <pc:docMk/>
            <pc:sldMk cId="3068404570" sldId="322"/>
            <ac:spMk id="18" creationId="{4E73217D-0B90-062B-5741-096CFFEF5F12}"/>
          </ac:spMkLst>
        </pc:spChg>
        <pc:spChg chg="del">
          <ac:chgData name="Toby Donaldson" userId="2e6e5431-bb17-4c41-9985-d39c50d83c73" providerId="ADAL" clId="{F31BC264-820E-54C4-A6D1-F92AF9CC222E}" dt="2026-03-10T03:22:32.849" v="2973" actId="21"/>
          <ac:spMkLst>
            <pc:docMk/>
            <pc:sldMk cId="3068404570" sldId="322"/>
            <ac:spMk id="22" creationId="{A115E28C-1F79-E03E-FA36-17B71C9EB8AD}"/>
          </ac:spMkLst>
        </pc:spChg>
        <pc:cxnChg chg="add mod">
          <ac:chgData name="Toby Donaldson" userId="2e6e5431-bb17-4c41-9985-d39c50d83c73" providerId="ADAL" clId="{F31BC264-820E-54C4-A6D1-F92AF9CC222E}" dt="2026-03-10T03:22:02.450" v="2972"/>
          <ac:cxnSpMkLst>
            <pc:docMk/>
            <pc:sldMk cId="3068404570" sldId="322"/>
            <ac:cxnSpMk id="6" creationId="{1A77E5CD-C34B-D644-400C-54304D82AB9B}"/>
          </ac:cxnSpMkLst>
        </pc:cxnChg>
        <pc:cxnChg chg="del mod">
          <ac:chgData name="Toby Donaldson" userId="2e6e5431-bb17-4c41-9985-d39c50d83c73" providerId="ADAL" clId="{F31BC264-820E-54C4-A6D1-F92AF9CC222E}" dt="2026-03-10T03:21:48.624" v="2971" actId="21"/>
          <ac:cxnSpMkLst>
            <pc:docMk/>
            <pc:sldMk cId="3068404570" sldId="322"/>
            <ac:cxnSpMk id="7" creationId="{2A952C09-1778-D9A9-E10F-240DF6390CCF}"/>
          </ac:cxnSpMkLst>
        </pc:cxnChg>
        <pc:cxnChg chg="del mod">
          <ac:chgData name="Toby Donaldson" userId="2e6e5431-bb17-4c41-9985-d39c50d83c73" providerId="ADAL" clId="{F31BC264-820E-54C4-A6D1-F92AF9CC222E}" dt="2026-03-10T03:23:10.891" v="2977" actId="21"/>
          <ac:cxnSpMkLst>
            <pc:docMk/>
            <pc:sldMk cId="3068404570" sldId="322"/>
            <ac:cxnSpMk id="8" creationId="{83821EFE-5A98-5696-1737-D9862E2F7F4B}"/>
          </ac:cxnSpMkLst>
        </pc:cxnChg>
        <pc:cxnChg chg="del mod">
          <ac:chgData name="Toby Donaldson" userId="2e6e5431-bb17-4c41-9985-d39c50d83c73" providerId="ADAL" clId="{F31BC264-820E-54C4-A6D1-F92AF9CC222E}" dt="2026-03-10T03:22:32.849" v="2973" actId="21"/>
          <ac:cxnSpMkLst>
            <pc:docMk/>
            <pc:sldMk cId="3068404570" sldId="322"/>
            <ac:cxnSpMk id="12" creationId="{89D2A321-7F8D-90DC-8152-78E7E2235FC6}"/>
          </ac:cxnSpMkLst>
        </pc:cxnChg>
        <pc:cxnChg chg="del mod">
          <ac:chgData name="Toby Donaldson" userId="2e6e5431-bb17-4c41-9985-d39c50d83c73" providerId="ADAL" clId="{F31BC264-820E-54C4-A6D1-F92AF9CC222E}" dt="2026-03-10T03:22:32.849" v="2973" actId="21"/>
          <ac:cxnSpMkLst>
            <pc:docMk/>
            <pc:sldMk cId="3068404570" sldId="322"/>
            <ac:cxnSpMk id="17" creationId="{6C0268CF-F121-8154-95BB-DFA32D36A776}"/>
          </ac:cxnSpMkLst>
        </pc:cxnChg>
        <pc:cxnChg chg="del mod">
          <ac:chgData name="Toby Donaldson" userId="2e6e5431-bb17-4c41-9985-d39c50d83c73" providerId="ADAL" clId="{F31BC264-820E-54C4-A6D1-F92AF9CC222E}" dt="2026-03-10T03:22:32.849" v="2973" actId="21"/>
          <ac:cxnSpMkLst>
            <pc:docMk/>
            <pc:sldMk cId="3068404570" sldId="322"/>
            <ac:cxnSpMk id="19" creationId="{CF7F5F7A-9246-06F0-4ECC-AB5F9643BEE1}"/>
          </ac:cxnSpMkLst>
        </pc:cxnChg>
        <pc:cxnChg chg="del mod">
          <ac:chgData name="Toby Donaldson" userId="2e6e5431-bb17-4c41-9985-d39c50d83c73" providerId="ADAL" clId="{F31BC264-820E-54C4-A6D1-F92AF9CC222E}" dt="2026-03-10T03:22:32.849" v="2973" actId="21"/>
          <ac:cxnSpMkLst>
            <pc:docMk/>
            <pc:sldMk cId="3068404570" sldId="322"/>
            <ac:cxnSpMk id="23" creationId="{BEF62826-02DD-54E8-0378-D7789504029D}"/>
          </ac:cxnSpMkLst>
        </pc:cxnChg>
      </pc:sldChg>
      <pc:sldChg chg="addSp modSp add mod">
        <pc:chgData name="Toby Donaldson" userId="2e6e5431-bb17-4c41-9985-d39c50d83c73" providerId="ADAL" clId="{F31BC264-820E-54C4-A6D1-F92AF9CC222E}" dt="2026-03-10T03:24:46.350" v="3062"/>
        <pc:sldMkLst>
          <pc:docMk/>
          <pc:sldMk cId="2823178069" sldId="323"/>
        </pc:sldMkLst>
        <pc:spChg chg="add mod">
          <ac:chgData name="Toby Donaldson" userId="2e6e5431-bb17-4c41-9985-d39c50d83c73" providerId="ADAL" clId="{F31BC264-820E-54C4-A6D1-F92AF9CC222E}" dt="2026-03-10T03:21:16.052" v="2968"/>
          <ac:spMkLst>
            <pc:docMk/>
            <pc:sldMk cId="2823178069" sldId="323"/>
            <ac:spMk id="3" creationId="{FB98A282-6351-79D0-FBF4-2BB5489064A7}"/>
          </ac:spMkLst>
        </pc:spChg>
        <pc:spChg chg="add mod">
          <ac:chgData name="Toby Donaldson" userId="2e6e5431-bb17-4c41-9985-d39c50d83c73" providerId="ADAL" clId="{F31BC264-820E-54C4-A6D1-F92AF9CC222E}" dt="2026-03-10T03:24:46.350" v="3062"/>
          <ac:spMkLst>
            <pc:docMk/>
            <pc:sldMk cId="2823178069" sldId="323"/>
            <ac:spMk id="8" creationId="{75E8060C-43CC-A13F-EF80-58641C939694}"/>
          </ac:spMkLst>
        </pc:spChg>
        <pc:cxnChg chg="mod">
          <ac:chgData name="Toby Donaldson" userId="2e6e5431-bb17-4c41-9985-d39c50d83c73" providerId="ADAL" clId="{F31BC264-820E-54C4-A6D1-F92AF9CC222E}" dt="2026-03-10T03:21:27.474" v="2969" actId="14100"/>
          <ac:cxnSpMkLst>
            <pc:docMk/>
            <pc:sldMk cId="2823178069" sldId="323"/>
            <ac:cxnSpMk id="7" creationId="{5BE68C7E-E797-AFA0-F66B-3C9BD4875E0F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3-10T03:27:48.152" v="3072" actId="21"/>
        <pc:sldMkLst>
          <pc:docMk/>
          <pc:sldMk cId="3285446714" sldId="324"/>
        </pc:sldMkLst>
        <pc:spChg chg="add mod">
          <ac:chgData name="Toby Donaldson" userId="2e6e5431-bb17-4c41-9985-d39c50d83c73" providerId="ADAL" clId="{F31BC264-820E-54C4-A6D1-F92AF9CC222E}" dt="2026-03-10T03:24:56.521" v="3065"/>
          <ac:spMkLst>
            <pc:docMk/>
            <pc:sldMk cId="3285446714" sldId="324"/>
            <ac:spMk id="6" creationId="{4F79D701-B6A3-9917-505E-A16DC4752EB0}"/>
          </ac:spMkLst>
        </pc:spChg>
        <pc:spChg chg="add mod">
          <ac:chgData name="Toby Donaldson" userId="2e6e5431-bb17-4c41-9985-d39c50d83c73" providerId="ADAL" clId="{F31BC264-820E-54C4-A6D1-F92AF9CC222E}" dt="2026-03-10T03:27:27.709" v="3070" actId="14100"/>
          <ac:spMkLst>
            <pc:docMk/>
            <pc:sldMk cId="3285446714" sldId="324"/>
            <ac:spMk id="9" creationId="{68F506A9-B1BB-D63A-C2F0-8C1851F0614A}"/>
          </ac:spMkLst>
        </pc:spChg>
        <pc:spChg chg="del">
          <ac:chgData name="Toby Donaldson" userId="2e6e5431-bb17-4c41-9985-d39c50d83c73" providerId="ADAL" clId="{F31BC264-820E-54C4-A6D1-F92AF9CC222E}" dt="2026-03-10T03:27:48.152" v="3072" actId="21"/>
          <ac:spMkLst>
            <pc:docMk/>
            <pc:sldMk cId="3285446714" sldId="324"/>
            <ac:spMk id="11" creationId="{D1C69178-8343-EAA3-7B31-DC5ADBCD6727}"/>
          </ac:spMkLst>
        </pc:spChg>
        <pc:spChg chg="del">
          <ac:chgData name="Toby Donaldson" userId="2e6e5431-bb17-4c41-9985-d39c50d83c73" providerId="ADAL" clId="{F31BC264-820E-54C4-A6D1-F92AF9CC222E}" dt="2026-03-10T03:27:01.444" v="3067" actId="21"/>
          <ac:spMkLst>
            <pc:docMk/>
            <pc:sldMk cId="3285446714" sldId="324"/>
            <ac:spMk id="16" creationId="{291E2B0A-FCF2-26D5-B7E7-ED2D2A14EC5C}"/>
          </ac:spMkLst>
        </pc:spChg>
        <pc:spChg chg="del">
          <ac:chgData name="Toby Donaldson" userId="2e6e5431-bb17-4c41-9985-d39c50d83c73" providerId="ADAL" clId="{F31BC264-820E-54C4-A6D1-F92AF9CC222E}" dt="2026-03-10T03:27:01.444" v="3067" actId="21"/>
          <ac:spMkLst>
            <pc:docMk/>
            <pc:sldMk cId="3285446714" sldId="324"/>
            <ac:spMk id="18" creationId="{DAD599A0-2E8F-43FF-D4F2-413B59E74B08}"/>
          </ac:spMkLst>
        </pc:spChg>
        <pc:spChg chg="del">
          <ac:chgData name="Toby Donaldson" userId="2e6e5431-bb17-4c41-9985-d39c50d83c73" providerId="ADAL" clId="{F31BC264-820E-54C4-A6D1-F92AF9CC222E}" dt="2026-03-10T03:27:01.444" v="3067" actId="21"/>
          <ac:spMkLst>
            <pc:docMk/>
            <pc:sldMk cId="3285446714" sldId="324"/>
            <ac:spMk id="22" creationId="{21DB6159-79D9-3B38-E48C-519B8528F707}"/>
          </ac:spMkLst>
        </pc:spChg>
        <pc:cxnChg chg="del mod">
          <ac:chgData name="Toby Donaldson" userId="2e6e5431-bb17-4c41-9985-d39c50d83c73" providerId="ADAL" clId="{F31BC264-820E-54C4-A6D1-F92AF9CC222E}" dt="2026-03-10T03:27:48.152" v="3072" actId="21"/>
          <ac:cxnSpMkLst>
            <pc:docMk/>
            <pc:sldMk cId="3285446714" sldId="324"/>
            <ac:cxnSpMk id="12" creationId="{BF543491-4BD6-D6F6-BB44-33BA19EAAE47}"/>
          </ac:cxnSpMkLst>
        </pc:cxnChg>
        <pc:cxnChg chg="del mod">
          <ac:chgData name="Toby Donaldson" userId="2e6e5431-bb17-4c41-9985-d39c50d83c73" providerId="ADAL" clId="{F31BC264-820E-54C4-A6D1-F92AF9CC222E}" dt="2026-03-10T03:27:01.444" v="3067" actId="21"/>
          <ac:cxnSpMkLst>
            <pc:docMk/>
            <pc:sldMk cId="3285446714" sldId="324"/>
            <ac:cxnSpMk id="17" creationId="{DA08107B-EA04-CFE9-B194-A1DD2B4BDB20}"/>
          </ac:cxnSpMkLst>
        </pc:cxnChg>
        <pc:cxnChg chg="del mod">
          <ac:chgData name="Toby Donaldson" userId="2e6e5431-bb17-4c41-9985-d39c50d83c73" providerId="ADAL" clId="{F31BC264-820E-54C4-A6D1-F92AF9CC222E}" dt="2026-03-10T03:27:01.444" v="3067" actId="21"/>
          <ac:cxnSpMkLst>
            <pc:docMk/>
            <pc:sldMk cId="3285446714" sldId="324"/>
            <ac:cxnSpMk id="19" creationId="{51FE2259-C31E-0FC6-4BD0-E5F5B025E1AE}"/>
          </ac:cxnSpMkLst>
        </pc:cxnChg>
        <pc:cxnChg chg="del mod">
          <ac:chgData name="Toby Donaldson" userId="2e6e5431-bb17-4c41-9985-d39c50d83c73" providerId="ADAL" clId="{F31BC264-820E-54C4-A6D1-F92AF9CC222E}" dt="2026-03-10T03:27:01.444" v="3067" actId="21"/>
          <ac:cxnSpMkLst>
            <pc:docMk/>
            <pc:sldMk cId="3285446714" sldId="324"/>
            <ac:cxnSpMk id="23" creationId="{F9F5B1A8-4D2C-4602-D4FD-8C2DDA0F7C77}"/>
          </ac:cxnSpMkLst>
        </pc:cxnChg>
      </pc:sldChg>
      <pc:sldChg chg="addSp modSp add">
        <pc:chgData name="Toby Donaldson" userId="2e6e5431-bb17-4c41-9985-d39c50d83c73" providerId="ADAL" clId="{F31BC264-820E-54C4-A6D1-F92AF9CC222E}" dt="2026-03-10T03:24:54.072" v="3064"/>
        <pc:sldMkLst>
          <pc:docMk/>
          <pc:sldMk cId="729232714" sldId="325"/>
        </pc:sldMkLst>
        <pc:spChg chg="add mod">
          <ac:chgData name="Toby Donaldson" userId="2e6e5431-bb17-4c41-9985-d39c50d83c73" providerId="ADAL" clId="{F31BC264-820E-54C4-A6D1-F92AF9CC222E}" dt="2026-03-10T03:24:54.072" v="3064"/>
          <ac:spMkLst>
            <pc:docMk/>
            <pc:sldMk cId="729232714" sldId="325"/>
            <ac:spMk id="7" creationId="{A961836A-899F-DF11-B727-3E75E7F9748F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3-10T04:26:29.345" v="4018"/>
        <pc:sldMkLst>
          <pc:docMk/>
          <pc:sldMk cId="388885015" sldId="326"/>
        </pc:sldMkLst>
        <pc:spChg chg="add mod">
          <ac:chgData name="Toby Donaldson" userId="2e6e5431-bb17-4c41-9985-d39c50d83c73" providerId="ADAL" clId="{F31BC264-820E-54C4-A6D1-F92AF9CC222E}" dt="2026-03-10T03:28:54.438" v="3081" actId="14100"/>
          <ac:spMkLst>
            <pc:docMk/>
            <pc:sldMk cId="388885015" sldId="326"/>
            <ac:spMk id="9" creationId="{6C900AF5-D6C1-8738-3A86-009B40EDB915}"/>
          </ac:spMkLst>
        </pc:spChg>
        <pc:spChg chg="mod">
          <ac:chgData name="Toby Donaldson" userId="2e6e5431-bb17-4c41-9985-d39c50d83c73" providerId="ADAL" clId="{F31BC264-820E-54C4-A6D1-F92AF9CC222E}" dt="2026-03-10T04:26:29.345" v="4018"/>
          <ac:spMkLst>
            <pc:docMk/>
            <pc:sldMk cId="388885015" sldId="326"/>
            <ac:spMk id="11" creationId="{355117C4-BF00-0A70-BFE2-4A1CDF85FE92}"/>
          </ac:spMkLst>
        </pc:spChg>
        <pc:spChg chg="del">
          <ac:chgData name="Toby Donaldson" userId="2e6e5431-bb17-4c41-9985-d39c50d83c73" providerId="ADAL" clId="{F31BC264-820E-54C4-A6D1-F92AF9CC222E}" dt="2026-03-10T03:28:06.932" v="3074" actId="21"/>
          <ac:spMkLst>
            <pc:docMk/>
            <pc:sldMk cId="388885015" sldId="326"/>
            <ac:spMk id="16" creationId="{C7EFBBCF-C686-758E-BB16-D188DEECC82E}"/>
          </ac:spMkLst>
        </pc:spChg>
        <pc:spChg chg="add del">
          <ac:chgData name="Toby Donaldson" userId="2e6e5431-bb17-4c41-9985-d39c50d83c73" providerId="ADAL" clId="{F31BC264-820E-54C4-A6D1-F92AF9CC222E}" dt="2026-03-10T03:29:10.987" v="3083" actId="21"/>
          <ac:spMkLst>
            <pc:docMk/>
            <pc:sldMk cId="388885015" sldId="326"/>
            <ac:spMk id="18" creationId="{ABAAAEF8-4FAD-FC8B-8A4A-BA941773BDD7}"/>
          </ac:spMkLst>
        </pc:spChg>
        <pc:spChg chg="del">
          <ac:chgData name="Toby Donaldson" userId="2e6e5431-bb17-4c41-9985-d39c50d83c73" providerId="ADAL" clId="{F31BC264-820E-54C4-A6D1-F92AF9CC222E}" dt="2026-03-10T03:28:06.932" v="3074" actId="21"/>
          <ac:spMkLst>
            <pc:docMk/>
            <pc:sldMk cId="388885015" sldId="326"/>
            <ac:spMk id="22" creationId="{4BDBD560-5C39-AE1D-A8B6-57E27EFBD493}"/>
          </ac:spMkLst>
        </pc:spChg>
        <pc:cxnChg chg="del mod">
          <ac:chgData name="Toby Donaldson" userId="2e6e5431-bb17-4c41-9985-d39c50d83c73" providerId="ADAL" clId="{F31BC264-820E-54C4-A6D1-F92AF9CC222E}" dt="2026-03-10T03:28:06.932" v="3074" actId="21"/>
          <ac:cxnSpMkLst>
            <pc:docMk/>
            <pc:sldMk cId="388885015" sldId="326"/>
            <ac:cxnSpMk id="17" creationId="{A3D5AFC2-E6C6-EF65-7BCC-BEB546556B1F}"/>
          </ac:cxnSpMkLst>
        </pc:cxnChg>
        <pc:cxnChg chg="add del mod">
          <ac:chgData name="Toby Donaldson" userId="2e6e5431-bb17-4c41-9985-d39c50d83c73" providerId="ADAL" clId="{F31BC264-820E-54C4-A6D1-F92AF9CC222E}" dt="2026-03-10T03:29:10.987" v="3083" actId="21"/>
          <ac:cxnSpMkLst>
            <pc:docMk/>
            <pc:sldMk cId="388885015" sldId="326"/>
            <ac:cxnSpMk id="19" creationId="{02305DCC-1216-16BF-C6BD-DB4C9D75985D}"/>
          </ac:cxnSpMkLst>
        </pc:cxnChg>
        <pc:cxnChg chg="del mod">
          <ac:chgData name="Toby Donaldson" userId="2e6e5431-bb17-4c41-9985-d39c50d83c73" providerId="ADAL" clId="{F31BC264-820E-54C4-A6D1-F92AF9CC222E}" dt="2026-03-10T03:28:06.932" v="3074" actId="21"/>
          <ac:cxnSpMkLst>
            <pc:docMk/>
            <pc:sldMk cId="388885015" sldId="326"/>
            <ac:cxnSpMk id="23" creationId="{539C2E09-E59F-E04C-DC16-C9AAC91C74CF}"/>
          </ac:cxnSpMkLst>
        </pc:cxnChg>
      </pc:sldChg>
      <pc:sldChg chg="modSp add">
        <pc:chgData name="Toby Donaldson" userId="2e6e5431-bb17-4c41-9985-d39c50d83c73" providerId="ADAL" clId="{F31BC264-820E-54C4-A6D1-F92AF9CC222E}" dt="2026-03-10T04:26:36.381" v="4019"/>
        <pc:sldMkLst>
          <pc:docMk/>
          <pc:sldMk cId="1227906291" sldId="327"/>
        </pc:sldMkLst>
        <pc:spChg chg="mod">
          <ac:chgData name="Toby Donaldson" userId="2e6e5431-bb17-4c41-9985-d39c50d83c73" providerId="ADAL" clId="{F31BC264-820E-54C4-A6D1-F92AF9CC222E}" dt="2026-03-10T04:26:36.381" v="4019"/>
          <ac:spMkLst>
            <pc:docMk/>
            <pc:sldMk cId="1227906291" sldId="327"/>
            <ac:spMk id="11" creationId="{23249438-2D1D-5ECD-124E-EFA13B3C4BAF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3-10T04:26:15.265" v="4015"/>
        <pc:sldMkLst>
          <pc:docMk/>
          <pc:sldMk cId="2847839091" sldId="328"/>
        </pc:sldMkLst>
        <pc:spChg chg="add mod">
          <ac:chgData name="Toby Donaldson" userId="2e6e5431-bb17-4c41-9985-d39c50d83c73" providerId="ADAL" clId="{F31BC264-820E-54C4-A6D1-F92AF9CC222E}" dt="2026-03-10T03:30:29.727" v="3088" actId="14100"/>
          <ac:spMkLst>
            <pc:docMk/>
            <pc:sldMk cId="2847839091" sldId="328"/>
            <ac:spMk id="9" creationId="{EF05AD22-983A-80D0-73CC-441976579B20}"/>
          </ac:spMkLst>
        </pc:spChg>
        <pc:spChg chg="mod">
          <ac:chgData name="Toby Donaldson" userId="2e6e5431-bb17-4c41-9985-d39c50d83c73" providerId="ADAL" clId="{F31BC264-820E-54C4-A6D1-F92AF9CC222E}" dt="2026-03-10T04:26:15.265" v="4015"/>
          <ac:spMkLst>
            <pc:docMk/>
            <pc:sldMk cId="2847839091" sldId="328"/>
            <ac:spMk id="11" creationId="{E3D6E5FC-221F-FBE7-BB47-CEE9FB7D1B02}"/>
          </ac:spMkLst>
        </pc:spChg>
        <pc:spChg chg="del">
          <ac:chgData name="Toby Donaldson" userId="2e6e5431-bb17-4c41-9985-d39c50d83c73" providerId="ADAL" clId="{F31BC264-820E-54C4-A6D1-F92AF9CC222E}" dt="2026-03-10T03:31:43.559" v="3090" actId="21"/>
          <ac:spMkLst>
            <pc:docMk/>
            <pc:sldMk cId="2847839091" sldId="328"/>
            <ac:spMk id="16" creationId="{180F7397-1612-E857-D474-10D4F5DA21F5}"/>
          </ac:spMkLst>
        </pc:spChg>
        <pc:spChg chg="mod">
          <ac:chgData name="Toby Donaldson" userId="2e6e5431-bb17-4c41-9985-d39c50d83c73" providerId="ADAL" clId="{F31BC264-820E-54C4-A6D1-F92AF9CC222E}" dt="2026-03-10T04:26:12.483" v="4014"/>
          <ac:spMkLst>
            <pc:docMk/>
            <pc:sldMk cId="2847839091" sldId="328"/>
            <ac:spMk id="18" creationId="{C0AA7784-6E1A-6276-88E3-E21C56D57378}"/>
          </ac:spMkLst>
        </pc:spChg>
        <pc:spChg chg="del">
          <ac:chgData name="Toby Donaldson" userId="2e6e5431-bb17-4c41-9985-d39c50d83c73" providerId="ADAL" clId="{F31BC264-820E-54C4-A6D1-F92AF9CC222E}" dt="2026-03-10T03:32:03.833" v="3092" actId="21"/>
          <ac:spMkLst>
            <pc:docMk/>
            <pc:sldMk cId="2847839091" sldId="328"/>
            <ac:spMk id="22" creationId="{842BF77C-DC10-F873-2419-9F711127841B}"/>
          </ac:spMkLst>
        </pc:spChg>
        <pc:cxnChg chg="del mod">
          <ac:chgData name="Toby Donaldson" userId="2e6e5431-bb17-4c41-9985-d39c50d83c73" providerId="ADAL" clId="{F31BC264-820E-54C4-A6D1-F92AF9CC222E}" dt="2026-03-10T03:31:43.559" v="3090" actId="21"/>
          <ac:cxnSpMkLst>
            <pc:docMk/>
            <pc:sldMk cId="2847839091" sldId="328"/>
            <ac:cxnSpMk id="17" creationId="{A87F5031-99A6-6430-95EE-1AFCBD4E53B9}"/>
          </ac:cxnSpMkLst>
        </pc:cxnChg>
        <pc:cxnChg chg="del mod">
          <ac:chgData name="Toby Donaldson" userId="2e6e5431-bb17-4c41-9985-d39c50d83c73" providerId="ADAL" clId="{F31BC264-820E-54C4-A6D1-F92AF9CC222E}" dt="2026-03-10T03:32:03.833" v="3092" actId="21"/>
          <ac:cxnSpMkLst>
            <pc:docMk/>
            <pc:sldMk cId="2847839091" sldId="328"/>
            <ac:cxnSpMk id="23" creationId="{D9F2169B-1526-36CD-973A-377A8AF24DC1}"/>
          </ac:cxnSpMkLst>
        </pc:cxnChg>
      </pc:sldChg>
      <pc:sldChg chg="add del">
        <pc:chgData name="Toby Donaldson" userId="2e6e5431-bb17-4c41-9985-d39c50d83c73" providerId="ADAL" clId="{F31BC264-820E-54C4-A6D1-F92AF9CC222E}" dt="2026-03-10T03:29:43.469" v="3084" actId="2696"/>
        <pc:sldMkLst>
          <pc:docMk/>
          <pc:sldMk cId="2045525214" sldId="329"/>
        </pc:sldMkLst>
      </pc:sldChg>
      <pc:sldChg chg="modSp add">
        <pc:chgData name="Toby Donaldson" userId="2e6e5431-bb17-4c41-9985-d39c50d83c73" providerId="ADAL" clId="{F31BC264-820E-54C4-A6D1-F92AF9CC222E}" dt="2026-03-10T04:26:23.183" v="4017"/>
        <pc:sldMkLst>
          <pc:docMk/>
          <pc:sldMk cId="1574605001" sldId="330"/>
        </pc:sldMkLst>
        <pc:spChg chg="mod">
          <ac:chgData name="Toby Donaldson" userId="2e6e5431-bb17-4c41-9985-d39c50d83c73" providerId="ADAL" clId="{F31BC264-820E-54C4-A6D1-F92AF9CC222E}" dt="2026-03-10T04:26:20.870" v="4016"/>
          <ac:spMkLst>
            <pc:docMk/>
            <pc:sldMk cId="1574605001" sldId="330"/>
            <ac:spMk id="11" creationId="{BBDD500B-AF1C-BC6E-E379-67357BF66843}"/>
          </ac:spMkLst>
        </pc:spChg>
        <pc:spChg chg="mod">
          <ac:chgData name="Toby Donaldson" userId="2e6e5431-bb17-4c41-9985-d39c50d83c73" providerId="ADAL" clId="{F31BC264-820E-54C4-A6D1-F92AF9CC222E}" dt="2026-03-10T04:26:23.183" v="4017"/>
          <ac:spMkLst>
            <pc:docMk/>
            <pc:sldMk cId="1574605001" sldId="330"/>
            <ac:spMk id="18" creationId="{616086F2-22F3-CDC5-D6AB-A45FAAFFCE74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3-10T04:25:54.371" v="4010"/>
        <pc:sldMkLst>
          <pc:docMk/>
          <pc:sldMk cId="874253009" sldId="331"/>
        </pc:sldMkLst>
        <pc:spChg chg="add mod">
          <ac:chgData name="Toby Donaldson" userId="2e6e5431-bb17-4c41-9985-d39c50d83c73" providerId="ADAL" clId="{F31BC264-820E-54C4-A6D1-F92AF9CC222E}" dt="2026-03-10T03:33:31.370" v="3096" actId="14100"/>
          <ac:spMkLst>
            <pc:docMk/>
            <pc:sldMk cId="874253009" sldId="331"/>
            <ac:spMk id="9" creationId="{BBC5009C-12D2-2B6D-D6F1-43EE8AC43C15}"/>
          </ac:spMkLst>
        </pc:spChg>
        <pc:spChg chg="mod">
          <ac:chgData name="Toby Donaldson" userId="2e6e5431-bb17-4c41-9985-d39c50d83c73" providerId="ADAL" clId="{F31BC264-820E-54C4-A6D1-F92AF9CC222E}" dt="2026-03-10T04:25:48.187" v="4008"/>
          <ac:spMkLst>
            <pc:docMk/>
            <pc:sldMk cId="874253009" sldId="331"/>
            <ac:spMk id="11" creationId="{62A40F27-2444-B0DE-AC37-1DC7B2468FB7}"/>
          </ac:spMkLst>
        </pc:spChg>
        <pc:spChg chg="mod">
          <ac:chgData name="Toby Donaldson" userId="2e6e5431-bb17-4c41-9985-d39c50d83c73" providerId="ADAL" clId="{F31BC264-820E-54C4-A6D1-F92AF9CC222E}" dt="2026-03-10T04:25:54.371" v="4010"/>
          <ac:spMkLst>
            <pc:docMk/>
            <pc:sldMk cId="874253009" sldId="331"/>
            <ac:spMk id="16" creationId="{2F174A2D-9003-5D72-18D6-351EED0243C9}"/>
          </ac:spMkLst>
        </pc:spChg>
        <pc:spChg chg="mod">
          <ac:chgData name="Toby Donaldson" userId="2e6e5431-bb17-4c41-9985-d39c50d83c73" providerId="ADAL" clId="{F31BC264-820E-54C4-A6D1-F92AF9CC222E}" dt="2026-03-10T04:25:51.079" v="4009"/>
          <ac:spMkLst>
            <pc:docMk/>
            <pc:sldMk cId="874253009" sldId="331"/>
            <ac:spMk id="18" creationId="{A4DA9AE9-ACF4-3D81-CBF0-CDD4282EF788}"/>
          </ac:spMkLst>
        </pc:spChg>
        <pc:spChg chg="del">
          <ac:chgData name="Toby Donaldson" userId="2e6e5431-bb17-4c41-9985-d39c50d83c73" providerId="ADAL" clId="{F31BC264-820E-54C4-A6D1-F92AF9CC222E}" dt="2026-03-10T03:33:47.422" v="3098" actId="21"/>
          <ac:spMkLst>
            <pc:docMk/>
            <pc:sldMk cId="874253009" sldId="331"/>
            <ac:spMk id="22" creationId="{4E6225D0-3993-678A-DE35-EE7884A76E24}"/>
          </ac:spMkLst>
        </pc:spChg>
        <pc:cxnChg chg="del mod">
          <ac:chgData name="Toby Donaldson" userId="2e6e5431-bb17-4c41-9985-d39c50d83c73" providerId="ADAL" clId="{F31BC264-820E-54C4-A6D1-F92AF9CC222E}" dt="2026-03-10T03:33:47.422" v="3098" actId="21"/>
          <ac:cxnSpMkLst>
            <pc:docMk/>
            <pc:sldMk cId="874253009" sldId="331"/>
            <ac:cxnSpMk id="23" creationId="{F579A293-833F-EC16-81BC-F64B154FB8CD}"/>
          </ac:cxnSpMkLst>
        </pc:cxnChg>
      </pc:sldChg>
      <pc:sldChg chg="delSp modSp add mod">
        <pc:chgData name="Toby Donaldson" userId="2e6e5431-bb17-4c41-9985-d39c50d83c73" providerId="ADAL" clId="{F31BC264-820E-54C4-A6D1-F92AF9CC222E}" dt="2026-03-10T04:26:05.907" v="4013"/>
        <pc:sldMkLst>
          <pc:docMk/>
          <pc:sldMk cId="209206833" sldId="332"/>
        </pc:sldMkLst>
        <pc:spChg chg="mod">
          <ac:chgData name="Toby Donaldson" userId="2e6e5431-bb17-4c41-9985-d39c50d83c73" providerId="ADAL" clId="{F31BC264-820E-54C4-A6D1-F92AF9CC222E}" dt="2026-03-10T04:26:05.907" v="4013"/>
          <ac:spMkLst>
            <pc:docMk/>
            <pc:sldMk cId="209206833" sldId="332"/>
            <ac:spMk id="11" creationId="{AD1D68E3-A5C7-3E2E-8086-AB29374918B7}"/>
          </ac:spMkLst>
        </pc:spChg>
        <pc:spChg chg="mod">
          <ac:chgData name="Toby Donaldson" userId="2e6e5431-bb17-4c41-9985-d39c50d83c73" providerId="ADAL" clId="{F31BC264-820E-54C4-A6D1-F92AF9CC222E}" dt="2026-03-10T04:26:00.843" v="4011"/>
          <ac:spMkLst>
            <pc:docMk/>
            <pc:sldMk cId="209206833" sldId="332"/>
            <ac:spMk id="16" creationId="{3A232D09-E1FA-0950-0252-9416F76A0E0D}"/>
          </ac:spMkLst>
        </pc:spChg>
        <pc:spChg chg="mod">
          <ac:chgData name="Toby Donaldson" userId="2e6e5431-bb17-4c41-9985-d39c50d83c73" providerId="ADAL" clId="{F31BC264-820E-54C4-A6D1-F92AF9CC222E}" dt="2026-03-10T04:26:03.506" v="4012"/>
          <ac:spMkLst>
            <pc:docMk/>
            <pc:sldMk cId="209206833" sldId="332"/>
            <ac:spMk id="18" creationId="{ECC6C490-1FB6-3C45-E2F9-A739B8BA44B4}"/>
          </ac:spMkLst>
        </pc:spChg>
        <pc:spChg chg="del">
          <ac:chgData name="Toby Donaldson" userId="2e6e5431-bb17-4c41-9985-d39c50d83c73" providerId="ADAL" clId="{F31BC264-820E-54C4-A6D1-F92AF9CC222E}" dt="2026-03-10T03:31:56.592" v="3091" actId="21"/>
          <ac:spMkLst>
            <pc:docMk/>
            <pc:sldMk cId="209206833" sldId="332"/>
            <ac:spMk id="22" creationId="{31A0BBC9-E099-995C-7E67-9301B90A80B0}"/>
          </ac:spMkLst>
        </pc:spChg>
        <pc:cxnChg chg="del mod">
          <ac:chgData name="Toby Donaldson" userId="2e6e5431-bb17-4c41-9985-d39c50d83c73" providerId="ADAL" clId="{F31BC264-820E-54C4-A6D1-F92AF9CC222E}" dt="2026-03-10T03:31:56.592" v="3091" actId="21"/>
          <ac:cxnSpMkLst>
            <pc:docMk/>
            <pc:sldMk cId="209206833" sldId="332"/>
            <ac:cxnSpMk id="23" creationId="{FC5F38A3-74B5-1B0F-6503-DD1040A176BC}"/>
          </ac:cxnSpMkLst>
        </pc:cxnChg>
      </pc:sldChg>
      <pc:sldChg chg="modSp add">
        <pc:chgData name="Toby Donaldson" userId="2e6e5431-bb17-4c41-9985-d39c50d83c73" providerId="ADAL" clId="{F31BC264-820E-54C4-A6D1-F92AF9CC222E}" dt="2026-03-10T04:25:39.011" v="4007"/>
        <pc:sldMkLst>
          <pc:docMk/>
          <pc:sldMk cId="2303084535" sldId="333"/>
        </pc:sldMkLst>
        <pc:spChg chg="mod">
          <ac:chgData name="Toby Donaldson" userId="2e6e5431-bb17-4c41-9985-d39c50d83c73" providerId="ADAL" clId="{F31BC264-820E-54C4-A6D1-F92AF9CC222E}" dt="2026-03-10T04:25:32.347" v="4005"/>
          <ac:spMkLst>
            <pc:docMk/>
            <pc:sldMk cId="2303084535" sldId="333"/>
            <ac:spMk id="11" creationId="{7CA545BA-D7A7-F448-C270-944EC24A76C3}"/>
          </ac:spMkLst>
        </pc:spChg>
        <pc:spChg chg="mod">
          <ac:chgData name="Toby Donaldson" userId="2e6e5431-bb17-4c41-9985-d39c50d83c73" providerId="ADAL" clId="{F31BC264-820E-54C4-A6D1-F92AF9CC222E}" dt="2026-03-10T04:25:39.011" v="4007"/>
          <ac:spMkLst>
            <pc:docMk/>
            <pc:sldMk cId="2303084535" sldId="333"/>
            <ac:spMk id="16" creationId="{D0227CC5-3BBA-0EF7-31E3-DE7D84680C40}"/>
          </ac:spMkLst>
        </pc:spChg>
        <pc:spChg chg="mod">
          <ac:chgData name="Toby Donaldson" userId="2e6e5431-bb17-4c41-9985-d39c50d83c73" providerId="ADAL" clId="{F31BC264-820E-54C4-A6D1-F92AF9CC222E}" dt="2026-03-10T04:25:34.755" v="4006"/>
          <ac:spMkLst>
            <pc:docMk/>
            <pc:sldMk cId="2303084535" sldId="333"/>
            <ac:spMk id="18" creationId="{E69515E4-E365-7453-BEBC-35BB4ED0795B}"/>
          </ac:spMkLst>
        </pc:spChg>
      </pc:sldChg>
      <pc:sldChg chg="addSp modSp add mod">
        <pc:chgData name="Toby Donaldson" userId="2e6e5431-bb17-4c41-9985-d39c50d83c73" providerId="ADAL" clId="{F31BC264-820E-54C4-A6D1-F92AF9CC222E}" dt="2026-03-10T04:25:23.830" v="4004"/>
        <pc:sldMkLst>
          <pc:docMk/>
          <pc:sldMk cId="120723916" sldId="334"/>
        </pc:sldMkLst>
        <pc:spChg chg="mod">
          <ac:chgData name="Toby Donaldson" userId="2e6e5431-bb17-4c41-9985-d39c50d83c73" providerId="ADAL" clId="{F31BC264-820E-54C4-A6D1-F92AF9CC222E}" dt="2026-03-10T03:34:14.467" v="3101" actId="1076"/>
          <ac:spMkLst>
            <pc:docMk/>
            <pc:sldMk cId="120723916" sldId="334"/>
            <ac:spMk id="9" creationId="{3A37EA43-77ED-59FC-18A3-0F5FAB0C5E72}"/>
          </ac:spMkLst>
        </pc:spChg>
        <pc:spChg chg="add mod">
          <ac:chgData name="Toby Donaldson" userId="2e6e5431-bb17-4c41-9985-d39c50d83c73" providerId="ADAL" clId="{F31BC264-820E-54C4-A6D1-F92AF9CC222E}" dt="2026-03-10T03:35:32.956" v="3113" actId="207"/>
          <ac:spMkLst>
            <pc:docMk/>
            <pc:sldMk cId="120723916" sldId="334"/>
            <ac:spMk id="10" creationId="{8C3D44F7-ACF9-9FD0-3C99-0BC74B06F74D}"/>
          </ac:spMkLst>
        </pc:spChg>
        <pc:spChg chg="mod">
          <ac:chgData name="Toby Donaldson" userId="2e6e5431-bb17-4c41-9985-d39c50d83c73" providerId="ADAL" clId="{F31BC264-820E-54C4-A6D1-F92AF9CC222E}" dt="2026-03-10T04:25:17.956" v="4002"/>
          <ac:spMkLst>
            <pc:docMk/>
            <pc:sldMk cId="120723916" sldId="334"/>
            <ac:spMk id="11" creationId="{8A6BC62F-DCFF-FE1F-FD46-41BCCAAA6D40}"/>
          </ac:spMkLst>
        </pc:spChg>
        <pc:spChg chg="mod">
          <ac:chgData name="Toby Donaldson" userId="2e6e5431-bb17-4c41-9985-d39c50d83c73" providerId="ADAL" clId="{F31BC264-820E-54C4-A6D1-F92AF9CC222E}" dt="2026-03-10T04:25:23.830" v="4004"/>
          <ac:spMkLst>
            <pc:docMk/>
            <pc:sldMk cId="120723916" sldId="334"/>
            <ac:spMk id="16" creationId="{C79BADAF-6074-0EEE-C433-0A6772D06C0F}"/>
          </ac:spMkLst>
        </pc:spChg>
        <pc:spChg chg="mod">
          <ac:chgData name="Toby Donaldson" userId="2e6e5431-bb17-4c41-9985-d39c50d83c73" providerId="ADAL" clId="{F31BC264-820E-54C4-A6D1-F92AF9CC222E}" dt="2026-03-10T04:25:20.651" v="4003"/>
          <ac:spMkLst>
            <pc:docMk/>
            <pc:sldMk cId="120723916" sldId="334"/>
            <ac:spMk id="18" creationId="{0B0A1BCE-5230-3E2F-F6E8-DAC5E2DAA59E}"/>
          </ac:spMkLst>
        </pc:spChg>
        <pc:cxnChg chg="add mod">
          <ac:chgData name="Toby Donaldson" userId="2e6e5431-bb17-4c41-9985-d39c50d83c73" providerId="ADAL" clId="{F31BC264-820E-54C4-A6D1-F92AF9CC222E}" dt="2026-03-10T03:34:45.353" v="3108" actId="14100"/>
          <ac:cxnSpMkLst>
            <pc:docMk/>
            <pc:sldMk cId="120723916" sldId="334"/>
            <ac:cxnSpMk id="13" creationId="{919A8827-47B3-3C2E-704D-54EECF90A57B}"/>
          </ac:cxnSpMkLst>
        </pc:cxnChg>
      </pc:sldChg>
      <pc:sldChg chg="addSp delSp modSp add mod">
        <pc:chgData name="Toby Donaldson" userId="2e6e5431-bb17-4c41-9985-d39c50d83c73" providerId="ADAL" clId="{F31BC264-820E-54C4-A6D1-F92AF9CC222E}" dt="2026-03-10T04:25:09.998" v="4001"/>
        <pc:sldMkLst>
          <pc:docMk/>
          <pc:sldMk cId="2358116802" sldId="335"/>
        </pc:sldMkLst>
        <pc:spChg chg="del">
          <ac:chgData name="Toby Donaldson" userId="2e6e5431-bb17-4c41-9985-d39c50d83c73" providerId="ADAL" clId="{F31BC264-820E-54C4-A6D1-F92AF9CC222E}" dt="2026-03-10T03:35:45.347" v="3114" actId="21"/>
          <ac:spMkLst>
            <pc:docMk/>
            <pc:sldMk cId="2358116802" sldId="335"/>
            <ac:spMk id="10" creationId="{3C05E7A0-622C-7797-D831-04721BE599C5}"/>
          </ac:spMkLst>
        </pc:spChg>
        <pc:spChg chg="mod">
          <ac:chgData name="Toby Donaldson" userId="2e6e5431-bb17-4c41-9985-d39c50d83c73" providerId="ADAL" clId="{F31BC264-820E-54C4-A6D1-F92AF9CC222E}" dt="2026-03-10T04:25:03.978" v="3999"/>
          <ac:spMkLst>
            <pc:docMk/>
            <pc:sldMk cId="2358116802" sldId="335"/>
            <ac:spMk id="11" creationId="{0F15A0EE-ED59-42BF-BC59-8AC0DC1A8121}"/>
          </ac:spMkLst>
        </pc:spChg>
        <pc:spChg chg="add mod">
          <ac:chgData name="Toby Donaldson" userId="2e6e5431-bb17-4c41-9985-d39c50d83c73" providerId="ADAL" clId="{F31BC264-820E-54C4-A6D1-F92AF9CC222E}" dt="2026-03-10T03:36:40.597" v="3226" actId="20577"/>
          <ac:spMkLst>
            <pc:docMk/>
            <pc:sldMk cId="2358116802" sldId="335"/>
            <ac:spMk id="14" creationId="{A70805F0-3C96-61C7-5726-DA387668528F}"/>
          </ac:spMkLst>
        </pc:spChg>
        <pc:spChg chg="add mod">
          <ac:chgData name="Toby Donaldson" userId="2e6e5431-bb17-4c41-9985-d39c50d83c73" providerId="ADAL" clId="{F31BC264-820E-54C4-A6D1-F92AF9CC222E}" dt="2026-03-10T03:35:54.181" v="3115"/>
          <ac:spMkLst>
            <pc:docMk/>
            <pc:sldMk cId="2358116802" sldId="335"/>
            <ac:spMk id="15" creationId="{B1472845-8D16-3031-8DCC-DC06B92E1BFE}"/>
          </ac:spMkLst>
        </pc:spChg>
        <pc:spChg chg="mod">
          <ac:chgData name="Toby Donaldson" userId="2e6e5431-bb17-4c41-9985-d39c50d83c73" providerId="ADAL" clId="{F31BC264-820E-54C4-A6D1-F92AF9CC222E}" dt="2026-03-10T04:25:09.998" v="4001"/>
          <ac:spMkLst>
            <pc:docMk/>
            <pc:sldMk cId="2358116802" sldId="335"/>
            <ac:spMk id="16" creationId="{0D7D3AF4-5809-AF66-FC34-639015B21C46}"/>
          </ac:spMkLst>
        </pc:spChg>
        <pc:spChg chg="mod">
          <ac:chgData name="Toby Donaldson" userId="2e6e5431-bb17-4c41-9985-d39c50d83c73" providerId="ADAL" clId="{F31BC264-820E-54C4-A6D1-F92AF9CC222E}" dt="2026-03-10T04:25:06.896" v="4000"/>
          <ac:spMkLst>
            <pc:docMk/>
            <pc:sldMk cId="2358116802" sldId="335"/>
            <ac:spMk id="18" creationId="{82C9BCEA-3464-752D-5C7D-E7B103C4D364}"/>
          </ac:spMkLst>
        </pc:spChg>
        <pc:cxnChg chg="mod">
          <ac:chgData name="Toby Donaldson" userId="2e6e5431-bb17-4c41-9985-d39c50d83c73" providerId="ADAL" clId="{F31BC264-820E-54C4-A6D1-F92AF9CC222E}" dt="2026-03-10T03:35:45.347" v="3114" actId="21"/>
          <ac:cxnSpMkLst>
            <pc:docMk/>
            <pc:sldMk cId="2358116802" sldId="335"/>
            <ac:cxnSpMk id="13" creationId="{B3AA937C-54AC-23E5-5A2C-109EA4E8B31B}"/>
          </ac:cxnSpMkLst>
        </pc:cxnChg>
      </pc:sldChg>
      <pc:sldChg chg="modSp add mod">
        <pc:chgData name="Toby Donaldson" userId="2e6e5431-bb17-4c41-9985-d39c50d83c73" providerId="ADAL" clId="{F31BC264-820E-54C4-A6D1-F92AF9CC222E}" dt="2026-03-10T04:04:43.902" v="3340" actId="20577"/>
        <pc:sldMkLst>
          <pc:docMk/>
          <pc:sldMk cId="1049448334" sldId="336"/>
        </pc:sldMkLst>
        <pc:spChg chg="mod">
          <ac:chgData name="Toby Donaldson" userId="2e6e5431-bb17-4c41-9985-d39c50d83c73" providerId="ADAL" clId="{F31BC264-820E-54C4-A6D1-F92AF9CC222E}" dt="2026-03-10T04:04:43.902" v="3340" actId="20577"/>
          <ac:spMkLst>
            <pc:docMk/>
            <pc:sldMk cId="1049448334" sldId="336"/>
            <ac:spMk id="3" creationId="{61030F7F-4EC3-46D0-3C9F-AE09FC7134AF}"/>
          </ac:spMkLst>
        </pc:spChg>
      </pc:sldChg>
      <pc:sldChg chg="addSp modSp add mod">
        <pc:chgData name="Toby Donaldson" userId="2e6e5431-bb17-4c41-9985-d39c50d83c73" providerId="ADAL" clId="{F31BC264-820E-54C4-A6D1-F92AF9CC222E}" dt="2026-03-10T04:09:58.564" v="3514" actId="20577"/>
        <pc:sldMkLst>
          <pc:docMk/>
          <pc:sldMk cId="3064756320" sldId="337"/>
        </pc:sldMkLst>
        <pc:spChg chg="mod">
          <ac:chgData name="Toby Donaldson" userId="2e6e5431-bb17-4c41-9985-d39c50d83c73" providerId="ADAL" clId="{F31BC264-820E-54C4-A6D1-F92AF9CC222E}" dt="2026-03-10T04:05:53.365" v="3378" actId="5793"/>
          <ac:spMkLst>
            <pc:docMk/>
            <pc:sldMk cId="3064756320" sldId="337"/>
            <ac:spMk id="3" creationId="{9A91BF45-35A0-D7DA-31EC-E587F98F7C28}"/>
          </ac:spMkLst>
        </pc:spChg>
        <pc:spChg chg="add mod">
          <ac:chgData name="Toby Donaldson" userId="2e6e5431-bb17-4c41-9985-d39c50d83c73" providerId="ADAL" clId="{F31BC264-820E-54C4-A6D1-F92AF9CC222E}" dt="2026-03-10T04:09:58.564" v="3514" actId="20577"/>
          <ac:spMkLst>
            <pc:docMk/>
            <pc:sldMk cId="3064756320" sldId="337"/>
            <ac:spMk id="4" creationId="{E81B4310-8EF1-29EA-7BE5-8326A6D0D708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3-10T04:18:33.267" v="3870" actId="21"/>
        <pc:sldMkLst>
          <pc:docMk/>
          <pc:sldMk cId="3108254524" sldId="338"/>
        </pc:sldMkLst>
        <pc:spChg chg="del">
          <ac:chgData name="Toby Donaldson" userId="2e6e5431-bb17-4c41-9985-d39c50d83c73" providerId="ADAL" clId="{F31BC264-820E-54C4-A6D1-F92AF9CC222E}" dt="2026-03-10T04:18:33.267" v="3870" actId="21"/>
          <ac:spMkLst>
            <pc:docMk/>
            <pc:sldMk cId="3108254524" sldId="338"/>
            <ac:spMk id="4" creationId="{34942291-C25D-4FC1-9E8F-D4A6470E3842}"/>
          </ac:spMkLst>
        </pc:spChg>
        <pc:spChg chg="add del mod">
          <ac:chgData name="Toby Donaldson" userId="2e6e5431-bb17-4c41-9985-d39c50d83c73" providerId="ADAL" clId="{F31BC264-820E-54C4-A6D1-F92AF9CC222E}" dt="2026-03-10T04:18:33.267" v="3870" actId="21"/>
          <ac:spMkLst>
            <pc:docMk/>
            <pc:sldMk cId="3108254524" sldId="338"/>
            <ac:spMk id="5" creationId="{D730B8C4-C8F1-BD3E-2EF4-254DD0F689C7}"/>
          </ac:spMkLst>
        </pc:spChg>
        <pc:spChg chg="add del mod">
          <ac:chgData name="Toby Donaldson" userId="2e6e5431-bb17-4c41-9985-d39c50d83c73" providerId="ADAL" clId="{F31BC264-820E-54C4-A6D1-F92AF9CC222E}" dt="2026-03-10T04:18:33.267" v="3870" actId="21"/>
          <ac:spMkLst>
            <pc:docMk/>
            <pc:sldMk cId="3108254524" sldId="338"/>
            <ac:spMk id="6" creationId="{FD33F2C3-B6CD-8FFA-18B9-2F878B105081}"/>
          </ac:spMkLst>
        </pc:spChg>
      </pc:sldChg>
      <pc:sldChg chg="delSp add mod">
        <pc:chgData name="Toby Donaldson" userId="2e6e5431-bb17-4c41-9985-d39c50d83c73" providerId="ADAL" clId="{F31BC264-820E-54C4-A6D1-F92AF9CC222E}" dt="2026-03-10T04:18:43.307" v="3872" actId="21"/>
        <pc:sldMkLst>
          <pc:docMk/>
          <pc:sldMk cId="487907409" sldId="339"/>
        </pc:sldMkLst>
        <pc:spChg chg="del">
          <ac:chgData name="Toby Donaldson" userId="2e6e5431-bb17-4c41-9985-d39c50d83c73" providerId="ADAL" clId="{F31BC264-820E-54C4-A6D1-F92AF9CC222E}" dt="2026-03-10T04:18:43.307" v="3872" actId="21"/>
          <ac:spMkLst>
            <pc:docMk/>
            <pc:sldMk cId="487907409" sldId="339"/>
            <ac:spMk id="5" creationId="{47700363-DF89-EA68-2C95-03C75E0C3B9F}"/>
          </ac:spMkLst>
        </pc:spChg>
        <pc:spChg chg="del">
          <ac:chgData name="Toby Donaldson" userId="2e6e5431-bb17-4c41-9985-d39c50d83c73" providerId="ADAL" clId="{F31BC264-820E-54C4-A6D1-F92AF9CC222E}" dt="2026-03-10T04:18:43.307" v="3872" actId="21"/>
          <ac:spMkLst>
            <pc:docMk/>
            <pc:sldMk cId="487907409" sldId="339"/>
            <ac:spMk id="6" creationId="{CCD021C7-8646-02FB-4A90-81136F4F3DD9}"/>
          </ac:spMkLst>
        </pc:spChg>
      </pc:sldChg>
      <pc:sldChg chg="delSp add mod">
        <pc:chgData name="Toby Donaldson" userId="2e6e5431-bb17-4c41-9985-d39c50d83c73" providerId="ADAL" clId="{F31BC264-820E-54C4-A6D1-F92AF9CC222E}" dt="2026-03-10T04:18:53.911" v="3874" actId="21"/>
        <pc:sldMkLst>
          <pc:docMk/>
          <pc:sldMk cId="2885295670" sldId="340"/>
        </pc:sldMkLst>
        <pc:spChg chg="del">
          <ac:chgData name="Toby Donaldson" userId="2e6e5431-bb17-4c41-9985-d39c50d83c73" providerId="ADAL" clId="{F31BC264-820E-54C4-A6D1-F92AF9CC222E}" dt="2026-03-10T04:18:53.911" v="3874" actId="21"/>
          <ac:spMkLst>
            <pc:docMk/>
            <pc:sldMk cId="2885295670" sldId="340"/>
            <ac:spMk id="6" creationId="{38CEA155-A1B0-FA07-26F2-4E818868C843}"/>
          </ac:spMkLst>
        </pc:spChg>
      </pc:sldChg>
      <pc:sldChg chg="modSp add mod">
        <pc:chgData name="Toby Donaldson" userId="2e6e5431-bb17-4c41-9985-d39c50d83c73" providerId="ADAL" clId="{F31BC264-820E-54C4-A6D1-F92AF9CC222E}" dt="2026-03-10T04:41:57.799" v="4032" actId="120"/>
        <pc:sldMkLst>
          <pc:docMk/>
          <pc:sldMk cId="955303292" sldId="341"/>
        </pc:sldMkLst>
        <pc:spChg chg="mod">
          <ac:chgData name="Toby Donaldson" userId="2e6e5431-bb17-4c41-9985-d39c50d83c73" providerId="ADAL" clId="{F31BC264-820E-54C4-A6D1-F92AF9CC222E}" dt="2026-03-10T04:41:57.799" v="4032" actId="120"/>
          <ac:spMkLst>
            <pc:docMk/>
            <pc:sldMk cId="955303292" sldId="341"/>
            <ac:spMk id="5" creationId="{1450CB31-8114-5D22-D736-531257836974}"/>
          </ac:spMkLst>
        </pc:spChg>
      </pc:sldChg>
      <pc:sldChg chg="delSp modSp add mod">
        <pc:chgData name="Toby Donaldson" userId="2e6e5431-bb17-4c41-9985-d39c50d83c73" providerId="ADAL" clId="{F31BC264-820E-54C4-A6D1-F92AF9CC222E}" dt="2026-03-10T04:24:52.836" v="3998" actId="14100"/>
        <pc:sldMkLst>
          <pc:docMk/>
          <pc:sldMk cId="3418038129" sldId="342"/>
        </pc:sldMkLst>
        <pc:spChg chg="mod">
          <ac:chgData name="Toby Donaldson" userId="2e6e5431-bb17-4c41-9985-d39c50d83c73" providerId="ADAL" clId="{F31BC264-820E-54C4-A6D1-F92AF9CC222E}" dt="2026-03-10T04:24:30.155" v="3994"/>
          <ac:spMkLst>
            <pc:docMk/>
            <pc:sldMk cId="3418038129" sldId="342"/>
            <ac:spMk id="11" creationId="{67DB6A84-E9BD-E735-E545-DB984F05490D}"/>
          </ac:spMkLst>
        </pc:spChg>
        <pc:spChg chg="del">
          <ac:chgData name="Toby Donaldson" userId="2e6e5431-bb17-4c41-9985-d39c50d83c73" providerId="ADAL" clId="{F31BC264-820E-54C4-A6D1-F92AF9CC222E}" dt="2026-03-10T04:20:02.929" v="3883" actId="21"/>
          <ac:spMkLst>
            <pc:docMk/>
            <pc:sldMk cId="3418038129" sldId="342"/>
            <ac:spMk id="14" creationId="{7AFB8B44-B0B4-E72F-E91B-0FC3803AD570}"/>
          </ac:spMkLst>
        </pc:spChg>
        <pc:spChg chg="mod">
          <ac:chgData name="Toby Donaldson" userId="2e6e5431-bb17-4c41-9985-d39c50d83c73" providerId="ADAL" clId="{F31BC264-820E-54C4-A6D1-F92AF9CC222E}" dt="2026-03-10T04:24:52.836" v="3998" actId="14100"/>
          <ac:spMkLst>
            <pc:docMk/>
            <pc:sldMk cId="3418038129" sldId="342"/>
            <ac:spMk id="15" creationId="{9B079A49-B5A0-0F6B-4CE7-E9C2924F42B0}"/>
          </ac:spMkLst>
        </pc:spChg>
        <pc:spChg chg="mod">
          <ac:chgData name="Toby Donaldson" userId="2e6e5431-bb17-4c41-9985-d39c50d83c73" providerId="ADAL" clId="{F31BC264-820E-54C4-A6D1-F92AF9CC222E}" dt="2026-03-10T04:24:36.434" v="3996"/>
          <ac:spMkLst>
            <pc:docMk/>
            <pc:sldMk cId="3418038129" sldId="342"/>
            <ac:spMk id="16" creationId="{3D1BC714-00E4-8452-0D44-7A1A2141A208}"/>
          </ac:spMkLst>
        </pc:spChg>
        <pc:spChg chg="mod">
          <ac:chgData name="Toby Donaldson" userId="2e6e5431-bb17-4c41-9985-d39c50d83c73" providerId="ADAL" clId="{F31BC264-820E-54C4-A6D1-F92AF9CC222E}" dt="2026-03-10T04:24:32.507" v="3995"/>
          <ac:spMkLst>
            <pc:docMk/>
            <pc:sldMk cId="3418038129" sldId="342"/>
            <ac:spMk id="18" creationId="{97D34971-039B-E5CD-8BFC-7522CF1CBC10}"/>
          </ac:spMkLst>
        </pc:spChg>
      </pc:sldChg>
      <pc:sldChg chg="addSp modSp add mod">
        <pc:chgData name="Toby Donaldson" userId="2e6e5431-bb17-4c41-9985-d39c50d83c73" providerId="ADAL" clId="{F31BC264-820E-54C4-A6D1-F92AF9CC222E}" dt="2026-03-10T04:23:00.758" v="3993" actId="14100"/>
        <pc:sldMkLst>
          <pc:docMk/>
          <pc:sldMk cId="293174695" sldId="343"/>
        </pc:sldMkLst>
        <pc:spChg chg="mod">
          <ac:chgData name="Toby Donaldson" userId="2e6e5431-bb17-4c41-9985-d39c50d83c73" providerId="ADAL" clId="{F31BC264-820E-54C4-A6D1-F92AF9CC222E}" dt="2026-03-10T04:22:45.540" v="3991"/>
          <ac:spMkLst>
            <pc:docMk/>
            <pc:sldMk cId="293174695" sldId="343"/>
            <ac:spMk id="3" creationId="{F1C6EA91-69EC-9D2C-AC86-9581B752131E}"/>
          </ac:spMkLst>
        </pc:spChg>
        <pc:spChg chg="add mod">
          <ac:chgData name="Toby Donaldson" userId="2e6e5431-bb17-4c41-9985-d39c50d83c73" providerId="ADAL" clId="{F31BC264-820E-54C4-A6D1-F92AF9CC222E}" dt="2026-03-10T04:20:49.322" v="3978" actId="20577"/>
          <ac:spMkLst>
            <pc:docMk/>
            <pc:sldMk cId="293174695" sldId="343"/>
            <ac:spMk id="10" creationId="{1FDBCBF8-1B85-462B-EBAC-59F7C033D8EB}"/>
          </ac:spMkLst>
        </pc:spChg>
        <pc:spChg chg="mod">
          <ac:chgData name="Toby Donaldson" userId="2e6e5431-bb17-4c41-9985-d39c50d83c73" providerId="ADAL" clId="{F31BC264-820E-54C4-A6D1-F92AF9CC222E}" dt="2026-03-10T04:22:41.801" v="3989"/>
          <ac:spMkLst>
            <pc:docMk/>
            <pc:sldMk cId="293174695" sldId="343"/>
            <ac:spMk id="11" creationId="{F4D61AC9-4376-F3C4-5D55-E0D333B100C5}"/>
          </ac:spMkLst>
        </pc:spChg>
        <pc:spChg chg="mod">
          <ac:chgData name="Toby Donaldson" userId="2e6e5431-bb17-4c41-9985-d39c50d83c73" providerId="ADAL" clId="{F31BC264-820E-54C4-A6D1-F92AF9CC222E}" dt="2026-03-10T04:23:00.758" v="3993" actId="14100"/>
          <ac:spMkLst>
            <pc:docMk/>
            <pc:sldMk cId="293174695" sldId="343"/>
            <ac:spMk id="15" creationId="{734BB8A2-7C98-DBBB-2918-0187C83D0349}"/>
          </ac:spMkLst>
        </pc:spChg>
        <pc:spChg chg="mod">
          <ac:chgData name="Toby Donaldson" userId="2e6e5431-bb17-4c41-9985-d39c50d83c73" providerId="ADAL" clId="{F31BC264-820E-54C4-A6D1-F92AF9CC222E}" dt="2026-03-10T04:22:30.067" v="3985" actId="20577"/>
          <ac:spMkLst>
            <pc:docMk/>
            <pc:sldMk cId="293174695" sldId="343"/>
            <ac:spMk id="16" creationId="{58ABC690-2832-73B8-A7B2-126E1D320379}"/>
          </ac:spMkLst>
        </pc:spChg>
        <pc:spChg chg="mod">
          <ac:chgData name="Toby Donaldson" userId="2e6e5431-bb17-4c41-9985-d39c50d83c73" providerId="ADAL" clId="{F31BC264-820E-54C4-A6D1-F92AF9CC222E}" dt="2026-03-10T04:22:37.586" v="3987"/>
          <ac:spMkLst>
            <pc:docMk/>
            <pc:sldMk cId="293174695" sldId="343"/>
            <ac:spMk id="18" creationId="{81959B8A-6161-FB0F-8D9C-1B6422C43EDC}"/>
          </ac:spMkLst>
        </pc:spChg>
        <pc:cxnChg chg="mod">
          <ac:chgData name="Toby Donaldson" userId="2e6e5431-bb17-4c41-9985-d39c50d83c73" providerId="ADAL" clId="{F31BC264-820E-54C4-A6D1-F92AF9CC222E}" dt="2026-03-10T04:22:28.839" v="3984" actId="16959"/>
          <ac:cxnSpMkLst>
            <pc:docMk/>
            <pc:sldMk cId="293174695" sldId="343"/>
            <ac:cxnSpMk id="17" creationId="{427E8FEF-DAAD-7EBF-37B4-38E7153EAACE}"/>
          </ac:cxnSpMkLst>
        </pc:cxnChg>
      </pc:sldChg>
      <pc:sldChg chg="modSp new del mod">
        <pc:chgData name="Toby Donaldson" userId="2e6e5431-bb17-4c41-9985-d39c50d83c73" providerId="ADAL" clId="{F31BC264-820E-54C4-A6D1-F92AF9CC222E}" dt="2026-03-11T19:24:54.565" v="4151" actId="2696"/>
        <pc:sldMkLst>
          <pc:docMk/>
          <pc:sldMk cId="3242635923" sldId="344"/>
        </pc:sldMkLst>
        <pc:spChg chg="mod">
          <ac:chgData name="Toby Donaldson" userId="2e6e5431-bb17-4c41-9985-d39c50d83c73" providerId="ADAL" clId="{F31BC264-820E-54C4-A6D1-F92AF9CC222E}" dt="2026-03-11T19:23:01.652" v="4069" actId="20577"/>
          <ac:spMkLst>
            <pc:docMk/>
            <pc:sldMk cId="3242635923" sldId="344"/>
            <ac:spMk id="2" creationId="{4FAF58C6-B83D-7DDF-6796-8B3A4132E97B}"/>
          </ac:spMkLst>
        </pc:spChg>
        <pc:spChg chg="mod">
          <ac:chgData name="Toby Donaldson" userId="2e6e5431-bb17-4c41-9985-d39c50d83c73" providerId="ADAL" clId="{F31BC264-820E-54C4-A6D1-F92AF9CC222E}" dt="2026-03-11T19:23:13.806" v="4141" actId="5793"/>
          <ac:spMkLst>
            <pc:docMk/>
            <pc:sldMk cId="3242635923" sldId="344"/>
            <ac:spMk id="3" creationId="{3471A2E5-A23D-8666-FFBC-60040976CC50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">
      <pc:chgData name="Toby Donaldson" userId="2e6e5431-bb17-4c41-9985-d39c50d83c73" providerId="ADAL" clId="{7F9681A8-EEE2-56F4-9B39-ECCBEE0471AC}" dt="2026-03-08T04:30:06.534" v="10242" actId="20577"/>
      <pc:docMkLst>
        <pc:docMk/>
      </pc:docMkLst>
      <pc:sldChg chg="addSp delSp modSp mod">
        <pc:chgData name="Toby Donaldson" userId="2e6e5431-bb17-4c41-9985-d39c50d83c73" providerId="ADAL" clId="{7F9681A8-EEE2-56F4-9B39-ECCBEE0471AC}" dt="2026-03-07T22:28:35.426" v="2688" actId="21"/>
        <pc:sldMkLst>
          <pc:docMk/>
          <pc:sldMk cId="1396244513" sldId="256"/>
        </pc:sldMkLst>
        <pc:spChg chg="add mod">
          <ac:chgData name="Toby Donaldson" userId="2e6e5431-bb17-4c41-9985-d39c50d83c73" providerId="ADAL" clId="{7F9681A8-EEE2-56F4-9B39-ECCBEE0471AC}" dt="2026-03-07T21:24:49.178" v="23" actId="164"/>
          <ac:spMkLst>
            <pc:docMk/>
            <pc:sldMk cId="1396244513" sldId="256"/>
            <ac:spMk id="8" creationId="{71FBC720-AEAD-BDC9-86F6-89099AF39A69}"/>
          </ac:spMkLst>
        </pc:spChg>
        <pc:spChg chg="add mod">
          <ac:chgData name="Toby Donaldson" userId="2e6e5431-bb17-4c41-9985-d39c50d83c73" providerId="ADAL" clId="{7F9681A8-EEE2-56F4-9B39-ECCBEE0471AC}" dt="2026-03-07T21:24:53.702" v="24" actId="164"/>
          <ac:spMkLst>
            <pc:docMk/>
            <pc:sldMk cId="1396244513" sldId="256"/>
            <ac:spMk id="9" creationId="{FEE0AE2D-E197-C369-1E7F-C4F66EE25F33}"/>
          </ac:spMkLst>
        </pc:spChg>
        <pc:spChg chg="add mod">
          <ac:chgData name="Toby Donaldson" userId="2e6e5431-bb17-4c41-9985-d39c50d83c73" providerId="ADAL" clId="{7F9681A8-EEE2-56F4-9B39-ECCBEE0471AC}" dt="2026-03-07T21:27:46.319" v="50" actId="692"/>
          <ac:spMkLst>
            <pc:docMk/>
            <pc:sldMk cId="1396244513" sldId="256"/>
            <ac:spMk id="17" creationId="{BF218445-6216-B1A9-A447-0D8E3DBA1687}"/>
          </ac:spMkLst>
        </pc:spChg>
        <pc:spChg chg="add mod">
          <ac:chgData name="Toby Donaldson" userId="2e6e5431-bb17-4c41-9985-d39c50d83c73" providerId="ADAL" clId="{7F9681A8-EEE2-56F4-9B39-ECCBEE0471AC}" dt="2026-03-07T22:28:11.599" v="2684" actId="1076"/>
          <ac:spMkLst>
            <pc:docMk/>
            <pc:sldMk cId="1396244513" sldId="256"/>
            <ac:spMk id="24" creationId="{439A684F-FF41-1FE1-B2FC-D38A245D4BD9}"/>
          </ac:spMkLst>
        </pc:spChg>
        <pc:spChg chg="add mod">
          <ac:chgData name="Toby Donaldson" userId="2e6e5431-bb17-4c41-9985-d39c50d83c73" providerId="ADAL" clId="{7F9681A8-EEE2-56F4-9B39-ECCBEE0471AC}" dt="2026-03-07T22:26:52.075" v="2518" actId="1076"/>
          <ac:spMkLst>
            <pc:docMk/>
            <pc:sldMk cId="1396244513" sldId="256"/>
            <ac:spMk id="26" creationId="{304B12B0-A766-E50E-BFA2-F79B326839D5}"/>
          </ac:spMkLst>
        </pc:spChg>
        <pc:grpChg chg="add mod">
          <ac:chgData name="Toby Donaldson" userId="2e6e5431-bb17-4c41-9985-d39c50d83c73" providerId="ADAL" clId="{7F9681A8-EEE2-56F4-9B39-ECCBEE0471AC}" dt="2026-03-07T21:25:15.553" v="28" actId="1076"/>
          <ac:grpSpMkLst>
            <pc:docMk/>
            <pc:sldMk cId="1396244513" sldId="256"/>
            <ac:grpSpMk id="10" creationId="{F8A83F21-D8F8-B479-C122-802D0D3A286F}"/>
          </ac:grpSpMkLst>
        </pc:grpChg>
        <pc:grpChg chg="add mod">
          <ac:chgData name="Toby Donaldson" userId="2e6e5431-bb17-4c41-9985-d39c50d83c73" providerId="ADAL" clId="{7F9681A8-EEE2-56F4-9B39-ECCBEE0471AC}" dt="2026-03-07T21:25:15.553" v="28" actId="1076"/>
          <ac:grpSpMkLst>
            <pc:docMk/>
            <pc:sldMk cId="1396244513" sldId="256"/>
            <ac:grpSpMk id="11" creationId="{2D288647-2D43-8B24-0056-56E876C209F3}"/>
          </ac:grpSpMkLst>
        </pc:grpChg>
        <pc:picChg chg="add mod">
          <ac:chgData name="Toby Donaldson" userId="2e6e5431-bb17-4c41-9985-d39c50d83c73" providerId="ADAL" clId="{7F9681A8-EEE2-56F4-9B39-ECCBEE0471AC}" dt="2026-03-07T21:24:53.702" v="24" actId="164"/>
          <ac:picMkLst>
            <pc:docMk/>
            <pc:sldMk cId="1396244513" sldId="256"/>
            <ac:picMk id="5" creationId="{66CF3B05-B756-8374-5A8D-B998D1521790}"/>
          </ac:picMkLst>
        </pc:picChg>
        <pc:picChg chg="add mod">
          <ac:chgData name="Toby Donaldson" userId="2e6e5431-bb17-4c41-9985-d39c50d83c73" providerId="ADAL" clId="{7F9681A8-EEE2-56F4-9B39-ECCBEE0471AC}" dt="2026-03-07T21:24:49.178" v="23" actId="164"/>
          <ac:picMkLst>
            <pc:docMk/>
            <pc:sldMk cId="1396244513" sldId="256"/>
            <ac:picMk id="7" creationId="{27F2B137-D1B1-E5F4-3554-15B0FE66ACE2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3-07T22:31:06.410" v="2827"/>
        <pc:sldMkLst>
          <pc:docMk/>
          <pc:sldMk cId="316517747" sldId="257"/>
        </pc:sldMkLst>
        <pc:spChg chg="add mod">
          <ac:chgData name="Toby Donaldson" userId="2e6e5431-bb17-4c41-9985-d39c50d83c73" providerId="ADAL" clId="{7F9681A8-EEE2-56F4-9B39-ECCBEE0471AC}" dt="2026-03-07T21:32:44.172" v="329" actId="20577"/>
          <ac:spMkLst>
            <pc:docMk/>
            <pc:sldMk cId="316517747" sldId="257"/>
            <ac:spMk id="2" creationId="{ED6FA08F-5AA2-7C7D-5729-D2965F3CA574}"/>
          </ac:spMkLst>
        </pc:spChg>
        <pc:spChg chg="add mod">
          <ac:chgData name="Toby Donaldson" userId="2e6e5431-bb17-4c41-9985-d39c50d83c73" providerId="ADAL" clId="{7F9681A8-EEE2-56F4-9B39-ECCBEE0471AC}" dt="2026-03-07T22:31:06.410" v="2827"/>
          <ac:spMkLst>
            <pc:docMk/>
            <pc:sldMk cId="316517747" sldId="257"/>
            <ac:spMk id="3" creationId="{E8EDDC24-5646-1EC1-FD2F-105DF8C423D2}"/>
          </ac:spMkLst>
        </pc:spChg>
        <pc:spChg chg="mod">
          <ac:chgData name="Toby Donaldson" userId="2e6e5431-bb17-4c41-9985-d39c50d83c73" providerId="ADAL" clId="{7F9681A8-EEE2-56F4-9B39-ECCBEE0471AC}" dt="2026-03-07T21:32:08.789" v="214" actId="1076"/>
          <ac:spMkLst>
            <pc:docMk/>
            <pc:sldMk cId="316517747" sldId="257"/>
            <ac:spMk id="16" creationId="{F58E3522-6953-5A64-9F93-E1D98002B98E}"/>
          </ac:spMkLst>
        </pc:spChg>
        <pc:picChg chg="mod">
          <ac:chgData name="Toby Donaldson" userId="2e6e5431-bb17-4c41-9985-d39c50d83c73" providerId="ADAL" clId="{7F9681A8-EEE2-56F4-9B39-ECCBEE0471AC}" dt="2026-03-07T21:32:08.789" v="214" actId="1076"/>
          <ac:picMkLst>
            <pc:docMk/>
            <pc:sldMk cId="316517747" sldId="257"/>
            <ac:picMk id="21" creationId="{1C1026AD-49D3-B971-F6FA-F238EE8B20C9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3-07T22:31:19.801" v="2830" actId="20577"/>
        <pc:sldMkLst>
          <pc:docMk/>
          <pc:sldMk cId="2183523803" sldId="258"/>
        </pc:sldMkLst>
        <pc:spChg chg="mod">
          <ac:chgData name="Toby Donaldson" userId="2e6e5431-bb17-4c41-9985-d39c50d83c73" providerId="ADAL" clId="{7F9681A8-EEE2-56F4-9B39-ECCBEE0471AC}" dt="2026-03-07T22:31:19.801" v="2830" actId="20577"/>
          <ac:spMkLst>
            <pc:docMk/>
            <pc:sldMk cId="2183523803" sldId="258"/>
            <ac:spMk id="24" creationId="{6B1F79FA-8A33-2278-03F1-A5C9DA227EA4}"/>
          </ac:spMkLst>
        </pc:spChg>
        <pc:picChg chg="mod">
          <ac:chgData name="Toby Donaldson" userId="2e6e5431-bb17-4c41-9985-d39c50d83c73" providerId="ADAL" clId="{7F9681A8-EEE2-56F4-9B39-ECCBEE0471AC}" dt="2026-03-07T21:33:12.492" v="333" actId="1076"/>
          <ac:picMkLst>
            <pc:docMk/>
            <pc:sldMk cId="2183523803" sldId="258"/>
            <ac:picMk id="23" creationId="{ED06FF9B-D80A-5346-4410-EDF5C4285261}"/>
          </ac:picMkLst>
        </pc:picChg>
        <pc:cxnChg chg="add mod">
          <ac:chgData name="Toby Donaldson" userId="2e6e5431-bb17-4c41-9985-d39c50d83c73" providerId="ADAL" clId="{7F9681A8-EEE2-56F4-9B39-ECCBEE0471AC}" dt="2026-03-07T21:33:43.071" v="401"/>
          <ac:cxnSpMkLst>
            <pc:docMk/>
            <pc:sldMk cId="2183523803" sldId="258"/>
            <ac:cxnSpMk id="3" creationId="{08ED6998-46BC-5ABD-FE05-FE25E986283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3-07T22:31:45.934" v="2841" actId="20577"/>
        <pc:sldMkLst>
          <pc:docMk/>
          <pc:sldMk cId="1383269315" sldId="259"/>
        </pc:sldMkLst>
        <pc:spChg chg="add mod">
          <ac:chgData name="Toby Donaldson" userId="2e6e5431-bb17-4c41-9985-d39c50d83c73" providerId="ADAL" clId="{7F9681A8-EEE2-56F4-9B39-ECCBEE0471AC}" dt="2026-03-07T21:36:40.311" v="493" actId="1076"/>
          <ac:spMkLst>
            <pc:docMk/>
            <pc:sldMk cId="1383269315" sldId="259"/>
            <ac:spMk id="18" creationId="{476066AC-4E0F-D7AF-4F6F-18D503C0177D}"/>
          </ac:spMkLst>
        </pc:spChg>
        <pc:spChg chg="add mod">
          <ac:chgData name="Toby Donaldson" userId="2e6e5431-bb17-4c41-9985-d39c50d83c73" providerId="ADAL" clId="{7F9681A8-EEE2-56F4-9B39-ECCBEE0471AC}" dt="2026-03-07T22:31:45.934" v="2841" actId="20577"/>
          <ac:spMkLst>
            <pc:docMk/>
            <pc:sldMk cId="1383269315" sldId="259"/>
            <ac:spMk id="19" creationId="{9865ED56-DD8C-9626-C4C6-F7CDCDF9123F}"/>
          </ac:spMkLst>
        </pc:spChg>
        <pc:spChg chg="add mod">
          <ac:chgData name="Toby Donaldson" userId="2e6e5431-bb17-4c41-9985-d39c50d83c73" providerId="ADAL" clId="{7F9681A8-EEE2-56F4-9B39-ECCBEE0471AC}" dt="2026-03-07T21:38:19.684" v="588" actId="20577"/>
          <ac:spMkLst>
            <pc:docMk/>
            <pc:sldMk cId="1383269315" sldId="259"/>
            <ac:spMk id="22" creationId="{F2182286-39E1-7165-8CFA-B228DFB2AD72}"/>
          </ac:spMkLst>
        </pc:spChg>
        <pc:spChg chg="mod">
          <ac:chgData name="Toby Donaldson" userId="2e6e5431-bb17-4c41-9985-d39c50d83c73" providerId="ADAL" clId="{7F9681A8-EEE2-56F4-9B39-ECCBEE0471AC}" dt="2026-03-07T21:36:42.725" v="494" actId="1076"/>
          <ac:spMkLst>
            <pc:docMk/>
            <pc:sldMk cId="1383269315" sldId="259"/>
            <ac:spMk id="24" creationId="{3DEE5207-918F-E0FA-A64A-31CC0E3AB6C9}"/>
          </ac:spMkLst>
        </pc:spChg>
        <pc:picChg chg="add mod">
          <ac:chgData name="Toby Donaldson" userId="2e6e5431-bb17-4c41-9985-d39c50d83c73" providerId="ADAL" clId="{7F9681A8-EEE2-56F4-9B39-ECCBEE0471AC}" dt="2026-03-07T21:35:25.758" v="476" actId="1076"/>
          <ac:picMkLst>
            <pc:docMk/>
            <pc:sldMk cId="1383269315" sldId="259"/>
            <ac:picMk id="4" creationId="{0E4CAF2D-EA53-533E-0114-FB02F918636C}"/>
          </ac:picMkLst>
        </pc:picChg>
        <pc:picChg chg="add mod">
          <ac:chgData name="Toby Donaldson" userId="2e6e5431-bb17-4c41-9985-d39c50d83c73" providerId="ADAL" clId="{7F9681A8-EEE2-56F4-9B39-ECCBEE0471AC}" dt="2026-03-07T21:36:40.311" v="493" actId="1076"/>
          <ac:picMkLst>
            <pc:docMk/>
            <pc:sldMk cId="1383269315" sldId="259"/>
            <ac:picMk id="12" creationId="{F4D443AC-C3F3-AAB4-3A10-40F9F1A4A62F}"/>
          </ac:picMkLst>
        </pc:picChg>
        <pc:picChg chg="add mod">
          <ac:chgData name="Toby Donaldson" userId="2e6e5431-bb17-4c41-9985-d39c50d83c73" providerId="ADAL" clId="{7F9681A8-EEE2-56F4-9B39-ECCBEE0471AC}" dt="2026-03-07T21:37:55.031" v="564" actId="1076"/>
          <ac:picMkLst>
            <pc:docMk/>
            <pc:sldMk cId="1383269315" sldId="259"/>
            <ac:picMk id="20" creationId="{B601C0DD-1CB7-FC21-FBFF-D5B6119A69B2}"/>
          </ac:picMkLst>
        </pc:picChg>
        <pc:picChg chg="mod">
          <ac:chgData name="Toby Donaldson" userId="2e6e5431-bb17-4c41-9985-d39c50d83c73" providerId="ADAL" clId="{7F9681A8-EEE2-56F4-9B39-ECCBEE0471AC}" dt="2026-03-07T21:36:40.311" v="493" actId="1076"/>
          <ac:picMkLst>
            <pc:docMk/>
            <pc:sldMk cId="1383269315" sldId="259"/>
            <ac:picMk id="23" creationId="{4199B6F9-BF14-03AF-211A-CAE85DCC70A6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3-07T21:46:55.664" v="1030" actId="1076"/>
        <pc:sldMkLst>
          <pc:docMk/>
          <pc:sldMk cId="652007098" sldId="260"/>
        </pc:sldMkLst>
        <pc:spChg chg="mod">
          <ac:chgData name="Toby Donaldson" userId="2e6e5431-bb17-4c41-9985-d39c50d83c73" providerId="ADAL" clId="{7F9681A8-EEE2-56F4-9B39-ECCBEE0471AC}" dt="2026-03-07T21:42:26.110" v="787" actId="1076"/>
          <ac:spMkLst>
            <pc:docMk/>
            <pc:sldMk cId="652007098" sldId="260"/>
            <ac:spMk id="16" creationId="{A74582A3-5281-323D-B0FC-7E9A85AF3666}"/>
          </ac:spMkLst>
        </pc:spChg>
        <pc:spChg chg="add mod">
          <ac:chgData name="Toby Donaldson" userId="2e6e5431-bb17-4c41-9985-d39c50d83c73" providerId="ADAL" clId="{7F9681A8-EEE2-56F4-9B39-ECCBEE0471AC}" dt="2026-03-07T21:46:39.013" v="1027" actId="1076"/>
          <ac:spMkLst>
            <pc:docMk/>
            <pc:sldMk cId="652007098" sldId="260"/>
            <ac:spMk id="32" creationId="{3CA69EBA-7A60-F109-1DF8-5D9D2C01FF4D}"/>
          </ac:spMkLst>
        </pc:spChg>
        <pc:spChg chg="add mod">
          <ac:chgData name="Toby Donaldson" userId="2e6e5431-bb17-4c41-9985-d39c50d83c73" providerId="ADAL" clId="{7F9681A8-EEE2-56F4-9B39-ECCBEE0471AC}" dt="2026-03-07T21:46:26.955" v="1026" actId="12788"/>
          <ac:spMkLst>
            <pc:docMk/>
            <pc:sldMk cId="652007098" sldId="260"/>
            <ac:spMk id="33" creationId="{BE11696F-3CD3-B6D4-C26E-E08DAB4C5EBA}"/>
          </ac:spMkLst>
        </pc:spChg>
        <pc:spChg chg="add mod">
          <ac:chgData name="Toby Donaldson" userId="2e6e5431-bb17-4c41-9985-d39c50d83c73" providerId="ADAL" clId="{7F9681A8-EEE2-56F4-9B39-ECCBEE0471AC}" dt="2026-03-07T21:46:55.664" v="1030" actId="1076"/>
          <ac:spMkLst>
            <pc:docMk/>
            <pc:sldMk cId="652007098" sldId="260"/>
            <ac:spMk id="34" creationId="{DBF13B61-3641-FDCB-EC3A-6D5EBD283D56}"/>
          </ac:spMkLst>
        </pc:spChg>
        <pc:picChg chg="mod">
          <ac:chgData name="Toby Donaldson" userId="2e6e5431-bb17-4c41-9985-d39c50d83c73" providerId="ADAL" clId="{7F9681A8-EEE2-56F4-9B39-ECCBEE0471AC}" dt="2026-03-07T21:42:03.519" v="780" actId="1076"/>
          <ac:picMkLst>
            <pc:docMk/>
            <pc:sldMk cId="652007098" sldId="260"/>
            <ac:picMk id="23" creationId="{DCB2981A-984A-7E17-B513-1E24B34950B6}"/>
          </ac:picMkLst>
        </pc:picChg>
        <pc:picChg chg="add mod">
          <ac:chgData name="Toby Donaldson" userId="2e6e5431-bb17-4c41-9985-d39c50d83c73" providerId="ADAL" clId="{7F9681A8-EEE2-56F4-9B39-ECCBEE0471AC}" dt="2026-03-07T21:46:26.955" v="1026" actId="12788"/>
          <ac:picMkLst>
            <pc:docMk/>
            <pc:sldMk cId="652007098" sldId="260"/>
            <ac:picMk id="29" creationId="{3AAB877C-75BE-BCB4-74C7-4C933EDD8437}"/>
          </ac:picMkLst>
        </pc:picChg>
        <pc:picChg chg="add mod">
          <ac:chgData name="Toby Donaldson" userId="2e6e5431-bb17-4c41-9985-d39c50d83c73" providerId="ADAL" clId="{7F9681A8-EEE2-56F4-9B39-ECCBEE0471AC}" dt="2026-03-07T21:46:55.664" v="1030" actId="1076"/>
          <ac:picMkLst>
            <pc:docMk/>
            <pc:sldMk cId="652007098" sldId="260"/>
            <ac:picMk id="35" creationId="{05A6613B-CAC5-56C8-D79F-1E86B7620006}"/>
          </ac:picMkLst>
        </pc:picChg>
        <pc:picChg chg="add mod">
          <ac:chgData name="Toby Donaldson" userId="2e6e5431-bb17-4c41-9985-d39c50d83c73" providerId="ADAL" clId="{7F9681A8-EEE2-56F4-9B39-ECCBEE0471AC}" dt="2026-03-07T21:46:39.013" v="1027" actId="1076"/>
          <ac:picMkLst>
            <pc:docMk/>
            <pc:sldMk cId="652007098" sldId="260"/>
            <ac:picMk id="36" creationId="{11E34D80-FD68-CA03-EFDF-3600686A8BAB}"/>
          </ac:picMkLst>
        </pc:picChg>
      </pc:sldChg>
      <pc:sldChg chg="addSp delSp modSp add mod ord">
        <pc:chgData name="Toby Donaldson" userId="2e6e5431-bb17-4c41-9985-d39c50d83c73" providerId="ADAL" clId="{7F9681A8-EEE2-56F4-9B39-ECCBEE0471AC}" dt="2026-03-07T21:44:30.094" v="944"/>
        <pc:sldMkLst>
          <pc:docMk/>
          <pc:sldMk cId="1305129540" sldId="261"/>
        </pc:sldMkLst>
      </pc:sldChg>
      <pc:sldChg chg="addSp modSp add mod">
        <pc:chgData name="Toby Donaldson" userId="2e6e5431-bb17-4c41-9985-d39c50d83c73" providerId="ADAL" clId="{7F9681A8-EEE2-56F4-9B39-ECCBEE0471AC}" dt="2026-03-07T22:33:27.670" v="2940" actId="20577"/>
        <pc:sldMkLst>
          <pc:docMk/>
          <pc:sldMk cId="2630606697" sldId="262"/>
        </pc:sldMkLst>
        <pc:spChg chg="add mod">
          <ac:chgData name="Toby Donaldson" userId="2e6e5431-bb17-4c41-9985-d39c50d83c73" providerId="ADAL" clId="{7F9681A8-EEE2-56F4-9B39-ECCBEE0471AC}" dt="2026-03-07T21:47:44.030" v="1081" actId="1076"/>
          <ac:spMkLst>
            <pc:docMk/>
            <pc:sldMk cId="2630606697" sldId="262"/>
            <ac:spMk id="2" creationId="{11E8B1C3-D2C6-BCE5-FE34-E97C6C75CDAF}"/>
          </ac:spMkLst>
        </pc:spChg>
        <pc:spChg chg="add mod">
          <ac:chgData name="Toby Donaldson" userId="2e6e5431-bb17-4c41-9985-d39c50d83c73" providerId="ADAL" clId="{7F9681A8-EEE2-56F4-9B39-ECCBEE0471AC}" dt="2026-03-07T22:33:27.670" v="2940" actId="20577"/>
          <ac:spMkLst>
            <pc:docMk/>
            <pc:sldMk cId="2630606697" sldId="262"/>
            <ac:spMk id="3" creationId="{B654872D-BB7D-A70D-1816-68C40C55411E}"/>
          </ac:spMkLst>
        </pc:spChg>
      </pc:sldChg>
      <pc:sldChg chg="delSp modSp add mod">
        <pc:chgData name="Toby Donaldson" userId="2e6e5431-bb17-4c41-9985-d39c50d83c73" providerId="ADAL" clId="{7F9681A8-EEE2-56F4-9B39-ECCBEE0471AC}" dt="2026-03-07T21:49:29.534" v="1234" actId="1076"/>
        <pc:sldMkLst>
          <pc:docMk/>
          <pc:sldMk cId="4075071390" sldId="263"/>
        </pc:sldMkLst>
        <pc:spChg chg="mod">
          <ac:chgData name="Toby Donaldson" userId="2e6e5431-bb17-4c41-9985-d39c50d83c73" providerId="ADAL" clId="{7F9681A8-EEE2-56F4-9B39-ECCBEE0471AC}" dt="2026-03-07T21:49:29.534" v="1234" actId="1076"/>
          <ac:spMkLst>
            <pc:docMk/>
            <pc:sldMk cId="4075071390" sldId="263"/>
            <ac:spMk id="34" creationId="{ED822081-AC16-C855-8DFC-07FD4F686B4E}"/>
          </ac:spMkLst>
        </pc:spChg>
        <pc:picChg chg="mod">
          <ac:chgData name="Toby Donaldson" userId="2e6e5431-bb17-4c41-9985-d39c50d83c73" providerId="ADAL" clId="{7F9681A8-EEE2-56F4-9B39-ECCBEE0471AC}" dt="2026-03-07T21:49:14.277" v="1231" actId="167"/>
          <ac:picMkLst>
            <pc:docMk/>
            <pc:sldMk cId="4075071390" sldId="263"/>
            <ac:picMk id="36" creationId="{67384103-CA9A-1E56-08AA-EB5FEB28D87F}"/>
          </ac:picMkLst>
        </pc:picChg>
      </pc:sldChg>
      <pc:sldChg chg="addSp modSp add mod">
        <pc:chgData name="Toby Donaldson" userId="2e6e5431-bb17-4c41-9985-d39c50d83c73" providerId="ADAL" clId="{7F9681A8-EEE2-56F4-9B39-ECCBEE0471AC}" dt="2026-03-07T21:50:40.738" v="1353" actId="11529"/>
        <pc:sldMkLst>
          <pc:docMk/>
          <pc:sldMk cId="4143016669" sldId="264"/>
        </pc:sldMkLst>
        <pc:spChg chg="add mod">
          <ac:chgData name="Toby Donaldson" userId="2e6e5431-bb17-4c41-9985-d39c50d83c73" providerId="ADAL" clId="{7F9681A8-EEE2-56F4-9B39-ECCBEE0471AC}" dt="2026-03-07T21:50:32.545" v="1352" actId="20577"/>
          <ac:spMkLst>
            <pc:docMk/>
            <pc:sldMk cId="4143016669" sldId="264"/>
            <ac:spMk id="4" creationId="{4C44F84B-0B58-59E8-72EB-9B70D7C7CF3E}"/>
          </ac:spMkLst>
        </pc:spChg>
        <pc:spChg chg="mod">
          <ac:chgData name="Toby Donaldson" userId="2e6e5431-bb17-4c41-9985-d39c50d83c73" providerId="ADAL" clId="{7F9681A8-EEE2-56F4-9B39-ECCBEE0471AC}" dt="2026-03-07T21:49:45.199" v="1236" actId="1076"/>
          <ac:spMkLst>
            <pc:docMk/>
            <pc:sldMk cId="4143016669" sldId="264"/>
            <ac:spMk id="16" creationId="{89AF5141-FCD1-1323-F2C7-71420C5090EE}"/>
          </ac:spMkLst>
        </pc:spChg>
        <pc:spChg chg="mod">
          <ac:chgData name="Toby Donaldson" userId="2e6e5431-bb17-4c41-9985-d39c50d83c73" providerId="ADAL" clId="{7F9681A8-EEE2-56F4-9B39-ECCBEE0471AC}" dt="2026-03-07T21:50:15.181" v="1285" actId="14100"/>
          <ac:spMkLst>
            <pc:docMk/>
            <pc:sldMk cId="4143016669" sldId="264"/>
            <ac:spMk id="34" creationId="{7BAE656B-5E7F-2C18-199E-007A088FF0E6}"/>
          </ac:spMkLst>
        </pc:spChg>
        <pc:picChg chg="mod">
          <ac:chgData name="Toby Donaldson" userId="2e6e5431-bb17-4c41-9985-d39c50d83c73" providerId="ADAL" clId="{7F9681A8-EEE2-56F4-9B39-ECCBEE0471AC}" dt="2026-03-07T21:49:45.199" v="1236" actId="1076"/>
          <ac:picMkLst>
            <pc:docMk/>
            <pc:sldMk cId="4143016669" sldId="264"/>
            <ac:picMk id="36" creationId="{A64139BF-20FA-1740-18D0-16F7DF3A5E7C}"/>
          </ac:picMkLst>
        </pc:picChg>
        <pc:cxnChg chg="add">
          <ac:chgData name="Toby Donaldson" userId="2e6e5431-bb17-4c41-9985-d39c50d83c73" providerId="ADAL" clId="{7F9681A8-EEE2-56F4-9B39-ECCBEE0471AC}" dt="2026-03-07T21:50:40.738" v="1353" actId="11529"/>
          <ac:cxnSpMkLst>
            <pc:docMk/>
            <pc:sldMk cId="4143016669" sldId="264"/>
            <ac:cxnSpMk id="12" creationId="{3EE0AE07-08FB-C7F2-BF06-DDDCF19BCC36}"/>
          </ac:cxnSpMkLst>
        </pc:cxnChg>
      </pc:sldChg>
      <pc:sldChg chg="delSp modSp add mod">
        <pc:chgData name="Toby Donaldson" userId="2e6e5431-bb17-4c41-9985-d39c50d83c73" providerId="ADAL" clId="{7F9681A8-EEE2-56F4-9B39-ECCBEE0471AC}" dt="2026-03-07T21:51:26.804" v="1434" actId="20577"/>
        <pc:sldMkLst>
          <pc:docMk/>
          <pc:sldMk cId="1696021961" sldId="265"/>
        </pc:sldMkLst>
        <pc:spChg chg="mod">
          <ac:chgData name="Toby Donaldson" userId="2e6e5431-bb17-4c41-9985-d39c50d83c73" providerId="ADAL" clId="{7F9681A8-EEE2-56F4-9B39-ECCBEE0471AC}" dt="2026-03-07T21:50:55.097" v="1355" actId="1076"/>
          <ac:spMkLst>
            <pc:docMk/>
            <pc:sldMk cId="1696021961" sldId="265"/>
            <ac:spMk id="16" creationId="{2D21B358-EB61-C8FD-0CFC-22AA0EFC607D}"/>
          </ac:spMkLst>
        </pc:spChg>
        <pc:spChg chg="mod">
          <ac:chgData name="Toby Donaldson" userId="2e6e5431-bb17-4c41-9985-d39c50d83c73" providerId="ADAL" clId="{7F9681A8-EEE2-56F4-9B39-ECCBEE0471AC}" dt="2026-03-07T21:51:26.804" v="1434" actId="20577"/>
          <ac:spMkLst>
            <pc:docMk/>
            <pc:sldMk cId="1696021961" sldId="265"/>
            <ac:spMk id="34" creationId="{1AAADD21-CAA7-FF3E-6B86-6F9FC1E996FA}"/>
          </ac:spMkLst>
        </pc:spChg>
        <pc:picChg chg="mod">
          <ac:chgData name="Toby Donaldson" userId="2e6e5431-bb17-4c41-9985-d39c50d83c73" providerId="ADAL" clId="{7F9681A8-EEE2-56F4-9B39-ECCBEE0471AC}" dt="2026-03-07T21:50:55.097" v="1355" actId="1076"/>
          <ac:picMkLst>
            <pc:docMk/>
            <pc:sldMk cId="1696021961" sldId="265"/>
            <ac:picMk id="36" creationId="{C1742237-3B31-F986-3F1C-3F1895BD4C38}"/>
          </ac:picMkLst>
        </pc:picChg>
      </pc:sldChg>
      <pc:sldChg chg="addSp modSp add mod">
        <pc:chgData name="Toby Donaldson" userId="2e6e5431-bb17-4c41-9985-d39c50d83c73" providerId="ADAL" clId="{7F9681A8-EEE2-56F4-9B39-ECCBEE0471AC}" dt="2026-03-07T22:34:41.069" v="2956"/>
        <pc:sldMkLst>
          <pc:docMk/>
          <pc:sldMk cId="836193413" sldId="266"/>
        </pc:sldMkLst>
        <pc:spChg chg="mod">
          <ac:chgData name="Toby Donaldson" userId="2e6e5431-bb17-4c41-9985-d39c50d83c73" providerId="ADAL" clId="{7F9681A8-EEE2-56F4-9B39-ECCBEE0471AC}" dt="2026-03-07T22:34:29.349" v="2954" actId="20577"/>
          <ac:spMkLst>
            <pc:docMk/>
            <pc:sldMk cId="836193413" sldId="266"/>
            <ac:spMk id="34" creationId="{F0A0A32C-1D1A-80B3-5187-DFB736E97BBC}"/>
          </ac:spMkLst>
        </pc:spChg>
        <pc:picChg chg="mod">
          <ac:chgData name="Toby Donaldson" userId="2e6e5431-bb17-4c41-9985-d39c50d83c73" providerId="ADAL" clId="{7F9681A8-EEE2-56F4-9B39-ECCBEE0471AC}" dt="2026-03-07T21:51:48.399" v="1438" actId="688"/>
          <ac:picMkLst>
            <pc:docMk/>
            <pc:sldMk cId="836193413" sldId="266"/>
            <ac:picMk id="36" creationId="{49FAB0BA-CF83-82E4-7509-886F74137F38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3-07T22:34:50.384" v="2957"/>
        <pc:sldMkLst>
          <pc:docMk/>
          <pc:sldMk cId="3172595186" sldId="267"/>
        </pc:sldMkLst>
        <pc:spChg chg="add mod">
          <ac:chgData name="Toby Donaldson" userId="2e6e5431-bb17-4c41-9985-d39c50d83c73" providerId="ADAL" clId="{7F9681A8-EEE2-56F4-9B39-ECCBEE0471AC}" dt="2026-03-07T21:53:44.516" v="1819" actId="113"/>
          <ac:spMkLst>
            <pc:docMk/>
            <pc:sldMk cId="3172595186" sldId="267"/>
            <ac:spMk id="3" creationId="{C8281D9A-87E6-194F-B14F-001A5696620E}"/>
          </ac:spMkLst>
        </pc:spChg>
        <pc:spChg chg="add mod">
          <ac:chgData name="Toby Donaldson" userId="2e6e5431-bb17-4c41-9985-d39c50d83c73" providerId="ADAL" clId="{7F9681A8-EEE2-56F4-9B39-ECCBEE0471AC}" dt="2026-03-07T22:34:50.384" v="2957"/>
          <ac:spMkLst>
            <pc:docMk/>
            <pc:sldMk cId="3172595186" sldId="267"/>
            <ac:spMk id="4" creationId="{AA48D748-CF97-7CE4-FC43-81702AA7A56B}"/>
          </ac:spMkLst>
        </pc:spChg>
      </pc:sldChg>
      <pc:sldChg chg="addSp modSp new mod">
        <pc:chgData name="Toby Donaldson" userId="2e6e5431-bb17-4c41-9985-d39c50d83c73" providerId="ADAL" clId="{7F9681A8-EEE2-56F4-9B39-ECCBEE0471AC}" dt="2026-03-07T22:35:06.660" v="2962" actId="20577"/>
        <pc:sldMkLst>
          <pc:docMk/>
          <pc:sldMk cId="891279763" sldId="268"/>
        </pc:sldMkLst>
        <pc:spChg chg="mod">
          <ac:chgData name="Toby Donaldson" userId="2e6e5431-bb17-4c41-9985-d39c50d83c73" providerId="ADAL" clId="{7F9681A8-EEE2-56F4-9B39-ECCBEE0471AC}" dt="2026-03-07T21:54:00.349" v="1847" actId="20577"/>
          <ac:spMkLst>
            <pc:docMk/>
            <pc:sldMk cId="891279763" sldId="268"/>
            <ac:spMk id="2" creationId="{9987E4A8-E9EF-9B1D-EC99-FD5411395F3D}"/>
          </ac:spMkLst>
        </pc:spChg>
        <pc:spChg chg="mod">
          <ac:chgData name="Toby Donaldson" userId="2e6e5431-bb17-4c41-9985-d39c50d83c73" providerId="ADAL" clId="{7F9681A8-EEE2-56F4-9B39-ECCBEE0471AC}" dt="2026-03-07T22:35:06.660" v="2962" actId="20577"/>
          <ac:spMkLst>
            <pc:docMk/>
            <pc:sldMk cId="891279763" sldId="268"/>
            <ac:spMk id="3" creationId="{A18F71CE-91ED-B89D-34A7-D914E87BAEBC}"/>
          </ac:spMkLst>
        </pc:spChg>
        <pc:spChg chg="add mod">
          <ac:chgData name="Toby Donaldson" userId="2e6e5431-bb17-4c41-9985-d39c50d83c73" providerId="ADAL" clId="{7F9681A8-EEE2-56F4-9B39-ECCBEE0471AC}" dt="2026-03-07T21:57:52.151" v="2146" actId="1076"/>
          <ac:spMkLst>
            <pc:docMk/>
            <pc:sldMk cId="891279763" sldId="268"/>
            <ac:spMk id="4" creationId="{98B1F7A6-CF5A-7584-47AF-572F5C8B2624}"/>
          </ac:spMkLst>
        </pc:spChg>
      </pc:sldChg>
      <pc:sldChg chg="modSp new mod">
        <pc:chgData name="Toby Donaldson" userId="2e6e5431-bb17-4c41-9985-d39c50d83c73" providerId="ADAL" clId="{7F9681A8-EEE2-56F4-9B39-ECCBEE0471AC}" dt="2026-03-07T22:24:04.796" v="2184" actId="20577"/>
        <pc:sldMkLst>
          <pc:docMk/>
          <pc:sldMk cId="3264606595" sldId="269"/>
        </pc:sldMkLst>
        <pc:spChg chg="mod">
          <ac:chgData name="Toby Donaldson" userId="2e6e5431-bb17-4c41-9985-d39c50d83c73" providerId="ADAL" clId="{7F9681A8-EEE2-56F4-9B39-ECCBEE0471AC}" dt="2026-03-07T22:24:01.691" v="2176" actId="20577"/>
          <ac:spMkLst>
            <pc:docMk/>
            <pc:sldMk cId="3264606595" sldId="269"/>
            <ac:spMk id="2" creationId="{CDDEC875-17A5-A6B8-9D7A-B86320FEC586}"/>
          </ac:spMkLst>
        </pc:spChg>
        <pc:spChg chg="mod">
          <ac:chgData name="Toby Donaldson" userId="2e6e5431-bb17-4c41-9985-d39c50d83c73" providerId="ADAL" clId="{7F9681A8-EEE2-56F4-9B39-ECCBEE0471AC}" dt="2026-03-07T22:24:04.796" v="2184" actId="20577"/>
          <ac:spMkLst>
            <pc:docMk/>
            <pc:sldMk cId="3264606595" sldId="269"/>
            <ac:spMk id="3" creationId="{13F48A3F-69EB-AD0B-E532-A3E53F6DD8B2}"/>
          </ac:spMkLst>
        </pc:spChg>
      </pc:sldChg>
      <pc:sldChg chg="modSp new mod">
        <pc:chgData name="Toby Donaldson" userId="2e6e5431-bb17-4c41-9985-d39c50d83c73" providerId="ADAL" clId="{7F9681A8-EEE2-56F4-9B39-ECCBEE0471AC}" dt="2026-03-07T22:25:18.675" v="2467" actId="20577"/>
        <pc:sldMkLst>
          <pc:docMk/>
          <pc:sldMk cId="273613921" sldId="270"/>
        </pc:sldMkLst>
        <pc:spChg chg="mod">
          <ac:chgData name="Toby Donaldson" userId="2e6e5431-bb17-4c41-9985-d39c50d83c73" providerId="ADAL" clId="{7F9681A8-EEE2-56F4-9B39-ECCBEE0471AC}" dt="2026-03-07T22:24:16.849" v="2198" actId="20577"/>
          <ac:spMkLst>
            <pc:docMk/>
            <pc:sldMk cId="273613921" sldId="270"/>
            <ac:spMk id="2" creationId="{F5D33601-9EFA-9578-02A5-FB405709AA44}"/>
          </ac:spMkLst>
        </pc:spChg>
        <pc:spChg chg="mod">
          <ac:chgData name="Toby Donaldson" userId="2e6e5431-bb17-4c41-9985-d39c50d83c73" providerId="ADAL" clId="{7F9681A8-EEE2-56F4-9B39-ECCBEE0471AC}" dt="2026-03-07T22:25:18.675" v="2467" actId="20577"/>
          <ac:spMkLst>
            <pc:docMk/>
            <pc:sldMk cId="273613921" sldId="270"/>
            <ac:spMk id="3" creationId="{08FD90A4-367B-96E1-ADDD-7C4721FD55A1}"/>
          </ac:spMkLst>
        </pc:spChg>
      </pc:sldChg>
      <pc:sldChg chg="delSp modSp add mod">
        <pc:chgData name="Toby Donaldson" userId="2e6e5431-bb17-4c41-9985-d39c50d83c73" providerId="ADAL" clId="{7F9681A8-EEE2-56F4-9B39-ECCBEE0471AC}" dt="2026-03-07T22:31:00.791" v="2826" actId="20577"/>
        <pc:sldMkLst>
          <pc:docMk/>
          <pc:sldMk cId="1615896342" sldId="271"/>
        </pc:sldMkLst>
        <pc:spChg chg="mod">
          <ac:chgData name="Toby Donaldson" userId="2e6e5431-bb17-4c41-9985-d39c50d83c73" providerId="ADAL" clId="{7F9681A8-EEE2-56F4-9B39-ECCBEE0471AC}" dt="2026-03-07T22:31:00.791" v="2826" actId="20577"/>
          <ac:spMkLst>
            <pc:docMk/>
            <pc:sldMk cId="1615896342" sldId="271"/>
            <ac:spMk id="25" creationId="{0B8E5060-FFBA-D50B-4E43-006B2BF339FB}"/>
          </ac:spMkLst>
        </pc:spChg>
      </pc:sldChg>
      <pc:sldChg chg="addSp modSp add mod ord">
        <pc:chgData name="Toby Donaldson" userId="2e6e5431-bb17-4c41-9985-d39c50d83c73" providerId="ADAL" clId="{7F9681A8-EEE2-56F4-9B39-ECCBEE0471AC}" dt="2026-03-07T22:30:35.534" v="2822" actId="20577"/>
        <pc:sldMkLst>
          <pc:docMk/>
          <pc:sldMk cId="1830218500" sldId="272"/>
        </pc:sldMkLst>
        <pc:spChg chg="mod">
          <ac:chgData name="Toby Donaldson" userId="2e6e5431-bb17-4c41-9985-d39c50d83c73" providerId="ADAL" clId="{7F9681A8-EEE2-56F4-9B39-ECCBEE0471AC}" dt="2026-03-07T22:29:23.099" v="2693"/>
          <ac:spMkLst>
            <pc:docMk/>
            <pc:sldMk cId="1830218500" sldId="272"/>
            <ac:spMk id="4" creationId="{BFB33561-675E-013A-52AD-2406CD76FADB}"/>
          </ac:spMkLst>
        </pc:spChg>
        <pc:spChg chg="mod">
          <ac:chgData name="Toby Donaldson" userId="2e6e5431-bb17-4c41-9985-d39c50d83c73" providerId="ADAL" clId="{7F9681A8-EEE2-56F4-9B39-ECCBEE0471AC}" dt="2026-03-07T22:30:35.534" v="2822" actId="20577"/>
          <ac:spMkLst>
            <pc:docMk/>
            <pc:sldMk cId="1830218500" sldId="272"/>
            <ac:spMk id="24" creationId="{734B0C9F-FCBB-E6F6-7170-4B736158C5E3}"/>
          </ac:spMkLst>
        </pc:spChg>
        <pc:grpChg chg="add mod">
          <ac:chgData name="Toby Donaldson" userId="2e6e5431-bb17-4c41-9985-d39c50d83c73" providerId="ADAL" clId="{7F9681A8-EEE2-56F4-9B39-ECCBEE0471AC}" dt="2026-03-07T22:29:23.099" v="2693"/>
          <ac:grpSpMkLst>
            <pc:docMk/>
            <pc:sldMk cId="1830218500" sldId="272"/>
            <ac:grpSpMk id="2" creationId="{EF6EBC42-2D02-B3CE-D919-1E8586A99F43}"/>
          </ac:grpSpMkLst>
        </pc:grpChg>
        <pc:picChg chg="mod">
          <ac:chgData name="Toby Donaldson" userId="2e6e5431-bb17-4c41-9985-d39c50d83c73" providerId="ADAL" clId="{7F9681A8-EEE2-56F4-9B39-ECCBEE0471AC}" dt="2026-03-07T22:29:23.099" v="2693"/>
          <ac:picMkLst>
            <pc:docMk/>
            <pc:sldMk cId="1830218500" sldId="272"/>
            <ac:picMk id="3" creationId="{2B1C126A-B3A1-2DB3-3E24-145FE58B349F}"/>
          </ac:picMkLst>
        </pc:picChg>
      </pc:sldChg>
      <pc:sldChg chg="addSp modSp add mod">
        <pc:chgData name="Toby Donaldson" userId="2e6e5431-bb17-4c41-9985-d39c50d83c73" providerId="ADAL" clId="{7F9681A8-EEE2-56F4-9B39-ECCBEE0471AC}" dt="2026-03-07T22:29:12.383" v="2692" actId="1076"/>
        <pc:sldMkLst>
          <pc:docMk/>
          <pc:sldMk cId="1715065106" sldId="273"/>
        </pc:sldMkLst>
        <pc:spChg chg="mod">
          <ac:chgData name="Toby Donaldson" userId="2e6e5431-bb17-4c41-9985-d39c50d83c73" providerId="ADAL" clId="{7F9681A8-EEE2-56F4-9B39-ECCBEE0471AC}" dt="2026-03-07T22:29:12.383" v="2692" actId="1076"/>
          <ac:spMkLst>
            <pc:docMk/>
            <pc:sldMk cId="1715065106" sldId="273"/>
            <ac:spMk id="26" creationId="{58E99670-38A7-B1F0-20E6-BDC42C3A5B47}"/>
          </ac:spMkLst>
        </pc:spChg>
        <pc:spChg chg="mod">
          <ac:chgData name="Toby Donaldson" userId="2e6e5431-bb17-4c41-9985-d39c50d83c73" providerId="ADAL" clId="{7F9681A8-EEE2-56F4-9B39-ECCBEE0471AC}" dt="2026-03-07T22:28:56.216" v="2690" actId="1076"/>
          <ac:spMkLst>
            <pc:docMk/>
            <pc:sldMk cId="1715065106" sldId="273"/>
            <ac:spMk id="30" creationId="{26319691-6424-0DEA-5643-6A8FF93373DC}"/>
          </ac:spMkLst>
        </pc:spChg>
        <pc:cxnChg chg="add">
          <ac:chgData name="Toby Donaldson" userId="2e6e5431-bb17-4c41-9985-d39c50d83c73" providerId="ADAL" clId="{7F9681A8-EEE2-56F4-9B39-ECCBEE0471AC}" dt="2026-03-07T22:29:03.442" v="2691" actId="11529"/>
          <ac:cxnSpMkLst>
            <pc:docMk/>
            <pc:sldMk cId="1715065106" sldId="273"/>
            <ac:cxnSpMk id="3" creationId="{5E735F8D-16A9-6274-73A4-5EA8ECE8FD1C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3-07T22:33:00.637" v="2911" actId="20578"/>
        <pc:sldMkLst>
          <pc:docMk/>
          <pc:sldMk cId="1273014248" sldId="274"/>
        </pc:sldMkLst>
        <pc:spChg chg="mod">
          <ac:chgData name="Toby Donaldson" userId="2e6e5431-bb17-4c41-9985-d39c50d83c73" providerId="ADAL" clId="{7F9681A8-EEE2-56F4-9B39-ECCBEE0471AC}" dt="2026-03-07T22:32:45.399" v="2910" actId="113"/>
          <ac:spMkLst>
            <pc:docMk/>
            <pc:sldMk cId="1273014248" sldId="274"/>
            <ac:spMk id="34" creationId="{815A2D48-62F5-691D-A67A-C46D56E93CE0}"/>
          </ac:spMkLst>
        </pc:spChg>
      </pc:sldChg>
      <pc:sldChg chg="modSp new mod">
        <pc:chgData name="Toby Donaldson" userId="2e6e5431-bb17-4c41-9985-d39c50d83c73" providerId="ADAL" clId="{7F9681A8-EEE2-56F4-9B39-ECCBEE0471AC}" dt="2026-03-07T22:36:41.830" v="3093" actId="20577"/>
        <pc:sldMkLst>
          <pc:docMk/>
          <pc:sldMk cId="2038109472" sldId="275"/>
        </pc:sldMkLst>
        <pc:spChg chg="mod">
          <ac:chgData name="Toby Donaldson" userId="2e6e5431-bb17-4c41-9985-d39c50d83c73" providerId="ADAL" clId="{7F9681A8-EEE2-56F4-9B39-ECCBEE0471AC}" dt="2026-03-07T22:36:19.395" v="2995" actId="20577"/>
          <ac:spMkLst>
            <pc:docMk/>
            <pc:sldMk cId="2038109472" sldId="275"/>
            <ac:spMk id="2" creationId="{3B0BAFB3-0A59-2EE5-A679-840531A53D31}"/>
          </ac:spMkLst>
        </pc:spChg>
        <pc:spChg chg="mod">
          <ac:chgData name="Toby Donaldson" userId="2e6e5431-bb17-4c41-9985-d39c50d83c73" providerId="ADAL" clId="{7F9681A8-EEE2-56F4-9B39-ECCBEE0471AC}" dt="2026-03-07T22:36:41.830" v="3093" actId="20577"/>
          <ac:spMkLst>
            <pc:docMk/>
            <pc:sldMk cId="2038109472" sldId="275"/>
            <ac:spMk id="3" creationId="{0F5233D3-E092-2A90-AA40-414E89DC3A9B}"/>
          </ac:spMkLst>
        </pc:spChg>
      </pc:sldChg>
      <pc:sldChg chg="addSp modSp new mod">
        <pc:chgData name="Toby Donaldson" userId="2e6e5431-bb17-4c41-9985-d39c50d83c73" providerId="ADAL" clId="{7F9681A8-EEE2-56F4-9B39-ECCBEE0471AC}" dt="2026-03-07T22:40:48.408" v="3376" actId="14100"/>
        <pc:sldMkLst>
          <pc:docMk/>
          <pc:sldMk cId="3123680435" sldId="276"/>
        </pc:sldMkLst>
        <pc:spChg chg="mod">
          <ac:chgData name="Toby Donaldson" userId="2e6e5431-bb17-4c41-9985-d39c50d83c73" providerId="ADAL" clId="{7F9681A8-EEE2-56F4-9B39-ECCBEE0471AC}" dt="2026-03-07T22:37:17.954" v="3118" actId="20577"/>
          <ac:spMkLst>
            <pc:docMk/>
            <pc:sldMk cId="3123680435" sldId="276"/>
            <ac:spMk id="2" creationId="{5E3898C1-029C-1FC5-DFA3-1A693A433613}"/>
          </ac:spMkLst>
        </pc:spChg>
        <pc:spChg chg="mod">
          <ac:chgData name="Toby Donaldson" userId="2e6e5431-bb17-4c41-9985-d39c50d83c73" providerId="ADAL" clId="{7F9681A8-EEE2-56F4-9B39-ECCBEE0471AC}" dt="2026-03-07T22:38:09.011" v="3159" actId="255"/>
          <ac:spMkLst>
            <pc:docMk/>
            <pc:sldMk cId="3123680435" sldId="276"/>
            <ac:spMk id="3" creationId="{11A2F291-5131-4363-30F5-D8012464A821}"/>
          </ac:spMkLst>
        </pc:spChg>
        <pc:spChg chg="add mod">
          <ac:chgData name="Toby Donaldson" userId="2e6e5431-bb17-4c41-9985-d39c50d83c73" providerId="ADAL" clId="{7F9681A8-EEE2-56F4-9B39-ECCBEE0471AC}" dt="2026-03-07T22:39:01.771" v="3196" actId="1076"/>
          <ac:spMkLst>
            <pc:docMk/>
            <pc:sldMk cId="3123680435" sldId="276"/>
            <ac:spMk id="4" creationId="{DAD1FB00-BDA2-41F1-3122-EA010CE3D828}"/>
          </ac:spMkLst>
        </pc:spChg>
        <pc:spChg chg="add mod">
          <ac:chgData name="Toby Donaldson" userId="2e6e5431-bb17-4c41-9985-d39c50d83c73" providerId="ADAL" clId="{7F9681A8-EEE2-56F4-9B39-ECCBEE0471AC}" dt="2026-03-07T22:40:48.408" v="3376" actId="14100"/>
          <ac:spMkLst>
            <pc:docMk/>
            <pc:sldMk cId="3123680435" sldId="276"/>
            <ac:spMk id="16" creationId="{108DABD3-DFDD-0C74-6AAD-4192005CE3D0}"/>
          </ac:spMkLst>
        </pc:spChg>
        <pc:cxnChg chg="add">
          <ac:chgData name="Toby Donaldson" userId="2e6e5431-bb17-4c41-9985-d39c50d83c73" providerId="ADAL" clId="{7F9681A8-EEE2-56F4-9B39-ECCBEE0471AC}" dt="2026-03-07T22:39:07.292" v="3197" actId="11529"/>
          <ac:cxnSpMkLst>
            <pc:docMk/>
            <pc:sldMk cId="3123680435" sldId="276"/>
            <ac:cxnSpMk id="6" creationId="{9B8A23C6-85B6-86BE-30A7-111C1C7BED8F}"/>
          </ac:cxnSpMkLst>
        </pc:cxnChg>
        <pc:cxnChg chg="add mod">
          <ac:chgData name="Toby Donaldson" userId="2e6e5431-bb17-4c41-9985-d39c50d83c73" providerId="ADAL" clId="{7F9681A8-EEE2-56F4-9B39-ECCBEE0471AC}" dt="2026-03-07T22:39:13.925" v="3200" actId="14100"/>
          <ac:cxnSpMkLst>
            <pc:docMk/>
            <pc:sldMk cId="3123680435" sldId="276"/>
            <ac:cxnSpMk id="7" creationId="{512C548C-0F1A-1BFF-FC53-B81E7251D104}"/>
          </ac:cxnSpMkLst>
        </pc:cxnChg>
        <pc:cxnChg chg="add mod">
          <ac:chgData name="Toby Donaldson" userId="2e6e5431-bb17-4c41-9985-d39c50d83c73" providerId="ADAL" clId="{7F9681A8-EEE2-56F4-9B39-ECCBEE0471AC}" dt="2026-03-07T22:39:20.843" v="3203" actId="14100"/>
          <ac:cxnSpMkLst>
            <pc:docMk/>
            <pc:sldMk cId="3123680435" sldId="276"/>
            <ac:cxnSpMk id="10" creationId="{B3670C48-4DB4-2B8C-013C-E4D8A42919C7}"/>
          </ac:cxnSpMkLst>
        </pc:cxnChg>
        <pc:cxnChg chg="add mod">
          <ac:chgData name="Toby Donaldson" userId="2e6e5431-bb17-4c41-9985-d39c50d83c73" providerId="ADAL" clId="{7F9681A8-EEE2-56F4-9B39-ECCBEE0471AC}" dt="2026-03-07T22:39:28.172" v="3206" actId="14100"/>
          <ac:cxnSpMkLst>
            <pc:docMk/>
            <pc:sldMk cId="3123680435" sldId="276"/>
            <ac:cxnSpMk id="13" creationId="{A35196D1-B2E1-0653-8895-7F85A64C6D13}"/>
          </ac:cxnSpMkLst>
        </pc:cxnChg>
      </pc:sldChg>
      <pc:sldChg chg="addSp modSp add mod">
        <pc:chgData name="Toby Donaldson" userId="2e6e5431-bb17-4c41-9985-d39c50d83c73" providerId="ADAL" clId="{7F9681A8-EEE2-56F4-9B39-ECCBEE0471AC}" dt="2026-03-07T22:44:30.271" v="3498" actId="1076"/>
        <pc:sldMkLst>
          <pc:docMk/>
          <pc:sldMk cId="3430528783" sldId="277"/>
        </pc:sldMkLst>
        <pc:spChg chg="add mod">
          <ac:chgData name="Toby Donaldson" userId="2e6e5431-bb17-4c41-9985-d39c50d83c73" providerId="ADAL" clId="{7F9681A8-EEE2-56F4-9B39-ECCBEE0471AC}" dt="2026-03-07T22:44:30.271" v="3498" actId="1076"/>
          <ac:spMkLst>
            <pc:docMk/>
            <pc:sldMk cId="3430528783" sldId="277"/>
            <ac:spMk id="5" creationId="{A2FBCBA2-71A2-E81B-30DE-BB91D188E993}"/>
          </ac:spMkLst>
        </pc:spChg>
        <pc:spChg chg="add mod">
          <ac:chgData name="Toby Donaldson" userId="2e6e5431-bb17-4c41-9985-d39c50d83c73" providerId="ADAL" clId="{7F9681A8-EEE2-56F4-9B39-ECCBEE0471AC}" dt="2026-03-07T22:44:19.021" v="3495" actId="1076"/>
          <ac:spMkLst>
            <pc:docMk/>
            <pc:sldMk cId="3430528783" sldId="277"/>
            <ac:spMk id="8" creationId="{9EFF4917-900E-0984-C804-134358A4C395}"/>
          </ac:spMkLst>
        </pc:spChg>
        <pc:spChg chg="add mod">
          <ac:chgData name="Toby Donaldson" userId="2e6e5431-bb17-4c41-9985-d39c50d83c73" providerId="ADAL" clId="{7F9681A8-EEE2-56F4-9B39-ECCBEE0471AC}" dt="2026-03-07T22:44:25.455" v="3497" actId="1076"/>
          <ac:spMkLst>
            <pc:docMk/>
            <pc:sldMk cId="3430528783" sldId="277"/>
            <ac:spMk id="9" creationId="{823229A2-BE6F-1C9C-F0EB-FF923DE64569}"/>
          </ac:spMkLst>
        </pc:spChg>
      </pc:sldChg>
      <pc:sldChg chg="addSp modSp add mod">
        <pc:chgData name="Toby Donaldson" userId="2e6e5431-bb17-4c41-9985-d39c50d83c73" providerId="ADAL" clId="{7F9681A8-EEE2-56F4-9B39-ECCBEE0471AC}" dt="2026-03-07T22:46:42.941" v="3645" actId="14100"/>
        <pc:sldMkLst>
          <pc:docMk/>
          <pc:sldMk cId="892074916" sldId="278"/>
        </pc:sldMkLst>
        <pc:spChg chg="add mod">
          <ac:chgData name="Toby Donaldson" userId="2e6e5431-bb17-4c41-9985-d39c50d83c73" providerId="ADAL" clId="{7F9681A8-EEE2-56F4-9B39-ECCBEE0471AC}" dt="2026-03-07T22:46:42.941" v="3645" actId="14100"/>
          <ac:spMkLst>
            <pc:docMk/>
            <pc:sldMk cId="892074916" sldId="278"/>
            <ac:spMk id="11" creationId="{39F13717-1070-BB59-CEC5-4287D85B844A}"/>
          </ac:spMkLst>
        </pc:spChg>
      </pc:sldChg>
      <pc:sldChg chg="addSp modSp new mod">
        <pc:chgData name="Toby Donaldson" userId="2e6e5431-bb17-4c41-9985-d39c50d83c73" providerId="ADAL" clId="{7F9681A8-EEE2-56F4-9B39-ECCBEE0471AC}" dt="2026-03-07T22:52:36.262" v="4327" actId="20577"/>
        <pc:sldMkLst>
          <pc:docMk/>
          <pc:sldMk cId="1860546132" sldId="279"/>
        </pc:sldMkLst>
        <pc:spChg chg="mod">
          <ac:chgData name="Toby Donaldson" userId="2e6e5431-bb17-4c41-9985-d39c50d83c73" providerId="ADAL" clId="{7F9681A8-EEE2-56F4-9B39-ECCBEE0471AC}" dt="2026-03-07T22:47:23.676" v="3672" actId="20577"/>
          <ac:spMkLst>
            <pc:docMk/>
            <pc:sldMk cId="1860546132" sldId="279"/>
            <ac:spMk id="2" creationId="{5D075C93-EB6F-5B5F-8281-2C3FC3565C07}"/>
          </ac:spMkLst>
        </pc:spChg>
        <pc:spChg chg="mod">
          <ac:chgData name="Toby Donaldson" userId="2e6e5431-bb17-4c41-9985-d39c50d83c73" providerId="ADAL" clId="{7F9681A8-EEE2-56F4-9B39-ECCBEE0471AC}" dt="2026-03-07T22:50:05.498" v="3864" actId="13926"/>
          <ac:spMkLst>
            <pc:docMk/>
            <pc:sldMk cId="1860546132" sldId="279"/>
            <ac:spMk id="3" creationId="{B8DED732-9392-3E8B-E4A3-2A6E87AD040E}"/>
          </ac:spMkLst>
        </pc:spChg>
        <pc:spChg chg="add mod">
          <ac:chgData name="Toby Donaldson" userId="2e6e5431-bb17-4c41-9985-d39c50d83c73" providerId="ADAL" clId="{7F9681A8-EEE2-56F4-9B39-ECCBEE0471AC}" dt="2026-03-07T22:51:31.826" v="4193" actId="14100"/>
          <ac:spMkLst>
            <pc:docMk/>
            <pc:sldMk cId="1860546132" sldId="279"/>
            <ac:spMk id="4" creationId="{31061E46-4BDE-0626-E58B-402C5BBC7343}"/>
          </ac:spMkLst>
        </pc:spChg>
        <pc:spChg chg="add mod">
          <ac:chgData name="Toby Donaldson" userId="2e6e5431-bb17-4c41-9985-d39c50d83c73" providerId="ADAL" clId="{7F9681A8-EEE2-56F4-9B39-ECCBEE0471AC}" dt="2026-03-07T22:52:36.262" v="4327" actId="20577"/>
          <ac:spMkLst>
            <pc:docMk/>
            <pc:sldMk cId="1860546132" sldId="279"/>
            <ac:spMk id="5" creationId="{3D06E88E-0DC6-E55C-9D60-B21C1F03B7A6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3-07T22:55:00.793" v="4461" actId="1076"/>
        <pc:sldMkLst>
          <pc:docMk/>
          <pc:sldMk cId="1813848651" sldId="280"/>
        </pc:sldMkLst>
        <pc:spChg chg="mod">
          <ac:chgData name="Toby Donaldson" userId="2e6e5431-bb17-4c41-9985-d39c50d83c73" providerId="ADAL" clId="{7F9681A8-EEE2-56F4-9B39-ECCBEE0471AC}" dt="2026-03-07T22:53:19.781" v="4331" actId="20577"/>
          <ac:spMkLst>
            <pc:docMk/>
            <pc:sldMk cId="1813848651" sldId="280"/>
            <ac:spMk id="3" creationId="{1B0851D3-752B-D84A-6D01-347F258858DC}"/>
          </ac:spMkLst>
        </pc:spChg>
        <pc:spChg chg="add mod">
          <ac:chgData name="Toby Donaldson" userId="2e6e5431-bb17-4c41-9985-d39c50d83c73" providerId="ADAL" clId="{7F9681A8-EEE2-56F4-9B39-ECCBEE0471AC}" dt="2026-03-07T22:55:00.793" v="4461" actId="1076"/>
          <ac:spMkLst>
            <pc:docMk/>
            <pc:sldMk cId="1813848651" sldId="280"/>
            <ac:spMk id="6" creationId="{1589F970-E953-1670-CB63-89053B237BC7}"/>
          </ac:spMkLst>
        </pc:spChg>
        <pc:spChg chg="add mod">
          <ac:chgData name="Toby Donaldson" userId="2e6e5431-bb17-4c41-9985-d39c50d83c73" providerId="ADAL" clId="{7F9681A8-EEE2-56F4-9B39-ECCBEE0471AC}" dt="2026-03-07T22:54:36.309" v="4453" actId="14100"/>
          <ac:spMkLst>
            <pc:docMk/>
            <pc:sldMk cId="1813848651" sldId="280"/>
            <ac:spMk id="7" creationId="{9B117658-8365-C900-EBF9-4678E5590161}"/>
          </ac:spMkLst>
        </pc:spChg>
      </pc:sldChg>
      <pc:sldChg chg="addSp delSp modSp add mod modTransition">
        <pc:chgData name="Toby Donaldson" userId="2e6e5431-bb17-4c41-9985-d39c50d83c73" providerId="ADAL" clId="{7F9681A8-EEE2-56F4-9B39-ECCBEE0471AC}" dt="2026-03-07T23:07:55.981" v="5046" actId="1076"/>
        <pc:sldMkLst>
          <pc:docMk/>
          <pc:sldMk cId="463000142" sldId="281"/>
        </pc:sldMkLst>
        <pc:spChg chg="mod">
          <ac:chgData name="Toby Donaldson" userId="2e6e5431-bb17-4c41-9985-d39c50d83c73" providerId="ADAL" clId="{7F9681A8-EEE2-56F4-9B39-ECCBEE0471AC}" dt="2026-03-07T23:07:02.265" v="4944" actId="20577"/>
          <ac:spMkLst>
            <pc:docMk/>
            <pc:sldMk cId="463000142" sldId="281"/>
            <ac:spMk id="2" creationId="{B427CA95-9FBD-8DA5-B94C-0C62F0F842AF}"/>
          </ac:spMkLst>
        </pc:spChg>
        <pc:spChg chg="mod">
          <ac:chgData name="Toby Donaldson" userId="2e6e5431-bb17-4c41-9985-d39c50d83c73" providerId="ADAL" clId="{7F9681A8-EEE2-56F4-9B39-ECCBEE0471AC}" dt="2026-03-07T23:02:15.865" v="4682" actId="20577"/>
          <ac:spMkLst>
            <pc:docMk/>
            <pc:sldMk cId="463000142" sldId="281"/>
            <ac:spMk id="3" creationId="{1AEC7C6F-F3D4-9AD5-AC28-35D8D1A2A5C9}"/>
          </ac:spMkLst>
        </pc:spChg>
        <pc:spChg chg="add mod">
          <ac:chgData name="Toby Donaldson" userId="2e6e5431-bb17-4c41-9985-d39c50d83c73" providerId="ADAL" clId="{7F9681A8-EEE2-56F4-9B39-ECCBEE0471AC}" dt="2026-03-07T23:06:36.197" v="4920" actId="1076"/>
          <ac:spMkLst>
            <pc:docMk/>
            <pc:sldMk cId="463000142" sldId="281"/>
            <ac:spMk id="4" creationId="{0F49A88D-4E26-9D45-636F-8EC42CA855F0}"/>
          </ac:spMkLst>
        </pc:spChg>
        <pc:spChg chg="add mod">
          <ac:chgData name="Toby Donaldson" userId="2e6e5431-bb17-4c41-9985-d39c50d83c73" providerId="ADAL" clId="{7F9681A8-EEE2-56F4-9B39-ECCBEE0471AC}" dt="2026-03-07T23:03:41.701" v="4807" actId="1076"/>
          <ac:spMkLst>
            <pc:docMk/>
            <pc:sldMk cId="463000142" sldId="281"/>
            <ac:spMk id="5" creationId="{1D2F561B-F62A-E1B8-9A33-2073BF06B4F0}"/>
          </ac:spMkLst>
        </pc:spChg>
        <pc:spChg chg="add mod">
          <ac:chgData name="Toby Donaldson" userId="2e6e5431-bb17-4c41-9985-d39c50d83c73" providerId="ADAL" clId="{7F9681A8-EEE2-56F4-9B39-ECCBEE0471AC}" dt="2026-03-07T23:03:49.715" v="4809" actId="1076"/>
          <ac:spMkLst>
            <pc:docMk/>
            <pc:sldMk cId="463000142" sldId="281"/>
            <ac:spMk id="8" creationId="{1F599133-D9B8-9FBF-76EC-A09E97FA818D}"/>
          </ac:spMkLst>
        </pc:spChg>
        <pc:spChg chg="add mod">
          <ac:chgData name="Toby Donaldson" userId="2e6e5431-bb17-4c41-9985-d39c50d83c73" providerId="ADAL" clId="{7F9681A8-EEE2-56F4-9B39-ECCBEE0471AC}" dt="2026-03-07T23:03:57.495" v="4811" actId="1076"/>
          <ac:spMkLst>
            <pc:docMk/>
            <pc:sldMk cId="463000142" sldId="281"/>
            <ac:spMk id="9" creationId="{621EDDC6-3A29-63A9-366A-4EE5670EFD69}"/>
          </ac:spMkLst>
        </pc:spChg>
        <pc:spChg chg="add mod">
          <ac:chgData name="Toby Donaldson" userId="2e6e5431-bb17-4c41-9985-d39c50d83c73" providerId="ADAL" clId="{7F9681A8-EEE2-56F4-9B39-ECCBEE0471AC}" dt="2026-03-07T23:04:08.897" v="4813" actId="1076"/>
          <ac:spMkLst>
            <pc:docMk/>
            <pc:sldMk cId="463000142" sldId="281"/>
            <ac:spMk id="10" creationId="{8135F3E3-A0ED-79A5-1AD0-E2AD636E4703}"/>
          </ac:spMkLst>
        </pc:spChg>
        <pc:spChg chg="add mod">
          <ac:chgData name="Toby Donaldson" userId="2e6e5431-bb17-4c41-9985-d39c50d83c73" providerId="ADAL" clId="{7F9681A8-EEE2-56F4-9B39-ECCBEE0471AC}" dt="2026-03-07T23:04:22.731" v="4815" actId="1076"/>
          <ac:spMkLst>
            <pc:docMk/>
            <pc:sldMk cId="463000142" sldId="281"/>
            <ac:spMk id="11" creationId="{46C22784-FD7D-FC92-714F-4BCD057574FF}"/>
          </ac:spMkLst>
        </pc:spChg>
        <pc:spChg chg="add mod">
          <ac:chgData name="Toby Donaldson" userId="2e6e5431-bb17-4c41-9985-d39c50d83c73" providerId="ADAL" clId="{7F9681A8-EEE2-56F4-9B39-ECCBEE0471AC}" dt="2026-03-07T23:04:49.179" v="4820" actId="1076"/>
          <ac:spMkLst>
            <pc:docMk/>
            <pc:sldMk cId="463000142" sldId="281"/>
            <ac:spMk id="13" creationId="{AE10B55A-BE8D-C707-B3C5-23B6E32110BB}"/>
          </ac:spMkLst>
        </pc:spChg>
        <pc:spChg chg="add mod">
          <ac:chgData name="Toby Donaldson" userId="2e6e5431-bb17-4c41-9985-d39c50d83c73" providerId="ADAL" clId="{7F9681A8-EEE2-56F4-9B39-ECCBEE0471AC}" dt="2026-03-07T23:05:28.749" v="4902" actId="1076"/>
          <ac:spMkLst>
            <pc:docMk/>
            <pc:sldMk cId="463000142" sldId="281"/>
            <ac:spMk id="14" creationId="{D415D34C-C7FB-1952-A912-1C7F3147C579}"/>
          </ac:spMkLst>
        </pc:spChg>
        <pc:spChg chg="add mod">
          <ac:chgData name="Toby Donaldson" userId="2e6e5431-bb17-4c41-9985-d39c50d83c73" providerId="ADAL" clId="{7F9681A8-EEE2-56F4-9B39-ECCBEE0471AC}" dt="2026-03-07T23:07:55.981" v="5046" actId="1076"/>
          <ac:spMkLst>
            <pc:docMk/>
            <pc:sldMk cId="463000142" sldId="281"/>
            <ac:spMk id="33" creationId="{07EE4E79-1D20-378A-2381-7E7B62204589}"/>
          </ac:spMkLst>
        </pc:spChg>
        <pc:cxnChg chg="add mod">
          <ac:chgData name="Toby Donaldson" userId="2e6e5431-bb17-4c41-9985-d39c50d83c73" providerId="ADAL" clId="{7F9681A8-EEE2-56F4-9B39-ECCBEE0471AC}" dt="2026-03-07T23:06:17.964" v="4919" actId="14100"/>
          <ac:cxnSpMkLst>
            <pc:docMk/>
            <pc:sldMk cId="463000142" sldId="281"/>
            <ac:cxnSpMk id="16" creationId="{B6F53955-AE9B-63D8-9284-738D5C0DE66E}"/>
          </ac:cxnSpMkLst>
        </pc:cxnChg>
        <pc:cxnChg chg="add mod">
          <ac:chgData name="Toby Donaldson" userId="2e6e5431-bb17-4c41-9985-d39c50d83c73" providerId="ADAL" clId="{7F9681A8-EEE2-56F4-9B39-ECCBEE0471AC}" dt="2026-03-07T23:05:41.814" v="4906" actId="14100"/>
          <ac:cxnSpMkLst>
            <pc:docMk/>
            <pc:sldMk cId="463000142" sldId="281"/>
            <ac:cxnSpMk id="17" creationId="{57C65633-3CCA-B745-8FA2-57086F0CFFB6}"/>
          </ac:cxnSpMkLst>
        </pc:cxnChg>
        <pc:cxnChg chg="add mod">
          <ac:chgData name="Toby Donaldson" userId="2e6e5431-bb17-4c41-9985-d39c50d83c73" providerId="ADAL" clId="{7F9681A8-EEE2-56F4-9B39-ECCBEE0471AC}" dt="2026-03-07T23:05:49.631" v="4909" actId="14100"/>
          <ac:cxnSpMkLst>
            <pc:docMk/>
            <pc:sldMk cId="463000142" sldId="281"/>
            <ac:cxnSpMk id="20" creationId="{6F595EF8-B982-99D0-BA07-A0AF1F01A430}"/>
          </ac:cxnSpMkLst>
        </pc:cxnChg>
        <pc:cxnChg chg="add mod">
          <ac:chgData name="Toby Donaldson" userId="2e6e5431-bb17-4c41-9985-d39c50d83c73" providerId="ADAL" clId="{7F9681A8-EEE2-56F4-9B39-ECCBEE0471AC}" dt="2026-03-07T23:05:57.831" v="4912" actId="14100"/>
          <ac:cxnSpMkLst>
            <pc:docMk/>
            <pc:sldMk cId="463000142" sldId="281"/>
            <ac:cxnSpMk id="23" creationId="{8DB71073-A0AD-F68F-C48D-11D544995E84}"/>
          </ac:cxnSpMkLst>
        </pc:cxnChg>
        <pc:cxnChg chg="add mod">
          <ac:chgData name="Toby Donaldson" userId="2e6e5431-bb17-4c41-9985-d39c50d83c73" providerId="ADAL" clId="{7F9681A8-EEE2-56F4-9B39-ECCBEE0471AC}" dt="2026-03-07T23:06:05.881" v="4915" actId="14100"/>
          <ac:cxnSpMkLst>
            <pc:docMk/>
            <pc:sldMk cId="463000142" sldId="281"/>
            <ac:cxnSpMk id="26" creationId="{4B716296-570B-26DA-4C8F-29FB1971DEE4}"/>
          </ac:cxnSpMkLst>
        </pc:cxnChg>
        <pc:cxnChg chg="add mod">
          <ac:chgData name="Toby Donaldson" userId="2e6e5431-bb17-4c41-9985-d39c50d83c73" providerId="ADAL" clId="{7F9681A8-EEE2-56F4-9B39-ECCBEE0471AC}" dt="2026-03-07T23:06:13.714" v="4918" actId="14100"/>
          <ac:cxnSpMkLst>
            <pc:docMk/>
            <pc:sldMk cId="463000142" sldId="281"/>
            <ac:cxnSpMk id="29" creationId="{798F3C90-4196-007E-8E79-42A7CA013846}"/>
          </ac:cxnSpMkLst>
        </pc:cxnChg>
      </pc:sldChg>
      <pc:sldChg chg="modSp add mod ord modTransition">
        <pc:chgData name="Toby Donaldson" userId="2e6e5431-bb17-4c41-9985-d39c50d83c73" providerId="ADAL" clId="{7F9681A8-EEE2-56F4-9B39-ECCBEE0471AC}" dt="2026-03-07T23:06:57.223" v="4930" actId="20577"/>
        <pc:sldMkLst>
          <pc:docMk/>
          <pc:sldMk cId="628307974" sldId="282"/>
        </pc:sldMkLst>
        <pc:spChg chg="mod">
          <ac:chgData name="Toby Donaldson" userId="2e6e5431-bb17-4c41-9985-d39c50d83c73" providerId="ADAL" clId="{7F9681A8-EEE2-56F4-9B39-ECCBEE0471AC}" dt="2026-03-07T23:06:57.223" v="4930" actId="20577"/>
          <ac:spMkLst>
            <pc:docMk/>
            <pc:sldMk cId="628307974" sldId="282"/>
            <ac:spMk id="2" creationId="{7EE3B112-A416-E48A-93D6-2C5D49168D5B}"/>
          </ac:spMkLst>
        </pc:spChg>
      </pc:sldChg>
      <pc:sldChg chg="addSp modSp add mod">
        <pc:chgData name="Toby Donaldson" userId="2e6e5431-bb17-4c41-9985-d39c50d83c73" providerId="ADAL" clId="{7F9681A8-EEE2-56F4-9B39-ECCBEE0471AC}" dt="2026-03-07T23:09:25.899" v="5200" actId="1076"/>
        <pc:sldMkLst>
          <pc:docMk/>
          <pc:sldMk cId="490812005" sldId="283"/>
        </pc:sldMkLst>
        <pc:spChg chg="add mod">
          <ac:chgData name="Toby Donaldson" userId="2e6e5431-bb17-4c41-9985-d39c50d83c73" providerId="ADAL" clId="{7F9681A8-EEE2-56F4-9B39-ECCBEE0471AC}" dt="2026-03-07T23:09:25.899" v="5200" actId="1076"/>
          <ac:spMkLst>
            <pc:docMk/>
            <pc:sldMk cId="490812005" sldId="283"/>
            <ac:spMk id="6" creationId="{9F774687-667E-4980-0293-84520508517D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3-07T23:20:01.836" v="5731" actId="21"/>
        <pc:sldMkLst>
          <pc:docMk/>
          <pc:sldMk cId="1215015170" sldId="284"/>
        </pc:sldMkLst>
        <pc:spChg chg="mod">
          <ac:chgData name="Toby Donaldson" userId="2e6e5431-bb17-4c41-9985-d39c50d83c73" providerId="ADAL" clId="{7F9681A8-EEE2-56F4-9B39-ECCBEE0471AC}" dt="2026-03-07T23:11:15.718" v="5317" actId="1076"/>
          <ac:spMkLst>
            <pc:docMk/>
            <pc:sldMk cId="1215015170" sldId="284"/>
            <ac:spMk id="4" creationId="{FA768934-4521-8575-9804-8B4E97717E02}"/>
          </ac:spMkLst>
        </pc:spChg>
      </pc:sldChg>
      <pc:sldChg chg="addSp modSp add mod">
        <pc:chgData name="Toby Donaldson" userId="2e6e5431-bb17-4c41-9985-d39c50d83c73" providerId="ADAL" clId="{7F9681A8-EEE2-56F4-9B39-ECCBEE0471AC}" dt="2026-03-07T23:22:00.480" v="5756" actId="1076"/>
        <pc:sldMkLst>
          <pc:docMk/>
          <pc:sldMk cId="1246154358" sldId="285"/>
        </pc:sldMkLst>
        <pc:spChg chg="add mod">
          <ac:chgData name="Toby Donaldson" userId="2e6e5431-bb17-4c41-9985-d39c50d83c73" providerId="ADAL" clId="{7F9681A8-EEE2-56F4-9B39-ECCBEE0471AC}" dt="2026-03-07T23:22:00.480" v="5756" actId="1076"/>
          <ac:spMkLst>
            <pc:docMk/>
            <pc:sldMk cId="1246154358" sldId="285"/>
            <ac:spMk id="5" creationId="{3F4A46D2-97BA-E244-4927-15002B3C739D}"/>
          </ac:spMkLst>
        </pc:spChg>
      </pc:sldChg>
      <pc:sldChg chg="addSp modSp add">
        <pc:chgData name="Toby Donaldson" userId="2e6e5431-bb17-4c41-9985-d39c50d83c73" providerId="ADAL" clId="{7F9681A8-EEE2-56F4-9B39-ECCBEE0471AC}" dt="2026-03-07T23:20:19.087" v="5733"/>
        <pc:sldMkLst>
          <pc:docMk/>
          <pc:sldMk cId="1450170585" sldId="286"/>
        </pc:sldMkLst>
        <pc:spChg chg="add mod">
          <ac:chgData name="Toby Donaldson" userId="2e6e5431-bb17-4c41-9985-d39c50d83c73" providerId="ADAL" clId="{7F9681A8-EEE2-56F4-9B39-ECCBEE0471AC}" dt="2026-03-07T23:20:19.087" v="5733"/>
          <ac:spMkLst>
            <pc:docMk/>
            <pc:sldMk cId="1450170585" sldId="286"/>
            <ac:spMk id="5" creationId="{9E396177-3000-9973-72C5-551DEB0715AC}"/>
          </ac:spMkLst>
        </pc:spChg>
        <pc:spChg chg="add mod">
          <ac:chgData name="Toby Donaldson" userId="2e6e5431-bb17-4c41-9985-d39c50d83c73" providerId="ADAL" clId="{7F9681A8-EEE2-56F4-9B39-ECCBEE0471AC}" dt="2026-03-07T23:20:19.087" v="5733"/>
          <ac:spMkLst>
            <pc:docMk/>
            <pc:sldMk cId="1450170585" sldId="286"/>
            <ac:spMk id="6" creationId="{5587BB5B-FB84-5DA7-BE00-1C6D86F1AD60}"/>
          </ac:spMkLst>
        </pc:spChg>
      </pc:sldChg>
      <pc:sldChg chg="addSp modSp add">
        <pc:chgData name="Toby Donaldson" userId="2e6e5431-bb17-4c41-9985-d39c50d83c73" providerId="ADAL" clId="{7F9681A8-EEE2-56F4-9B39-ECCBEE0471AC}" dt="2026-03-07T23:20:39.072" v="5735"/>
        <pc:sldMkLst>
          <pc:docMk/>
          <pc:sldMk cId="2693044765" sldId="287"/>
        </pc:sldMkLst>
        <pc:spChg chg="add mod">
          <ac:chgData name="Toby Donaldson" userId="2e6e5431-bb17-4c41-9985-d39c50d83c73" providerId="ADAL" clId="{7F9681A8-EEE2-56F4-9B39-ECCBEE0471AC}" dt="2026-03-07T23:20:39.072" v="5735"/>
          <ac:spMkLst>
            <pc:docMk/>
            <pc:sldMk cId="2693044765" sldId="287"/>
            <ac:spMk id="7" creationId="{2C87CBBE-3528-0C57-9D66-EDD9C63B5554}"/>
          </ac:spMkLst>
        </pc:spChg>
      </pc:sldChg>
      <pc:sldChg chg="addSp modSp add">
        <pc:chgData name="Toby Donaldson" userId="2e6e5431-bb17-4c41-9985-d39c50d83c73" providerId="ADAL" clId="{7F9681A8-EEE2-56F4-9B39-ECCBEE0471AC}" dt="2026-03-07T23:21:00.621" v="5737"/>
        <pc:sldMkLst>
          <pc:docMk/>
          <pc:sldMk cId="3021378379" sldId="288"/>
        </pc:sldMkLst>
        <pc:spChg chg="add mod">
          <ac:chgData name="Toby Donaldson" userId="2e6e5431-bb17-4c41-9985-d39c50d83c73" providerId="ADAL" clId="{7F9681A8-EEE2-56F4-9B39-ECCBEE0471AC}" dt="2026-03-07T23:21:00.621" v="5737"/>
          <ac:spMkLst>
            <pc:docMk/>
            <pc:sldMk cId="3021378379" sldId="288"/>
            <ac:spMk id="8" creationId="{6AA4F9C1-E74B-1A5D-EB03-286EEF13693C}"/>
          </ac:spMkLst>
        </pc:spChg>
      </pc:sldChg>
      <pc:sldChg chg="addSp modSp add">
        <pc:chgData name="Toby Donaldson" userId="2e6e5431-bb17-4c41-9985-d39c50d83c73" providerId="ADAL" clId="{7F9681A8-EEE2-56F4-9B39-ECCBEE0471AC}" dt="2026-03-07T23:21:25.160" v="5741"/>
        <pc:sldMkLst>
          <pc:docMk/>
          <pc:sldMk cId="1239400374" sldId="289"/>
        </pc:sldMkLst>
        <pc:spChg chg="add mod">
          <ac:chgData name="Toby Donaldson" userId="2e6e5431-bb17-4c41-9985-d39c50d83c73" providerId="ADAL" clId="{7F9681A8-EEE2-56F4-9B39-ECCBEE0471AC}" dt="2026-03-07T23:21:25.160" v="5741"/>
          <ac:spMkLst>
            <pc:docMk/>
            <pc:sldMk cId="1239400374" sldId="289"/>
            <ac:spMk id="9" creationId="{B4176A46-F56B-98FD-FD18-3915FA615F9E}"/>
          </ac:spMkLst>
        </pc:spChg>
        <pc:spChg chg="add mod">
          <ac:chgData name="Toby Donaldson" userId="2e6e5431-bb17-4c41-9985-d39c50d83c73" providerId="ADAL" clId="{7F9681A8-EEE2-56F4-9B39-ECCBEE0471AC}" dt="2026-03-07T23:21:25.160" v="5741"/>
          <ac:spMkLst>
            <pc:docMk/>
            <pc:sldMk cId="1239400374" sldId="289"/>
            <ac:spMk id="10" creationId="{80E1320B-3E79-C61D-39FD-CC79E0D8C23D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3-07T23:25:55.406" v="5840" actId="21"/>
        <pc:sldMkLst>
          <pc:docMk/>
          <pc:sldMk cId="2271878253" sldId="290"/>
        </pc:sldMkLst>
        <pc:spChg chg="mod">
          <ac:chgData name="Toby Donaldson" userId="2e6e5431-bb17-4c41-9985-d39c50d83c73" providerId="ADAL" clId="{7F9681A8-EEE2-56F4-9B39-ECCBEE0471AC}" dt="2026-03-07T23:22:53.257" v="5769"/>
          <ac:spMkLst>
            <pc:docMk/>
            <pc:sldMk cId="2271878253" sldId="290"/>
            <ac:spMk id="2" creationId="{062D5E6F-27B6-6EB1-5A2F-6349BF8A7B7B}"/>
          </ac:spMkLst>
        </pc:spChg>
      </pc:sldChg>
      <pc:sldChg chg="addSp modSp add mod">
        <pc:chgData name="Toby Donaldson" userId="2e6e5431-bb17-4c41-9985-d39c50d83c73" providerId="ADAL" clId="{7F9681A8-EEE2-56F4-9B39-ECCBEE0471AC}" dt="2026-03-07T23:26:02.575" v="5842" actId="1076"/>
        <pc:sldMkLst>
          <pc:docMk/>
          <pc:sldMk cId="2116011238" sldId="291"/>
        </pc:sldMkLst>
        <pc:spChg chg="add mod">
          <ac:chgData name="Toby Donaldson" userId="2e6e5431-bb17-4c41-9985-d39c50d83c73" providerId="ADAL" clId="{7F9681A8-EEE2-56F4-9B39-ECCBEE0471AC}" dt="2026-03-07T23:26:02.575" v="5842" actId="1076"/>
          <ac:spMkLst>
            <pc:docMk/>
            <pc:sldMk cId="2116011238" sldId="291"/>
            <ac:spMk id="12" creationId="{A5C4EE45-4DCF-5E0C-30D5-BCA280B23423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3-07T23:34:15.144" v="6239" actId="20577"/>
        <pc:sldMkLst>
          <pc:docMk/>
          <pc:sldMk cId="2482060894" sldId="292"/>
        </pc:sldMkLst>
        <pc:spChg chg="add mod">
          <ac:chgData name="Toby Donaldson" userId="2e6e5431-bb17-4c41-9985-d39c50d83c73" providerId="ADAL" clId="{7F9681A8-EEE2-56F4-9B39-ECCBEE0471AC}" dt="2026-03-07T23:29:50.528" v="5968" actId="692"/>
          <ac:spMkLst>
            <pc:docMk/>
            <pc:sldMk cId="2482060894" sldId="292"/>
            <ac:spMk id="9" creationId="{D8FF6484-78FD-BC02-A948-8007F0733FA1}"/>
          </ac:spMkLst>
        </pc:spChg>
        <pc:spChg chg="add mod">
          <ac:chgData name="Toby Donaldson" userId="2e6e5431-bb17-4c41-9985-d39c50d83c73" providerId="ADAL" clId="{7F9681A8-EEE2-56F4-9B39-ECCBEE0471AC}" dt="2026-03-07T23:34:15.144" v="6239" actId="20577"/>
          <ac:spMkLst>
            <pc:docMk/>
            <pc:sldMk cId="2482060894" sldId="292"/>
            <ac:spMk id="10" creationId="{B0CF4BE4-35EF-C77B-633F-E0A87F5351B5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3-07T23:35:56.754" v="6240" actId="21"/>
        <pc:sldMkLst>
          <pc:docMk/>
          <pc:sldMk cId="3544006908" sldId="293"/>
        </pc:sldMkLst>
        <pc:spChg chg="add mod">
          <ac:chgData name="Toby Donaldson" userId="2e6e5431-bb17-4c41-9985-d39c50d83c73" providerId="ADAL" clId="{7F9681A8-EEE2-56F4-9B39-ECCBEE0471AC}" dt="2026-03-07T23:32:18.432" v="6142" actId="113"/>
          <ac:spMkLst>
            <pc:docMk/>
            <pc:sldMk cId="3544006908" sldId="293"/>
            <ac:spMk id="3" creationId="{2AEDBDF1-362E-75B3-37B6-242E65A7607B}"/>
          </ac:spMkLst>
        </pc:spChg>
        <pc:spChg chg="add mod">
          <ac:chgData name="Toby Donaldson" userId="2e6e5431-bb17-4c41-9985-d39c50d83c73" providerId="ADAL" clId="{7F9681A8-EEE2-56F4-9B39-ECCBEE0471AC}" dt="2026-03-07T23:33:17.871" v="6211" actId="113"/>
          <ac:spMkLst>
            <pc:docMk/>
            <pc:sldMk cId="3544006908" sldId="293"/>
            <ac:spMk id="12" creationId="{5231E5CA-7075-9F09-A587-0F47CDB70F5D}"/>
          </ac:spMkLst>
        </pc:spChg>
        <pc:spChg chg="add mod">
          <ac:chgData name="Toby Donaldson" userId="2e6e5431-bb17-4c41-9985-d39c50d83c73" providerId="ADAL" clId="{7F9681A8-EEE2-56F4-9B39-ECCBEE0471AC}" dt="2026-03-07T23:33:27.598" v="6216" actId="20577"/>
          <ac:spMkLst>
            <pc:docMk/>
            <pc:sldMk cId="3544006908" sldId="293"/>
            <ac:spMk id="17" creationId="{CCBFCDAC-302E-49EC-9224-88D95BD07345}"/>
          </ac:spMkLst>
        </pc:spChg>
        <pc:cxnChg chg="add mod">
          <ac:chgData name="Toby Donaldson" userId="2e6e5431-bb17-4c41-9985-d39c50d83c73" providerId="ADAL" clId="{7F9681A8-EEE2-56F4-9B39-ECCBEE0471AC}" dt="2026-03-07T23:32:15.549" v="6141" actId="14100"/>
          <ac:cxnSpMkLst>
            <pc:docMk/>
            <pc:sldMk cId="3544006908" sldId="293"/>
            <ac:cxnSpMk id="8" creationId="{2C7C71B2-E5C5-8F2C-3F13-1B656EE2DA8A}"/>
          </ac:cxnSpMkLst>
        </pc:cxnChg>
        <pc:cxnChg chg="add mod">
          <ac:chgData name="Toby Donaldson" userId="2e6e5431-bb17-4c41-9985-d39c50d83c73" providerId="ADAL" clId="{7F9681A8-EEE2-56F4-9B39-ECCBEE0471AC}" dt="2026-03-07T23:32:55.193" v="6179" actId="14100"/>
          <ac:cxnSpMkLst>
            <pc:docMk/>
            <pc:sldMk cId="3544006908" sldId="293"/>
            <ac:cxnSpMk id="13" creationId="{0D9DEBFF-8D18-AE1C-E576-08E496A28A5F}"/>
          </ac:cxnSpMkLst>
        </pc:cxnChg>
        <pc:cxnChg chg="add mod">
          <ac:chgData name="Toby Donaldson" userId="2e6e5431-bb17-4c41-9985-d39c50d83c73" providerId="ADAL" clId="{7F9681A8-EEE2-56F4-9B39-ECCBEE0471AC}" dt="2026-03-07T23:33:37.944" v="6219" actId="14100"/>
          <ac:cxnSpMkLst>
            <pc:docMk/>
            <pc:sldMk cId="3544006908" sldId="293"/>
            <ac:cxnSpMk id="18" creationId="{EB6AE0F9-AD5D-D722-FA80-2A2F382BBABE}"/>
          </ac:cxnSpMkLst>
        </pc:cxnChg>
      </pc:sldChg>
      <pc:sldChg chg="modSp new mod">
        <pc:chgData name="Toby Donaldson" userId="2e6e5431-bb17-4c41-9985-d39c50d83c73" providerId="ADAL" clId="{7F9681A8-EEE2-56F4-9B39-ECCBEE0471AC}" dt="2026-03-08T00:10:49.451" v="6552" actId="20577"/>
        <pc:sldMkLst>
          <pc:docMk/>
          <pc:sldMk cId="502276520" sldId="294"/>
        </pc:sldMkLst>
        <pc:spChg chg="mod">
          <ac:chgData name="Toby Donaldson" userId="2e6e5431-bb17-4c41-9985-d39c50d83c73" providerId="ADAL" clId="{7F9681A8-EEE2-56F4-9B39-ECCBEE0471AC}" dt="2026-03-08T00:08:31.475" v="6275" actId="20577"/>
          <ac:spMkLst>
            <pc:docMk/>
            <pc:sldMk cId="502276520" sldId="294"/>
            <ac:spMk id="2" creationId="{A35BBA2C-7934-2076-5A99-2C4771306561}"/>
          </ac:spMkLst>
        </pc:spChg>
        <pc:spChg chg="mod">
          <ac:chgData name="Toby Donaldson" userId="2e6e5431-bb17-4c41-9985-d39c50d83c73" providerId="ADAL" clId="{7F9681A8-EEE2-56F4-9B39-ECCBEE0471AC}" dt="2026-03-08T00:10:49.451" v="6552" actId="20577"/>
          <ac:spMkLst>
            <pc:docMk/>
            <pc:sldMk cId="502276520" sldId="294"/>
            <ac:spMk id="3" creationId="{B805D86C-4A4F-EE07-B7CB-8CE59197B55E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3-08T00:28:14.259" v="7000" actId="1076"/>
        <pc:sldMkLst>
          <pc:docMk/>
          <pc:sldMk cId="1165236211" sldId="295"/>
        </pc:sldMkLst>
        <pc:spChg chg="mod">
          <ac:chgData name="Toby Donaldson" userId="2e6e5431-bb17-4c41-9985-d39c50d83c73" providerId="ADAL" clId="{7F9681A8-EEE2-56F4-9B39-ECCBEE0471AC}" dt="2026-03-08T00:27:30.223" v="6992" actId="20577"/>
          <ac:spMkLst>
            <pc:docMk/>
            <pc:sldMk cId="1165236211" sldId="295"/>
            <ac:spMk id="2" creationId="{53627B6E-EE82-AAC5-5BB7-F75D07672C51}"/>
          </ac:spMkLst>
        </pc:spChg>
        <pc:spChg chg="mod">
          <ac:chgData name="Toby Donaldson" userId="2e6e5431-bb17-4c41-9985-d39c50d83c73" providerId="ADAL" clId="{7F9681A8-EEE2-56F4-9B39-ECCBEE0471AC}" dt="2026-03-08T00:21:56.972" v="6812" actId="14100"/>
          <ac:spMkLst>
            <pc:docMk/>
            <pc:sldMk cId="1165236211" sldId="295"/>
            <ac:spMk id="3" creationId="{D795738A-D6EA-D424-C62F-2A0372295F1D}"/>
          </ac:spMkLst>
        </pc:spChg>
        <pc:spChg chg="add mod">
          <ac:chgData name="Toby Donaldson" userId="2e6e5431-bb17-4c41-9985-d39c50d83c73" providerId="ADAL" clId="{7F9681A8-EEE2-56F4-9B39-ECCBEE0471AC}" dt="2026-03-08T00:27:55.051" v="6996" actId="1076"/>
          <ac:spMkLst>
            <pc:docMk/>
            <pc:sldMk cId="1165236211" sldId="295"/>
            <ac:spMk id="8" creationId="{1A4307A9-4D7A-ABC5-26F0-A86A02BB0088}"/>
          </ac:spMkLst>
        </pc:spChg>
        <pc:spChg chg="add mod">
          <ac:chgData name="Toby Donaldson" userId="2e6e5431-bb17-4c41-9985-d39c50d83c73" providerId="ADAL" clId="{7F9681A8-EEE2-56F4-9B39-ECCBEE0471AC}" dt="2026-03-08T00:28:14.259" v="7000" actId="1076"/>
          <ac:spMkLst>
            <pc:docMk/>
            <pc:sldMk cId="1165236211" sldId="295"/>
            <ac:spMk id="10" creationId="{4F5EED0E-21C8-D0CF-6463-59AE32FC3AC6}"/>
          </ac:spMkLst>
        </pc:spChg>
        <pc:graphicFrameChg chg="add mod">
          <ac:chgData name="Toby Donaldson" userId="2e6e5431-bb17-4c41-9985-d39c50d83c73" providerId="ADAL" clId="{7F9681A8-EEE2-56F4-9B39-ECCBEE0471AC}" dt="2026-03-08T00:27:40.973" v="6993"/>
          <ac:graphicFrameMkLst>
            <pc:docMk/>
            <pc:sldMk cId="1165236211" sldId="295"/>
            <ac:graphicFrameMk id="9" creationId="{D27607C8-F4C5-77F5-DFF6-1F5FD44AE2D1}"/>
          </ac:graphicFrameMkLst>
        </pc:graphicFrameChg>
      </pc:sldChg>
      <pc:sldChg chg="delSp modSp add mod ord">
        <pc:chgData name="Toby Donaldson" userId="2e6e5431-bb17-4c41-9985-d39c50d83c73" providerId="ADAL" clId="{7F9681A8-EEE2-56F4-9B39-ECCBEE0471AC}" dt="2026-03-08T00:29:22.338" v="7002" actId="2161"/>
        <pc:sldMkLst>
          <pc:docMk/>
          <pc:sldMk cId="4192075617" sldId="296"/>
        </pc:sldMkLst>
        <pc:spChg chg="mod">
          <ac:chgData name="Toby Donaldson" userId="2e6e5431-bb17-4c41-9985-d39c50d83c73" providerId="ADAL" clId="{7F9681A8-EEE2-56F4-9B39-ECCBEE0471AC}" dt="2026-03-08T00:27:06.942" v="6989" actId="20577"/>
          <ac:spMkLst>
            <pc:docMk/>
            <pc:sldMk cId="4192075617" sldId="296"/>
            <ac:spMk id="2" creationId="{9BF4DDA3-06D4-7B7C-8006-22C26F0BC46A}"/>
          </ac:spMkLst>
        </pc:spChg>
        <pc:graphicFrameChg chg="mod modGraphic">
          <ac:chgData name="Toby Donaldson" userId="2e6e5431-bb17-4c41-9985-d39c50d83c73" providerId="ADAL" clId="{7F9681A8-EEE2-56F4-9B39-ECCBEE0471AC}" dt="2026-03-08T00:29:22.338" v="7002" actId="2161"/>
          <ac:graphicFrameMkLst>
            <pc:docMk/>
            <pc:sldMk cId="4192075617" sldId="296"/>
            <ac:graphicFrameMk id="6" creationId="{E008191F-57D3-EE1F-A22A-5B2DEE2A192F}"/>
          </ac:graphicFrameMkLst>
        </pc:graphicFrameChg>
      </pc:sldChg>
      <pc:sldChg chg="modSp new mod">
        <pc:chgData name="Toby Donaldson" userId="2e6e5431-bb17-4c41-9985-d39c50d83c73" providerId="ADAL" clId="{7F9681A8-EEE2-56F4-9B39-ECCBEE0471AC}" dt="2026-03-08T00:39:13.098" v="7371" actId="5793"/>
        <pc:sldMkLst>
          <pc:docMk/>
          <pc:sldMk cId="1518649093" sldId="297"/>
        </pc:sldMkLst>
        <pc:spChg chg="mod">
          <ac:chgData name="Toby Donaldson" userId="2e6e5431-bb17-4c41-9985-d39c50d83c73" providerId="ADAL" clId="{7F9681A8-EEE2-56F4-9B39-ECCBEE0471AC}" dt="2026-03-08T00:38:01.662" v="7034" actId="20577"/>
          <ac:spMkLst>
            <pc:docMk/>
            <pc:sldMk cId="1518649093" sldId="297"/>
            <ac:spMk id="2" creationId="{7DED142E-29AF-A64F-F083-2A95608D8FC8}"/>
          </ac:spMkLst>
        </pc:spChg>
        <pc:spChg chg="mod">
          <ac:chgData name="Toby Donaldson" userId="2e6e5431-bb17-4c41-9985-d39c50d83c73" providerId="ADAL" clId="{7F9681A8-EEE2-56F4-9B39-ECCBEE0471AC}" dt="2026-03-08T00:39:13.098" v="7371" actId="5793"/>
          <ac:spMkLst>
            <pc:docMk/>
            <pc:sldMk cId="1518649093" sldId="297"/>
            <ac:spMk id="3" creationId="{52717FD9-50D3-1656-15BE-817CC1644FC0}"/>
          </ac:spMkLst>
        </pc:spChg>
      </pc:sldChg>
      <pc:sldChg chg="modSp new mod">
        <pc:chgData name="Toby Donaldson" userId="2e6e5431-bb17-4c41-9985-d39c50d83c73" providerId="ADAL" clId="{7F9681A8-EEE2-56F4-9B39-ECCBEE0471AC}" dt="2026-03-08T00:40:44.265" v="7629" actId="20577"/>
        <pc:sldMkLst>
          <pc:docMk/>
          <pc:sldMk cId="3243921164" sldId="298"/>
        </pc:sldMkLst>
        <pc:spChg chg="mod">
          <ac:chgData name="Toby Donaldson" userId="2e6e5431-bb17-4c41-9985-d39c50d83c73" providerId="ADAL" clId="{7F9681A8-EEE2-56F4-9B39-ECCBEE0471AC}" dt="2026-03-08T00:40:44.265" v="7629" actId="20577"/>
          <ac:spMkLst>
            <pc:docMk/>
            <pc:sldMk cId="3243921164" sldId="298"/>
            <ac:spMk id="2" creationId="{9A64FBCF-48DF-AC5A-2E9D-8E830F164078}"/>
          </ac:spMkLst>
        </pc:spChg>
        <pc:spChg chg="mod">
          <ac:chgData name="Toby Donaldson" userId="2e6e5431-bb17-4c41-9985-d39c50d83c73" providerId="ADAL" clId="{7F9681A8-EEE2-56F4-9B39-ECCBEE0471AC}" dt="2026-03-08T00:40:29.185" v="7614" actId="5793"/>
          <ac:spMkLst>
            <pc:docMk/>
            <pc:sldMk cId="3243921164" sldId="298"/>
            <ac:spMk id="3" creationId="{9F7CFCEF-4308-3E75-80F7-5393EAAA95FF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3-08T00:53:07.533" v="8604" actId="21"/>
        <pc:sldMkLst>
          <pc:docMk/>
          <pc:sldMk cId="2230770927" sldId="299"/>
        </pc:sldMkLst>
        <pc:spChg chg="mod">
          <ac:chgData name="Toby Donaldson" userId="2e6e5431-bb17-4c41-9985-d39c50d83c73" providerId="ADAL" clId="{7F9681A8-EEE2-56F4-9B39-ECCBEE0471AC}" dt="2026-03-08T00:40:51.718" v="7652" actId="20577"/>
          <ac:spMkLst>
            <pc:docMk/>
            <pc:sldMk cId="2230770927" sldId="299"/>
            <ac:spMk id="2" creationId="{37399125-631A-E91E-FBAB-5BA7BC8C0865}"/>
          </ac:spMkLst>
        </pc:spChg>
        <pc:spChg chg="mod">
          <ac:chgData name="Toby Donaldson" userId="2e6e5431-bb17-4c41-9985-d39c50d83c73" providerId="ADAL" clId="{7F9681A8-EEE2-56F4-9B39-ECCBEE0471AC}" dt="2026-03-08T00:43:31.074" v="8179" actId="20577"/>
          <ac:spMkLst>
            <pc:docMk/>
            <pc:sldMk cId="2230770927" sldId="299"/>
            <ac:spMk id="3" creationId="{14CB35DC-3D6B-9939-9204-14ECDA8A838E}"/>
          </ac:spMkLst>
        </pc:spChg>
      </pc:sldChg>
      <pc:sldChg chg="modSp add mod">
        <pc:chgData name="Toby Donaldson" userId="2e6e5431-bb17-4c41-9985-d39c50d83c73" providerId="ADAL" clId="{7F9681A8-EEE2-56F4-9B39-ECCBEE0471AC}" dt="2026-03-08T04:08:31.746" v="9383" actId="113"/>
        <pc:sldMkLst>
          <pc:docMk/>
          <pc:sldMk cId="2070367268" sldId="300"/>
        </pc:sldMkLst>
        <pc:spChg chg="mod">
          <ac:chgData name="Toby Donaldson" userId="2e6e5431-bb17-4c41-9985-d39c50d83c73" providerId="ADAL" clId="{7F9681A8-EEE2-56F4-9B39-ECCBEE0471AC}" dt="2026-03-08T04:08:31.746" v="9383" actId="113"/>
          <ac:spMkLst>
            <pc:docMk/>
            <pc:sldMk cId="2070367268" sldId="300"/>
            <ac:spMk id="4" creationId="{0320A304-C50E-5327-1E3B-E0B3978ED664}"/>
          </ac:spMkLst>
        </pc:spChg>
        <pc:spChg chg="mod">
          <ac:chgData name="Toby Donaldson" userId="2e6e5431-bb17-4c41-9985-d39c50d83c73" providerId="ADAL" clId="{7F9681A8-EEE2-56F4-9B39-ECCBEE0471AC}" dt="2026-03-08T04:07:46.596" v="9379" actId="113"/>
          <ac:spMkLst>
            <pc:docMk/>
            <pc:sldMk cId="2070367268" sldId="300"/>
            <ac:spMk id="5" creationId="{96E57100-CC6E-E2CE-9F52-4846C51BC94E}"/>
          </ac:spMkLst>
        </pc:spChg>
        <pc:spChg chg="mod">
          <ac:chgData name="Toby Donaldson" userId="2e6e5431-bb17-4c41-9985-d39c50d83c73" providerId="ADAL" clId="{7F9681A8-EEE2-56F4-9B39-ECCBEE0471AC}" dt="2026-03-08T03:46:55.698" v="8801" actId="20577"/>
          <ac:spMkLst>
            <pc:docMk/>
            <pc:sldMk cId="2070367268" sldId="300"/>
            <ac:spMk id="8" creationId="{5EF6489E-5E44-EA71-B27D-6CBF5D63C4E2}"/>
          </ac:spMkLst>
        </pc:spChg>
      </pc:sldChg>
      <pc:sldChg chg="add">
        <pc:chgData name="Toby Donaldson" userId="2e6e5431-bb17-4c41-9985-d39c50d83c73" providerId="ADAL" clId="{7F9681A8-EEE2-56F4-9B39-ECCBEE0471AC}" dt="2026-03-08T00:53:02.626" v="8603" actId="2890"/>
        <pc:sldMkLst>
          <pc:docMk/>
          <pc:sldMk cId="312583311" sldId="301"/>
        </pc:sldMkLst>
      </pc:sldChg>
      <pc:sldChg chg="addSp modSp add mod">
        <pc:chgData name="Toby Donaldson" userId="2e6e5431-bb17-4c41-9985-d39c50d83c73" providerId="ADAL" clId="{7F9681A8-EEE2-56F4-9B39-ECCBEE0471AC}" dt="2026-03-08T04:08:47.073" v="9386" actId="113"/>
        <pc:sldMkLst>
          <pc:docMk/>
          <pc:sldMk cId="3146722120" sldId="302"/>
        </pc:sldMkLst>
        <pc:spChg chg="add mod">
          <ac:chgData name="Toby Donaldson" userId="2e6e5431-bb17-4c41-9985-d39c50d83c73" providerId="ADAL" clId="{7F9681A8-EEE2-56F4-9B39-ECCBEE0471AC}" dt="2026-03-08T04:08:47.073" v="9386" actId="113"/>
          <ac:spMkLst>
            <pc:docMk/>
            <pc:sldMk cId="3146722120" sldId="302"/>
            <ac:spMk id="5" creationId="{35D61213-0607-DDF3-471E-1EAD4001E555}"/>
          </ac:spMkLst>
        </pc:spChg>
      </pc:sldChg>
      <pc:sldChg chg="addSp modSp add mod">
        <pc:chgData name="Toby Donaldson" userId="2e6e5431-bb17-4c41-9985-d39c50d83c73" providerId="ADAL" clId="{7F9681A8-EEE2-56F4-9B39-ECCBEE0471AC}" dt="2026-03-08T04:08:43.158" v="9385" actId="113"/>
        <pc:sldMkLst>
          <pc:docMk/>
          <pc:sldMk cId="3526590032" sldId="303"/>
        </pc:sldMkLst>
        <pc:spChg chg="mod">
          <ac:chgData name="Toby Donaldson" userId="2e6e5431-bb17-4c41-9985-d39c50d83c73" providerId="ADAL" clId="{7F9681A8-EEE2-56F4-9B39-ECCBEE0471AC}" dt="2026-03-08T04:08:43.158" v="9385" actId="113"/>
          <ac:spMkLst>
            <pc:docMk/>
            <pc:sldMk cId="3526590032" sldId="303"/>
            <ac:spMk id="5" creationId="{B843CBCD-30CB-BB94-BAD2-1739EBBE3B06}"/>
          </ac:spMkLst>
        </pc:spChg>
        <pc:spChg chg="add mod">
          <ac:chgData name="Toby Donaldson" userId="2e6e5431-bb17-4c41-9985-d39c50d83c73" providerId="ADAL" clId="{7F9681A8-EEE2-56F4-9B39-ECCBEE0471AC}" dt="2026-03-08T00:53:40.337" v="8608"/>
          <ac:spMkLst>
            <pc:docMk/>
            <pc:sldMk cId="3526590032" sldId="303"/>
            <ac:spMk id="6" creationId="{EA5A5333-E5B7-942B-1DC6-F0285ADFE650}"/>
          </ac:spMkLst>
        </pc:spChg>
      </pc:sldChg>
      <pc:sldChg chg="modSp add mod">
        <pc:chgData name="Toby Donaldson" userId="2e6e5431-bb17-4c41-9985-d39c50d83c73" providerId="ADAL" clId="{7F9681A8-EEE2-56F4-9B39-ECCBEE0471AC}" dt="2026-03-08T04:08:37.719" v="9384" actId="113"/>
        <pc:sldMkLst>
          <pc:docMk/>
          <pc:sldMk cId="1358293408" sldId="304"/>
        </pc:sldMkLst>
        <pc:spChg chg="mod">
          <ac:chgData name="Toby Donaldson" userId="2e6e5431-bb17-4c41-9985-d39c50d83c73" providerId="ADAL" clId="{7F9681A8-EEE2-56F4-9B39-ECCBEE0471AC}" dt="2026-03-08T04:08:37.719" v="9384" actId="113"/>
          <ac:spMkLst>
            <pc:docMk/>
            <pc:sldMk cId="1358293408" sldId="304"/>
            <ac:spMk id="5" creationId="{0E7EB2F4-614D-0534-B7B1-94B91EF89542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3-08T04:06:21.220" v="9347" actId="1076"/>
        <pc:sldMkLst>
          <pc:docMk/>
          <pc:sldMk cId="3977642913" sldId="305"/>
        </pc:sldMkLst>
        <pc:spChg chg="mod">
          <ac:chgData name="Toby Donaldson" userId="2e6e5431-bb17-4c41-9985-d39c50d83c73" providerId="ADAL" clId="{7F9681A8-EEE2-56F4-9B39-ECCBEE0471AC}" dt="2026-03-08T00:54:32.940" v="8674" actId="20577"/>
          <ac:spMkLst>
            <pc:docMk/>
            <pc:sldMk cId="3977642913" sldId="305"/>
            <ac:spMk id="2" creationId="{18DC5A89-0AEF-F878-FCA9-0660B5E1E61C}"/>
          </ac:spMkLst>
        </pc:spChg>
        <pc:spChg chg="add mod topLvl">
          <ac:chgData name="Toby Donaldson" userId="2e6e5431-bb17-4c41-9985-d39c50d83c73" providerId="ADAL" clId="{7F9681A8-EEE2-56F4-9B39-ECCBEE0471AC}" dt="2026-03-08T03:59:11.479" v="9209" actId="165"/>
          <ac:spMkLst>
            <pc:docMk/>
            <pc:sldMk cId="3977642913" sldId="305"/>
            <ac:spMk id="8" creationId="{92276FCC-5988-745D-908D-1A95AFB9978D}"/>
          </ac:spMkLst>
        </pc:spChg>
        <pc:spChg chg="add mod topLvl">
          <ac:chgData name="Toby Donaldson" userId="2e6e5431-bb17-4c41-9985-d39c50d83c73" providerId="ADAL" clId="{7F9681A8-EEE2-56F4-9B39-ECCBEE0471AC}" dt="2026-03-08T03:59:11.479" v="9209" actId="165"/>
          <ac:spMkLst>
            <pc:docMk/>
            <pc:sldMk cId="3977642913" sldId="305"/>
            <ac:spMk id="10" creationId="{CB758C8D-8A73-327D-5432-9B80018444E8}"/>
          </ac:spMkLst>
        </pc:spChg>
        <pc:spChg chg="add mod topLvl">
          <ac:chgData name="Toby Donaldson" userId="2e6e5431-bb17-4c41-9985-d39c50d83c73" providerId="ADAL" clId="{7F9681A8-EEE2-56F4-9B39-ECCBEE0471AC}" dt="2026-03-08T03:59:11.479" v="9209" actId="165"/>
          <ac:spMkLst>
            <pc:docMk/>
            <pc:sldMk cId="3977642913" sldId="305"/>
            <ac:spMk id="11" creationId="{4067D652-450F-5699-41A4-7488C9D7915A}"/>
          </ac:spMkLst>
        </pc:spChg>
        <pc:spChg chg="add mod topLvl">
          <ac:chgData name="Toby Donaldson" userId="2e6e5431-bb17-4c41-9985-d39c50d83c73" providerId="ADAL" clId="{7F9681A8-EEE2-56F4-9B39-ECCBEE0471AC}" dt="2026-03-08T03:59:11.479" v="9209" actId="165"/>
          <ac:spMkLst>
            <pc:docMk/>
            <pc:sldMk cId="3977642913" sldId="305"/>
            <ac:spMk id="12" creationId="{7F7755F6-D34A-7C4B-1B80-A0C98BF374AF}"/>
          </ac:spMkLst>
        </pc:spChg>
        <pc:spChg chg="add mod topLvl">
          <ac:chgData name="Toby Donaldson" userId="2e6e5431-bb17-4c41-9985-d39c50d83c73" providerId="ADAL" clId="{7F9681A8-EEE2-56F4-9B39-ECCBEE0471AC}" dt="2026-03-08T03:59:11.479" v="9209" actId="165"/>
          <ac:spMkLst>
            <pc:docMk/>
            <pc:sldMk cId="3977642913" sldId="305"/>
            <ac:spMk id="13" creationId="{8F89C92B-86BF-3584-709B-3D93178E2063}"/>
          </ac:spMkLst>
        </pc:spChg>
        <pc:spChg chg="add mod">
          <ac:chgData name="Toby Donaldson" userId="2e6e5431-bb17-4c41-9985-d39c50d83c73" providerId="ADAL" clId="{7F9681A8-EEE2-56F4-9B39-ECCBEE0471AC}" dt="2026-03-08T04:01:46.286" v="9279" actId="1076"/>
          <ac:spMkLst>
            <pc:docMk/>
            <pc:sldMk cId="3977642913" sldId="305"/>
            <ac:spMk id="15" creationId="{AF16CA0E-EDD1-756E-3424-3756B012B787}"/>
          </ac:spMkLst>
        </pc:spChg>
        <pc:spChg chg="add mod">
          <ac:chgData name="Toby Donaldson" userId="2e6e5431-bb17-4c41-9985-d39c50d83c73" providerId="ADAL" clId="{7F9681A8-EEE2-56F4-9B39-ECCBEE0471AC}" dt="2026-03-08T04:00:28.210" v="9236" actId="20577"/>
          <ac:spMkLst>
            <pc:docMk/>
            <pc:sldMk cId="3977642913" sldId="305"/>
            <ac:spMk id="16" creationId="{7C9536AE-0BE6-E85E-E9A2-EE414C7A1589}"/>
          </ac:spMkLst>
        </pc:spChg>
        <pc:spChg chg="add mod">
          <ac:chgData name="Toby Donaldson" userId="2e6e5431-bb17-4c41-9985-d39c50d83c73" providerId="ADAL" clId="{7F9681A8-EEE2-56F4-9B39-ECCBEE0471AC}" dt="2026-03-08T04:01:21.500" v="9277" actId="20577"/>
          <ac:spMkLst>
            <pc:docMk/>
            <pc:sldMk cId="3977642913" sldId="305"/>
            <ac:spMk id="17" creationId="{8EDBBB71-4356-A7B7-899D-53233004CFB3}"/>
          </ac:spMkLst>
        </pc:spChg>
        <pc:spChg chg="add mod">
          <ac:chgData name="Toby Donaldson" userId="2e6e5431-bb17-4c41-9985-d39c50d83c73" providerId="ADAL" clId="{7F9681A8-EEE2-56F4-9B39-ECCBEE0471AC}" dt="2026-03-08T04:02:11.333" v="9282" actId="1076"/>
          <ac:spMkLst>
            <pc:docMk/>
            <pc:sldMk cId="3977642913" sldId="305"/>
            <ac:spMk id="18" creationId="{E978286E-6D5B-4CAE-6A57-EC962CE21717}"/>
          </ac:spMkLst>
        </pc:spChg>
        <pc:spChg chg="add mod">
          <ac:chgData name="Toby Donaldson" userId="2e6e5431-bb17-4c41-9985-d39c50d83c73" providerId="ADAL" clId="{7F9681A8-EEE2-56F4-9B39-ECCBEE0471AC}" dt="2026-03-08T04:02:11.333" v="9282" actId="1076"/>
          <ac:spMkLst>
            <pc:docMk/>
            <pc:sldMk cId="3977642913" sldId="305"/>
            <ac:spMk id="19" creationId="{ADD790F5-F2B8-5934-8069-D423008078FC}"/>
          </ac:spMkLst>
        </pc:spChg>
        <pc:spChg chg="add mod">
          <ac:chgData name="Toby Donaldson" userId="2e6e5431-bb17-4c41-9985-d39c50d83c73" providerId="ADAL" clId="{7F9681A8-EEE2-56F4-9B39-ECCBEE0471AC}" dt="2026-03-08T04:02:11.333" v="9282" actId="1076"/>
          <ac:spMkLst>
            <pc:docMk/>
            <pc:sldMk cId="3977642913" sldId="305"/>
            <ac:spMk id="20" creationId="{DB6818E9-B0C2-3F84-8E47-D599EA7C6AB3}"/>
          </ac:spMkLst>
        </pc:spChg>
        <pc:spChg chg="add mod">
          <ac:chgData name="Toby Donaldson" userId="2e6e5431-bb17-4c41-9985-d39c50d83c73" providerId="ADAL" clId="{7F9681A8-EEE2-56F4-9B39-ECCBEE0471AC}" dt="2026-03-08T04:02:11.333" v="9282" actId="1076"/>
          <ac:spMkLst>
            <pc:docMk/>
            <pc:sldMk cId="3977642913" sldId="305"/>
            <ac:spMk id="21" creationId="{EA5DB050-DC40-9482-219B-724D69A143B7}"/>
          </ac:spMkLst>
        </pc:spChg>
        <pc:spChg chg="add mod">
          <ac:chgData name="Toby Donaldson" userId="2e6e5431-bb17-4c41-9985-d39c50d83c73" providerId="ADAL" clId="{7F9681A8-EEE2-56F4-9B39-ECCBEE0471AC}" dt="2026-03-08T04:02:35.617" v="9294" actId="20577"/>
          <ac:spMkLst>
            <pc:docMk/>
            <pc:sldMk cId="3977642913" sldId="305"/>
            <ac:spMk id="22" creationId="{04E5B37E-5F5C-FCE8-9337-7ECCC1CC7E22}"/>
          </ac:spMkLst>
        </pc:spChg>
        <pc:spChg chg="add mod">
          <ac:chgData name="Toby Donaldson" userId="2e6e5431-bb17-4c41-9985-d39c50d83c73" providerId="ADAL" clId="{7F9681A8-EEE2-56F4-9B39-ECCBEE0471AC}" dt="2026-03-08T04:04:18.178" v="9310" actId="164"/>
          <ac:spMkLst>
            <pc:docMk/>
            <pc:sldMk cId="3977642913" sldId="305"/>
            <ac:spMk id="23" creationId="{4AA1D4FA-4E31-327C-985D-A743D344CDAF}"/>
          </ac:spMkLst>
        </pc:spChg>
        <pc:spChg chg="add mod">
          <ac:chgData name="Toby Donaldson" userId="2e6e5431-bb17-4c41-9985-d39c50d83c73" providerId="ADAL" clId="{7F9681A8-EEE2-56F4-9B39-ECCBEE0471AC}" dt="2026-03-08T04:04:18.178" v="9310" actId="164"/>
          <ac:spMkLst>
            <pc:docMk/>
            <pc:sldMk cId="3977642913" sldId="305"/>
            <ac:spMk id="24" creationId="{8F7CA2FC-692E-44A1-0F08-F566441744FA}"/>
          </ac:spMkLst>
        </pc:spChg>
        <pc:spChg chg="add mod">
          <ac:chgData name="Toby Donaldson" userId="2e6e5431-bb17-4c41-9985-d39c50d83c73" providerId="ADAL" clId="{7F9681A8-EEE2-56F4-9B39-ECCBEE0471AC}" dt="2026-03-08T04:04:18.178" v="9310" actId="164"/>
          <ac:spMkLst>
            <pc:docMk/>
            <pc:sldMk cId="3977642913" sldId="305"/>
            <ac:spMk id="25" creationId="{195A3C3F-C71D-FBA1-C78A-014DE8DAAFC9}"/>
          </ac:spMkLst>
        </pc:spChg>
        <pc:spChg chg="add mod">
          <ac:chgData name="Toby Donaldson" userId="2e6e5431-bb17-4c41-9985-d39c50d83c73" providerId="ADAL" clId="{7F9681A8-EEE2-56F4-9B39-ECCBEE0471AC}" dt="2026-03-08T04:04:18.178" v="9310" actId="164"/>
          <ac:spMkLst>
            <pc:docMk/>
            <pc:sldMk cId="3977642913" sldId="305"/>
            <ac:spMk id="26" creationId="{C21D311D-8EFE-DD2C-88FE-5236023345DF}"/>
          </ac:spMkLst>
        </pc:spChg>
        <pc:spChg chg="add mod">
          <ac:chgData name="Toby Donaldson" userId="2e6e5431-bb17-4c41-9985-d39c50d83c73" providerId="ADAL" clId="{7F9681A8-EEE2-56F4-9B39-ECCBEE0471AC}" dt="2026-03-08T04:05:38.808" v="9331" actId="20577"/>
          <ac:spMkLst>
            <pc:docMk/>
            <pc:sldMk cId="3977642913" sldId="305"/>
            <ac:spMk id="28" creationId="{F0B746AE-E96E-BF91-0450-A6A042A1FEB0}"/>
          </ac:spMkLst>
        </pc:spChg>
        <pc:spChg chg="add mod">
          <ac:chgData name="Toby Donaldson" userId="2e6e5431-bb17-4c41-9985-d39c50d83c73" providerId="ADAL" clId="{7F9681A8-EEE2-56F4-9B39-ECCBEE0471AC}" dt="2026-03-08T04:05:41.101" v="9333" actId="20577"/>
          <ac:spMkLst>
            <pc:docMk/>
            <pc:sldMk cId="3977642913" sldId="305"/>
            <ac:spMk id="29" creationId="{97467314-9BDA-C3EB-A974-8C223015D34F}"/>
          </ac:spMkLst>
        </pc:spChg>
        <pc:spChg chg="add mod">
          <ac:chgData name="Toby Donaldson" userId="2e6e5431-bb17-4c41-9985-d39c50d83c73" providerId="ADAL" clId="{7F9681A8-EEE2-56F4-9B39-ECCBEE0471AC}" dt="2026-03-08T04:05:43.186" v="9335" actId="20577"/>
          <ac:spMkLst>
            <pc:docMk/>
            <pc:sldMk cId="3977642913" sldId="305"/>
            <ac:spMk id="30" creationId="{EBFCB77F-9D01-F82A-8BE0-DC9CD326E47F}"/>
          </ac:spMkLst>
        </pc:spChg>
        <pc:spChg chg="add mod">
          <ac:chgData name="Toby Donaldson" userId="2e6e5431-bb17-4c41-9985-d39c50d83c73" providerId="ADAL" clId="{7F9681A8-EEE2-56F4-9B39-ECCBEE0471AC}" dt="2026-03-08T04:05:45.969" v="9337" actId="20577"/>
          <ac:spMkLst>
            <pc:docMk/>
            <pc:sldMk cId="3977642913" sldId="305"/>
            <ac:spMk id="31" creationId="{5087EEF5-9046-FFE4-A29C-BDB602FC457C}"/>
          </ac:spMkLst>
        </pc:spChg>
        <pc:spChg chg="add mod">
          <ac:chgData name="Toby Donaldson" userId="2e6e5431-bb17-4c41-9985-d39c50d83c73" providerId="ADAL" clId="{7F9681A8-EEE2-56F4-9B39-ECCBEE0471AC}" dt="2026-03-08T04:06:21.220" v="9347" actId="1076"/>
          <ac:spMkLst>
            <pc:docMk/>
            <pc:sldMk cId="3977642913" sldId="305"/>
            <ac:spMk id="32" creationId="{01071B27-0647-7777-B439-36C6AE633474}"/>
          </ac:spMkLst>
        </pc:spChg>
        <pc:grpChg chg="add mod">
          <ac:chgData name="Toby Donaldson" userId="2e6e5431-bb17-4c41-9985-d39c50d83c73" providerId="ADAL" clId="{7F9681A8-EEE2-56F4-9B39-ECCBEE0471AC}" dt="2026-03-08T04:04:27.052" v="9311" actId="1076"/>
          <ac:grpSpMkLst>
            <pc:docMk/>
            <pc:sldMk cId="3977642913" sldId="305"/>
            <ac:grpSpMk id="27" creationId="{28358248-C923-AEBE-F6C1-0BD7941C99D8}"/>
          </ac:grpSpMkLst>
        </pc:grpChg>
        <pc:graphicFrameChg chg="add mod modGraphic">
          <ac:chgData name="Toby Donaldson" userId="2e6e5431-bb17-4c41-9985-d39c50d83c73" providerId="ADAL" clId="{7F9681A8-EEE2-56F4-9B39-ECCBEE0471AC}" dt="2026-03-08T04:01:43.599" v="9278" actId="1076"/>
          <ac:graphicFrameMkLst>
            <pc:docMk/>
            <pc:sldMk cId="3977642913" sldId="305"/>
            <ac:graphicFrameMk id="4" creationId="{5DC21E62-1695-159C-A0B1-6C18927930D3}"/>
          </ac:graphicFrameMkLst>
        </pc:graphicFrameChg>
      </pc:sldChg>
      <pc:sldChg chg="addSp delSp modSp add mod">
        <pc:chgData name="Toby Donaldson" userId="2e6e5431-bb17-4c41-9985-d39c50d83c73" providerId="ADAL" clId="{7F9681A8-EEE2-56F4-9B39-ECCBEE0471AC}" dt="2026-03-08T04:15:47.530" v="9725" actId="14100"/>
        <pc:sldMkLst>
          <pc:docMk/>
          <pc:sldMk cId="2946646255" sldId="306"/>
        </pc:sldMkLst>
        <pc:spChg chg="mod">
          <ac:chgData name="Toby Donaldson" userId="2e6e5431-bb17-4c41-9985-d39c50d83c73" providerId="ADAL" clId="{7F9681A8-EEE2-56F4-9B39-ECCBEE0471AC}" dt="2026-03-08T04:13:51.806" v="9609"/>
          <ac:spMkLst>
            <pc:docMk/>
            <pc:sldMk cId="2946646255" sldId="306"/>
            <ac:spMk id="3" creationId="{832B7D5E-0C77-874E-DC17-83815326FDE3}"/>
          </ac:spMkLst>
        </pc:spChg>
        <pc:spChg chg="add mod">
          <ac:chgData name="Toby Donaldson" userId="2e6e5431-bb17-4c41-9985-d39c50d83c73" providerId="ADAL" clId="{7F9681A8-EEE2-56F4-9B39-ECCBEE0471AC}" dt="2026-03-08T04:15:47.530" v="9725" actId="14100"/>
          <ac:spMkLst>
            <pc:docMk/>
            <pc:sldMk cId="2946646255" sldId="306"/>
            <ac:spMk id="6" creationId="{C265345D-0399-8F0C-EA16-A5A7F869C8D6}"/>
          </ac:spMkLst>
        </pc:spChg>
        <pc:graphicFrameChg chg="mod modGraphic">
          <ac:chgData name="Toby Donaldson" userId="2e6e5431-bb17-4c41-9985-d39c50d83c73" providerId="ADAL" clId="{7F9681A8-EEE2-56F4-9B39-ECCBEE0471AC}" dt="2026-03-08T04:12:52.853" v="9495" actId="20577"/>
          <ac:graphicFrameMkLst>
            <pc:docMk/>
            <pc:sldMk cId="2946646255" sldId="306"/>
            <ac:graphicFrameMk id="4" creationId="{840C8945-5471-9873-D481-883AC9156CBD}"/>
          </ac:graphicFrameMkLst>
        </pc:graphicFrameChg>
      </pc:sldChg>
      <pc:sldChg chg="addSp modSp add mod">
        <pc:chgData name="Toby Donaldson" userId="2e6e5431-bb17-4c41-9985-d39c50d83c73" providerId="ADAL" clId="{7F9681A8-EEE2-56F4-9B39-ECCBEE0471AC}" dt="2026-03-08T04:30:06.534" v="10242" actId="20577"/>
        <pc:sldMkLst>
          <pc:docMk/>
          <pc:sldMk cId="3487708479" sldId="307"/>
        </pc:sldMkLst>
        <pc:spChg chg="mod">
          <ac:chgData name="Toby Donaldson" userId="2e6e5431-bb17-4c41-9985-d39c50d83c73" providerId="ADAL" clId="{7F9681A8-EEE2-56F4-9B39-ECCBEE0471AC}" dt="2026-03-08T04:16:36.133" v="9727" actId="20577"/>
          <ac:spMkLst>
            <pc:docMk/>
            <pc:sldMk cId="3487708479" sldId="307"/>
            <ac:spMk id="3" creationId="{3A3ACFED-4713-85CC-F1E8-9B66EE20CEBB}"/>
          </ac:spMkLst>
        </pc:spChg>
        <pc:spChg chg="add mod">
          <ac:chgData name="Toby Donaldson" userId="2e6e5431-bb17-4c41-9985-d39c50d83c73" providerId="ADAL" clId="{7F9681A8-EEE2-56F4-9B39-ECCBEE0471AC}" dt="2026-03-08T04:20:14.439" v="9935" actId="12788"/>
          <ac:spMkLst>
            <pc:docMk/>
            <pc:sldMk cId="3487708479" sldId="307"/>
            <ac:spMk id="5" creationId="{4272546F-C5EC-2E33-60D5-300B82BAA4D8}"/>
          </ac:spMkLst>
        </pc:spChg>
        <pc:spChg chg="add mod">
          <ac:chgData name="Toby Donaldson" userId="2e6e5431-bb17-4c41-9985-d39c50d83c73" providerId="ADAL" clId="{7F9681A8-EEE2-56F4-9B39-ECCBEE0471AC}" dt="2026-03-08T04:30:06.534" v="10242" actId="20577"/>
          <ac:spMkLst>
            <pc:docMk/>
            <pc:sldMk cId="3487708479" sldId="307"/>
            <ac:spMk id="6" creationId="{C1910A65-0257-28EE-8011-8A238492E605}"/>
          </ac:spMkLst>
        </pc:spChg>
      </pc:sldChg>
      <pc:sldChg chg="addSp modSp new mod">
        <pc:chgData name="Toby Donaldson" userId="2e6e5431-bb17-4c41-9985-d39c50d83c73" providerId="ADAL" clId="{7F9681A8-EEE2-56F4-9B39-ECCBEE0471AC}" dt="2026-03-08T04:29:41.835" v="10234" actId="1076"/>
        <pc:sldMkLst>
          <pc:docMk/>
          <pc:sldMk cId="1536239087" sldId="308"/>
        </pc:sldMkLst>
        <pc:spChg chg="mod">
          <ac:chgData name="Toby Donaldson" userId="2e6e5431-bb17-4c41-9985-d39c50d83c73" providerId="ADAL" clId="{7F9681A8-EEE2-56F4-9B39-ECCBEE0471AC}" dt="2026-03-08T04:22:35.279" v="9974" actId="20577"/>
          <ac:spMkLst>
            <pc:docMk/>
            <pc:sldMk cId="1536239087" sldId="308"/>
            <ac:spMk id="2" creationId="{3541AB1B-3999-1D4A-E129-B9995A9B2843}"/>
          </ac:spMkLst>
        </pc:spChg>
        <pc:spChg chg="mod">
          <ac:chgData name="Toby Donaldson" userId="2e6e5431-bb17-4c41-9985-d39c50d83c73" providerId="ADAL" clId="{7F9681A8-EEE2-56F4-9B39-ECCBEE0471AC}" dt="2026-03-08T04:28:56.299" v="10196" actId="14100"/>
          <ac:spMkLst>
            <pc:docMk/>
            <pc:sldMk cId="1536239087" sldId="308"/>
            <ac:spMk id="3" creationId="{322DBEF8-23A3-41E1-EEBF-6153D8A528E1}"/>
          </ac:spMkLst>
        </pc:spChg>
        <pc:spChg chg="add mod">
          <ac:chgData name="Toby Donaldson" userId="2e6e5431-bb17-4c41-9985-d39c50d83c73" providerId="ADAL" clId="{7F9681A8-EEE2-56F4-9B39-ECCBEE0471AC}" dt="2026-03-08T04:28:46.491" v="10194" actId="164"/>
          <ac:spMkLst>
            <pc:docMk/>
            <pc:sldMk cId="1536239087" sldId="308"/>
            <ac:spMk id="6" creationId="{F475B1A9-CD28-0C4A-7560-027A1FAB0773}"/>
          </ac:spMkLst>
        </pc:spChg>
        <pc:spChg chg="add mod">
          <ac:chgData name="Toby Donaldson" userId="2e6e5431-bb17-4c41-9985-d39c50d83c73" providerId="ADAL" clId="{7F9681A8-EEE2-56F4-9B39-ECCBEE0471AC}" dt="2026-03-08T04:28:46.491" v="10194" actId="164"/>
          <ac:spMkLst>
            <pc:docMk/>
            <pc:sldMk cId="1536239087" sldId="308"/>
            <ac:spMk id="7" creationId="{11B8A4A4-1245-3C3B-2102-BAD477954D30}"/>
          </ac:spMkLst>
        </pc:spChg>
        <pc:spChg chg="add mod">
          <ac:chgData name="Toby Donaldson" userId="2e6e5431-bb17-4c41-9985-d39c50d83c73" providerId="ADAL" clId="{7F9681A8-EEE2-56F4-9B39-ECCBEE0471AC}" dt="2026-03-08T04:28:05.981" v="10191" actId="1076"/>
          <ac:spMkLst>
            <pc:docMk/>
            <pc:sldMk cId="1536239087" sldId="308"/>
            <ac:spMk id="8" creationId="{7F9EF1F6-9D8D-9019-1237-9F97C2EB1617}"/>
          </ac:spMkLst>
        </pc:spChg>
        <pc:spChg chg="add mod">
          <ac:chgData name="Toby Donaldson" userId="2e6e5431-bb17-4c41-9985-d39c50d83c73" providerId="ADAL" clId="{7F9681A8-EEE2-56F4-9B39-ECCBEE0471AC}" dt="2026-03-08T04:29:14.188" v="10210" actId="1076"/>
          <ac:spMkLst>
            <pc:docMk/>
            <pc:sldMk cId="1536239087" sldId="308"/>
            <ac:spMk id="10" creationId="{9BE0DBD2-DC49-693F-D74A-3816C1407445}"/>
          </ac:spMkLst>
        </pc:spChg>
        <pc:spChg chg="add mod">
          <ac:chgData name="Toby Donaldson" userId="2e6e5431-bb17-4c41-9985-d39c50d83c73" providerId="ADAL" clId="{7F9681A8-EEE2-56F4-9B39-ECCBEE0471AC}" dt="2026-03-08T04:29:41.835" v="10234" actId="1076"/>
          <ac:spMkLst>
            <pc:docMk/>
            <pc:sldMk cId="1536239087" sldId="308"/>
            <ac:spMk id="11" creationId="{D41043C2-7FDF-DB94-3A26-7693C2913607}"/>
          </ac:spMkLst>
        </pc:spChg>
        <pc:grpChg chg="add mod">
          <ac:chgData name="Toby Donaldson" userId="2e6e5431-bb17-4c41-9985-d39c50d83c73" providerId="ADAL" clId="{7F9681A8-EEE2-56F4-9B39-ECCBEE0471AC}" dt="2026-03-08T04:28:50.098" v="10195" actId="1076"/>
          <ac:grpSpMkLst>
            <pc:docMk/>
            <pc:sldMk cId="1536239087" sldId="308"/>
            <ac:grpSpMk id="9" creationId="{D91B4A3B-F3A7-281C-A186-0ED45C696A35}"/>
          </ac:grpSpMkLst>
        </pc:grpChg>
        <pc:picChg chg="add mod modCrop">
          <ac:chgData name="Toby Donaldson" userId="2e6e5431-bb17-4c41-9985-d39c50d83c73" providerId="ADAL" clId="{7F9681A8-EEE2-56F4-9B39-ECCBEE0471AC}" dt="2026-03-08T04:28:46.491" v="10194" actId="164"/>
          <ac:picMkLst>
            <pc:docMk/>
            <pc:sldMk cId="1536239087" sldId="308"/>
            <ac:picMk id="5" creationId="{27448993-8962-C826-2F87-9279EE1B51C2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20:05:01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3528 11836 24575,'43'0'0,"-6"0"0,6 0 0,0 0 0,-21 0 0,17 0 0,-35 0 0,35 0 0,-17 0 0,5 0 0,5 0 0,-5 0 0,10 0 0,-9 0 0,-13 0 0,-15 0 0</inkml:trace>
  <inkml:trace contextRef="#ctx0" brushRef="#br0" timeOffset="3499">4568 11748 24575,'30'0'0,"9"0"0,4 0 0,-2 0 0,-7 0 0,-1 0 0,4 0 0,-9 0 0,-13 0 0,-15 0 0</inkml:trace>
  <inkml:trace contextRef="#ctx0" brushRef="#br0" timeOffset="7983">6932 11589 24575,'35'0'0,"-6"0"0,1 0 0,2 0 0,1 0 0,10 0 0,2 0 0,-4 0 0,-2 0 0,-2 0 0,-3 0 0,-6 0 0,-3 0 0,2 0 0,-11 0 0,-16 0 0,0 15 0,0-11 0,0 12 0</inkml:trace>
  <inkml:trace contextRef="#ctx0" brushRef="#br0" timeOffset="10832">9560 11624 24575,'45'0'0,"-4"0"0,1 0 0,-16-1 0,1 2 0,19 6 0,0 2 0,-18-8 0,-1 2 0,0 5 0,-2-1 0,3-7 0,11 0 0,-33 0 0,18 0 0,-24 24 0,15-18 0,-11 17 0,12-23 0,-16 0 0,0 0 0</inkml:trace>
  <inkml:trace contextRef="#ctx0" brushRef="#br0" timeOffset="12056">12171 11836 24575,'19'0'0,"-3"0"0</inkml:trace>
  <inkml:trace contextRef="#ctx0" brushRef="#br0" timeOffset="13815">14764 11448 24575,'29'0'0,"3"0"0,-1 0 0,-6 0 0,14 0 0,5 0 0,-3 0 0,-2 0 0,-12 0 0,-1 0 0,14-4 0,-10 8 0,-26 19 0,12-17 0,-16 18 0,0-9 0,24-11 0,-19 12 0,35-16 0,-36 0 0,11 0 0,-15 23 0,0-17 0,0 18 0,0-24 0,0 0 0,0 0 0</inkml:trace>
  <inkml:trace contextRef="#ctx0" brushRef="#br0" timeOffset="43198">2434 14482 24575,'30'0'0,"-1"0"0,2 0 0,3 0 0,8 0 0,4 0 0,-12 0 0,1 0 0,0 0-586,0 0 1,0 0 0,3 0 585,6 0 0,3 0 0,1 0-272,-11 0 0,1 0 0,0 0 1,0 0 271,10 0 0,0 0 0,1 0 0,0-1 0,0 0 0,0 3 0,0 2 0,0 2 0,0-1 0,-6-3 0,-1-1 0,2 0 0,-5 2 0,1 1 0,1 1 0,2-1 0,-2-1 0,2 1 0,1-1 0,2 0 0,1-1 0,-4 0 0,1-2 0,2 1 0,1-1 0,0 0 0,0 0 0,-1 1-436,-2 1 1,0 0 0,0 0 0,1 0 0,-1 1 0,1-1-1,0 1 436,4 0 0,2 1 0,0 0 0,0-1 0,-1 1 0,-1-1 0,-1 0 0,-1-2 0,-3 0 0,0 0 0,0-1 0,1 1 0,1 0 0,-2 2 0,1 0 0,1 0 0,1 1 0,0-1 0,-1 0 0,-1 0 0,-2-1 0,3-1 0,-1-1 0,-2 0 0,0 0 0,1-1 0,2 1 0,0 0 0,4 0 0,0 0 0,1 0 0,-2 0 0,-4 0 0,-3 0-203,1 0 1,-4 0-1,-2 0 1,1 0 202,13 0 0,-1 0 0,-4 0 316,-5 0 0,-2 0-316,4 0 0,-4 0 1003,2 0-1003,-7 7 0,-1 2 3276,4-5-2625,-9 11 487,-13-15-1138,-15 0 0,0 0 0,0 24 0,0-18 0,0 17 0,0-23 0,0 0 0,16 0 0,-12 0 0,12 16 0,-16-12 0,0 11 0,0-30 0,0 11 0,0-12 0,0 16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20:06:27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3440 7761 24575,'29'0'0,"0"0"0,3 0 0,1 0 0,0 0 0,3 0 0,-1 0 0,12 0 0,-2 0 0,-4 0 0,-2 0 0,-3 0 0,-5 0 0,-9 0 0,1 0 0,-23 0 0</inkml:trace>
  <inkml:trace contextRef="#ctx0" brushRef="#br0" timeOffset="1590">5715 7514 24575,'20'0'0,"-5"0"0,1 0 0,-12 0 0,35 0 0,-33 0 0,33 0 0,-19 0 0,23 0 0,-6 0 0,-9 0 0,11 0 0,-18 0 0,7 0-820,-13 0 1,-15 0 0,0 0 0</inkml:trace>
  <inkml:trace contextRef="#ctx0" brushRef="#br0" timeOffset="2834">8678 7602 24575,'45'0'0,"-5"0"0,3 0 0,1 0 0,4 0 0,-2 0 0,4 0 0,-5 0 0,-3 0 0,-4 0 0,33 0 0,-71 0 0</inkml:trace>
  <inkml:trace contextRef="#ctx0" brushRef="#br0" timeOffset="4418">10954 7761 24575,'29'0'0,"1"0"0,11 0 0,-8 0 0,0 0 0,5 0 0,-11 0 0,12 0 0,-33 0 0,33 0 0,-19 0 0,9 0 0,1 0 0,-5 0 0,9 0 0,-5 0 0,-23 0 0,17 0 0,-23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20:08:30.1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21572 13176 24575,'43'0'0,"-1"0"0,1 0 0,2 0 0,0 0 0,0 0 0,0 0 0,-1 0 0,-2 0 0,4 0 0,-2 0 0,-6 0 0,1 0 0,-10 0 0,-7 0 0,1 0 0,-23 0 0</inkml:trace>
  <inkml:trace contextRef="#ctx0" brushRef="#br0" timeOffset="1736">23618 13000 24575,'46'0'0,"-6"0"0,2 0 0,-9 0 0,2 0 0,3 0 0,3 0 0,0 0 0,3 0 0,0 0 0,-1 0 0,-4 0 0,-1 0 0,-1 0 0,9 0 0,-4 0 0,-10 0 0,-9 0 0,-19 0 0,27 0 0,-3 23 0,-7-17 0,3 18 0,-24-24 0</inkml:trace>
  <inkml:trace contextRef="#ctx0" brushRef="#br0" timeOffset="4984">25312 13053 24575,'31'0'0,"1"0"0,-6 0 0,0 0 0,0 0 0,-1 0 0,13 0 0,5 15 0,0-11 0,-22 12 0,3-16 0,-24 0 0,-24 0 0,-13 0 0,11 1 0,-3-2 0,-9-6 0,0-2 0,-11 5 0,6-11 0,27 15 0,16 0 0,0 0 0,0 0 0</inkml:trace>
  <inkml:trace contextRef="#ctx0" brushRef="#br0" timeOffset="10917">28875 13264 24575,'37'0'0,"0"0"0,8 0 0,2 0 0,-2 0 0,3 0 0,1 0-779,-10 0 1,0 0-1,1 0 1,0 0 778,0 0 0,0 0 0,0 0 0,1 0 0,2 0 0,1 0 0,0 0 0,-1 0 0,1 0 0,1 0 0,-1 0 0,0 0 0,0 0 0,1 0 0,-1 0 0,1 0 0,1 0 0,1 0 0,-1 0 0,-1 0 0,-1 0 0,-2 0 0,0 0 0,-1 0 0,5 0 0,-1 0 0,-1 0 103,2 0 1,0 0-1,-3 0-103,5 0 0,-3 0 331,-3 0 1,-4 0-332,5 0 0,-12 0 0,-27 0 1577,35 0-1577,-17 0 282,2 0 0,3 0-282,-1 8 0,1 0 0,0-6 0,1 0 0,-1 5 0,-1 2 0,17 6 0,-24-11 0,-3 12 0,-16-16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20:09:56.8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6756 11783 24575,'43'0'0,"-6"0"0,-3 0 0,-1 0 0,-8 0 0,2 0 0,1 0 0,-1 0 0,-2 0 0,3 0 0,7 0 0,1 0 0,-4 0 0,1 0 0,5 0 0,0 0 0,-10 0 0,-1 0 0,1 0 0,-3 0 0,2 0 0,0 0 0,1 0 0,21 0 0,-17 0 0,1 0 0,-4 0 0,1 0 0,-1 0 0,0 0 0,4 0 0,-1 0 0,17 0 0,-18 0 0,-7 0 0,-20 0 0,35 0 0,-17 0 0,21 0 0,0 0 0,-13 0 0,1 0 0,1 0 0,0 0 0,4 0 0,-1 0 0,-8 0 0,-1 0 0,17 0 0,0 0 0,-21 0 0,17 0 0,4 0 0,-2 0 0,7 0 0,2 0 0,-16 0 0,1 0 0,9 0 0,7 0 0,-3 0 0,2 0 0,-2 0 0,-13 0 0,0 0 0,-1 0 0,10 0 0,-6 0 0,-13 0 0,3 0 0,-1 0 0,-7 0 0,23 0 0,1 0 0,4 0 0,-8 0 0,0 0 0,0 0 0,2 0 0,-4 0 0,-5 0 0,-1 0 0,8 0 0,2 0 0,-3 0 0,2 0 0,2 0 0,3 0 0,-3 0 0,2 0 0,0 0 0,-5 0 0,2 0 0,-3 0 0,3 0 0,-3 0 0,-5 0 0,0 0 0,7 0 0,1 0 0,-4 0 0,0 0 0,0 0 0,0 0 0,3 0 0,-1 0 0,-11 0 0,1 0 0,6 0 0,2 0 0,-4 0 0,1 0 0,-1 0 0,2 0 0,-2 0 0,0 0 0,-4 0 0,13 0 0,-15 0 0,-1 0 0,22 0 0,0 0 0,-18 0 0,-7 0 0,-20 0 0,35 0 0,-2 0 0,-2 0 0,1 0 0,-5 0 0,3 0 0,6 0 0,5 0 0,1 0 0,0 0 0,0 0 0,1 0 0,-6 0 0,0 1 0,1-1 0,-1-1 0,8-4 0,0-1 0,0 1 0,-1 3 0,0 2 0,-1-2 0,-9-3 0,-1-1 0,2 2 0,5 2 0,2 3 0,-5 0 0,-6-1 0,-6 0 0,11 0 0,-40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9:45:51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26599 13053 24575,'45'0'0,"-1"0"0,0 0 0,0 0 0,-4 0 0,0 0 0,3 0 0,0 0 0,-2 0 0,-1 0 0,4 0 0,0 0 0,-4 0 0,0 0 0,-4 0 0,1 0 0,0 0-209,-3-1 0,0 1 1,0 1 208,4 3 0,2 3 0,-2-3 0,11-2 0,-2 0 77,-3 7 1,-2-2-78,-13-6 0,-1-2 0,6 1 0,-2 0 0,6 0 0,-12 0 0,-1 0 0,-4 0 471,3 0-471,-24 0 0,0 0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F2B1-B8DA-C890-BF39-90891274B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11EA8-0567-C0E7-3935-60EE33BA6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DF76A-AF60-6BE9-8E86-0ACD5753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D3001-FDA9-DB76-50E3-153F587D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CE83A-ACE2-2899-41D9-61A6233C0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A095-7BD7-7FEC-7FA5-90B0F220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3C8B-EDC4-754C-A18A-9BB0394E8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7FDC-140A-916F-0690-1CB933F6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BC797-8D04-5AF3-8B41-C0763D17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F02F3-1B24-F23D-676E-0EECDEB2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67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55D-CDAF-D778-F233-411C1D2C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73F51-A4E1-7BE8-1B3F-FD5C2B7B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999B2-BD8B-EAA8-215B-326C03B9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D7D53-77AF-9FA5-D616-A84DA299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52555-391F-301F-B0C2-13C5224F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0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A3BF4-E574-2FA1-26EF-B8120C4D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35F37-B355-3060-B4A9-8BD2E1663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D26B5-0121-500B-EB02-24C7882BF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4FB43-D887-8058-735A-34EAD88E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3480B-F1E2-D4FC-5F19-0728ECDA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8749B-7FAC-00EC-0776-F7DFAD31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34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C0581-EF24-D376-D0BF-653FC1BB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2C8B6-484B-4183-3C44-94BCFB13A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C7A6F-6BD4-6674-9D33-A0910DE7A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DD969-EFB7-338E-2EDE-0AEFA9991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5E9474-7023-2D02-E64C-37FF7093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CE99E-0286-4BAB-9CAB-88509BB4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66DC2-25AA-4E02-7D46-6280321B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65F54-7AAA-03D1-28A6-90A9B1F11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7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78EA-9613-399B-CC12-823403BF7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05ABE-A831-3A8B-0E81-3984AA93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45831-16DB-F02C-64DD-AB7B96C09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1D9FF1-60BA-BCFC-0FDB-58CB9237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0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874AD-3068-7257-3883-020B66D8F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25DC5-4685-AB07-D792-D4E3081F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F55B9-9F34-7CC1-DF67-2981DDD8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72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04A4-382F-03C6-B9E5-A8DFF6AE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8CB81-DFBB-5EA2-314A-708B374FF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E3BF5-5469-16C6-F8AD-D61242CA7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1589D-7D28-60E5-4C7F-9227FFB8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7E947-3308-C27D-990F-CE3784CD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BF340-A4F7-D0FB-0C98-5025459B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0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4DA32-17EE-7F63-B8C3-F5106929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36972-2D99-C32D-1607-43367BADE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05-BF10-0AD2-DA04-D9B0DBDFE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F8B9C-AB8C-9274-D9B0-8372603B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D14CB-5A52-1E06-D2BF-75F69BC3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014E7-A69E-41F3-1025-D386E9DD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09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8C1A-D4D5-6567-E971-5DE0EB7C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1EB58-2E32-89A5-7EDD-E26CE9462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F1AFA-7DAF-0798-3A60-D4595DBCE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10BDA-7680-DCFF-4DA2-13EBCB88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25FA-B6FC-DAEC-F241-B55E072E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5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26D84-DF99-D519-A8D5-18B612909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60174-03F7-1177-9EBC-AF2D4F6BC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6F86A-3E15-CBFF-7DB5-7BE2AAC7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4999C-CF6F-85DA-D454-4C19E1BD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47985-0056-A195-89D6-3CFDE731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9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5CE9A-CED0-2333-4113-D302AF1A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940CF-BAC8-CBCF-4236-E3EFC3DBB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62116-D214-1287-3063-D7C2FC600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14322-C12B-6342-B677-D4F6BAD7EC1C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8F463-9CFF-A409-3DEF-A32CD3889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FCED0-15BF-9FE3-31C5-7D733E034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2D07B-9597-9147-B802-0383666ED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01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6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5" Type="http://schemas.openxmlformats.org/officeDocument/2006/relationships/image" Target="../media/image10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5" Type="http://schemas.openxmlformats.org/officeDocument/2006/relationships/image" Target="../media/image10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8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svg"/><Relationship Id="rId1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8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svg"/><Relationship Id="rId1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svg"/><Relationship Id="rId5" Type="http://schemas.openxmlformats.org/officeDocument/2006/relationships/image" Target="../media/image2.sv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90.png"/><Relationship Id="rId7" Type="http://schemas.openxmlformats.org/officeDocument/2006/relationships/image" Target="../media/image3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290.png"/><Relationship Id="rId7" Type="http://schemas.openxmlformats.org/officeDocument/2006/relationships/image" Target="../media/image3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290.png"/><Relationship Id="rId7" Type="http://schemas.openxmlformats.org/officeDocument/2006/relationships/image" Target="../media/image3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9.png"/><Relationship Id="rId3" Type="http://schemas.openxmlformats.org/officeDocument/2006/relationships/image" Target="../media/image30.png"/><Relationship Id="rId7" Type="http://schemas.openxmlformats.org/officeDocument/2006/relationships/image" Target="../media/image340.png"/><Relationship Id="rId12" Type="http://schemas.openxmlformats.org/officeDocument/2006/relationships/customXml" Target="../ink/ink4.xml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C875-17A5-A6B8-9D7A-B86320FEC5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Powers </a:t>
            </a:r>
            <a:br>
              <a:rPr lang="en-US" dirty="0"/>
            </a:br>
            <a:r>
              <a:rPr lang="en-US" dirty="0"/>
              <a:t>and Finding the Max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F48A3F-69EB-AD0B-E532-A3E53F6DD8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CMPT 125</a:t>
            </a:r>
          </a:p>
        </p:txBody>
      </p:sp>
    </p:spTree>
    <p:extLst>
      <p:ext uri="{BB962C8B-B14F-4D97-AF65-F5344CB8AC3E}">
        <p14:creationId xmlns:p14="http://schemas.microsoft.com/office/powerpoint/2010/main" val="326460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33601-9EFA-9578-02A5-FB405709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90A4-367B-96E1-ADDD-7C4721FD5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We’re taking a break from introducing C++ features</a:t>
            </a:r>
          </a:p>
          <a:p>
            <a:r>
              <a:rPr lang="en-US" dirty="0"/>
              <a:t>We’re going to study some basic algorithms</a:t>
            </a:r>
          </a:p>
          <a:p>
            <a:r>
              <a:rPr lang="en-US" dirty="0"/>
              <a:t>We will see how to implement them</a:t>
            </a:r>
          </a:p>
          <a:p>
            <a:r>
              <a:rPr lang="en-US" dirty="0"/>
              <a:t>And how to estimate their performance</a:t>
            </a:r>
          </a:p>
        </p:txBody>
      </p:sp>
    </p:spTree>
    <p:extLst>
      <p:ext uri="{BB962C8B-B14F-4D97-AF65-F5344CB8AC3E}">
        <p14:creationId xmlns:p14="http://schemas.microsoft.com/office/powerpoint/2010/main" val="273613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8A83F21-D8F8-B479-C122-802D0D3A286F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27F2B137-D1B1-E5F4-3554-15B0FE66A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FBC720-AEAD-BDC9-86F6-89099AF39A69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288647-2D43-8B24-0056-56E876C209F3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66CF3B05-B756-8374-5A8D-B998D1521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E0AE2D-E197-C369-1E7F-C4F66EE25F33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BF218445-6216-B1A9-A447-0D8E3DBA1687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9A684F-FF41-1FE1-B2FC-D38A245D4BD9}"/>
              </a:ext>
            </a:extLst>
          </p:cNvPr>
          <p:cNvSpPr txBox="1"/>
          <p:nvPr/>
        </p:nvSpPr>
        <p:spPr>
          <a:xfrm>
            <a:off x="4923180" y="402394"/>
            <a:ext cx="256429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Alice wants to send Bob some money.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4B12B0-A766-E50E-BFA2-F79B326839D5}"/>
              </a:ext>
            </a:extLst>
          </p:cNvPr>
          <p:cNvSpPr txBox="1"/>
          <p:nvPr/>
        </p:nvSpPr>
        <p:spPr>
          <a:xfrm>
            <a:off x="1317646" y="3429000"/>
            <a:ext cx="623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$$</a:t>
            </a:r>
          </a:p>
        </p:txBody>
      </p:sp>
    </p:spTree>
    <p:extLst>
      <p:ext uri="{BB962C8B-B14F-4D97-AF65-F5344CB8AC3E}">
        <p14:creationId xmlns:p14="http://schemas.microsoft.com/office/powerpoint/2010/main" val="139624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7316E-DE78-B7AB-DDD9-8A107541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E32503F-891C-84ED-30A6-A05F5357CD0E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038C4327-D811-6A47-A222-51AADAFB9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407CF1-F2D6-DF98-448A-47F51EDF0D9F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17F675-CF38-9556-1E75-15C3F570B0B2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FC22C88E-9DE9-DBA5-6442-6E828E4EA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AAFCAF-43E3-2BAE-3985-D156F19A56AD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978F857C-35E0-CB7A-6D0E-8E16D0486B79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23E0B9-E9A2-934F-5AE4-E7486AF1E046}"/>
              </a:ext>
            </a:extLst>
          </p:cNvPr>
          <p:cNvSpPr txBox="1"/>
          <p:nvPr/>
        </p:nvSpPr>
        <p:spPr>
          <a:xfrm>
            <a:off x="4923180" y="402394"/>
            <a:ext cx="256429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Alice wants to send Bob some money.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99670-38A7-B1F0-20E6-BDC42C3A5B47}"/>
              </a:ext>
            </a:extLst>
          </p:cNvPr>
          <p:cNvSpPr txBox="1"/>
          <p:nvPr/>
        </p:nvSpPr>
        <p:spPr>
          <a:xfrm>
            <a:off x="5936698" y="1729936"/>
            <a:ext cx="623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$$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694457-B43B-E1E0-7553-2F1E88CC0E85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28" name="Graphic 27" descr="Devil face outline with solid fill">
              <a:extLst>
                <a:ext uri="{FF2B5EF4-FFF2-40B4-BE49-F238E27FC236}">
                  <a16:creationId xmlns:a16="http://schemas.microsoft.com/office/drawing/2014/main" id="{7EEE9C35-4126-9E7F-86A8-B305F4CE0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3E65F6-8C28-2598-31AB-5FF2D615C64F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6319691-6424-0DEA-5643-6A8FF93373DC}"/>
              </a:ext>
            </a:extLst>
          </p:cNvPr>
          <p:cNvSpPr txBox="1"/>
          <p:nvPr/>
        </p:nvSpPr>
        <p:spPr>
          <a:xfrm>
            <a:off x="3608180" y="5097634"/>
            <a:ext cx="195138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she just sends it to Bob then Eve will steal it.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735F8D-16A9-6274-73A4-5EA8ECE8FD1C}"/>
              </a:ext>
            </a:extLst>
          </p:cNvPr>
          <p:cNvCxnSpPr/>
          <p:nvPr/>
        </p:nvCxnSpPr>
        <p:spPr>
          <a:xfrm flipV="1">
            <a:off x="6205328" y="2425148"/>
            <a:ext cx="0" cy="2484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06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9CC00-07CE-F0D4-BCCE-34A2F9DF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E2E97C-1FFB-BF23-33B7-D728406981A7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B67B9074-39DC-47D7-4F27-8C8E529FD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BB2FB3-6F81-9723-ED9C-666F5D191FBC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754373-75D9-05F7-7C3D-749A756532ED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1D250DDD-C1FE-1B4A-CBF8-68BA58384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EE2726-C743-8336-5878-DB0347F1A637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pic>
        <p:nvPicPr>
          <p:cNvPr id="21" name="Graphic 20" descr="Lock outline">
            <a:extLst>
              <a:ext uri="{FF2B5EF4-FFF2-40B4-BE49-F238E27FC236}">
                <a16:creationId xmlns:a16="http://schemas.microsoft.com/office/drawing/2014/main" id="{7F5D2D5C-FDA1-8249-0915-9FA3BD5FD4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192" y="3969504"/>
            <a:ext cx="914400" cy="914400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20EC837D-69B8-686E-476F-46557FCDCD95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30024619-5867-7220-4331-D25894EEA57E}"/>
              </a:ext>
            </a:extLst>
          </p:cNvPr>
          <p:cNvSpPr/>
          <p:nvPr/>
        </p:nvSpPr>
        <p:spPr>
          <a:xfrm>
            <a:off x="2131763" y="3969504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A86F15C0-C373-5AC9-73E8-1F3D56471B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7363" y="3341133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34B0C9F-FCBB-E6F6-7170-4B736158C5E3}"/>
              </a:ext>
            </a:extLst>
          </p:cNvPr>
          <p:cNvSpPr txBox="1"/>
          <p:nvPr/>
        </p:nvSpPr>
        <p:spPr>
          <a:xfrm>
            <a:off x="2491537" y="2736502"/>
            <a:ext cx="199101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Alice uses her lock and key to lock the money in a box …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6EBC42-2D02-B3CE-D919-1E8586A99F43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3" name="Graphic 2" descr="Devil face outline with solid fill">
              <a:extLst>
                <a:ext uri="{FF2B5EF4-FFF2-40B4-BE49-F238E27FC236}">
                  <a16:creationId xmlns:a16="http://schemas.microsoft.com/office/drawing/2014/main" id="{2B1C126A-B3A1-2DB3-3E24-145FE58B3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B33561-675E-013A-52AD-2406CD76FADB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0218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C9E0B-1195-1099-CB4D-D027CDE2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796373A-52F9-E924-3FFA-4F1B73D1069A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8C2FDA29-01CF-2038-5CC7-7C7BD6DA0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91F19-EB5A-F547-1352-6986D5B0AC37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E4B4E4-FE8E-DE13-9BB0-4489D7292A38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C973FB0D-BDEF-9B7A-7B0F-519887B14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72632B8-1ECA-725A-D6B2-48B7867D9DAF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4BD66F-3853-BB0A-F745-66A3A7E6A897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243C8014-62F1-FABB-F1BD-8B8C28196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813B6A-1C88-B3BD-4787-B1949088E21C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pic>
        <p:nvPicPr>
          <p:cNvPr id="21" name="Graphic 20" descr="Lock outline">
            <a:extLst>
              <a:ext uri="{FF2B5EF4-FFF2-40B4-BE49-F238E27FC236}">
                <a16:creationId xmlns:a16="http://schemas.microsoft.com/office/drawing/2014/main" id="{8E24C684-D15E-242E-2D8E-686D6D779F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82234">
            <a:off x="5254427" y="2302219"/>
            <a:ext cx="914400" cy="914400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C826B874-EF6F-396F-3706-D7947382F8A0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031B14-8578-A331-F73A-15B97DCAE68E}"/>
              </a:ext>
            </a:extLst>
          </p:cNvPr>
          <p:cNvCxnSpPr/>
          <p:nvPr/>
        </p:nvCxnSpPr>
        <p:spPr>
          <a:xfrm flipV="1">
            <a:off x="6205329" y="2842054"/>
            <a:ext cx="0" cy="2026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7E54631E-69EF-1E72-AC51-74353231539F}"/>
              </a:ext>
            </a:extLst>
          </p:cNvPr>
          <p:cNvSpPr/>
          <p:nvPr/>
        </p:nvSpPr>
        <p:spPr>
          <a:xfrm>
            <a:off x="5775881" y="1865435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6AAFC89A-813C-DDD0-C946-0FCBF14BFC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7363" y="3341133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B8E5060-FFBA-D50B-4E43-006B2BF339FB}"/>
              </a:ext>
            </a:extLst>
          </p:cNvPr>
          <p:cNvSpPr txBox="1"/>
          <p:nvPr/>
        </p:nvSpPr>
        <p:spPr>
          <a:xfrm>
            <a:off x="3079997" y="4217673"/>
            <a:ext cx="256429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 can’t open the box because she doesn’t have the key.</a:t>
            </a:r>
          </a:p>
        </p:txBody>
      </p:sp>
    </p:spTree>
    <p:extLst>
      <p:ext uri="{BB962C8B-B14F-4D97-AF65-F5344CB8AC3E}">
        <p14:creationId xmlns:p14="http://schemas.microsoft.com/office/powerpoint/2010/main" val="1615896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3BD91-841D-FDC3-5669-AAB7C8031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635CE4D-A615-300C-4565-4EC78B12564C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35A07EBC-D44D-F7CB-4BF7-02C506E4C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E1F45F-32C4-4ACF-7BFB-DA69028B58B5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085E4B-2957-6CE0-F649-0418A65C0C91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71EDDC43-5A1B-4B2B-3957-7A0FE42ED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47D423-EAC8-B05C-10BD-884DBAFBBD9A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FC5C7E-E05E-2991-655F-AB073C72FB35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3DE9794A-B8A2-55A5-ED57-F685C3FFC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B767DA-78A8-CA20-C14D-944CD2723E83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pic>
        <p:nvPicPr>
          <p:cNvPr id="21" name="Graphic 20" descr="Lock outline">
            <a:extLst>
              <a:ext uri="{FF2B5EF4-FFF2-40B4-BE49-F238E27FC236}">
                <a16:creationId xmlns:a16="http://schemas.microsoft.com/office/drawing/2014/main" id="{1C1026AD-49D3-B971-F6FA-F238EE8B20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82234">
            <a:off x="9790261" y="3833400"/>
            <a:ext cx="914400" cy="914400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F55C451D-97CE-230A-A72B-3E965E255B9A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F58E3522-6953-5A64-9F93-E1D98002B98E}"/>
              </a:ext>
            </a:extLst>
          </p:cNvPr>
          <p:cNvSpPr/>
          <p:nvPr/>
        </p:nvSpPr>
        <p:spPr>
          <a:xfrm>
            <a:off x="10311715" y="3396616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B8B10B30-EE52-A05D-A549-C044A4C1A2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7363" y="3341133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6FA08F-5AA2-7C7D-5729-D2965F3CA574}"/>
              </a:ext>
            </a:extLst>
          </p:cNvPr>
          <p:cNvSpPr txBox="1"/>
          <p:nvPr/>
        </p:nvSpPr>
        <p:spPr>
          <a:xfrm>
            <a:off x="7082130" y="2934951"/>
            <a:ext cx="256429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But how does Bob unlock the box? He needs Alice’s key.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DDC24-5646-1EC1-FD2F-105DF8C423D2}"/>
              </a:ext>
            </a:extLst>
          </p:cNvPr>
          <p:cNvSpPr txBox="1"/>
          <p:nvPr/>
        </p:nvSpPr>
        <p:spPr>
          <a:xfrm>
            <a:off x="3079997" y="4217673"/>
            <a:ext cx="256429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 can’t open the box because she doesn’t have the key.</a:t>
            </a:r>
          </a:p>
        </p:txBody>
      </p:sp>
    </p:spTree>
    <p:extLst>
      <p:ext uri="{BB962C8B-B14F-4D97-AF65-F5344CB8AC3E}">
        <p14:creationId xmlns:p14="http://schemas.microsoft.com/office/powerpoint/2010/main" val="31651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3AEA5-72A1-9AB2-5A87-48AA47A9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FE4E4B2-51A0-DF1C-80B4-EAFA4D693706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9620C927-44E8-6BF1-FA62-1FAFBF7D5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C5477A-5326-8138-ABB3-0151A18E6814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C00849-B60D-AFCB-3DA7-EAEF0B873224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B4C6174F-E58E-0DC1-34D2-01AA4AB0B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FDD104-6E9F-0238-E620-658669373CE5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1D1172-F656-E2F9-5FC4-39BCD71C2329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744BAA21-F42E-0C3C-8130-4E352F468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D882581-AE51-F199-F40F-E8033878BEBE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pic>
        <p:nvPicPr>
          <p:cNvPr id="21" name="Graphic 20" descr="Lock outline">
            <a:extLst>
              <a:ext uri="{FF2B5EF4-FFF2-40B4-BE49-F238E27FC236}">
                <a16:creationId xmlns:a16="http://schemas.microsoft.com/office/drawing/2014/main" id="{DB9A3422-C996-7899-035C-A86785DCF4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82234">
            <a:off x="9790261" y="3833400"/>
            <a:ext cx="914400" cy="914400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F6F1F493-98CF-7C30-FC85-DB1BC90D510B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9AFD3019-E0BD-2F9D-2EA1-407EFA7C0C8D}"/>
              </a:ext>
            </a:extLst>
          </p:cNvPr>
          <p:cNvSpPr/>
          <p:nvPr/>
        </p:nvSpPr>
        <p:spPr>
          <a:xfrm>
            <a:off x="10311715" y="3396616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ED06FF9B-D80A-5346-4410-EDF5C42852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80781" y="1936856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1F79FA-8A33-2278-03F1-A5C9DA227EA4}"/>
              </a:ext>
            </a:extLst>
          </p:cNvPr>
          <p:cNvSpPr txBox="1"/>
          <p:nvPr/>
        </p:nvSpPr>
        <p:spPr>
          <a:xfrm>
            <a:off x="2970173" y="2842054"/>
            <a:ext cx="256429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Alice sends Bob the key, then Eve could steal it.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8ED6998-46BC-5ABD-FE05-FE25E986283B}"/>
              </a:ext>
            </a:extLst>
          </p:cNvPr>
          <p:cNvCxnSpPr/>
          <p:nvPr/>
        </p:nvCxnSpPr>
        <p:spPr>
          <a:xfrm flipV="1">
            <a:off x="6205329" y="2842054"/>
            <a:ext cx="0" cy="2026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52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0889-BB27-32FC-B2F2-6C9D732C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1537159-6512-2F5D-BA81-9DF00F7E6953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12E39F1C-78F3-D802-8A47-E5CD93079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BD84FB7-DEA2-DD98-19FA-7158D77FB4AE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E6F815-D36F-ED76-2689-DC2B65C59B05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5CBD7897-9F35-55E3-080F-455C50392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4EE433-BF8A-0204-EE3F-8D62ED08CC33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6A85D8-71E6-D682-5367-E8180F637DAC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0B9F0562-7217-C21B-1DCA-418D5DA8F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4EB3B4-AF1B-AE17-D1B8-40BCA0C2C074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pic>
        <p:nvPicPr>
          <p:cNvPr id="21" name="Graphic 20" descr="Lock outline">
            <a:extLst>
              <a:ext uri="{FF2B5EF4-FFF2-40B4-BE49-F238E27FC236}">
                <a16:creationId xmlns:a16="http://schemas.microsoft.com/office/drawing/2014/main" id="{56AAE665-81E3-82BD-C49D-9DCAA19DB6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82234">
            <a:off x="9790261" y="3833400"/>
            <a:ext cx="914400" cy="914400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A2A7DEB3-61B2-4ADB-710B-7AF5CC576882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7C431D17-99C4-3D68-44B3-4F2ADE8E721B}"/>
              </a:ext>
            </a:extLst>
          </p:cNvPr>
          <p:cNvSpPr/>
          <p:nvPr/>
        </p:nvSpPr>
        <p:spPr>
          <a:xfrm>
            <a:off x="10311715" y="3396616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EE5207-918F-E0FA-A64A-31CC0E3AB6C9}"/>
              </a:ext>
            </a:extLst>
          </p:cNvPr>
          <p:cNvSpPr txBox="1"/>
          <p:nvPr/>
        </p:nvSpPr>
        <p:spPr>
          <a:xfrm>
            <a:off x="2114844" y="3537230"/>
            <a:ext cx="256429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if Alice locked the key in a box?</a:t>
            </a:r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0E4CAF2D-EA53-533E-0114-FB02F918636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4544" y="3382976"/>
            <a:ext cx="914400" cy="914400"/>
          </a:xfrm>
          <a:prstGeom prst="rect">
            <a:avLst/>
          </a:prstGeom>
        </p:spPr>
      </p:pic>
      <p:pic>
        <p:nvPicPr>
          <p:cNvPr id="12" name="Graphic 11" descr="Lock outline">
            <a:extLst>
              <a:ext uri="{FF2B5EF4-FFF2-40B4-BE49-F238E27FC236}">
                <a16:creationId xmlns:a16="http://schemas.microsoft.com/office/drawing/2014/main" id="{F4D443AC-C3F3-AAB4-3A10-40F9F1A4A6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82234">
            <a:off x="5180715" y="2451659"/>
            <a:ext cx="914400" cy="914400"/>
          </a:xfrm>
          <a:prstGeom prst="rect">
            <a:avLst/>
          </a:prstGeom>
        </p:spPr>
      </p:pic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476066AC-4E0F-D7AF-4F6F-18D503C0177D}"/>
              </a:ext>
            </a:extLst>
          </p:cNvPr>
          <p:cNvSpPr/>
          <p:nvPr/>
        </p:nvSpPr>
        <p:spPr>
          <a:xfrm>
            <a:off x="5702169" y="2014875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4199B6F9-BF14-03AF-211A-CAE85DCC70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06011" y="2047868"/>
            <a:ext cx="751196" cy="7511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865ED56-DD8C-9626-C4C6-F7CDCDF9123F}"/>
              </a:ext>
            </a:extLst>
          </p:cNvPr>
          <p:cNvSpPr txBox="1"/>
          <p:nvPr/>
        </p:nvSpPr>
        <p:spPr>
          <a:xfrm>
            <a:off x="6851098" y="5536275"/>
            <a:ext cx="256429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Eve can’t steal the key being sent.</a:t>
            </a:r>
          </a:p>
        </p:txBody>
      </p:sp>
      <p:pic>
        <p:nvPicPr>
          <p:cNvPr id="20" name="Graphic 19" descr="Key outline">
            <a:extLst>
              <a:ext uri="{FF2B5EF4-FFF2-40B4-BE49-F238E27FC236}">
                <a16:creationId xmlns:a16="http://schemas.microsoft.com/office/drawing/2014/main" id="{B601C0DD-1CB7-FC21-FBFF-D5B6119A69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933" y="4239738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2182286-39E1-7165-8CFA-B228DFB2AD72}"/>
              </a:ext>
            </a:extLst>
          </p:cNvPr>
          <p:cNvSpPr txBox="1"/>
          <p:nvPr/>
        </p:nvSpPr>
        <p:spPr>
          <a:xfrm>
            <a:off x="624002" y="5057137"/>
            <a:ext cx="1422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key for second box</a:t>
            </a:r>
          </a:p>
        </p:txBody>
      </p:sp>
    </p:spTree>
    <p:extLst>
      <p:ext uri="{BB962C8B-B14F-4D97-AF65-F5344CB8AC3E}">
        <p14:creationId xmlns:p14="http://schemas.microsoft.com/office/powerpoint/2010/main" val="138326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24DD-973B-D848-3399-DF75812E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0C5939-3095-589F-B04C-933E38F3DA65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E3494BC7-C1E4-C6A6-75F9-8C78451AB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19E7E8-E2BC-FAB7-E73A-6D104410AC05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066506-4F53-8487-62EF-53301669593A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AABF1D7F-22B7-2D15-8B70-1F4D857CF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43D0A7-6D6C-7034-D814-44A2379D779E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2C30F0-4925-046F-A028-331D19A294EE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B98D32A9-B794-3738-927B-2BC322658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B24B56-B060-5EBF-83D0-901167B7402B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pic>
        <p:nvPicPr>
          <p:cNvPr id="21" name="Graphic 20" descr="Lock outline">
            <a:extLst>
              <a:ext uri="{FF2B5EF4-FFF2-40B4-BE49-F238E27FC236}">
                <a16:creationId xmlns:a16="http://schemas.microsoft.com/office/drawing/2014/main" id="{F9AD9122-5BB5-4D60-5DCE-09EC624021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82234">
            <a:off x="10486002" y="3869149"/>
            <a:ext cx="914400" cy="914400"/>
          </a:xfrm>
          <a:prstGeom prst="rect">
            <a:avLst/>
          </a:prstGeom>
        </p:spPr>
      </p:pic>
      <p:sp>
        <p:nvSpPr>
          <p:cNvPr id="17" name="Freeform 16">
            <a:extLst>
              <a:ext uri="{FF2B5EF4-FFF2-40B4-BE49-F238E27FC236}">
                <a16:creationId xmlns:a16="http://schemas.microsoft.com/office/drawing/2014/main" id="{DC9C18FE-B0E4-E823-91F6-FF95679CA98C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813DE93A-3082-7502-EA79-6C4DE4F3C66E}"/>
              </a:ext>
            </a:extLst>
          </p:cNvPr>
          <p:cNvSpPr/>
          <p:nvPr/>
        </p:nvSpPr>
        <p:spPr>
          <a:xfrm>
            <a:off x="11007456" y="3432365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D0E87E2C-F6CE-360B-48D4-D2DDD2D5ED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4544" y="3382976"/>
            <a:ext cx="914400" cy="914400"/>
          </a:xfrm>
          <a:prstGeom prst="rect">
            <a:avLst/>
          </a:prstGeom>
        </p:spPr>
      </p:pic>
      <p:pic>
        <p:nvPicPr>
          <p:cNvPr id="12" name="Graphic 11" descr="Lock outline">
            <a:extLst>
              <a:ext uri="{FF2B5EF4-FFF2-40B4-BE49-F238E27FC236}">
                <a16:creationId xmlns:a16="http://schemas.microsoft.com/office/drawing/2014/main" id="{1545CD38-FE9F-1F6B-B16C-CD6C387DF9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82234">
            <a:off x="9015712" y="3819760"/>
            <a:ext cx="914400" cy="914400"/>
          </a:xfrm>
          <a:prstGeom prst="rect">
            <a:avLst/>
          </a:prstGeom>
        </p:spPr>
      </p:pic>
      <p:sp>
        <p:nvSpPr>
          <p:cNvPr id="18" name="Round Same Side Corner Rectangle 17">
            <a:extLst>
              <a:ext uri="{FF2B5EF4-FFF2-40B4-BE49-F238E27FC236}">
                <a16:creationId xmlns:a16="http://schemas.microsoft.com/office/drawing/2014/main" id="{52000196-9265-CB1E-5984-0228A610BF33}"/>
              </a:ext>
            </a:extLst>
          </p:cNvPr>
          <p:cNvSpPr/>
          <p:nvPr/>
        </p:nvSpPr>
        <p:spPr>
          <a:xfrm>
            <a:off x="9537166" y="3382976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1FD0565D-44DB-2797-986A-A3423F5E2C3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5AE544-953F-3D06-32CA-7DB4B9F43D9F}"/>
              </a:ext>
            </a:extLst>
          </p:cNvPr>
          <p:cNvSpPr txBox="1"/>
          <p:nvPr/>
        </p:nvSpPr>
        <p:spPr>
          <a:xfrm>
            <a:off x="6789620" y="2372233"/>
            <a:ext cx="217177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But Bob can’t unlock the second box! How does he get the second key?</a:t>
            </a:r>
          </a:p>
        </p:txBody>
      </p:sp>
      <p:pic>
        <p:nvPicPr>
          <p:cNvPr id="2" name="Graphic 1" descr="Key outline">
            <a:extLst>
              <a:ext uri="{FF2B5EF4-FFF2-40B4-BE49-F238E27FC236}">
                <a16:creationId xmlns:a16="http://schemas.microsoft.com/office/drawing/2014/main" id="{34298155-E800-5F57-B902-A8CD34EEA5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4933" y="4239738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2F5666-6476-3374-7CB5-B5F2EF42E426}"/>
              </a:ext>
            </a:extLst>
          </p:cNvPr>
          <p:cNvSpPr txBox="1"/>
          <p:nvPr/>
        </p:nvSpPr>
        <p:spPr>
          <a:xfrm>
            <a:off x="624002" y="5057137"/>
            <a:ext cx="1422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key for second box</a:t>
            </a:r>
          </a:p>
        </p:txBody>
      </p:sp>
    </p:spTree>
    <p:extLst>
      <p:ext uri="{BB962C8B-B14F-4D97-AF65-F5344CB8AC3E}">
        <p14:creationId xmlns:p14="http://schemas.microsoft.com/office/powerpoint/2010/main" val="130512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E0C2-4D87-ECC6-7362-C157A854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806770A-7088-3872-7127-C4E86715EEEA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B4490735-F772-D73C-F17B-521BC1D19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7CB10B-5486-9426-E42B-79003F96B5DD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AAA072-9A7E-6DB1-2265-60A8917A52AB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4C004340-8716-B6DB-D962-E57AF9714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717D42-A8BE-1AE9-CD49-415050C31A24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72157B-50E2-10EE-7006-905DE722785B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0ECF4D37-CB59-2ED0-B513-60AEC87A9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E3BDCB9-2734-42A0-5AF6-DE7C3569B3B5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333C702F-4FDC-CDD6-03D9-1DE906BA6321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FC73294B-6398-D7A1-D3CB-4969498A902E}"/>
              </a:ext>
            </a:extLst>
          </p:cNvPr>
          <p:cNvSpPr/>
          <p:nvPr/>
        </p:nvSpPr>
        <p:spPr>
          <a:xfrm>
            <a:off x="1038508" y="3798333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94B43BFE-BE84-59C1-51D2-EBB461192C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ACDC7780-7F76-D919-503F-9418872B177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E494668-1FA5-C7C4-AA30-933A1E4E685B}"/>
              </a:ext>
            </a:extLst>
          </p:cNvPr>
          <p:cNvSpPr txBox="1"/>
          <p:nvPr/>
        </p:nvSpPr>
        <p:spPr>
          <a:xfrm>
            <a:off x="9548987" y="3860330"/>
            <a:ext cx="66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A0D7C-193A-5893-91EF-D929BBEB7A55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5A2D48-62F5-691D-A67A-C46D56E93CE0}"/>
              </a:ext>
            </a:extLst>
          </p:cNvPr>
          <p:cNvSpPr txBox="1"/>
          <p:nvPr/>
        </p:nvSpPr>
        <p:spPr>
          <a:xfrm>
            <a:off x="5030661" y="2100300"/>
            <a:ext cx="217177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need a new idea. How can Alice securely send her money to Bob?</a:t>
            </a:r>
          </a:p>
        </p:txBody>
      </p:sp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1F6ACA22-6F36-F2D6-3091-C25148549B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22454" y="422966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014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3E030-C9AB-74D7-2C28-65F0D4AC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093DB1-2970-D91A-FCEC-504671B40106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484E2527-07A3-609F-2786-23F88D8BE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18C185-E77E-EAE6-6B0F-E51F243CB7FE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C10B64-C15B-3156-0388-7DFAFCF42EB5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F3BA2A9F-4D8D-2030-663B-9FE141D28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3937C1-51B6-B50C-28D9-2A5DA89406C1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DA1BD5-455D-657C-CBCD-9FD7B7F68164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E5CC5A76-00AC-BA9E-1C75-0E79CB3EB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5646AF-6BD9-791A-4C68-F57B5FA9667C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E2E604A2-013E-C381-B33A-80C78518E380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A74582A3-5281-323D-B0FC-7E9A85AF3666}"/>
              </a:ext>
            </a:extLst>
          </p:cNvPr>
          <p:cNvSpPr/>
          <p:nvPr/>
        </p:nvSpPr>
        <p:spPr>
          <a:xfrm>
            <a:off x="1038508" y="3798333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DCB2981A-984A-7E17-B513-1E24B34950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3AAB877C-75BE-BCB4-74C7-4C933EDD84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CA69EBA-7A60-F109-1DF8-5D9D2C01FF4D}"/>
              </a:ext>
            </a:extLst>
          </p:cNvPr>
          <p:cNvSpPr txBox="1"/>
          <p:nvPr/>
        </p:nvSpPr>
        <p:spPr>
          <a:xfrm>
            <a:off x="9548987" y="3860330"/>
            <a:ext cx="66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11696F-3CD3-B6D4-C26E-E08DAB4C5EBA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F13B61-3641-FDCB-EC3A-6D5EBD283D56}"/>
              </a:ext>
            </a:extLst>
          </p:cNvPr>
          <p:cNvSpPr txBox="1"/>
          <p:nvPr/>
        </p:nvSpPr>
        <p:spPr>
          <a:xfrm>
            <a:off x="7149879" y="3303853"/>
            <a:ext cx="217177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Idea</a:t>
            </a:r>
            <a:r>
              <a:rPr lang="en-US" dirty="0"/>
              <a:t>: Bob has a lock and a key.</a:t>
            </a:r>
          </a:p>
        </p:txBody>
      </p:sp>
      <p:pic>
        <p:nvPicPr>
          <p:cNvPr id="35" name="Graphic 34" descr="Lights On with solid fill">
            <a:extLst>
              <a:ext uri="{FF2B5EF4-FFF2-40B4-BE49-F238E27FC236}">
                <a16:creationId xmlns:a16="http://schemas.microsoft.com/office/drawing/2014/main" id="{05A6613B-CAC5-56C8-D79F-1E86B76200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9815" y="3231544"/>
            <a:ext cx="914400" cy="914400"/>
          </a:xfrm>
          <a:prstGeom prst="rect">
            <a:avLst/>
          </a:prstGeom>
        </p:spPr>
      </p:pic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11E34D80-FD68-CA03-EFDF-3600686A8B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22454" y="422966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0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E22D9-4A08-B26B-CDE8-C399D4CB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3579D25-081B-6CF7-07F5-37F932498420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36D2413A-2E40-37A7-26C3-94183B250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F60DFB-9142-00F3-886B-5803B63FDBE9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D02CFE-BE34-6953-F0DF-753AEBB46516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E2760F20-B937-C76E-B9E6-B9CF69B23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B56695-E588-3F0E-9ED8-EFCEFE2EA05E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218D57-B8A6-E53B-B816-E70A931A0A50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0D4592BC-8942-CB23-EE2E-822D7C885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77824B8-2E0E-3F8E-BDAD-4B9D39D5D90D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551A484A-14EB-3AB9-3406-47EB6631B2F4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1F86C64E-1412-02F7-2F21-1BF8F65EA3AA}"/>
              </a:ext>
            </a:extLst>
          </p:cNvPr>
          <p:cNvSpPr/>
          <p:nvPr/>
        </p:nvSpPr>
        <p:spPr>
          <a:xfrm>
            <a:off x="1038508" y="3798333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B5985675-7BEB-0458-1A9A-16D173CA4B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9C3A61B4-266D-A551-29F9-EA10D39F3E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F5BDC0E-6DBB-D466-605F-8F256CD1DBEF}"/>
              </a:ext>
            </a:extLst>
          </p:cNvPr>
          <p:cNvSpPr txBox="1"/>
          <p:nvPr/>
        </p:nvSpPr>
        <p:spPr>
          <a:xfrm>
            <a:off x="9548987" y="3860330"/>
            <a:ext cx="66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186FFD-38D3-070F-F1EB-0790EAD9120B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A4C12A-6390-139A-ADBF-FEB4C9E5FF1B}"/>
              </a:ext>
            </a:extLst>
          </p:cNvPr>
          <p:cNvSpPr txBox="1"/>
          <p:nvPr/>
        </p:nvSpPr>
        <p:spPr>
          <a:xfrm>
            <a:off x="7149879" y="3303853"/>
            <a:ext cx="217177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Idea</a:t>
            </a:r>
            <a:r>
              <a:rPr lang="en-US" dirty="0"/>
              <a:t>: Bob has a lock and a key.</a:t>
            </a:r>
          </a:p>
        </p:txBody>
      </p:sp>
      <p:pic>
        <p:nvPicPr>
          <p:cNvPr id="35" name="Graphic 34" descr="Lights On with solid fill">
            <a:extLst>
              <a:ext uri="{FF2B5EF4-FFF2-40B4-BE49-F238E27FC236}">
                <a16:creationId xmlns:a16="http://schemas.microsoft.com/office/drawing/2014/main" id="{86A6D528-F1EA-2E80-1787-93C59F3AF0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9815" y="3231544"/>
            <a:ext cx="914400" cy="914400"/>
          </a:xfrm>
          <a:prstGeom prst="rect">
            <a:avLst/>
          </a:prstGeom>
        </p:spPr>
      </p:pic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790A6C4C-0C37-D1FD-8DA9-18A515E78EC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22454" y="4229662"/>
            <a:ext cx="914400" cy="91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E8B1C3-D2C6-BCE5-FE34-E97C6C75CDAF}"/>
              </a:ext>
            </a:extLst>
          </p:cNvPr>
          <p:cNvSpPr txBox="1"/>
          <p:nvPr/>
        </p:nvSpPr>
        <p:spPr>
          <a:xfrm>
            <a:off x="10681219" y="5110224"/>
            <a:ext cx="141045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 protects the key and keeps it secret.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4872D-BB7D-A70D-1816-68C40C55411E}"/>
              </a:ext>
            </a:extLst>
          </p:cNvPr>
          <p:cNvSpPr txBox="1"/>
          <p:nvPr/>
        </p:nvSpPr>
        <p:spPr>
          <a:xfrm>
            <a:off x="8898663" y="5106564"/>
            <a:ext cx="168247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 lets Alice use his lock.</a:t>
            </a:r>
          </a:p>
        </p:txBody>
      </p:sp>
    </p:spTree>
    <p:extLst>
      <p:ext uri="{BB962C8B-B14F-4D97-AF65-F5344CB8AC3E}">
        <p14:creationId xmlns:p14="http://schemas.microsoft.com/office/powerpoint/2010/main" val="2630606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47E5-DD63-11CD-A3F8-1457DF46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67384103-CA9A-1E56-08AA-EB5FEB28D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288199">
            <a:off x="504440" y="4239737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78A0DB3-F945-10D7-77C1-483002DC196F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4FFE3B98-E82B-0B1C-3F96-A1BB87ADE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5F3C5E-4B84-4C99-CC37-83CF5A8CFC08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2CC3EB-F814-D70E-666D-082FC5A1DFEA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5163BFD0-6120-627F-3E42-1BB0EDA3C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3EAB1C-33FC-65A8-1D95-B4468902CE2C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D7245A-2630-E9F6-7E92-D1E7C0287B5B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BC873550-4655-3D56-C8BF-A3F49E60A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498BBA-EA86-7489-0390-532D6F63B092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F6F64818-CF7E-C9D8-45A2-FED9302F0C0C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50885E13-0D4C-3285-88B5-938CFD5E871C}"/>
              </a:ext>
            </a:extLst>
          </p:cNvPr>
          <p:cNvSpPr/>
          <p:nvPr/>
        </p:nvSpPr>
        <p:spPr>
          <a:xfrm>
            <a:off x="1038508" y="3798333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C24A06B5-B81A-E13B-1AE4-DF64C39723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02010192-DBA0-0746-7110-2CD54C6C9E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3A011EA-B254-4CA1-9B65-9E9DBF7B3D43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822081-AC16-C855-8DFC-07FD4F686B4E}"/>
              </a:ext>
            </a:extLst>
          </p:cNvPr>
          <p:cNvSpPr txBox="1"/>
          <p:nvPr/>
        </p:nvSpPr>
        <p:spPr>
          <a:xfrm>
            <a:off x="2454965" y="2715591"/>
            <a:ext cx="177785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Alice locks the money using Bob’s lock.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1BFB11-66D2-E99E-0925-EE65B6274C9C}"/>
              </a:ext>
            </a:extLst>
          </p:cNvPr>
          <p:cNvSpPr txBox="1"/>
          <p:nvPr/>
        </p:nvSpPr>
        <p:spPr>
          <a:xfrm>
            <a:off x="10681219" y="5110224"/>
            <a:ext cx="141045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 protects the key and keeps it secret.</a:t>
            </a:r>
          </a:p>
        </p:txBody>
      </p:sp>
    </p:spTree>
    <p:extLst>
      <p:ext uri="{BB962C8B-B14F-4D97-AF65-F5344CB8AC3E}">
        <p14:creationId xmlns:p14="http://schemas.microsoft.com/office/powerpoint/2010/main" val="4075071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B38C-6490-4C58-D2E8-C95574D7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A64139BF-20FA-1740-18D0-16F7DF3A5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288199">
            <a:off x="5297789" y="2181864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214E334-35E5-72E8-4472-9B0662243214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42CBEBF4-0313-825C-9043-D18619DF6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500B16-F634-5CF7-CB92-73CB31001E80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C046EF-4AEE-9DAC-0B56-AE4B4EB895D7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459B2BBD-5463-5A77-3762-D88240A40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41FE96-8D9F-BCDE-E496-A98DE88800F7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BB0888-50E5-6595-1642-278E1F5EB8B9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1491560D-FC15-E18D-16CD-210A24149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122850-3F2E-D975-E41D-2FB08C676D0F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A4BF4A3D-E05B-38A7-B1C3-BF0796893439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89AF5141-FCD1-1323-F2C7-71420C5090EE}"/>
              </a:ext>
            </a:extLst>
          </p:cNvPr>
          <p:cNvSpPr/>
          <p:nvPr/>
        </p:nvSpPr>
        <p:spPr>
          <a:xfrm>
            <a:off x="5831857" y="1740460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B8671344-6A66-4C0A-EA20-B9211D1592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C21CE966-51C0-6F7C-9571-9EFDDF7F85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47AD1D4-A243-0F3A-6C45-9A07437C58AC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AE656B-5E7F-2C18-199E-007A088FF0E6}"/>
              </a:ext>
            </a:extLst>
          </p:cNvPr>
          <p:cNvSpPr txBox="1"/>
          <p:nvPr/>
        </p:nvSpPr>
        <p:spPr>
          <a:xfrm>
            <a:off x="2631591" y="2430142"/>
            <a:ext cx="200201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She sends the locked box to Bob.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D4041-67CB-5674-07F4-2A1247FA0926}"/>
              </a:ext>
            </a:extLst>
          </p:cNvPr>
          <p:cNvSpPr txBox="1"/>
          <p:nvPr/>
        </p:nvSpPr>
        <p:spPr>
          <a:xfrm>
            <a:off x="10681219" y="5110224"/>
            <a:ext cx="141045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 protects the key and keeps it secret.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4F84B-0B58-59E8-72EB-9B70D7C7CF3E}"/>
              </a:ext>
            </a:extLst>
          </p:cNvPr>
          <p:cNvSpPr txBox="1"/>
          <p:nvPr/>
        </p:nvSpPr>
        <p:spPr>
          <a:xfrm>
            <a:off x="3549304" y="5263289"/>
            <a:ext cx="200201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 cannot get the money because she does not have the key.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E0AE07-08FB-C7F2-BF06-DDDCF19BCC36}"/>
              </a:ext>
            </a:extLst>
          </p:cNvPr>
          <p:cNvCxnSpPr/>
          <p:nvPr/>
        </p:nvCxnSpPr>
        <p:spPr>
          <a:xfrm flipV="1">
            <a:off x="6279117" y="2639064"/>
            <a:ext cx="0" cy="2270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016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F015-E1FE-DB0C-5A66-C29AB7EF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C1742237-3B31-F986-3F1C-3F1895BD4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288199">
            <a:off x="9179126" y="4529369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5AD708B-4C32-508E-B599-D7E7E8B5D1E3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066F17E5-4EA6-AD2D-C060-C51026EF1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392762-E025-76DF-4289-0F05CA8B612C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D044E9-A35E-7194-51D1-052C4FB60905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60AA2B6F-39EB-F6F3-5766-CB5EEAAF8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7645E8-BA66-8F07-0A91-C7429B61C12A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846BF4-37AA-C959-184C-1821A1C980BC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DD5CCC42-BA94-5E94-A3CF-B0BC301C3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364FD9-84A7-0AB3-51A5-3F90B0ACFED4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9FCEFA11-EB46-EC20-AA16-22BD604A3B4C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2D21B358-EB61-C8FD-0CFC-22AA0EFC607D}"/>
              </a:ext>
            </a:extLst>
          </p:cNvPr>
          <p:cNvSpPr/>
          <p:nvPr/>
        </p:nvSpPr>
        <p:spPr>
          <a:xfrm>
            <a:off x="9713194" y="4087965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766EBD08-CC20-EDFF-37FF-18CE518FAE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70844586-889E-1A35-213B-7C6D9D4E3A6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9EDD391-07B4-8E79-8FC0-53CE61607C63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AADD21-CAA7-FF3E-6B86-6F9FC1E996FA}"/>
              </a:ext>
            </a:extLst>
          </p:cNvPr>
          <p:cNvSpPr txBox="1"/>
          <p:nvPr/>
        </p:nvSpPr>
        <p:spPr>
          <a:xfrm>
            <a:off x="7342739" y="3244334"/>
            <a:ext cx="200201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Bob unlocks the box with his key and gets the money.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896828-DB5C-D91B-2BAD-9B66FDFC4C24}"/>
              </a:ext>
            </a:extLst>
          </p:cNvPr>
          <p:cNvSpPr txBox="1"/>
          <p:nvPr/>
        </p:nvSpPr>
        <p:spPr>
          <a:xfrm>
            <a:off x="10681219" y="5110224"/>
            <a:ext cx="141045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 protects the key and keeps it secret.</a:t>
            </a:r>
          </a:p>
        </p:txBody>
      </p:sp>
    </p:spTree>
    <p:extLst>
      <p:ext uri="{BB962C8B-B14F-4D97-AF65-F5344CB8AC3E}">
        <p14:creationId xmlns:p14="http://schemas.microsoft.com/office/powerpoint/2010/main" val="1696021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50798-52FB-8340-057E-E28EF9EE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49FAB0BA-CF83-82E4-7509-886F74137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3504" y="4921819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20206FE-12EF-F1FC-21BF-884AC6D81B17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C447BAF5-73EC-5FB4-22E8-09BE1DF5E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3BCAD7-977F-C555-70F8-109DF27DBCB8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820A57-82A8-795D-3463-71EDC873C185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EF9769F2-1C85-25D0-91F5-AFFEE5002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DC6C8F-3909-DCA2-DA94-F229256C1A11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524F39-3859-DBDC-4B3D-9F5F9FB24149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1718D9BA-0853-CF6B-BD30-61971E441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04E398-270E-F75B-34C5-839769A24B4C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538AF927-E287-C092-19D1-3943E081A58C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7A9115B0-F9FA-D083-50B2-A9B66834B0DA}"/>
              </a:ext>
            </a:extLst>
          </p:cNvPr>
          <p:cNvSpPr/>
          <p:nvPr/>
        </p:nvSpPr>
        <p:spPr>
          <a:xfrm>
            <a:off x="9713194" y="4087965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A7875050-AE01-5B6B-8F83-632B50DF42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431E8D17-70D7-DD86-95CD-2E086A0FD5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6ECF288-ACBD-633A-86E7-2E5EB819E5C9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A0A32C-1D1A-80B3-5187-DFB736E97BBC}"/>
              </a:ext>
            </a:extLst>
          </p:cNvPr>
          <p:cNvSpPr txBox="1"/>
          <p:nvPr/>
        </p:nvSpPr>
        <p:spPr>
          <a:xfrm>
            <a:off x="4888606" y="1876144"/>
            <a:ext cx="283643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basic idea of </a:t>
            </a:r>
            <a:r>
              <a:rPr lang="en-US" b="1" dirty="0"/>
              <a:t>public key cryptography</a:t>
            </a:r>
            <a:r>
              <a:rPr lang="en-US" dirty="0"/>
              <a:t>. It lets us securely share information on the web.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5CC90-59FF-AA0D-DB74-001A81844981}"/>
              </a:ext>
            </a:extLst>
          </p:cNvPr>
          <p:cNvSpPr txBox="1"/>
          <p:nvPr/>
        </p:nvSpPr>
        <p:spPr>
          <a:xfrm>
            <a:off x="10681219" y="5110224"/>
            <a:ext cx="141045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 protects the key and keeps it secret.</a:t>
            </a:r>
          </a:p>
        </p:txBody>
      </p:sp>
    </p:spTree>
    <p:extLst>
      <p:ext uri="{BB962C8B-B14F-4D97-AF65-F5344CB8AC3E}">
        <p14:creationId xmlns:p14="http://schemas.microsoft.com/office/powerpoint/2010/main" val="836193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36BF-BAE9-981E-38CC-4C7837B5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 descr="Lock outline">
            <a:extLst>
              <a:ext uri="{FF2B5EF4-FFF2-40B4-BE49-F238E27FC236}">
                <a16:creationId xmlns:a16="http://schemas.microsoft.com/office/drawing/2014/main" id="{3B013E5D-4AB9-82DB-FEA3-25A0A05A0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3504" y="4921819"/>
            <a:ext cx="914400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812747B-A803-B045-339D-95D4D5C7B69B}"/>
              </a:ext>
            </a:extLst>
          </p:cNvPr>
          <p:cNvGrpSpPr/>
          <p:nvPr/>
        </p:nvGrpSpPr>
        <p:grpSpPr>
          <a:xfrm>
            <a:off x="855929" y="1422398"/>
            <a:ext cx="1637270" cy="2006602"/>
            <a:chOff x="1005016" y="2324099"/>
            <a:chExt cx="1637270" cy="2006602"/>
          </a:xfrm>
        </p:grpSpPr>
        <p:pic>
          <p:nvPicPr>
            <p:cNvPr id="7" name="Graphic 6" descr="Office worker female with solid fill">
              <a:extLst>
                <a:ext uri="{FF2B5EF4-FFF2-40B4-BE49-F238E27FC236}">
                  <a16:creationId xmlns:a16="http://schemas.microsoft.com/office/drawing/2014/main" id="{83F1E057-455F-546A-E0E7-5674E1F23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5016" y="2324099"/>
              <a:ext cx="1637270" cy="1637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343468-F895-9590-7DB3-C32F0DF25032}"/>
                </a:ext>
              </a:extLst>
            </p:cNvPr>
            <p:cNvSpPr txBox="1"/>
            <p:nvPr/>
          </p:nvSpPr>
          <p:spPr>
            <a:xfrm>
              <a:off x="1484455" y="3961369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2628A5-93EA-1FEF-7BDE-DB6EBC552CBD}"/>
              </a:ext>
            </a:extLst>
          </p:cNvPr>
          <p:cNvGrpSpPr/>
          <p:nvPr/>
        </p:nvGrpSpPr>
        <p:grpSpPr>
          <a:xfrm>
            <a:off x="9739900" y="1517804"/>
            <a:ext cx="1466336" cy="1835668"/>
            <a:chOff x="9073978" y="1946189"/>
            <a:chExt cx="1466336" cy="1835668"/>
          </a:xfrm>
        </p:grpSpPr>
        <p:pic>
          <p:nvPicPr>
            <p:cNvPr id="5" name="Graphic 4" descr="Office worker male with solid fill">
              <a:extLst>
                <a:ext uri="{FF2B5EF4-FFF2-40B4-BE49-F238E27FC236}">
                  <a16:creationId xmlns:a16="http://schemas.microsoft.com/office/drawing/2014/main" id="{23650273-48BB-F77D-ABF0-EC6693FD2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073978" y="1946189"/>
              <a:ext cx="1466336" cy="146633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4DD9C6-78E1-AF28-3EFB-E865D8DEE5F5}"/>
                </a:ext>
              </a:extLst>
            </p:cNvPr>
            <p:cNvSpPr txBox="1"/>
            <p:nvPr/>
          </p:nvSpPr>
          <p:spPr>
            <a:xfrm>
              <a:off x="9516842" y="3412525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Bob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0DDAF84-B91C-FB2B-BB0C-DFAD84ACFFD3}"/>
              </a:ext>
            </a:extLst>
          </p:cNvPr>
          <p:cNvGrpSpPr/>
          <p:nvPr/>
        </p:nvGrpSpPr>
        <p:grpSpPr>
          <a:xfrm>
            <a:off x="5748130" y="5106564"/>
            <a:ext cx="914400" cy="1283732"/>
            <a:chOff x="5638800" y="4738816"/>
            <a:chExt cx="914400" cy="1283732"/>
          </a:xfrm>
        </p:grpSpPr>
        <p:pic>
          <p:nvPicPr>
            <p:cNvPr id="13" name="Graphic 12" descr="Devil face outline with solid fill">
              <a:extLst>
                <a:ext uri="{FF2B5EF4-FFF2-40B4-BE49-F238E27FC236}">
                  <a16:creationId xmlns:a16="http://schemas.microsoft.com/office/drawing/2014/main" id="{3F30C07E-7528-1414-D888-FA5B97B4C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38800" y="473881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82465B-A2F8-60BD-9DDA-1F73FC8DD250}"/>
                </a:ext>
              </a:extLst>
            </p:cNvPr>
            <p:cNvSpPr txBox="1"/>
            <p:nvPr/>
          </p:nvSpPr>
          <p:spPr>
            <a:xfrm>
              <a:off x="5827368" y="5653216"/>
              <a:ext cx="5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Eve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BB4D69E8-CEE9-D0A3-D537-4DE32CEDD007}"/>
              </a:ext>
            </a:extLst>
          </p:cNvPr>
          <p:cNvSpPr/>
          <p:nvPr/>
        </p:nvSpPr>
        <p:spPr>
          <a:xfrm>
            <a:off x="2454965" y="1539986"/>
            <a:ext cx="7484165" cy="765892"/>
          </a:xfrm>
          <a:custGeom>
            <a:avLst/>
            <a:gdLst>
              <a:gd name="csX0" fmla="*/ 0 w 7484165"/>
              <a:gd name="csY0" fmla="*/ 765892 h 765892"/>
              <a:gd name="csX1" fmla="*/ 3955774 w 7484165"/>
              <a:gd name="csY1" fmla="*/ 579 h 765892"/>
              <a:gd name="csX2" fmla="*/ 7484165 w 7484165"/>
              <a:gd name="csY2" fmla="*/ 666501 h 765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484165" h="765892">
                <a:moveTo>
                  <a:pt x="0" y="765892"/>
                </a:moveTo>
                <a:cubicBezTo>
                  <a:pt x="1354206" y="391518"/>
                  <a:pt x="2708413" y="17144"/>
                  <a:pt x="3955774" y="579"/>
                </a:cubicBezTo>
                <a:cubicBezTo>
                  <a:pt x="5203135" y="-15986"/>
                  <a:pt x="6343650" y="325257"/>
                  <a:pt x="7484165" y="66650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51A1CAE7-E5D2-6041-5029-2EA6541D4783}"/>
              </a:ext>
            </a:extLst>
          </p:cNvPr>
          <p:cNvSpPr/>
          <p:nvPr/>
        </p:nvSpPr>
        <p:spPr>
          <a:xfrm>
            <a:off x="9713194" y="4087965"/>
            <a:ext cx="894521" cy="751196"/>
          </a:xfrm>
          <a:prstGeom prst="round2Same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$$</a:t>
            </a:r>
          </a:p>
        </p:txBody>
      </p:sp>
      <p:pic>
        <p:nvPicPr>
          <p:cNvPr id="23" name="Graphic 22" descr="Key outline">
            <a:extLst>
              <a:ext uri="{FF2B5EF4-FFF2-40B4-BE49-F238E27FC236}">
                <a16:creationId xmlns:a16="http://schemas.microsoft.com/office/drawing/2014/main" id="{51CA2C55-6C4A-6709-F58F-A97B61D789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41008" y="3415969"/>
            <a:ext cx="751196" cy="751196"/>
          </a:xfrm>
          <a:prstGeom prst="rect">
            <a:avLst/>
          </a:prstGeom>
        </p:spPr>
      </p:pic>
      <p:pic>
        <p:nvPicPr>
          <p:cNvPr id="29" name="Graphic 28" descr="Key outline">
            <a:extLst>
              <a:ext uri="{FF2B5EF4-FFF2-40B4-BE49-F238E27FC236}">
                <a16:creationId xmlns:a16="http://schemas.microsoft.com/office/drawing/2014/main" id="{6DAF62B1-A989-1070-DE3E-203C05E4AA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88258" y="4167165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B782087-53B8-A756-CE32-448C9EFBB1D0}"/>
              </a:ext>
            </a:extLst>
          </p:cNvPr>
          <p:cNvSpPr txBox="1"/>
          <p:nvPr/>
        </p:nvSpPr>
        <p:spPr>
          <a:xfrm>
            <a:off x="11076667" y="3909565"/>
            <a:ext cx="53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B83CF-D55F-E1C2-887C-B6C528784B0E}"/>
              </a:ext>
            </a:extLst>
          </p:cNvPr>
          <p:cNvSpPr txBox="1"/>
          <p:nvPr/>
        </p:nvSpPr>
        <p:spPr>
          <a:xfrm>
            <a:off x="10681219" y="5110224"/>
            <a:ext cx="141045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 protects the key and keeps it secret.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281D9A-87E6-194F-B14F-001A5696620E}"/>
              </a:ext>
            </a:extLst>
          </p:cNvPr>
          <p:cNvSpPr txBox="1"/>
          <p:nvPr/>
        </p:nvSpPr>
        <p:spPr>
          <a:xfrm>
            <a:off x="4888606" y="3540233"/>
            <a:ext cx="2836434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RSA</a:t>
            </a:r>
            <a:r>
              <a:rPr lang="en-US" dirty="0"/>
              <a:t> is one of the first and most famous public key cryptography systems. And one step of it is of interest to use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8D748-CF97-7CE4-FC43-81702AA7A56B}"/>
              </a:ext>
            </a:extLst>
          </p:cNvPr>
          <p:cNvSpPr txBox="1"/>
          <p:nvPr/>
        </p:nvSpPr>
        <p:spPr>
          <a:xfrm>
            <a:off x="4888606" y="1876144"/>
            <a:ext cx="283643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basic idea of </a:t>
            </a:r>
            <a:r>
              <a:rPr lang="en-US" b="1" dirty="0"/>
              <a:t>public key cryptography</a:t>
            </a:r>
            <a:r>
              <a:rPr lang="en-US" dirty="0"/>
              <a:t>. It lets us securely share information on the web.</a:t>
            </a:r>
          </a:p>
        </p:txBody>
      </p:sp>
    </p:spTree>
    <p:extLst>
      <p:ext uri="{BB962C8B-B14F-4D97-AF65-F5344CB8AC3E}">
        <p14:creationId xmlns:p14="http://schemas.microsoft.com/office/powerpoint/2010/main" val="3172595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E4A8-E9EF-9B1D-EC99-FD541139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Public Key Cryptography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F71CE-91ED-B89D-34A7-D914E87BA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One step </a:t>
                </a:r>
                <a:r>
                  <a:rPr lang="en-US" dirty="0"/>
                  <a:t>of the RSA public key cryptography algorithm is to calculate this: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6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6000" b="0" i="1" dirty="0" smtClean="0">
                              <a:latin typeface="Cambria Math" panose="02040503050406030204" pitchFamily="18" charset="0"/>
                            </a:rPr>
                            <m:t>65537</m:t>
                          </m:r>
                        </m:sup>
                      </m:sSup>
                    </m:oMath>
                  </m:oMathPara>
                </a14:m>
                <a:endParaRPr lang="en-CA" sz="6000" dirty="0"/>
              </a:p>
              <a:p>
                <a:pPr marL="0" indent="0">
                  <a:buNone/>
                </a:pPr>
                <a:r>
                  <a:rPr lang="en-US" dirty="0"/>
                  <a:t>This is a huge a power calculation! </a:t>
                </a:r>
              </a:p>
              <a:p>
                <a:pPr marL="0" indent="0">
                  <a:buNone/>
                </a:pPr>
                <a:r>
                  <a:rPr lang="en-US" dirty="0"/>
                  <a:t>For RSA to be practical this calculation must be done as efficiently as possible.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F71CE-91ED-B89D-34A7-D914E87BA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B1F7A6-CF5A-7584-47AF-572F5C8B2624}"/>
                  </a:ext>
                </a:extLst>
              </p:cNvPr>
              <p:cNvSpPr txBox="1"/>
              <p:nvPr/>
            </p:nvSpPr>
            <p:spPr>
              <a:xfrm>
                <a:off x="8203998" y="3167390"/>
                <a:ext cx="141045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400" dirty="0"/>
                  <a:t> is an integer greater than 1.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B1F7A6-CF5A-7584-47AF-572F5C8B2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998" y="3167390"/>
                <a:ext cx="1410454" cy="523220"/>
              </a:xfrm>
              <a:prstGeom prst="rect">
                <a:avLst/>
              </a:prstGeom>
              <a:blipFill>
                <a:blip r:embed="rId3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279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AFB3-0A59-2EE5-A679-840531A5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Big Powers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33D3-E092-2A90-AA40-414E89DC3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“obvious” method</a:t>
            </a:r>
          </a:p>
          <a:p>
            <a:pPr lvl="1"/>
            <a:r>
              <a:rPr lang="en-US" dirty="0"/>
              <a:t>With a loop</a:t>
            </a:r>
          </a:p>
          <a:p>
            <a:pPr lvl="1"/>
            <a:r>
              <a:rPr lang="en-US" dirty="0"/>
              <a:t>Using recursion</a:t>
            </a:r>
          </a:p>
          <a:p>
            <a:r>
              <a:rPr lang="en-US" dirty="0"/>
              <a:t>A faster method (using recursion)</a:t>
            </a:r>
          </a:p>
        </p:txBody>
      </p:sp>
    </p:spTree>
    <p:extLst>
      <p:ext uri="{BB962C8B-B14F-4D97-AF65-F5344CB8AC3E}">
        <p14:creationId xmlns:p14="http://schemas.microsoft.com/office/powerpoint/2010/main" val="2038109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98C1-029C-1FC5-DFA3-1A693A43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2F291-5131-4363-30F5-D8012464A8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2F291-5131-4363-30F5-D8012464A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AD1FB00-BDA2-41F1-3122-EA010CE3D828}"/>
              </a:ext>
            </a:extLst>
          </p:cNvPr>
          <p:cNvSpPr txBox="1"/>
          <p:nvPr/>
        </p:nvSpPr>
        <p:spPr>
          <a:xfrm>
            <a:off x="5763249" y="3631962"/>
            <a:ext cx="207872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multiplications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8A23C6-85B6-86BE-30A7-111C1C7BED8F}"/>
              </a:ext>
            </a:extLst>
          </p:cNvPr>
          <p:cNvCxnSpPr/>
          <p:nvPr/>
        </p:nvCxnSpPr>
        <p:spPr>
          <a:xfrm flipH="1" flipV="1">
            <a:off x="5546035" y="2474843"/>
            <a:ext cx="447261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12C548C-0F1A-1BFF-FC53-B81E7251D104}"/>
              </a:ext>
            </a:extLst>
          </p:cNvPr>
          <p:cNvCxnSpPr>
            <a:cxnSpLocks/>
          </p:cNvCxnSpPr>
          <p:nvPr/>
        </p:nvCxnSpPr>
        <p:spPr>
          <a:xfrm flipV="1">
            <a:off x="6440557" y="2488200"/>
            <a:ext cx="0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670C48-4DB4-2B8C-013C-E4D8A42919C7}"/>
              </a:ext>
            </a:extLst>
          </p:cNvPr>
          <p:cNvCxnSpPr>
            <a:cxnSpLocks/>
          </p:cNvCxnSpPr>
          <p:nvPr/>
        </p:nvCxnSpPr>
        <p:spPr>
          <a:xfrm flipV="1">
            <a:off x="7106478" y="2488200"/>
            <a:ext cx="377687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5196D1-B2E1-0653-8895-7F85A64C6D13}"/>
              </a:ext>
            </a:extLst>
          </p:cNvPr>
          <p:cNvCxnSpPr>
            <a:cxnSpLocks/>
          </p:cNvCxnSpPr>
          <p:nvPr/>
        </p:nvCxnSpPr>
        <p:spPr>
          <a:xfrm flipV="1">
            <a:off x="7732643" y="2474843"/>
            <a:ext cx="655983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8DABD3-DFDD-0C74-6AAD-4192005CE3D0}"/>
                  </a:ext>
                </a:extLst>
              </p:cNvPr>
              <p:cNvSpPr txBox="1"/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Question</a:t>
                </a:r>
                <a:br>
                  <a:rPr lang="en-US" b="1" dirty="0"/>
                </a:br>
                <a:r>
                  <a:rPr lang="en-US" dirty="0"/>
                  <a:t>In general, how many multiplications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this way?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8DABD3-DFDD-0C74-6AAD-4192005CE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blipFill>
                <a:blip r:embed="rId3"/>
                <a:stretch>
                  <a:fillRect l="-518" t="-2083" r="-518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680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940BE-2FA3-931B-D202-E40E1E84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2E57-C584-EE9E-37F8-BB821916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E4B367-F3A8-0EEB-2476-CC20D7C43F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E4B367-F3A8-0EEB-2476-CC20D7C43F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FB7B040-C7CF-417E-8816-F8B6B8A85D65}"/>
              </a:ext>
            </a:extLst>
          </p:cNvPr>
          <p:cNvSpPr txBox="1"/>
          <p:nvPr/>
        </p:nvSpPr>
        <p:spPr>
          <a:xfrm>
            <a:off x="5763249" y="3631962"/>
            <a:ext cx="207872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multiplications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E8E5D8-06EC-A740-9E4E-99B9A6F1E9E6}"/>
              </a:ext>
            </a:extLst>
          </p:cNvPr>
          <p:cNvCxnSpPr/>
          <p:nvPr/>
        </p:nvCxnSpPr>
        <p:spPr>
          <a:xfrm flipH="1" flipV="1">
            <a:off x="5546035" y="2474843"/>
            <a:ext cx="447261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E42DF8-2C1E-1FED-40C4-6CA864F8915C}"/>
              </a:ext>
            </a:extLst>
          </p:cNvPr>
          <p:cNvCxnSpPr>
            <a:cxnSpLocks/>
          </p:cNvCxnSpPr>
          <p:nvPr/>
        </p:nvCxnSpPr>
        <p:spPr>
          <a:xfrm flipV="1">
            <a:off x="6440557" y="2488200"/>
            <a:ext cx="0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E80DC-8FC4-DF37-E6F5-9400A2DE7A7A}"/>
              </a:ext>
            </a:extLst>
          </p:cNvPr>
          <p:cNvCxnSpPr>
            <a:cxnSpLocks/>
          </p:cNvCxnSpPr>
          <p:nvPr/>
        </p:nvCxnSpPr>
        <p:spPr>
          <a:xfrm flipV="1">
            <a:off x="7106478" y="2488200"/>
            <a:ext cx="377687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D8927CF-976E-3F9E-FD00-4D1BDBD0E84F}"/>
              </a:ext>
            </a:extLst>
          </p:cNvPr>
          <p:cNvCxnSpPr>
            <a:cxnSpLocks/>
          </p:cNvCxnSpPr>
          <p:nvPr/>
        </p:nvCxnSpPr>
        <p:spPr>
          <a:xfrm flipV="1">
            <a:off x="7732643" y="2474843"/>
            <a:ext cx="655983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17662C-6207-CCBB-EFFE-9CAE93AACCB3}"/>
                  </a:ext>
                </a:extLst>
              </p:cNvPr>
              <p:cNvSpPr txBox="1"/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Question</a:t>
                </a:r>
                <a:br>
                  <a:rPr lang="en-US" b="1" dirty="0"/>
                </a:br>
                <a:r>
                  <a:rPr lang="en-US" dirty="0"/>
                  <a:t>In general, how many multiplications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this way?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17662C-6207-CCBB-EFFE-9CAE93AAC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blipFill>
                <a:blip r:embed="rId3"/>
                <a:stretch>
                  <a:fillRect l="-518" t="-2083" r="-518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FBCBA2-71A2-E81B-30DE-BB91D188E993}"/>
                  </a:ext>
                </a:extLst>
              </p:cNvPr>
              <p:cNvSpPr txBox="1"/>
              <p:nvPr/>
            </p:nvSpPr>
            <p:spPr>
              <a:xfrm>
                <a:off x="5417489" y="4675584"/>
                <a:ext cx="244315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multiplications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FBCBA2-71A2-E81B-30DE-BB91D188E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489" y="4675584"/>
                <a:ext cx="2443159" cy="369332"/>
              </a:xfrm>
              <a:prstGeom prst="rect">
                <a:avLst/>
              </a:prstGeom>
              <a:blipFill>
                <a:blip r:embed="rId4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FF4917-900E-0984-C804-134358A4C395}"/>
                  </a:ext>
                </a:extLst>
              </p:cNvPr>
              <p:cNvSpPr txBox="1"/>
              <p:nvPr/>
            </p:nvSpPr>
            <p:spPr>
              <a:xfrm>
                <a:off x="3531320" y="5182603"/>
                <a:ext cx="49239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FF4917-900E-0984-C804-134358A4C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320" y="5182603"/>
                <a:ext cx="492395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823229A2-BE6F-1C9C-F0EB-FF923DE64569}"/>
              </a:ext>
            </a:extLst>
          </p:cNvPr>
          <p:cNvSpPr/>
          <p:nvPr/>
        </p:nvSpPr>
        <p:spPr>
          <a:xfrm rot="5400000">
            <a:off x="6560939" y="4151072"/>
            <a:ext cx="156261" cy="21871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28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523C-1C4F-EF40-1A21-53701045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4982-2C2C-BC55-CA4A-4A9F9824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3E8362-93BE-38D5-82EC-07EA2EF256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3E8362-93BE-38D5-82EC-07EA2EF256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766209-0A99-3EEA-1216-5770B2481907}"/>
              </a:ext>
            </a:extLst>
          </p:cNvPr>
          <p:cNvSpPr txBox="1"/>
          <p:nvPr/>
        </p:nvSpPr>
        <p:spPr>
          <a:xfrm>
            <a:off x="5763249" y="3631962"/>
            <a:ext cx="207872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multiplications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20FAECC-6532-F1F7-1336-FAE93980DE1E}"/>
              </a:ext>
            </a:extLst>
          </p:cNvPr>
          <p:cNvCxnSpPr/>
          <p:nvPr/>
        </p:nvCxnSpPr>
        <p:spPr>
          <a:xfrm flipH="1" flipV="1">
            <a:off x="5546035" y="2474843"/>
            <a:ext cx="447261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94CDC3-9596-2973-06B6-38297347AEF9}"/>
              </a:ext>
            </a:extLst>
          </p:cNvPr>
          <p:cNvCxnSpPr>
            <a:cxnSpLocks/>
          </p:cNvCxnSpPr>
          <p:nvPr/>
        </p:nvCxnSpPr>
        <p:spPr>
          <a:xfrm flipV="1">
            <a:off x="6440557" y="2488200"/>
            <a:ext cx="0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866AE8-D604-31EB-0060-BEDBB3388E2C}"/>
              </a:ext>
            </a:extLst>
          </p:cNvPr>
          <p:cNvCxnSpPr>
            <a:cxnSpLocks/>
          </p:cNvCxnSpPr>
          <p:nvPr/>
        </p:nvCxnSpPr>
        <p:spPr>
          <a:xfrm flipV="1">
            <a:off x="7106478" y="2488200"/>
            <a:ext cx="377687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B5EDD5-6850-69E1-758F-6C9D40B177D5}"/>
              </a:ext>
            </a:extLst>
          </p:cNvPr>
          <p:cNvCxnSpPr>
            <a:cxnSpLocks/>
          </p:cNvCxnSpPr>
          <p:nvPr/>
        </p:nvCxnSpPr>
        <p:spPr>
          <a:xfrm flipV="1">
            <a:off x="7732643" y="2474843"/>
            <a:ext cx="655983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D259B8-976D-5865-DB0A-66A90211D0DC}"/>
                  </a:ext>
                </a:extLst>
              </p:cNvPr>
              <p:cNvSpPr txBox="1"/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Question</a:t>
                </a:r>
                <a:br>
                  <a:rPr lang="en-US" b="1" dirty="0"/>
                </a:br>
                <a:r>
                  <a:rPr lang="en-US" dirty="0"/>
                  <a:t>In general, how many multiplications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this way?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9D259B8-976D-5865-DB0A-66A90211D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blipFill>
                <a:blip r:embed="rId3"/>
                <a:stretch>
                  <a:fillRect l="-518" t="-2083" r="-518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BFB6A-5DEB-2363-6129-40BA1FBCF8DA}"/>
                  </a:ext>
                </a:extLst>
              </p:cNvPr>
              <p:cNvSpPr txBox="1"/>
              <p:nvPr/>
            </p:nvSpPr>
            <p:spPr>
              <a:xfrm>
                <a:off x="5417489" y="4675584"/>
                <a:ext cx="244315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multiplications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BFB6A-5DEB-2363-6129-40BA1FBCF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489" y="4675584"/>
                <a:ext cx="2443159" cy="369332"/>
              </a:xfrm>
              <a:prstGeom prst="rect">
                <a:avLst/>
              </a:prstGeom>
              <a:blipFill>
                <a:blip r:embed="rId4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02A116-F37B-F2D9-4E26-BA647EFE1057}"/>
                  </a:ext>
                </a:extLst>
              </p:cNvPr>
              <p:cNvSpPr txBox="1"/>
              <p:nvPr/>
            </p:nvSpPr>
            <p:spPr>
              <a:xfrm>
                <a:off x="3531320" y="5182603"/>
                <a:ext cx="49239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02A116-F37B-F2D9-4E26-BA647EFE1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320" y="5182603"/>
                <a:ext cx="492395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975FD13B-BFE2-FE2B-BEC4-BD4BEE900679}"/>
              </a:ext>
            </a:extLst>
          </p:cNvPr>
          <p:cNvSpPr/>
          <p:nvPr/>
        </p:nvSpPr>
        <p:spPr>
          <a:xfrm rot="5400000">
            <a:off x="6560939" y="4151072"/>
            <a:ext cx="156261" cy="21871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F13717-1070-BB59-CEC5-4287D85B844A}"/>
                  </a:ext>
                </a:extLst>
              </p:cNvPr>
              <p:cNvSpPr txBox="1"/>
              <p:nvPr/>
            </p:nvSpPr>
            <p:spPr>
              <a:xfrm>
                <a:off x="8965096" y="4443939"/>
                <a:ext cx="3011556" cy="14773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Practically speaking, we sat the obvious method does about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multiplications. The -1 doesn’t matter much when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big.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F13717-1070-BB59-CEC5-4287D85B8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096" y="4443939"/>
                <a:ext cx="3011556" cy="1477328"/>
              </a:xfrm>
              <a:prstGeom prst="rect">
                <a:avLst/>
              </a:prstGeom>
              <a:blipFill>
                <a:blip r:embed="rId6"/>
                <a:stretch>
                  <a:fillRect l="-420" t="-847" r="-1681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074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EA07-AC60-CE71-E7D6-A3D338291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679BC-B2E8-04D0-BBE7-3C6578EA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386D3-5806-FA1D-200C-A61C531BA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6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6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7386D3-5806-FA1D-200C-A61C531BA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FC30A36-8BF3-A347-B0C1-EFBF616B128C}"/>
              </a:ext>
            </a:extLst>
          </p:cNvPr>
          <p:cNvSpPr txBox="1"/>
          <p:nvPr/>
        </p:nvSpPr>
        <p:spPr>
          <a:xfrm>
            <a:off x="5763249" y="3631962"/>
            <a:ext cx="2078725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multiplications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8A3F3D2-FCA8-943E-73B6-2963CF2DA8B3}"/>
              </a:ext>
            </a:extLst>
          </p:cNvPr>
          <p:cNvCxnSpPr/>
          <p:nvPr/>
        </p:nvCxnSpPr>
        <p:spPr>
          <a:xfrm flipH="1" flipV="1">
            <a:off x="5546035" y="2474843"/>
            <a:ext cx="447261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CE7C54-8ACE-65C2-9086-E9BACEC3F2FF}"/>
              </a:ext>
            </a:extLst>
          </p:cNvPr>
          <p:cNvCxnSpPr>
            <a:cxnSpLocks/>
          </p:cNvCxnSpPr>
          <p:nvPr/>
        </p:nvCxnSpPr>
        <p:spPr>
          <a:xfrm flipV="1">
            <a:off x="6440557" y="2488200"/>
            <a:ext cx="0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EC2C78-6CF4-9AF3-C792-6DE4A92798C3}"/>
              </a:ext>
            </a:extLst>
          </p:cNvPr>
          <p:cNvCxnSpPr>
            <a:cxnSpLocks/>
          </p:cNvCxnSpPr>
          <p:nvPr/>
        </p:nvCxnSpPr>
        <p:spPr>
          <a:xfrm flipV="1">
            <a:off x="7106478" y="2488200"/>
            <a:ext cx="377687" cy="1008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32FFF5-F3DA-A67E-8ED6-D8DA5ACC7D3F}"/>
              </a:ext>
            </a:extLst>
          </p:cNvPr>
          <p:cNvCxnSpPr>
            <a:cxnSpLocks/>
          </p:cNvCxnSpPr>
          <p:nvPr/>
        </p:nvCxnSpPr>
        <p:spPr>
          <a:xfrm flipV="1">
            <a:off x="7732643" y="2474843"/>
            <a:ext cx="655983" cy="1053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2B3B99-425E-04F8-1AEE-405DCB87C85D}"/>
                  </a:ext>
                </a:extLst>
              </p:cNvPr>
              <p:cNvSpPr txBox="1"/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Question</a:t>
                </a:r>
                <a:br>
                  <a:rPr lang="en-US" b="1" dirty="0"/>
                </a:br>
                <a:r>
                  <a:rPr lang="en-US" dirty="0"/>
                  <a:t>In general, how many multiplications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this way?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2B3B99-425E-04F8-1AEE-405DCB87C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89" y="4887605"/>
                <a:ext cx="2443159" cy="1200329"/>
              </a:xfrm>
              <a:prstGeom prst="rect">
                <a:avLst/>
              </a:prstGeom>
              <a:blipFill>
                <a:blip r:embed="rId3"/>
                <a:stretch>
                  <a:fillRect l="-518" t="-2083" r="-518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BCFECD-A806-B118-873D-6D36FFA621B4}"/>
                  </a:ext>
                </a:extLst>
              </p:cNvPr>
              <p:cNvSpPr txBox="1"/>
              <p:nvPr/>
            </p:nvSpPr>
            <p:spPr>
              <a:xfrm>
                <a:off x="5417489" y="4675584"/>
                <a:ext cx="2443159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multiplications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BCFECD-A806-B118-873D-6D36FFA62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489" y="4675584"/>
                <a:ext cx="2443159" cy="369332"/>
              </a:xfrm>
              <a:prstGeom prst="rect">
                <a:avLst/>
              </a:prstGeom>
              <a:blipFill>
                <a:blip r:embed="rId4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FD56E4-AD46-5D56-E64B-E1606737D923}"/>
                  </a:ext>
                </a:extLst>
              </p:cNvPr>
              <p:cNvSpPr txBox="1"/>
              <p:nvPr/>
            </p:nvSpPr>
            <p:spPr>
              <a:xfrm>
                <a:off x="3531320" y="5182603"/>
                <a:ext cx="49239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⋅…⋅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FD56E4-AD46-5D56-E64B-E1606737D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320" y="5182603"/>
                <a:ext cx="492395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Brace 8">
            <a:extLst>
              <a:ext uri="{FF2B5EF4-FFF2-40B4-BE49-F238E27FC236}">
                <a16:creationId xmlns:a16="http://schemas.microsoft.com/office/drawing/2014/main" id="{19685211-3705-D6EE-DA04-F6180DD13B7F}"/>
              </a:ext>
            </a:extLst>
          </p:cNvPr>
          <p:cNvSpPr/>
          <p:nvPr/>
        </p:nvSpPr>
        <p:spPr>
          <a:xfrm rot="5400000">
            <a:off x="6560939" y="4151072"/>
            <a:ext cx="156261" cy="218714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E590AB-50AD-78E0-6433-9DAAF77CE1E9}"/>
                  </a:ext>
                </a:extLst>
              </p:cNvPr>
              <p:cNvSpPr txBox="1"/>
              <p:nvPr/>
            </p:nvSpPr>
            <p:spPr>
              <a:xfrm>
                <a:off x="8965096" y="4443939"/>
                <a:ext cx="3011556" cy="147732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Practically speaking, we sat the obvious method does about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multiplications. The -1 doesn’t matter much when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big.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E590AB-50AD-78E0-6433-9DAAF77CE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096" y="4443939"/>
                <a:ext cx="3011556" cy="1477328"/>
              </a:xfrm>
              <a:prstGeom prst="rect">
                <a:avLst/>
              </a:prstGeom>
              <a:blipFill>
                <a:blip r:embed="rId6"/>
                <a:stretch>
                  <a:fillRect l="-420" t="-847" r="-1681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C4EE45-4DCF-5E0C-30D5-BCA280B23423}"/>
                  </a:ext>
                </a:extLst>
              </p:cNvPr>
              <p:cNvSpPr txBox="1"/>
              <p:nvPr/>
            </p:nvSpPr>
            <p:spPr>
              <a:xfrm>
                <a:off x="4965562" y="6028176"/>
                <a:ext cx="1595373" cy="64633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0  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b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5C4EE45-4DCF-5E0C-30D5-BCA280B23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562" y="6028176"/>
                <a:ext cx="1595373" cy="646331"/>
              </a:xfrm>
              <a:prstGeom prst="rect">
                <a:avLst/>
              </a:prstGeom>
              <a:blipFill>
                <a:blip r:embed="rId7"/>
                <a:stretch>
                  <a:fillRect l="-1575"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011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BA2C-7934-2076-5A99-2C477130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5D86C-4A4F-EE07-B7CB-8CE59197B5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Implement two version of the obvious method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loop-based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recursive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simplicity, assume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05D86C-4A4F-EE07-B7CB-8CE59197B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276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5C93-EB6F-5B5F-8281-2C3FC356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DED732-9392-3E8B-E4A3-2A6E87AD0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65537</m:t>
                        </m:r>
                      </m:sup>
                    </m:sSup>
                  </m:oMath>
                </a14:m>
                <a:r>
                  <a:rPr lang="en-US" dirty="0"/>
                  <a:t> the obvious method does 65536 multiplications.</a:t>
                </a:r>
              </a:p>
              <a:p>
                <a:pPr marL="0" indent="0">
                  <a:buNone/>
                </a:pPr>
                <a:r>
                  <a:rPr lang="en-US" dirty="0"/>
                  <a:t>If one multiplication takes </a:t>
                </a:r>
                <a:r>
                  <a:rPr lang="en-US" dirty="0">
                    <a:highlight>
                      <a:srgbClr val="FFFF00"/>
                    </a:highlight>
                  </a:rPr>
                  <a:t>0.0001</a:t>
                </a:r>
                <a:r>
                  <a:rPr lang="en-US" dirty="0"/>
                  <a:t> seconds, then this would take 65536 * 0.0001 = </a:t>
                </a:r>
                <a:r>
                  <a:rPr lang="en-US" dirty="0">
                    <a:highlight>
                      <a:srgbClr val="FFFF00"/>
                    </a:highlight>
                  </a:rPr>
                  <a:t>6.6 seconds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DED732-9392-3E8B-E4A3-2A6E87AD0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1061E46-4BDE-0626-E58B-402C5BBC7343}"/>
              </a:ext>
            </a:extLst>
          </p:cNvPr>
          <p:cNvSpPr txBox="1"/>
          <p:nvPr/>
        </p:nvSpPr>
        <p:spPr>
          <a:xfrm>
            <a:off x="6096000" y="3323849"/>
            <a:ext cx="34654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 course, modern computers are faster than this. But suppose this is special-purpose hardware that is cheap and slow.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6E88E-0DC6-E55C-9D60-B21C1F03B7A6}"/>
              </a:ext>
            </a:extLst>
          </p:cNvPr>
          <p:cNvSpPr txBox="1"/>
          <p:nvPr/>
        </p:nvSpPr>
        <p:spPr>
          <a:xfrm>
            <a:off x="6095999" y="4976634"/>
            <a:ext cx="34654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</a:t>
            </a:r>
          </a:p>
          <a:p>
            <a:pPr algn="ctr"/>
            <a:r>
              <a:rPr lang="en-US" dirty="0"/>
              <a:t>How can we make this faster without spending more money to buy a faster computer?</a:t>
            </a:r>
          </a:p>
        </p:txBody>
      </p:sp>
    </p:spTree>
    <p:extLst>
      <p:ext uri="{BB962C8B-B14F-4D97-AF65-F5344CB8AC3E}">
        <p14:creationId xmlns:p14="http://schemas.microsoft.com/office/powerpoint/2010/main" val="1860546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5C55-D5D1-E607-16E2-38ACED97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D5E6F-27B6-6EB1-5A2F-6349BF8A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26496" cy="1325563"/>
          </a:xfrm>
        </p:spPr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7AE47-4C3C-82EB-99CA-D594A7150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65537</m:t>
                        </m:r>
                      </m:sup>
                    </m:sSup>
                  </m:oMath>
                </a14:m>
                <a:r>
                  <a:rPr lang="en-US" dirty="0"/>
                  <a:t> the obvious method does 65536 multiplications.</a:t>
                </a:r>
              </a:p>
              <a:p>
                <a:pPr marL="0" indent="0">
                  <a:buNone/>
                </a:pPr>
                <a:r>
                  <a:rPr lang="en-US" dirty="0"/>
                  <a:t>If one multiplication takes </a:t>
                </a:r>
                <a:r>
                  <a:rPr lang="en-US" dirty="0">
                    <a:highlight>
                      <a:srgbClr val="FFFF00"/>
                    </a:highlight>
                  </a:rPr>
                  <a:t>0.0001</a:t>
                </a:r>
                <a:r>
                  <a:rPr lang="en-US" dirty="0"/>
                  <a:t> seconds, then this would take 65536 * 0.0001 = </a:t>
                </a:r>
                <a:r>
                  <a:rPr lang="en-US" dirty="0">
                    <a:highlight>
                      <a:srgbClr val="FFFF00"/>
                    </a:highlight>
                  </a:rPr>
                  <a:t>6.6 seconds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7AE47-4C3C-82EB-99CA-D594A7150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6D541E5-4B11-56C8-A676-420EC4E7035A}"/>
              </a:ext>
            </a:extLst>
          </p:cNvPr>
          <p:cNvSpPr txBox="1"/>
          <p:nvPr/>
        </p:nvSpPr>
        <p:spPr>
          <a:xfrm>
            <a:off x="6096000" y="3323849"/>
            <a:ext cx="34654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 course, modern computers are faster than this. But suppose this is special-purpose hardware that is cheap and slow.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5CCE7-8682-4AD1-A3BD-962AEE0ADE30}"/>
              </a:ext>
            </a:extLst>
          </p:cNvPr>
          <p:cNvSpPr txBox="1"/>
          <p:nvPr/>
        </p:nvSpPr>
        <p:spPr>
          <a:xfrm>
            <a:off x="6095999" y="4976634"/>
            <a:ext cx="34654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</a:t>
            </a:r>
          </a:p>
          <a:p>
            <a:pPr algn="ctr"/>
            <a:r>
              <a:rPr lang="en-US" dirty="0"/>
              <a:t>How can we make this faster without spending more money to buy a faster computer?</a:t>
            </a:r>
          </a:p>
        </p:txBody>
      </p:sp>
    </p:spTree>
    <p:extLst>
      <p:ext uri="{BB962C8B-B14F-4D97-AF65-F5344CB8AC3E}">
        <p14:creationId xmlns:p14="http://schemas.microsoft.com/office/powerpoint/2010/main" val="2271878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EB61B-DA2B-6641-6CF0-B4404FCE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D472-7C42-1D2B-2D01-AD56A5B6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Obvious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851D3-752B-D84A-6D01-347F258858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65537</m:t>
                        </m:r>
                      </m:sup>
                    </m:sSup>
                  </m:oMath>
                </a14:m>
                <a:r>
                  <a:rPr lang="en-US" dirty="0"/>
                  <a:t> the obvious method does 65536 multiplications.</a:t>
                </a:r>
              </a:p>
              <a:p>
                <a:pPr marL="0" indent="0">
                  <a:buNone/>
                </a:pPr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0851D3-752B-D84A-6D01-347F258858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589F970-E953-1670-CB63-89053B237BC7}"/>
              </a:ext>
            </a:extLst>
          </p:cNvPr>
          <p:cNvSpPr txBox="1"/>
          <p:nvPr/>
        </p:nvSpPr>
        <p:spPr>
          <a:xfrm>
            <a:off x="7579436" y="2447366"/>
            <a:ext cx="240759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</a:t>
            </a:r>
          </a:p>
          <a:p>
            <a:pPr algn="ctr"/>
            <a:r>
              <a:rPr lang="en-US" dirty="0"/>
              <a:t>Is there any way to do fewer multiplications?</a:t>
            </a:r>
          </a:p>
          <a:p>
            <a:pPr algn="ctr"/>
            <a:r>
              <a:rPr lang="en-US" b="1" dirty="0"/>
              <a:t>Hint</a:t>
            </a:r>
            <a:r>
              <a:rPr lang="en-US" dirty="0"/>
              <a:t>: Yes!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117658-8365-C900-EBF9-4678E5590161}"/>
              </a:ext>
            </a:extLst>
          </p:cNvPr>
          <p:cNvSpPr/>
          <p:nvPr/>
        </p:nvSpPr>
        <p:spPr>
          <a:xfrm>
            <a:off x="8249477" y="1825625"/>
            <a:ext cx="1067517" cy="43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48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7506-B2DC-388E-F9E9-D3D5CCD7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3B112-A416-E48A-93D6-2C5D4916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EFAE7-B788-404E-9177-B82ACF33E5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65537</m:t>
                        </m:r>
                      </m:sup>
                    </m:sSup>
                  </m:oMath>
                </a14:m>
                <a:r>
                  <a:rPr lang="en-US" dirty="0"/>
                  <a:t> the obvious method does 65536 multiplications.</a:t>
                </a:r>
              </a:p>
              <a:p>
                <a:pPr marL="0" indent="0">
                  <a:buNone/>
                </a:pPr>
                <a:endParaRPr lang="en-US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EFAE7-B788-404E-9177-B82ACF33E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2F6F6FB-D3C4-6CB6-C23C-9203FEBD7888}"/>
              </a:ext>
            </a:extLst>
          </p:cNvPr>
          <p:cNvSpPr txBox="1"/>
          <p:nvPr/>
        </p:nvSpPr>
        <p:spPr>
          <a:xfrm>
            <a:off x="7579436" y="2447366"/>
            <a:ext cx="240759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</a:t>
            </a:r>
          </a:p>
          <a:p>
            <a:pPr algn="ctr"/>
            <a:r>
              <a:rPr lang="en-US" dirty="0"/>
              <a:t>Is there any way to do fewer multiplications?</a:t>
            </a:r>
          </a:p>
          <a:p>
            <a:pPr algn="ctr"/>
            <a:r>
              <a:rPr lang="en-US" b="1" dirty="0"/>
              <a:t>Hint</a:t>
            </a:r>
            <a:r>
              <a:rPr lang="en-US" dirty="0"/>
              <a:t>: Yes!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9691CD-0E57-438F-703E-55842D62CE04}"/>
              </a:ext>
            </a:extLst>
          </p:cNvPr>
          <p:cNvSpPr/>
          <p:nvPr/>
        </p:nvSpPr>
        <p:spPr>
          <a:xfrm>
            <a:off x="8249477" y="1825625"/>
            <a:ext cx="1067517" cy="43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227924-D055-05BE-A7AF-AF5E75F36EF8}"/>
                  </a:ext>
                </a:extLst>
              </p14:cNvPr>
              <p14:cNvContentPartPr/>
              <p14:nvPr/>
            </p14:nvContentPartPr>
            <p14:xfrm>
              <a:off x="876240" y="4119840"/>
              <a:ext cx="4623120" cy="1182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227924-D055-05BE-A7AF-AF5E75F36E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6880" y="4110480"/>
                <a:ext cx="4641840" cy="120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8307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2EFDA-8A7C-7A96-92AD-C48561B1F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CA95-9FBD-8DA5-B94C-0C62F0F8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EC7C6F-F3D4-9AD5-AC28-35D8D1A2A5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EC7C6F-F3D4-9AD5-AC28-35D8D1A2A5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F49A88D-4E26-9D45-636F-8EC42CA855F0}"/>
              </a:ext>
            </a:extLst>
          </p:cNvPr>
          <p:cNvSpPr txBox="1"/>
          <p:nvPr/>
        </p:nvSpPr>
        <p:spPr>
          <a:xfrm>
            <a:off x="6823708" y="1449204"/>
            <a:ext cx="240759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Repeated squaring quickly calculates any exponent that is a power of 2.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2F561B-F62A-E1B8-9A33-2073BF06B4F0}"/>
              </a:ext>
            </a:extLst>
          </p:cNvPr>
          <p:cNvSpPr/>
          <p:nvPr/>
        </p:nvSpPr>
        <p:spPr>
          <a:xfrm>
            <a:off x="1197799" y="2385123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599133-D9B8-9FBF-76EC-A09E97FA818D}"/>
              </a:ext>
            </a:extLst>
          </p:cNvPr>
          <p:cNvSpPr/>
          <p:nvPr/>
        </p:nvSpPr>
        <p:spPr>
          <a:xfrm>
            <a:off x="2079247" y="2385122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1EDDC6-3A29-63A9-366A-4EE5670EFD69}"/>
              </a:ext>
            </a:extLst>
          </p:cNvPr>
          <p:cNvSpPr/>
          <p:nvPr/>
        </p:nvSpPr>
        <p:spPr>
          <a:xfrm>
            <a:off x="2960695" y="2385121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35F3E3-A0ED-79A5-1AD0-E2AD636E4703}"/>
              </a:ext>
            </a:extLst>
          </p:cNvPr>
          <p:cNvSpPr/>
          <p:nvPr/>
        </p:nvSpPr>
        <p:spPr>
          <a:xfrm>
            <a:off x="3831844" y="2385120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C22784-FD7D-FC92-714F-4BCD057574FF}"/>
              </a:ext>
            </a:extLst>
          </p:cNvPr>
          <p:cNvSpPr/>
          <p:nvPr/>
        </p:nvSpPr>
        <p:spPr>
          <a:xfrm>
            <a:off x="4914091" y="2385120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10B55A-BE8D-C707-B3C5-23B6E32110BB}"/>
              </a:ext>
            </a:extLst>
          </p:cNvPr>
          <p:cNvSpPr/>
          <p:nvPr/>
        </p:nvSpPr>
        <p:spPr>
          <a:xfrm>
            <a:off x="5816799" y="2391298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15D34C-C7FB-1952-A912-1C7F3147C579}"/>
              </a:ext>
            </a:extLst>
          </p:cNvPr>
          <p:cNvSpPr txBox="1"/>
          <p:nvPr/>
        </p:nvSpPr>
        <p:spPr>
          <a:xfrm>
            <a:off x="2993081" y="3429000"/>
            <a:ext cx="281511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arrow corresponds to one “squaring”, which takes one multiplication.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F53955-AE9B-63D8-9284-738D5C0DE66E}"/>
              </a:ext>
            </a:extLst>
          </p:cNvPr>
          <p:cNvCxnSpPr>
            <a:cxnSpLocks/>
          </p:cNvCxnSpPr>
          <p:nvPr/>
        </p:nvCxnSpPr>
        <p:spPr>
          <a:xfrm flipH="1" flipV="1">
            <a:off x="1575486" y="2732989"/>
            <a:ext cx="1364233" cy="696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C65633-3CCA-B745-8FA2-57086F0CFFB6}"/>
              </a:ext>
            </a:extLst>
          </p:cNvPr>
          <p:cNvCxnSpPr>
            <a:cxnSpLocks/>
          </p:cNvCxnSpPr>
          <p:nvPr/>
        </p:nvCxnSpPr>
        <p:spPr>
          <a:xfrm flipH="1" flipV="1">
            <a:off x="2362512" y="2732988"/>
            <a:ext cx="919213" cy="696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595EF8-B982-99D0-BA07-A0AF1F01A430}"/>
              </a:ext>
            </a:extLst>
          </p:cNvPr>
          <p:cNvCxnSpPr>
            <a:cxnSpLocks/>
          </p:cNvCxnSpPr>
          <p:nvPr/>
        </p:nvCxnSpPr>
        <p:spPr>
          <a:xfrm flipH="1" flipV="1">
            <a:off x="3281725" y="2732987"/>
            <a:ext cx="151078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B71073-A0AD-F68F-C48D-11D544995E84}"/>
              </a:ext>
            </a:extLst>
          </p:cNvPr>
          <p:cNvCxnSpPr>
            <a:cxnSpLocks/>
          </p:cNvCxnSpPr>
          <p:nvPr/>
        </p:nvCxnSpPr>
        <p:spPr>
          <a:xfrm flipV="1">
            <a:off x="4020687" y="2732986"/>
            <a:ext cx="0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716296-570B-26DA-4C8F-29FB1971DEE4}"/>
              </a:ext>
            </a:extLst>
          </p:cNvPr>
          <p:cNvCxnSpPr>
            <a:cxnSpLocks/>
          </p:cNvCxnSpPr>
          <p:nvPr/>
        </p:nvCxnSpPr>
        <p:spPr>
          <a:xfrm flipV="1">
            <a:off x="4666934" y="2732986"/>
            <a:ext cx="247157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8F3C90-4196-007E-8E79-42A7CA013846}"/>
              </a:ext>
            </a:extLst>
          </p:cNvPr>
          <p:cNvCxnSpPr>
            <a:cxnSpLocks/>
          </p:cNvCxnSpPr>
          <p:nvPr/>
        </p:nvCxnSpPr>
        <p:spPr>
          <a:xfrm flipV="1">
            <a:off x="5484149" y="2732986"/>
            <a:ext cx="332650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EE4E79-1D20-378A-2381-7E7B62204589}"/>
                  </a:ext>
                </a:extLst>
              </p:cNvPr>
              <p:cNvSpPr txBox="1"/>
              <p:nvPr/>
            </p:nvSpPr>
            <p:spPr>
              <a:xfrm>
                <a:off x="7963074" y="3528390"/>
                <a:ext cx="2815110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Question</a:t>
                </a:r>
              </a:p>
              <a:p>
                <a:pPr algn="ctr"/>
                <a:r>
                  <a:rPr lang="en-US" dirty="0"/>
                  <a:t>How many multiplications does this method do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EE4E79-1D20-378A-2381-7E7B62204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074" y="3528390"/>
                <a:ext cx="2815110" cy="1200329"/>
              </a:xfrm>
              <a:prstGeom prst="rect">
                <a:avLst/>
              </a:prstGeom>
              <a:blipFill>
                <a:blip r:embed="rId3"/>
                <a:stretch>
                  <a:fillRect l="-448" t="-2083" r="-2242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CD02441-E0A5-C5DA-873A-AD94CD8882BE}"/>
                  </a:ext>
                </a:extLst>
              </p14:cNvPr>
              <p14:cNvContentPartPr/>
              <p14:nvPr/>
            </p14:nvContentPartPr>
            <p14:xfrm>
              <a:off x="1238400" y="2705040"/>
              <a:ext cx="2889360" cy="89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CD02441-E0A5-C5DA-873A-AD94CD8882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9040" y="2695680"/>
                <a:ext cx="290808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3000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DFD5-A90E-F058-080F-87C5E05D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D696-983B-FA2C-A8C3-45CC1D47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D392C-4585-AEEB-A7AF-756FF4CE2F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D392C-4585-AEEB-A7AF-756FF4CE2F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4F6676D-1A39-8A14-9B73-F5DEDD9EAB97}"/>
              </a:ext>
            </a:extLst>
          </p:cNvPr>
          <p:cNvSpPr txBox="1"/>
          <p:nvPr/>
        </p:nvSpPr>
        <p:spPr>
          <a:xfrm>
            <a:off x="6823708" y="1449204"/>
            <a:ext cx="240759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Repeated squaring quickly calculates any exponent that is a power of 2.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8FFCC4-52E9-1B07-6E83-C72DB438893A}"/>
              </a:ext>
            </a:extLst>
          </p:cNvPr>
          <p:cNvSpPr/>
          <p:nvPr/>
        </p:nvSpPr>
        <p:spPr>
          <a:xfrm>
            <a:off x="1197799" y="2385123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F2F4DD-7D53-2651-6580-08C00224A296}"/>
              </a:ext>
            </a:extLst>
          </p:cNvPr>
          <p:cNvSpPr/>
          <p:nvPr/>
        </p:nvSpPr>
        <p:spPr>
          <a:xfrm>
            <a:off x="2079247" y="2385122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33E199-BE27-156F-6FB4-C1E3C47D54BD}"/>
              </a:ext>
            </a:extLst>
          </p:cNvPr>
          <p:cNvSpPr/>
          <p:nvPr/>
        </p:nvSpPr>
        <p:spPr>
          <a:xfrm>
            <a:off x="2960695" y="2385121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22DAB4-D11A-497E-7833-FCBA55DF21AB}"/>
              </a:ext>
            </a:extLst>
          </p:cNvPr>
          <p:cNvSpPr/>
          <p:nvPr/>
        </p:nvSpPr>
        <p:spPr>
          <a:xfrm>
            <a:off x="3831844" y="2385120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3C9947-42E5-D10C-3665-8C9380F1917B}"/>
              </a:ext>
            </a:extLst>
          </p:cNvPr>
          <p:cNvSpPr/>
          <p:nvPr/>
        </p:nvSpPr>
        <p:spPr>
          <a:xfrm>
            <a:off x="4914091" y="2385120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DF572F-4C11-0F40-4937-FE9ACC17FFCA}"/>
              </a:ext>
            </a:extLst>
          </p:cNvPr>
          <p:cNvSpPr/>
          <p:nvPr/>
        </p:nvSpPr>
        <p:spPr>
          <a:xfrm>
            <a:off x="5816799" y="2391298"/>
            <a:ext cx="377687" cy="34786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55F841-3256-F6C3-38D3-6FEA8EF1E093}"/>
              </a:ext>
            </a:extLst>
          </p:cNvPr>
          <p:cNvSpPr txBox="1"/>
          <p:nvPr/>
        </p:nvSpPr>
        <p:spPr>
          <a:xfrm>
            <a:off x="2993081" y="3429000"/>
            <a:ext cx="2815112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arrow corresponds to one “squaring”, which takes one multiplication.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C69759-222A-E112-BBCE-768FB36B8AB9}"/>
              </a:ext>
            </a:extLst>
          </p:cNvPr>
          <p:cNvCxnSpPr>
            <a:cxnSpLocks/>
          </p:cNvCxnSpPr>
          <p:nvPr/>
        </p:nvCxnSpPr>
        <p:spPr>
          <a:xfrm flipH="1" flipV="1">
            <a:off x="1575486" y="2732989"/>
            <a:ext cx="1364233" cy="696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E28047-4AF7-225F-3D40-1A2728E3A903}"/>
              </a:ext>
            </a:extLst>
          </p:cNvPr>
          <p:cNvCxnSpPr>
            <a:cxnSpLocks/>
          </p:cNvCxnSpPr>
          <p:nvPr/>
        </p:nvCxnSpPr>
        <p:spPr>
          <a:xfrm flipH="1" flipV="1">
            <a:off x="2362512" y="2732988"/>
            <a:ext cx="919213" cy="696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9813A5-2023-9371-1175-2347ACB770B1}"/>
              </a:ext>
            </a:extLst>
          </p:cNvPr>
          <p:cNvCxnSpPr>
            <a:cxnSpLocks/>
          </p:cNvCxnSpPr>
          <p:nvPr/>
        </p:nvCxnSpPr>
        <p:spPr>
          <a:xfrm flipH="1" flipV="1">
            <a:off x="3281725" y="2732987"/>
            <a:ext cx="151078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B9834B6-2499-8BF6-5226-A82CBA3B9EEF}"/>
              </a:ext>
            </a:extLst>
          </p:cNvPr>
          <p:cNvCxnSpPr>
            <a:cxnSpLocks/>
          </p:cNvCxnSpPr>
          <p:nvPr/>
        </p:nvCxnSpPr>
        <p:spPr>
          <a:xfrm flipV="1">
            <a:off x="4020687" y="2732986"/>
            <a:ext cx="0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37AF8E-950B-719D-4AEB-D3BD90737013}"/>
              </a:ext>
            </a:extLst>
          </p:cNvPr>
          <p:cNvCxnSpPr>
            <a:cxnSpLocks/>
          </p:cNvCxnSpPr>
          <p:nvPr/>
        </p:nvCxnSpPr>
        <p:spPr>
          <a:xfrm flipV="1">
            <a:off x="4666934" y="2732986"/>
            <a:ext cx="247157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E3EA63-B577-339C-FE03-DE4B9786E69D}"/>
              </a:ext>
            </a:extLst>
          </p:cNvPr>
          <p:cNvCxnSpPr>
            <a:cxnSpLocks/>
          </p:cNvCxnSpPr>
          <p:nvPr/>
        </p:nvCxnSpPr>
        <p:spPr>
          <a:xfrm flipV="1">
            <a:off x="5484149" y="2732986"/>
            <a:ext cx="332650" cy="69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A71A70-EE81-4E09-BF80-A605B32B4F25}"/>
                  </a:ext>
                </a:extLst>
              </p:cNvPr>
              <p:cNvSpPr txBox="1"/>
              <p:nvPr/>
            </p:nvSpPr>
            <p:spPr>
              <a:xfrm>
                <a:off x="7963074" y="3528390"/>
                <a:ext cx="2815110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Question</a:t>
                </a:r>
              </a:p>
              <a:p>
                <a:pPr algn="ctr"/>
                <a:r>
                  <a:rPr lang="en-US" dirty="0"/>
                  <a:t>How many multiplications does this method do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A71A70-EE81-4E09-BF80-A605B32B4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3074" y="3528390"/>
                <a:ext cx="2815110" cy="1200329"/>
              </a:xfrm>
              <a:prstGeom prst="rect">
                <a:avLst/>
              </a:prstGeom>
              <a:blipFill>
                <a:blip r:embed="rId3"/>
                <a:stretch>
                  <a:fillRect l="-448" t="-2083" r="-2242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F774687-667E-4980-0293-84520508517D}"/>
              </a:ext>
            </a:extLst>
          </p:cNvPr>
          <p:cNvSpPr txBox="1"/>
          <p:nvPr/>
        </p:nvSpPr>
        <p:spPr>
          <a:xfrm>
            <a:off x="7850857" y="5015547"/>
            <a:ext cx="3039543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4 multiplications</a:t>
            </a:r>
            <a:br>
              <a:rPr lang="en-US" dirty="0"/>
            </a:br>
            <a:r>
              <a:rPr lang="en-US" dirty="0"/>
              <a:t>Compared to 15 for the obvious method.</a:t>
            </a:r>
          </a:p>
          <a:p>
            <a:pPr algn="ctr"/>
            <a:r>
              <a:rPr lang="en-US" dirty="0"/>
              <a:t>The squaring method does 4 times less work in this case.</a:t>
            </a:r>
          </a:p>
        </p:txBody>
      </p:sp>
    </p:spTree>
    <p:extLst>
      <p:ext uri="{BB962C8B-B14F-4D97-AF65-F5344CB8AC3E}">
        <p14:creationId xmlns:p14="http://schemas.microsoft.com/office/powerpoint/2010/main" val="490812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AEEF-8A2E-1CD7-5B87-9CA92F8C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F9F8-9786-27D5-D7C1-C8D0B711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9E5ED8-36B5-C1B6-F7D5-3660E65067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9E5ED8-36B5-C1B6-F7D5-3660E6506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768934-4521-8575-9804-8B4E97717E02}"/>
                  </a:ext>
                </a:extLst>
              </p:cNvPr>
              <p:cNvSpPr txBox="1"/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what about exponents that are not powers of 2? </a:t>
                </a:r>
                <a:br>
                  <a:rPr lang="en-US" dirty="0"/>
                </a:br>
                <a:r>
                  <a:rPr lang="en-US" dirty="0"/>
                  <a:t>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768934-4521-8575-9804-8B4E97717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blipFill>
                <a:blip r:embed="rId3"/>
                <a:stretch>
                  <a:fillRect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0151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4978-A660-14AC-E524-283DFD60E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0527-14CA-F3AB-3F90-953DC4DEC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9D5A61-1CDE-822D-796F-5029020C15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9D5A61-1CDE-822D-796F-5029020C15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4AAD9A-A30A-31BA-4441-195A73227361}"/>
                  </a:ext>
                </a:extLst>
              </p:cNvPr>
              <p:cNvSpPr txBox="1"/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what about exponents that are not powers of 2? </a:t>
                </a:r>
                <a:br>
                  <a:rPr lang="en-US" dirty="0"/>
                </a:br>
                <a:r>
                  <a:rPr lang="en-US" dirty="0"/>
                  <a:t>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4AAD9A-A30A-31BA-4441-195A73227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blipFill>
                <a:blip r:embed="rId3"/>
                <a:stretch>
                  <a:fillRect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396177-3000-9973-72C5-551DEB0715AC}"/>
                  </a:ext>
                </a:extLst>
              </p:cNvPr>
              <p:cNvSpPr txBox="1"/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396177-3000-9973-72C5-551DEB071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87BB5B-FB84-5DA7-BE00-1C6D86F1AD60}"/>
                  </a:ext>
                </a:extLst>
              </p:cNvPr>
              <p:cNvSpPr txBox="1"/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If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, we can square it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87BB5B-FB84-5DA7-BE00-1C6D86F1A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blipFill>
                <a:blip r:embed="rId5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170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D4FD-6F7B-4B56-ACE8-1ED99F99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1E07-F213-B368-C4FB-9BC3C61E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7AB3CC-4D32-0923-CC62-E008EA3CE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7AB3CC-4D32-0923-CC62-E008EA3CE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CE9274-6B0E-51FE-BD43-3A70B4D697BC}"/>
                  </a:ext>
                </a:extLst>
              </p:cNvPr>
              <p:cNvSpPr txBox="1"/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what about exponents that are not powers of 2? </a:t>
                </a:r>
                <a:br>
                  <a:rPr lang="en-US" dirty="0"/>
                </a:br>
                <a:r>
                  <a:rPr lang="en-US" dirty="0"/>
                  <a:t>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CE9274-6B0E-51FE-BD43-3A70B4D69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blipFill>
                <a:blip r:embed="rId3"/>
                <a:stretch>
                  <a:fillRect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0046C-828D-654B-C2E2-F4B7089D27DB}"/>
                  </a:ext>
                </a:extLst>
              </p:cNvPr>
              <p:cNvSpPr txBox="1"/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80046C-828D-654B-C2E2-F4B7089D2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A08AAC-5129-26A0-D41B-8E6F69AF8892}"/>
                  </a:ext>
                </a:extLst>
              </p:cNvPr>
              <p:cNvSpPr txBox="1"/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If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, we can square it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A08AAC-5129-26A0-D41B-8E6F69AF8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blipFill>
                <a:blip r:embed="rId5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87CBBE-3528-0C57-9D66-EDD9C63B5554}"/>
                  </a:ext>
                </a:extLst>
              </p:cNvPr>
              <p:cNvSpPr txBox="1"/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How can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?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87CBBE-3528-0C57-9D66-EDD9C63B5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0447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11EAB-865F-1ADD-F11C-052E543B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8E5F-6E38-C595-7DDA-9E3DE41A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6CA02D-A86E-7982-D36D-D3EB65A853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6CA02D-A86E-7982-D36D-D3EB65A853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027109-2B07-F4FA-94B4-176FC4220053}"/>
                  </a:ext>
                </a:extLst>
              </p:cNvPr>
              <p:cNvSpPr txBox="1"/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what about exponents that are not powers of 2? </a:t>
                </a:r>
                <a:br>
                  <a:rPr lang="en-US" dirty="0"/>
                </a:br>
                <a:r>
                  <a:rPr lang="en-US" dirty="0"/>
                  <a:t>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027109-2B07-F4FA-94B4-176FC4220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blipFill>
                <a:blip r:embed="rId3"/>
                <a:stretch>
                  <a:fillRect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E351A1-8097-6061-3784-4948DE651710}"/>
                  </a:ext>
                </a:extLst>
              </p:cNvPr>
              <p:cNvSpPr txBox="1"/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E351A1-8097-6061-3784-4948DE651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9CF1A4-25E2-364D-355C-49AE0D1E6F7E}"/>
                  </a:ext>
                </a:extLst>
              </p:cNvPr>
              <p:cNvSpPr txBox="1"/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If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, we can square it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9CF1A4-25E2-364D-355C-49AE0D1E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blipFill>
                <a:blip r:embed="rId5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B735C1-D44F-A826-B992-EA587EFFDCC8}"/>
                  </a:ext>
                </a:extLst>
              </p:cNvPr>
              <p:cNvSpPr txBox="1"/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How can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?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B735C1-D44F-A826-B992-EA587EFFD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A4F9C1-E74B-1A5D-EB03-286EEF13693C}"/>
                  </a:ext>
                </a:extLst>
              </p:cNvPr>
              <p:cNvSpPr txBox="1"/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A4F9C1-E74B-1A5D-EB03-286EEF136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EC8FF9E-CCA1-710A-8708-74F76DD15FD2}"/>
                  </a:ext>
                </a:extLst>
              </p14:cNvPr>
              <p14:cNvContentPartPr/>
              <p14:nvPr/>
            </p14:nvContentPartPr>
            <p14:xfrm>
              <a:off x="7765920" y="4680000"/>
              <a:ext cx="3486600" cy="120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EC8FF9E-CCA1-710A-8708-74F76DD15F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56560" y="4670640"/>
                <a:ext cx="3505320" cy="13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1378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8B8B-8368-8A18-B9C0-AFFDB529E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AE79-629F-647D-4306-0A91EDAD1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6DB26D-0FA8-DE0A-93BE-30F8D87B5C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6DB26D-0FA8-DE0A-93BE-30F8D87B5C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989F63-FC58-9A24-1DB5-163154D4B427}"/>
                  </a:ext>
                </a:extLst>
              </p:cNvPr>
              <p:cNvSpPr txBox="1"/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what about exponents that are not powers of 2? </a:t>
                </a:r>
                <a:br>
                  <a:rPr lang="en-US" dirty="0"/>
                </a:br>
                <a:r>
                  <a:rPr lang="en-US" dirty="0"/>
                  <a:t>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989F63-FC58-9A24-1DB5-163154D4B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blipFill>
                <a:blip r:embed="rId3"/>
                <a:stretch>
                  <a:fillRect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80C03D-09E3-F0B4-FE81-ED3D5E6A882F}"/>
                  </a:ext>
                </a:extLst>
              </p:cNvPr>
              <p:cNvSpPr txBox="1"/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80C03D-09E3-F0B4-FE81-ED3D5E6A8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66D72E-C245-4527-B775-08CAA0410198}"/>
                  </a:ext>
                </a:extLst>
              </p:cNvPr>
              <p:cNvSpPr txBox="1"/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If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, we can square it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66D72E-C245-4527-B775-08CAA0410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blipFill>
                <a:blip r:embed="rId5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12BBE8-CF82-BC9D-B343-C0C13AB62F54}"/>
                  </a:ext>
                </a:extLst>
              </p:cNvPr>
              <p:cNvSpPr txBox="1"/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How can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?</a:t>
                </a:r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12BBE8-CF82-BC9D-B343-C0C13AB62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913AE5-47FC-D263-B34B-CE9F4F2E72C2}"/>
                  </a:ext>
                </a:extLst>
              </p:cNvPr>
              <p:cNvSpPr txBox="1"/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5913AE5-47FC-D263-B34B-CE9F4F2E7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176A46-F56B-98FD-FD18-3915FA615F9E}"/>
                  </a:ext>
                </a:extLst>
              </p:cNvPr>
              <p:cNvSpPr txBox="1"/>
              <p:nvPr/>
            </p:nvSpPr>
            <p:spPr>
              <a:xfrm>
                <a:off x="8147601" y="4852388"/>
                <a:ext cx="1659459" cy="7386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5 is odd, so we “take out” one </a:t>
                </a:r>
                <a14:m>
                  <m:oMath xmlns:m="http://schemas.openxmlformats.org/officeDocument/2006/math">
                    <m:r>
                      <a:rPr lang="en-CA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sz="1400" dirty="0"/>
                  <a:t> to get </a:t>
                </a:r>
                <a14:m>
                  <m:oMath xmlns:m="http://schemas.openxmlformats.org/officeDocument/2006/math">
                    <m:r>
                      <a:rPr lang="en-CA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sz="1400" dirty="0"/>
                  <a:t> times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176A46-F56B-98FD-FD18-3915FA615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601" y="4852388"/>
                <a:ext cx="1659459" cy="738664"/>
              </a:xfrm>
              <a:prstGeom prst="rect">
                <a:avLst/>
              </a:prstGeom>
              <a:blipFill>
                <a:blip r:embed="rId8"/>
                <a:stretch>
                  <a:fillRect t="-1695" r="-151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E1320B-3E79-C61D-39FD-CC79E0D8C23D}"/>
                  </a:ext>
                </a:extLst>
              </p:cNvPr>
              <p:cNvSpPr txBox="1"/>
              <p:nvPr/>
            </p:nvSpPr>
            <p:spPr>
              <a:xfrm>
                <a:off x="10055540" y="4852388"/>
                <a:ext cx="1659459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CA" sz="1400" dirty="0"/>
                  <a:t> by 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E1320B-3E79-C61D-39FD-CC79E0D8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540" y="4852388"/>
                <a:ext cx="1659459" cy="523220"/>
              </a:xfrm>
              <a:prstGeom prst="rect">
                <a:avLst/>
              </a:prstGeom>
              <a:blipFill>
                <a:blip r:embed="rId9"/>
                <a:stretch>
                  <a:fillRect l="-763" t="-2381" r="-2290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400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7DA0-ECF6-A151-8DFE-4695F48C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427F6-8027-C7C0-15EA-D130B450F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22D7DF-B0E2-EFAA-CADC-E7FC859B5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Repeated squaring!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 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→ …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→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22D7DF-B0E2-EFAA-CADC-E7FC859B5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25DBC7-9738-D700-C501-CB478C1B4C7B}"/>
                  </a:ext>
                </a:extLst>
              </p:cNvPr>
              <p:cNvSpPr txBox="1"/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what about exponents that are not powers of 2? </a:t>
                </a:r>
                <a:br>
                  <a:rPr lang="en-US" dirty="0"/>
                </a:br>
                <a:r>
                  <a:rPr lang="en-US" dirty="0"/>
                  <a:t>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25DBC7-9738-D700-C501-CB478C1B4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blipFill>
                <a:blip r:embed="rId3"/>
                <a:stretch>
                  <a:fillRect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733457-BD7F-B88A-D1F6-FF6310CE5E38}"/>
                  </a:ext>
                </a:extLst>
              </p:cNvPr>
              <p:cNvSpPr txBox="1"/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733457-BD7F-B88A-D1F6-FF6310CE5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779A8-24A0-0415-7C04-8CEFA3401DBC}"/>
                  </a:ext>
                </a:extLst>
              </p:cNvPr>
              <p:cNvSpPr txBox="1"/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If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, we can square it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779A8-24A0-0415-7C04-8CEFA3401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blipFill>
                <a:blip r:embed="rId5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85D4C9-DCC8-9747-9C4C-2A1C13688225}"/>
                  </a:ext>
                </a:extLst>
              </p:cNvPr>
              <p:cNvSpPr txBox="1"/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How can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?</a:t>
                </a:r>
                <a:endParaRPr 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85D4C9-DCC8-9747-9C4C-2A1C13688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8D1122-6AD2-6B49-4D5C-59F0993FB85C}"/>
                  </a:ext>
                </a:extLst>
              </p:cNvPr>
              <p:cNvSpPr txBox="1"/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8D1122-6AD2-6B49-4D5C-59F0993FB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F78D47-09D2-11CB-9EDE-9DD597BDA16D}"/>
                  </a:ext>
                </a:extLst>
              </p:cNvPr>
              <p:cNvSpPr txBox="1"/>
              <p:nvPr/>
            </p:nvSpPr>
            <p:spPr>
              <a:xfrm>
                <a:off x="8147601" y="4852388"/>
                <a:ext cx="1659459" cy="7386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5 is odd, so we “take out” one </a:t>
                </a:r>
                <a14:m>
                  <m:oMath xmlns:m="http://schemas.openxmlformats.org/officeDocument/2006/math">
                    <m:r>
                      <a:rPr lang="en-CA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sz="1400" dirty="0"/>
                  <a:t> to get </a:t>
                </a:r>
                <a14:m>
                  <m:oMath xmlns:m="http://schemas.openxmlformats.org/officeDocument/2006/math">
                    <m:r>
                      <a:rPr lang="en-CA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sz="1400" dirty="0"/>
                  <a:t> times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7F78D47-09D2-11CB-9EDE-9DD597BDA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601" y="4852388"/>
                <a:ext cx="1659459" cy="738664"/>
              </a:xfrm>
              <a:prstGeom prst="rect">
                <a:avLst/>
              </a:prstGeom>
              <a:blipFill>
                <a:blip r:embed="rId8"/>
                <a:stretch>
                  <a:fillRect t="-1695" r="-151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D9012F-BC7A-6B0A-3170-F0DF4C576E43}"/>
                  </a:ext>
                </a:extLst>
              </p:cNvPr>
              <p:cNvSpPr txBox="1"/>
              <p:nvPr/>
            </p:nvSpPr>
            <p:spPr>
              <a:xfrm>
                <a:off x="10055540" y="4852388"/>
                <a:ext cx="1659459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CA" sz="1400" dirty="0"/>
                  <a:t> by 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D9012F-BC7A-6B0A-3170-F0DF4C576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540" y="4852388"/>
                <a:ext cx="1659459" cy="523220"/>
              </a:xfrm>
              <a:prstGeom prst="rect">
                <a:avLst/>
              </a:prstGeom>
              <a:blipFill>
                <a:blip r:embed="rId9"/>
                <a:stretch>
                  <a:fillRect l="-763" t="-2381" r="-2290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962B11-2429-728B-DFF4-FE8F7B24C614}"/>
                  </a:ext>
                </a:extLst>
              </p:cNvPr>
              <p:cNvSpPr txBox="1"/>
              <p:nvPr/>
            </p:nvSpPr>
            <p:spPr>
              <a:xfrm>
                <a:off x="7603435" y="5912916"/>
                <a:ext cx="20997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C962B11-2429-728B-DFF4-FE8F7B24C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5912916"/>
                <a:ext cx="209974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F4A46D2-97BA-E244-4927-15002B3C739D}"/>
              </a:ext>
            </a:extLst>
          </p:cNvPr>
          <p:cNvSpPr txBox="1"/>
          <p:nvPr/>
        </p:nvSpPr>
        <p:spPr>
          <a:xfrm>
            <a:off x="6389461" y="6020637"/>
            <a:ext cx="1213973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Final case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461543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0945-69BB-5560-8BA8-5ADA55E62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6E2C-79ED-2D9A-3FF5-F89A307B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2A52A2-5575-1E46-4AD5-AABF9DEC59BA}"/>
                  </a:ext>
                </a:extLst>
              </p:cNvPr>
              <p:cNvSpPr txBox="1"/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But what about exponents that are not powers of 2? </a:t>
                </a:r>
                <a:br>
                  <a:rPr lang="en-US" dirty="0"/>
                </a:br>
                <a:r>
                  <a:rPr lang="en-US" dirty="0"/>
                  <a:t>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2A52A2-5575-1E46-4AD5-AABF9DEC5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866" y="1439265"/>
                <a:ext cx="2210962" cy="1200329"/>
              </a:xfrm>
              <a:prstGeom prst="rect">
                <a:avLst/>
              </a:prstGeom>
              <a:blipFill>
                <a:blip r:embed="rId2"/>
                <a:stretch>
                  <a:fillRect t="-2105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D0E84D-0727-5E7F-A248-28B29BC2DD59}"/>
                  </a:ext>
                </a:extLst>
              </p:cNvPr>
              <p:cNvSpPr txBox="1"/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D0E84D-0727-5E7F-A248-28B29BC2D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3061252"/>
                <a:ext cx="2259721" cy="5280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97A6E1-480B-59B1-4643-04C259478E81}"/>
                  </a:ext>
                </a:extLst>
              </p:cNvPr>
              <p:cNvSpPr txBox="1"/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If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, we can square it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97A6E1-480B-59B1-4643-04C25947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8828" y="3063752"/>
                <a:ext cx="2068500" cy="525593"/>
              </a:xfrm>
              <a:prstGeom prst="rect">
                <a:avLst/>
              </a:prstGeom>
              <a:blipFill>
                <a:blip r:embed="rId4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55E875-7F82-3637-EDE9-7CFD8F009CA3}"/>
                  </a:ext>
                </a:extLst>
              </p:cNvPr>
              <p:cNvSpPr txBox="1"/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How can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CA" sz="1400" dirty="0"/>
                  <a:t>?</a:t>
                </a:r>
                <a:endParaRPr 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55E875-7F82-3637-EDE9-7CFD8F009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934" y="4299516"/>
                <a:ext cx="2068500" cy="307777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B95E3F-B666-FE07-BCBE-E37F7E396F8E}"/>
                  </a:ext>
                </a:extLst>
              </p:cNvPr>
              <p:cNvSpPr txBox="1"/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CA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3B95E3F-B666-FE07-BCBE-E37F7E396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4" y="4189358"/>
                <a:ext cx="3898054" cy="5280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0E858C-1AE6-19B2-3AC0-1CF11ECA3C56}"/>
                  </a:ext>
                </a:extLst>
              </p:cNvPr>
              <p:cNvSpPr txBox="1"/>
              <p:nvPr/>
            </p:nvSpPr>
            <p:spPr>
              <a:xfrm>
                <a:off x="8147601" y="4852388"/>
                <a:ext cx="1659459" cy="73866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5 is odd, so we “take out” one </a:t>
                </a:r>
                <a14:m>
                  <m:oMath xmlns:m="http://schemas.openxmlformats.org/officeDocument/2006/math">
                    <m:r>
                      <a:rPr lang="en-CA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sz="1400" dirty="0"/>
                  <a:t> to get </a:t>
                </a:r>
                <a14:m>
                  <m:oMath xmlns:m="http://schemas.openxmlformats.org/officeDocument/2006/math">
                    <m:r>
                      <a:rPr lang="en-CA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CA" sz="1400" dirty="0"/>
                  <a:t> times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40E858C-1AE6-19B2-3AC0-1CF11ECA3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601" y="4852388"/>
                <a:ext cx="1659459" cy="738664"/>
              </a:xfrm>
              <a:prstGeom prst="rect">
                <a:avLst/>
              </a:prstGeom>
              <a:blipFill>
                <a:blip r:embed="rId7"/>
                <a:stretch>
                  <a:fillRect t="-1695" r="-151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B83333-247A-5A6C-5D95-B54ADD01238A}"/>
                  </a:ext>
                </a:extLst>
              </p:cNvPr>
              <p:cNvSpPr txBox="1"/>
              <p:nvPr/>
            </p:nvSpPr>
            <p:spPr>
              <a:xfrm>
                <a:off x="10055540" y="4852388"/>
                <a:ext cx="1659459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CA" sz="1400" dirty="0"/>
                  <a:t> by square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sz="1400" dirty="0"/>
                  <a:t>.</a:t>
                </a:r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2B83333-247A-5A6C-5D95-B54ADD01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5540" y="4852388"/>
                <a:ext cx="1659459" cy="523220"/>
              </a:xfrm>
              <a:prstGeom prst="rect">
                <a:avLst/>
              </a:prstGeom>
              <a:blipFill>
                <a:blip r:embed="rId8"/>
                <a:stretch>
                  <a:fillRect l="-763" t="-2381" r="-2290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E62CBB-AE99-7CC9-13FB-E568B4B907A6}"/>
                  </a:ext>
                </a:extLst>
              </p:cNvPr>
              <p:cNvSpPr txBox="1"/>
              <p:nvPr/>
            </p:nvSpPr>
            <p:spPr>
              <a:xfrm>
                <a:off x="7603435" y="5912916"/>
                <a:ext cx="20997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CA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CA" sz="28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E62CBB-AE99-7CC9-13FB-E568B4B90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435" y="5912916"/>
                <a:ext cx="209974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0EFD7C-6B01-BF9C-8CF0-76A94819F3E9}"/>
              </a:ext>
            </a:extLst>
          </p:cNvPr>
          <p:cNvSpPr txBox="1"/>
          <p:nvPr/>
        </p:nvSpPr>
        <p:spPr>
          <a:xfrm>
            <a:off x="6389461" y="6020637"/>
            <a:ext cx="1213973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Final case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FF6484-78FD-BC02-A948-8007F0733FA1}"/>
                  </a:ext>
                </a:extLst>
              </p:cNvPr>
              <p:cNvSpPr txBox="1"/>
              <p:nvPr/>
            </p:nvSpPr>
            <p:spPr>
              <a:xfrm>
                <a:off x="402278" y="2344837"/>
                <a:ext cx="4372992" cy="196092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      =1</m:t>
                      </m:r>
                    </m:oMath>
                  </m:oMathPara>
                </a14:m>
                <a:endParaRPr lang="en-CA" sz="4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CA" sz="4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FF6484-78FD-BC02-A948-8007F0733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78" y="2344837"/>
                <a:ext cx="4372992" cy="1960921"/>
              </a:xfrm>
              <a:prstGeom prst="rect">
                <a:avLst/>
              </a:prstGeom>
              <a:blipFill>
                <a:blip r:embed="rId10"/>
                <a:stretch>
                  <a:fillRect l="-578" t="-641"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CF4BE4-35EF-C77B-633F-E0A87F5351B5}"/>
                  </a:ext>
                </a:extLst>
              </p:cNvPr>
              <p:cNvSpPr txBox="1"/>
              <p:nvPr/>
            </p:nvSpPr>
            <p:spPr>
              <a:xfrm>
                <a:off x="690512" y="4660633"/>
                <a:ext cx="2769380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This way of 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CA" dirty="0"/>
                  <a:t> can be written as a recurrence relation.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CF4BE4-35EF-C77B-633F-E0A87F535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12" y="4660633"/>
                <a:ext cx="2769380" cy="923330"/>
              </a:xfrm>
              <a:prstGeom prst="rect">
                <a:avLst/>
              </a:prstGeom>
              <a:blipFill>
                <a:blip r:embed="rId11"/>
                <a:stretch>
                  <a:fillRect l="-457" t="-411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A1FDB2-D384-955E-FD66-6965AABFC153}"/>
                  </a:ext>
                </a:extLst>
              </p14:cNvPr>
              <p14:cNvContentPartPr/>
              <p14:nvPr/>
            </p14:nvContentPartPr>
            <p14:xfrm>
              <a:off x="2432160" y="4228560"/>
              <a:ext cx="2057760" cy="14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A1FDB2-D384-955E-FD66-6965AABFC15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22800" y="4219200"/>
                <a:ext cx="2076480" cy="3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2060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1702-8494-D48C-1109-661D550AB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2436-058F-FBC2-6F56-BF63A1A4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7E099A-C1F1-D62A-077C-41F7270A7033}"/>
                  </a:ext>
                </a:extLst>
              </p:cNvPr>
              <p:cNvSpPr txBox="1"/>
              <p:nvPr/>
            </p:nvSpPr>
            <p:spPr>
              <a:xfrm>
                <a:off x="402278" y="2344837"/>
                <a:ext cx="4372992" cy="196092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      =1</m:t>
                      </m:r>
                    </m:oMath>
                  </m:oMathPara>
                </a14:m>
                <a:endParaRPr lang="en-CA" sz="4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CA" sz="4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D7E099A-C1F1-D62A-077C-41F7270A7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78" y="2344837"/>
                <a:ext cx="4372992" cy="1960921"/>
              </a:xfrm>
              <a:prstGeom prst="rect">
                <a:avLst/>
              </a:prstGeom>
              <a:blipFill>
                <a:blip r:embed="rId2"/>
                <a:stretch>
                  <a:fillRect l="-578" t="-641"/>
                </a:stretch>
              </a:blipFill>
              <a:ln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EDBDF1-362E-75B3-37B6-242E65A7607B}"/>
                  </a:ext>
                </a:extLst>
              </p:cNvPr>
              <p:cNvSpPr txBox="1"/>
              <p:nvPr/>
            </p:nvSpPr>
            <p:spPr>
              <a:xfrm>
                <a:off x="5365217" y="1421507"/>
                <a:ext cx="2605966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Base case</a:t>
                </a:r>
                <a:r>
                  <a:rPr lang="en-CA" dirty="0"/>
                  <a:t>, i.e. stopping rule. We could also include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EDBDF1-362E-75B3-37B6-242E65A76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217" y="1421507"/>
                <a:ext cx="2605966" cy="923330"/>
              </a:xfrm>
              <a:prstGeom prst="rect">
                <a:avLst/>
              </a:prstGeom>
              <a:blipFill>
                <a:blip r:embed="rId3"/>
                <a:stretch>
                  <a:fillRect l="-971" t="-2703" r="-485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C7C71B2-E5C5-8F2C-3F13-1B656EE2DA8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2683565" y="1883172"/>
            <a:ext cx="2681652" cy="740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231E5CA-7075-9F09-A587-0F47CDB70F5D}"/>
              </a:ext>
            </a:extLst>
          </p:cNvPr>
          <p:cNvSpPr txBox="1"/>
          <p:nvPr/>
        </p:nvSpPr>
        <p:spPr>
          <a:xfrm>
            <a:off x="5754757" y="2813985"/>
            <a:ext cx="260596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Even exponent </a:t>
            </a:r>
            <a:r>
              <a:rPr lang="en-CA" dirty="0"/>
              <a:t>case</a:t>
            </a:r>
            <a:br>
              <a:rPr lang="en-CA" b="1" dirty="0"/>
            </a:br>
            <a:r>
              <a:rPr lang="en-CA" dirty="0"/>
              <a:t>A recursive case.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D9DEBFF-8D18-AE1C-E576-08E496A28A5F}"/>
              </a:ext>
            </a:extLst>
          </p:cNvPr>
          <p:cNvCxnSpPr>
            <a:cxnSpLocks/>
          </p:cNvCxnSpPr>
          <p:nvPr/>
        </p:nvCxnSpPr>
        <p:spPr>
          <a:xfrm flipH="1" flipV="1">
            <a:off x="3856383" y="3275650"/>
            <a:ext cx="1898374" cy="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BFCDAC-302E-49EC-9224-88D95BD07345}"/>
              </a:ext>
            </a:extLst>
          </p:cNvPr>
          <p:cNvSpPr txBox="1"/>
          <p:nvPr/>
        </p:nvSpPr>
        <p:spPr>
          <a:xfrm>
            <a:off x="5754757" y="4014302"/>
            <a:ext cx="260596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Odd exponent </a:t>
            </a:r>
            <a:r>
              <a:rPr lang="en-CA" dirty="0"/>
              <a:t>case</a:t>
            </a:r>
            <a:br>
              <a:rPr lang="en-CA" b="1" dirty="0"/>
            </a:br>
            <a:r>
              <a:rPr lang="en-CA" dirty="0"/>
              <a:t>A recursive case.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6AE0F9-AD5D-D722-FA80-2A2F382BBABE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4522304" y="4028487"/>
            <a:ext cx="1232453" cy="308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006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18BD-35CB-398F-1503-D564E4C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Squaring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D9FD-DC69-8085-2C2E-4724D186C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It’s useful to add a counter to the code to see how multiplication it is doing …</a:t>
            </a:r>
          </a:p>
        </p:txBody>
      </p:sp>
    </p:spTree>
    <p:extLst>
      <p:ext uri="{BB962C8B-B14F-4D97-AF65-F5344CB8AC3E}">
        <p14:creationId xmlns:p14="http://schemas.microsoft.com/office/powerpoint/2010/main" val="2763676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07A6-FC5E-FC90-01DB-AE645C83B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4DDA3-06D4-7B7C-8006-22C26F0B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FF740-93BB-BBC7-D742-5A1BB04C1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11687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It’s not obvious how many multiplications the squaring method does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so lets look at some data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FF740-93BB-BBC7-D742-5A1BB04C1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11687" cy="4351338"/>
              </a:xfrm>
              <a:blipFill>
                <a:blip r:embed="rId2"/>
                <a:stretch>
                  <a:fillRect l="-222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008191F-57D3-EE1F-A22A-5B2DEE2A19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2251054"/>
                  </p:ext>
                </p:extLst>
              </p:nvPr>
            </p:nvGraphicFramePr>
            <p:xfrm>
              <a:off x="7678795" y="1299370"/>
              <a:ext cx="4115998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5172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815008">
                      <a:extLst>
                        <a:ext uri="{9D8B030D-6E8A-4147-A177-3AD203B41FA5}">
                          <a16:colId xmlns:a16="http://schemas.microsoft.com/office/drawing/2014/main" val="828841577"/>
                        </a:ext>
                      </a:extLst>
                    </a:gridCol>
                    <a:gridCol w="2315818">
                      <a:extLst>
                        <a:ext uri="{9D8B030D-6E8A-4147-A177-3AD203B41FA5}">
                          <a16:colId xmlns:a16="http://schemas.microsoft.com/office/drawing/2014/main" val="25055392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# multiplications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008191F-57D3-EE1F-A22A-5B2DEE2A192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2251054"/>
                  </p:ext>
                </p:extLst>
              </p:nvPr>
            </p:nvGraphicFramePr>
            <p:xfrm>
              <a:off x="7678795" y="1299370"/>
              <a:ext cx="4115998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5172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815008">
                      <a:extLst>
                        <a:ext uri="{9D8B030D-6E8A-4147-A177-3AD203B41FA5}">
                          <a16:colId xmlns:a16="http://schemas.microsoft.com/office/drawing/2014/main" val="828841577"/>
                        </a:ext>
                      </a:extLst>
                    </a:gridCol>
                    <a:gridCol w="2315818">
                      <a:extLst>
                        <a:ext uri="{9D8B030D-6E8A-4147-A177-3AD203B41FA5}">
                          <a16:colId xmlns:a16="http://schemas.microsoft.com/office/drawing/2014/main" val="25055392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# multiplications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103333" r="-320513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210345" r="-320513" b="-9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310345" r="-320513" b="-8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410345" r="-320513" b="-7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493333" r="-320513" b="-6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613793" r="-32051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713793" r="-320513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813793" r="-320513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883333" r="-320513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1017241" r="-320513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1117241" r="-320513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20756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7B6E-EE82-AAC5-5BB7-F75D0767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5738A-D6EA-D424-C62F-2A0372295F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11687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It’s not obvious how many multiplications the squaring method does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so lets look at some data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5738A-D6EA-D424-C62F-2A0372295F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11687" cy="4351338"/>
              </a:xfrm>
              <a:blipFill>
                <a:blip r:embed="rId2"/>
                <a:stretch>
                  <a:fillRect l="-222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27607C8-F4C5-77F5-DFF6-1F5FD44AE2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7343566"/>
                  </p:ext>
                </p:extLst>
              </p:nvPr>
            </p:nvGraphicFramePr>
            <p:xfrm>
              <a:off x="7678795" y="1299370"/>
              <a:ext cx="4115998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5172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815008">
                      <a:extLst>
                        <a:ext uri="{9D8B030D-6E8A-4147-A177-3AD203B41FA5}">
                          <a16:colId xmlns:a16="http://schemas.microsoft.com/office/drawing/2014/main" val="828841577"/>
                        </a:ext>
                      </a:extLst>
                    </a:gridCol>
                    <a:gridCol w="2315818">
                      <a:extLst>
                        <a:ext uri="{9D8B030D-6E8A-4147-A177-3AD203B41FA5}">
                          <a16:colId xmlns:a16="http://schemas.microsoft.com/office/drawing/2014/main" val="25055392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# multiplications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D27607C8-F4C5-77F5-DFF6-1F5FD44AE2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7343566"/>
                  </p:ext>
                </p:extLst>
              </p:nvPr>
            </p:nvGraphicFramePr>
            <p:xfrm>
              <a:off x="7678795" y="1299370"/>
              <a:ext cx="4115998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5172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815008">
                      <a:extLst>
                        <a:ext uri="{9D8B030D-6E8A-4147-A177-3AD203B41FA5}">
                          <a16:colId xmlns:a16="http://schemas.microsoft.com/office/drawing/2014/main" val="828841577"/>
                        </a:ext>
                      </a:extLst>
                    </a:gridCol>
                    <a:gridCol w="2315818">
                      <a:extLst>
                        <a:ext uri="{9D8B030D-6E8A-4147-A177-3AD203B41FA5}">
                          <a16:colId xmlns:a16="http://schemas.microsoft.com/office/drawing/2014/main" val="25055392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Value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# multiplications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103333" r="-320513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210345" r="-320513" b="-9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310345" r="-320513" b="-8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410345" r="-320513" b="-7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493333" r="-320513" b="-6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613793" r="-32051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713793" r="-320513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813793" r="-320513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883333" r="-320513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1017241" r="-320513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282" t="-1117241" r="-320513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A4307A9-4D7A-ABC5-26F0-A86A02BB0088}"/>
              </a:ext>
            </a:extLst>
          </p:cNvPr>
          <p:cNvSpPr/>
          <p:nvPr/>
        </p:nvSpPr>
        <p:spPr>
          <a:xfrm>
            <a:off x="10284582" y="1690688"/>
            <a:ext cx="695739" cy="4023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5EED0E-21C8-D0CF-6463-59AE32FC3AC6}"/>
              </a:ext>
            </a:extLst>
          </p:cNvPr>
          <p:cNvSpPr txBox="1"/>
          <p:nvPr/>
        </p:nvSpPr>
        <p:spPr>
          <a:xfrm>
            <a:off x="9469573" y="5763923"/>
            <a:ext cx="2325755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Can you see a pattern in the number of multiplications?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362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142E-29AF-A64F-F083-2A95608D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7FD9-50D3-1656-15BE-817CC1644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pattern doesn’t seem obvious (to me!).</a:t>
            </a:r>
          </a:p>
          <a:p>
            <a:pPr marL="0" indent="0">
              <a:buNone/>
            </a:pPr>
            <a:r>
              <a:rPr lang="en-US" dirty="0"/>
              <a:t>So lets try printing out other information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… maybe we should print which recursive rule we call, i.e. either the even exponent or the odd exponent …</a:t>
            </a:r>
          </a:p>
        </p:txBody>
      </p:sp>
    </p:spTree>
    <p:extLst>
      <p:ext uri="{BB962C8B-B14F-4D97-AF65-F5344CB8AC3E}">
        <p14:creationId xmlns:p14="http://schemas.microsoft.com/office/powerpoint/2010/main" val="1518649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FBCF-48DF-AC5A-2E9D-8E830F164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CFCEF-4308-3E75-80F7-5393EAAA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Try running the code on the previous slide before continuing …</a:t>
            </a:r>
          </a:p>
          <a:p>
            <a:pPr marL="0" indent="0">
              <a:buNone/>
            </a:pPr>
            <a:r>
              <a:rPr lang="en-US" dirty="0"/>
              <a:t>There is a surprise that you can find in the code for fast powers …</a:t>
            </a:r>
          </a:p>
        </p:txBody>
      </p:sp>
    </p:spTree>
    <p:extLst>
      <p:ext uri="{BB962C8B-B14F-4D97-AF65-F5344CB8AC3E}">
        <p14:creationId xmlns:p14="http://schemas.microsoft.com/office/powerpoint/2010/main" val="32439211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9125-631A-E91E-FBAB-5BA7BC8C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CB35DC-3D6B-9939-9204-14ECDA8A83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fast power algorithm secretly calculates the binary representation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when it calculates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dirty="0"/>
                  <a:t>While surprising, it also the key to understanding it’s performance.</a:t>
                </a:r>
              </a:p>
              <a:p>
                <a:pPr marL="0" indent="0">
                  <a:buNone/>
                </a:pPr>
                <a:r>
                  <a:rPr lang="en-US" dirty="0"/>
                  <a:t>Each bit in the binary expansion corresponds to 1 or 2 multiplications</a:t>
                </a:r>
              </a:p>
              <a:p>
                <a:r>
                  <a:rPr lang="en-US" dirty="0"/>
                  <a:t>A 0-bit means 1 multiplication was done (the even case)</a:t>
                </a:r>
              </a:p>
              <a:p>
                <a:r>
                  <a:rPr lang="en-US" dirty="0"/>
                  <a:t>A 1-bit means 2 multiplications were done (the odd case)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CB35DC-3D6B-9939-9204-14ECDA8A83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7709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131D1-25A9-C15E-D866-126B5ECE3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4C43-F0E5-F5F4-9E69-C7408961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21DDA-AD79-7F9F-E065-04B6B99390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fast power algorithm secretly calculates the binary representation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when it calculates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dirty="0"/>
                  <a:t>While surprising, it also the key to understanding it’s performance.</a:t>
                </a:r>
              </a:p>
              <a:p>
                <a:pPr marL="0" indent="0">
                  <a:buNone/>
                </a:pPr>
                <a:r>
                  <a:rPr lang="en-US" dirty="0"/>
                  <a:t>Each bit in the binary expansion corresponds to 1 or 2 multiplications</a:t>
                </a:r>
              </a:p>
              <a:p>
                <a:r>
                  <a:rPr lang="en-US" dirty="0"/>
                  <a:t>A 0-bit means 1 multiplication was done (the even case)</a:t>
                </a:r>
              </a:p>
              <a:p>
                <a:r>
                  <a:rPr lang="en-US" dirty="0"/>
                  <a:t>A 1-bit means 2 multiplications were done (the odd case)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21DDA-AD79-7F9F-E065-04B6B9939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C42E693-939E-9237-32AE-0F1E7FC7D4E7}"/>
              </a:ext>
            </a:extLst>
          </p:cNvPr>
          <p:cNvSpPr txBox="1"/>
          <p:nvPr/>
        </p:nvSpPr>
        <p:spPr>
          <a:xfrm>
            <a:off x="198784" y="5292546"/>
            <a:ext cx="274078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Question</a:t>
            </a:r>
            <a:br>
              <a:rPr lang="en-CA" dirty="0"/>
            </a:br>
            <a:r>
              <a:rPr lang="en-CA" dirty="0"/>
              <a:t>Assuming the </a:t>
            </a:r>
            <a:r>
              <a:rPr lang="en-CA" i="1" dirty="0"/>
              <a:t>worst case</a:t>
            </a:r>
            <a:r>
              <a:rPr lang="en-CA" dirty="0"/>
              <a:t>, how many multiplications are done?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833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798E-874D-7A3A-2316-579180AD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CCEA4-36D3-94BD-AE4A-CBF89392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70C45-CF44-8F85-1C00-17CCD9C11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fast power algorithm secretly calculates the binary representation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when it calculates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dirty="0"/>
                  <a:t>While surprising, it also the key to understanding it’s performance.</a:t>
                </a:r>
              </a:p>
              <a:p>
                <a:pPr marL="0" indent="0">
                  <a:buNone/>
                </a:pPr>
                <a:r>
                  <a:rPr lang="en-US" dirty="0"/>
                  <a:t>Each bit in the binary expansion corresponds to 1 or 2 multiplications</a:t>
                </a:r>
              </a:p>
              <a:p>
                <a:r>
                  <a:rPr lang="en-US" dirty="0"/>
                  <a:t>A 0-bit means 1 multiplication was done (the even case)</a:t>
                </a:r>
              </a:p>
              <a:p>
                <a:r>
                  <a:rPr lang="en-US" dirty="0"/>
                  <a:t>A 1-bit means 2 multiplications were done (the odd case)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70C45-CF44-8F85-1C00-17CCD9C11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26CD8FE-1439-4CFA-FF3A-AC4EEA297AB0}"/>
              </a:ext>
            </a:extLst>
          </p:cNvPr>
          <p:cNvSpPr txBox="1"/>
          <p:nvPr/>
        </p:nvSpPr>
        <p:spPr>
          <a:xfrm>
            <a:off x="198784" y="5292546"/>
            <a:ext cx="274078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Question</a:t>
            </a:r>
            <a:br>
              <a:rPr lang="en-CA" dirty="0"/>
            </a:br>
            <a:r>
              <a:rPr lang="en-CA" dirty="0"/>
              <a:t>Assuming the </a:t>
            </a:r>
            <a:r>
              <a:rPr lang="en-CA" i="1" dirty="0"/>
              <a:t>worst case</a:t>
            </a:r>
            <a:r>
              <a:rPr lang="en-CA" dirty="0"/>
              <a:t>, how many multiplications are done?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D61213-0607-DDF3-471E-1EAD4001E555}"/>
              </a:ext>
            </a:extLst>
          </p:cNvPr>
          <p:cNvSpPr txBox="1"/>
          <p:nvPr/>
        </p:nvSpPr>
        <p:spPr>
          <a:xfrm>
            <a:off x="3171986" y="5569545"/>
            <a:ext cx="302812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At worst</a:t>
            </a:r>
            <a:r>
              <a:rPr lang="en-CA" dirty="0"/>
              <a:t>, 2 multiplications for each bit.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221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0148E-E1B3-6F44-12DB-C1596946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4AA79-835B-347A-A544-964EBB921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158A1-B656-AC73-22DB-877B5F4915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fast power algorithm secretly calculates the binary representation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when it calculates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dirty="0"/>
                  <a:t>While surprising, it also the key to understanding it’s performance.</a:t>
                </a:r>
              </a:p>
              <a:p>
                <a:pPr marL="0" indent="0">
                  <a:buNone/>
                </a:pPr>
                <a:r>
                  <a:rPr lang="en-US" dirty="0"/>
                  <a:t>Each bit in the binary expansion corresponds to 1 or 2 multiplications</a:t>
                </a:r>
              </a:p>
              <a:p>
                <a:r>
                  <a:rPr lang="en-US" dirty="0"/>
                  <a:t>A 0-bit means 1 multiplication was done (the even case)</a:t>
                </a:r>
              </a:p>
              <a:p>
                <a:r>
                  <a:rPr lang="en-US" dirty="0"/>
                  <a:t>A 1-bit means 2 multiplications were done (the odd case)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3158A1-B656-AC73-22DB-877B5F4915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CBC928F-8272-C2CE-0B21-E47948919B10}"/>
              </a:ext>
            </a:extLst>
          </p:cNvPr>
          <p:cNvSpPr txBox="1"/>
          <p:nvPr/>
        </p:nvSpPr>
        <p:spPr>
          <a:xfrm>
            <a:off x="198784" y="5292546"/>
            <a:ext cx="274078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Question</a:t>
            </a:r>
            <a:br>
              <a:rPr lang="en-CA" dirty="0"/>
            </a:br>
            <a:r>
              <a:rPr lang="en-CA" dirty="0"/>
              <a:t>Assuming the </a:t>
            </a:r>
            <a:r>
              <a:rPr lang="en-CA" i="1" dirty="0"/>
              <a:t>worst case</a:t>
            </a:r>
            <a:r>
              <a:rPr lang="en-CA" dirty="0"/>
              <a:t>, how many multiplications are done?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3CBCD-30CB-BB94-BAD2-1739EBBE3B06}"/>
              </a:ext>
            </a:extLst>
          </p:cNvPr>
          <p:cNvSpPr txBox="1"/>
          <p:nvPr/>
        </p:nvSpPr>
        <p:spPr>
          <a:xfrm>
            <a:off x="3171986" y="5569545"/>
            <a:ext cx="302812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At worst</a:t>
            </a:r>
            <a:r>
              <a:rPr lang="en-CA" dirty="0"/>
              <a:t>, 2 multiplications for each bit.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5A5333-E5B7-942B-1DC6-F0285ADFE650}"/>
                  </a:ext>
                </a:extLst>
              </p:cNvPr>
              <p:cNvSpPr txBox="1"/>
              <p:nvPr/>
            </p:nvSpPr>
            <p:spPr>
              <a:xfrm>
                <a:off x="6432528" y="5431045"/>
                <a:ext cx="2740780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Question</a:t>
                </a:r>
                <a:br>
                  <a:rPr lang="en-CA" dirty="0"/>
                </a:br>
                <a:r>
                  <a:rPr lang="en-CA" dirty="0"/>
                  <a:t>How many bits are in the binary expansion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5A5333-E5B7-942B-1DC6-F0285ADFE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528" y="5431045"/>
                <a:ext cx="2740780" cy="923330"/>
              </a:xfrm>
              <a:prstGeom prst="rect">
                <a:avLst/>
              </a:prstGeom>
              <a:blipFill>
                <a:blip r:embed="rId3"/>
                <a:stretch>
                  <a:fillRect t="-2703" r="-922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5900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D484-061C-13D4-466C-DCCAAE97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B850-D870-1C50-74F9-D64D06B0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E1E0B5-4863-378F-DC2A-98DE7003A2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fast power algorithm secretly calculates the binary representation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when it calculates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dirty="0"/>
                  <a:t>While surprising, it also the key to understanding it’s performance.</a:t>
                </a:r>
              </a:p>
              <a:p>
                <a:pPr marL="0" indent="0">
                  <a:buNone/>
                </a:pPr>
                <a:r>
                  <a:rPr lang="en-US" dirty="0"/>
                  <a:t>Each bit in the binary expansion corresponds to 1 or 2 multiplications</a:t>
                </a:r>
              </a:p>
              <a:p>
                <a:r>
                  <a:rPr lang="en-US" dirty="0"/>
                  <a:t>A 0-bit means 1 multiplication was done (the even case)</a:t>
                </a:r>
              </a:p>
              <a:p>
                <a:r>
                  <a:rPr lang="en-US" dirty="0"/>
                  <a:t>A 1-bit means 2 multiplications were done (the odd case)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3E1E0B5-4863-378F-DC2A-98DE7003A2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7ACDD12-23CC-16E1-DE85-60D19A90C8E4}"/>
              </a:ext>
            </a:extLst>
          </p:cNvPr>
          <p:cNvSpPr txBox="1"/>
          <p:nvPr/>
        </p:nvSpPr>
        <p:spPr>
          <a:xfrm>
            <a:off x="198784" y="5292546"/>
            <a:ext cx="274078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Question</a:t>
            </a:r>
            <a:br>
              <a:rPr lang="en-CA" dirty="0"/>
            </a:br>
            <a:r>
              <a:rPr lang="en-CA" dirty="0"/>
              <a:t>Assuming the </a:t>
            </a:r>
            <a:r>
              <a:rPr lang="en-CA" i="1" dirty="0"/>
              <a:t>worst case</a:t>
            </a:r>
            <a:r>
              <a:rPr lang="en-CA" dirty="0"/>
              <a:t>, how many multiplications are done?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EB2F4-614D-0534-B7B1-94B91EF89542}"/>
              </a:ext>
            </a:extLst>
          </p:cNvPr>
          <p:cNvSpPr txBox="1"/>
          <p:nvPr/>
        </p:nvSpPr>
        <p:spPr>
          <a:xfrm>
            <a:off x="3171986" y="5569545"/>
            <a:ext cx="302812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At worst</a:t>
            </a:r>
            <a:r>
              <a:rPr lang="en-CA" dirty="0"/>
              <a:t>, 2 multiplications for each bit.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2DBCE7-9A8F-23D8-75BF-0E91AAC7C6D9}"/>
                  </a:ext>
                </a:extLst>
              </p:cNvPr>
              <p:cNvSpPr txBox="1"/>
              <p:nvPr/>
            </p:nvSpPr>
            <p:spPr>
              <a:xfrm>
                <a:off x="6432528" y="5431045"/>
                <a:ext cx="2740780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Question</a:t>
                </a:r>
                <a:br>
                  <a:rPr lang="en-CA" dirty="0"/>
                </a:br>
                <a:r>
                  <a:rPr lang="en-CA" dirty="0"/>
                  <a:t>How many bits are in the binary expansion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2DBCE7-9A8F-23D8-75BF-0E91AAC7C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528" y="5431045"/>
                <a:ext cx="2740780" cy="923330"/>
              </a:xfrm>
              <a:prstGeom prst="rect">
                <a:avLst/>
              </a:prstGeom>
              <a:blipFill>
                <a:blip r:embed="rId3"/>
                <a:stretch>
                  <a:fillRect t="-2703" r="-922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2934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80DD-A2FE-74D2-C281-46F7E5B6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7A88-814F-ECCC-18CC-9174F6DE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A6FBB3-E7BB-A82D-94E6-0E11AC9F08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fast power algorithm secretly calculates the binary representation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when it calculates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:r>
                  <a:rPr lang="en-US" dirty="0"/>
                  <a:t>While surprising, it also the key to understanding it’s performance.</a:t>
                </a:r>
              </a:p>
              <a:p>
                <a:pPr marL="0" indent="0">
                  <a:buNone/>
                </a:pPr>
                <a:r>
                  <a:rPr lang="en-US" dirty="0"/>
                  <a:t>Each bit in the binary expansion corresponds to 1 or 2 multiplications</a:t>
                </a:r>
              </a:p>
              <a:p>
                <a:r>
                  <a:rPr lang="en-US" dirty="0"/>
                  <a:t>A 0-bit means 1 multiplication was done (the even case)</a:t>
                </a:r>
              </a:p>
              <a:p>
                <a:r>
                  <a:rPr lang="en-US" dirty="0"/>
                  <a:t>A 1-bit means 2 multiplications were done (the odd case)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A6FBB3-E7BB-A82D-94E6-0E11AC9F0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320A304-C50E-5327-1E3B-E0B3978ED664}"/>
              </a:ext>
            </a:extLst>
          </p:cNvPr>
          <p:cNvSpPr txBox="1"/>
          <p:nvPr/>
        </p:nvSpPr>
        <p:spPr>
          <a:xfrm>
            <a:off x="198784" y="5292546"/>
            <a:ext cx="274078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Question</a:t>
            </a:r>
            <a:br>
              <a:rPr lang="en-CA" dirty="0"/>
            </a:br>
            <a:r>
              <a:rPr lang="en-CA" dirty="0"/>
              <a:t>Assuming the </a:t>
            </a:r>
            <a:r>
              <a:rPr lang="en-CA" i="1" dirty="0"/>
              <a:t>worst case</a:t>
            </a:r>
            <a:r>
              <a:rPr lang="en-CA" dirty="0"/>
              <a:t>, how many multiplications are done?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57100-CC6E-E2CE-9F52-4846C51BC94E}"/>
              </a:ext>
            </a:extLst>
          </p:cNvPr>
          <p:cNvSpPr txBox="1"/>
          <p:nvPr/>
        </p:nvSpPr>
        <p:spPr>
          <a:xfrm>
            <a:off x="3171986" y="5569545"/>
            <a:ext cx="302812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At worst</a:t>
            </a:r>
            <a:r>
              <a:rPr lang="en-CA" dirty="0"/>
              <a:t>, 2 multiplications for each bit.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1B64F1-1472-19BA-6018-C73E0C1622FB}"/>
                  </a:ext>
                </a:extLst>
              </p:cNvPr>
              <p:cNvSpPr txBox="1"/>
              <p:nvPr/>
            </p:nvSpPr>
            <p:spPr>
              <a:xfrm>
                <a:off x="6432528" y="5431045"/>
                <a:ext cx="2740780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Question</a:t>
                </a:r>
                <a:br>
                  <a:rPr lang="en-CA" dirty="0"/>
                </a:br>
                <a:r>
                  <a:rPr lang="en-CA" dirty="0"/>
                  <a:t>How many bits are in the binary expansion of </a:t>
                </a:r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1B64F1-1472-19BA-6018-C73E0C162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528" y="5431045"/>
                <a:ext cx="2740780" cy="923330"/>
              </a:xfrm>
              <a:prstGeom prst="rect">
                <a:avLst/>
              </a:prstGeom>
              <a:blipFill>
                <a:blip r:embed="rId3"/>
                <a:stretch>
                  <a:fillRect t="-2703" r="-922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3ECA53-F0F1-16DA-466D-2A68748E62F6}"/>
                  </a:ext>
                </a:extLst>
              </p:cNvPr>
              <p:cNvSpPr txBox="1"/>
              <p:nvPr/>
            </p:nvSpPr>
            <p:spPr>
              <a:xfrm>
                <a:off x="9405731" y="5569545"/>
                <a:ext cx="2587485" cy="646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has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bits in its binary expansion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3ECA53-F0F1-16DA-466D-2A68748E6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731" y="5569545"/>
                <a:ext cx="2587485" cy="646331"/>
              </a:xfrm>
              <a:prstGeom prst="rect">
                <a:avLst/>
              </a:prstGeom>
              <a:blipFill>
                <a:blip r:embed="rId4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6489E-5E44-EA71-B27D-6CBF5D63C4E2}"/>
                  </a:ext>
                </a:extLst>
              </p:cNvPr>
              <p:cNvSpPr txBox="1"/>
              <p:nvPr/>
            </p:nvSpPr>
            <p:spPr>
              <a:xfrm>
                <a:off x="10137913" y="4410628"/>
                <a:ext cx="1616763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400" dirty="0"/>
                  <a:t>Precisely:</a:t>
                </a:r>
                <a:br>
                  <a:rPr lang="en-CA" sz="1400" dirty="0"/>
                </a:br>
                <a:r>
                  <a:rPr lang="en-CA" sz="1400" dirty="0"/>
                  <a:t>1 + floor(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sz="1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CA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sz="140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CA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14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F6489E-5E44-EA71-B27D-6CBF5D63C4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913" y="4410628"/>
                <a:ext cx="1616763" cy="523220"/>
              </a:xfrm>
              <a:prstGeom prst="rect">
                <a:avLst/>
              </a:prstGeom>
              <a:blipFill>
                <a:blip r:embed="rId5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FF8255-4D73-E5F6-8255-2C4BAF223AE6}"/>
              </a:ext>
            </a:extLst>
          </p:cNvPr>
          <p:cNvCxnSpPr/>
          <p:nvPr/>
        </p:nvCxnSpPr>
        <p:spPr>
          <a:xfrm>
            <a:off x="10455965" y="4929809"/>
            <a:ext cx="0" cy="715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3672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5A89-0AEF-F878-FCA9-0660B5E1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DC21E62-1695-159C-A0B1-6C18927930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0040622"/>
                  </p:ext>
                </p:extLst>
              </p:nvPr>
            </p:nvGraphicFramePr>
            <p:xfrm>
              <a:off x="484918" y="1711602"/>
              <a:ext cx="1749287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8296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1230991">
                      <a:extLst>
                        <a:ext uri="{9D8B030D-6E8A-4147-A177-3AD203B41FA5}">
                          <a16:colId xmlns:a16="http://schemas.microsoft.com/office/drawing/2014/main" val="33276652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b="0" dirty="0"/>
                            <a:t>binary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DC21E62-1695-159C-A0B1-6C18927930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0040622"/>
                  </p:ext>
                </p:extLst>
              </p:nvPr>
            </p:nvGraphicFramePr>
            <p:xfrm>
              <a:off x="484918" y="1711602"/>
              <a:ext cx="1749287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8296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1230991">
                      <a:extLst>
                        <a:ext uri="{9D8B030D-6E8A-4147-A177-3AD203B41FA5}">
                          <a16:colId xmlns:a16="http://schemas.microsoft.com/office/drawing/2014/main" val="332766527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b="0" dirty="0"/>
                            <a:t>binary</a:t>
                          </a:r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103333" r="-243902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210345" r="-243902" b="-9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310345" r="-243902" b="-8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396667" r="-243902" b="-7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513793" r="-243902" b="-6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613793" r="-243902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690000" r="-243902" b="-4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817241" r="-243902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917241" r="-243902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983333" r="-243902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9" t="-1120690" r="-243902" b="-24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276FCC-5988-745D-908D-1A95AFB9978D}"/>
                  </a:ext>
                </a:extLst>
              </p:cNvPr>
              <p:cNvSpPr txBox="1"/>
              <p:nvPr/>
            </p:nvSpPr>
            <p:spPr>
              <a:xfrm>
                <a:off x="3234525" y="3915728"/>
                <a:ext cx="777283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0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=1⋅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+0⋅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+0⋅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+1⋅</m:t>
                      </m:r>
                      <m:sSup>
                        <m:sSupPr>
                          <m:ctrlPr>
                            <a:rPr lang="en-CA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4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CA" sz="40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276FCC-5988-745D-908D-1A95AFB99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25" y="3915728"/>
                <a:ext cx="777283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B758C8D-8A73-327D-5432-9B80018444E8}"/>
              </a:ext>
            </a:extLst>
          </p:cNvPr>
          <p:cNvSpPr/>
          <p:nvPr/>
        </p:nvSpPr>
        <p:spPr>
          <a:xfrm>
            <a:off x="4264927" y="4009950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67D652-450F-5699-41A4-7488C9D7915A}"/>
              </a:ext>
            </a:extLst>
          </p:cNvPr>
          <p:cNvSpPr/>
          <p:nvPr/>
        </p:nvSpPr>
        <p:spPr>
          <a:xfrm>
            <a:off x="9555236" y="4018120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755F6-D34A-7C4B-1B80-A0C98BF374AF}"/>
              </a:ext>
            </a:extLst>
          </p:cNvPr>
          <p:cNvSpPr/>
          <p:nvPr/>
        </p:nvSpPr>
        <p:spPr>
          <a:xfrm>
            <a:off x="7800935" y="4018120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9C92B-86BF-3584-709B-3D93178E2063}"/>
              </a:ext>
            </a:extLst>
          </p:cNvPr>
          <p:cNvSpPr/>
          <p:nvPr/>
        </p:nvSpPr>
        <p:spPr>
          <a:xfrm>
            <a:off x="6046634" y="4015914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16CA0E-EDD1-756E-3424-3756B012B787}"/>
              </a:ext>
            </a:extLst>
          </p:cNvPr>
          <p:cNvSpPr txBox="1"/>
          <p:nvPr/>
        </p:nvSpPr>
        <p:spPr>
          <a:xfrm>
            <a:off x="2767601" y="1633657"/>
            <a:ext cx="274078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</a:t>
            </a:r>
            <a:r>
              <a:rPr lang="en-CA" b="1" dirty="0"/>
              <a:t>binary </a:t>
            </a:r>
            <a:r>
              <a:rPr lang="en-CA" dirty="0"/>
              <a:t>(</a:t>
            </a:r>
            <a:r>
              <a:rPr lang="en-CA" b="1" dirty="0"/>
              <a:t>base 2</a:t>
            </a:r>
            <a:r>
              <a:rPr lang="en-CA" dirty="0"/>
              <a:t>), the place values of the bits are powers of 2.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9536AE-0BE6-E85E-E9A2-EE414C7A1589}"/>
                  </a:ext>
                </a:extLst>
              </p:cNvPr>
              <p:cNvSpPr txBox="1"/>
              <p:nvPr/>
            </p:nvSpPr>
            <p:spPr>
              <a:xfrm>
                <a:off x="3234525" y="4726006"/>
                <a:ext cx="75289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   =1⋅8  +0⋅4  +0⋅2  +1⋅1</m:t>
                      </m:r>
                    </m:oMath>
                  </m:oMathPara>
                </a14:m>
                <a:endParaRPr lang="en-CA" sz="40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9536AE-0BE6-E85E-E9A2-EE414C7A1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25" y="4726006"/>
                <a:ext cx="7528920" cy="707886"/>
              </a:xfrm>
              <a:prstGeom prst="rect">
                <a:avLst/>
              </a:prstGeom>
              <a:blipFill>
                <a:blip r:embed="rId4"/>
                <a:stretch>
                  <a:fillRect l="-1010" t="-1786" b="-26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DBBB71-4356-A7B7-899D-53233004CFB3}"/>
                  </a:ext>
                </a:extLst>
              </p:cNvPr>
              <p:cNvSpPr txBox="1"/>
              <p:nvPr/>
            </p:nvSpPr>
            <p:spPr>
              <a:xfrm>
                <a:off x="3234525" y="5432882"/>
                <a:ext cx="759791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   =      8  +      0  +      0  +      1</m:t>
                      </m:r>
                    </m:oMath>
                  </m:oMathPara>
                </a14:m>
                <a:endParaRPr lang="en-CA" sz="40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DBBB71-4356-A7B7-899D-53233004C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25" y="5432882"/>
                <a:ext cx="7597913" cy="707886"/>
              </a:xfrm>
              <a:prstGeom prst="rect">
                <a:avLst/>
              </a:prstGeom>
              <a:blipFill>
                <a:blip r:embed="rId5"/>
                <a:stretch>
                  <a:fillRect l="-1002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978286E-6D5B-4CAE-6A57-EC962CE21717}"/>
              </a:ext>
            </a:extLst>
          </p:cNvPr>
          <p:cNvSpPr/>
          <p:nvPr/>
        </p:nvSpPr>
        <p:spPr>
          <a:xfrm>
            <a:off x="4264927" y="4815639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D790F5-F2B8-5934-8069-D423008078FC}"/>
              </a:ext>
            </a:extLst>
          </p:cNvPr>
          <p:cNvSpPr/>
          <p:nvPr/>
        </p:nvSpPr>
        <p:spPr>
          <a:xfrm>
            <a:off x="9555236" y="4823809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6818E9-B0C2-3F84-8E47-D599EA7C6AB3}"/>
              </a:ext>
            </a:extLst>
          </p:cNvPr>
          <p:cNvSpPr/>
          <p:nvPr/>
        </p:nvSpPr>
        <p:spPr>
          <a:xfrm>
            <a:off x="7800935" y="4823809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5DB050-DC40-9482-219B-724D69A143B7}"/>
              </a:ext>
            </a:extLst>
          </p:cNvPr>
          <p:cNvSpPr/>
          <p:nvPr/>
        </p:nvSpPr>
        <p:spPr>
          <a:xfrm>
            <a:off x="6046634" y="4821603"/>
            <a:ext cx="471706" cy="519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E5B37E-5F5C-FCE8-9337-7ECCC1CC7E22}"/>
                  </a:ext>
                </a:extLst>
              </p:cNvPr>
              <p:cNvSpPr txBox="1"/>
              <p:nvPr/>
            </p:nvSpPr>
            <p:spPr>
              <a:xfrm>
                <a:off x="3234525" y="6041956"/>
                <a:ext cx="154702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4000" b="0" i="1" smtClean="0">
                          <a:latin typeface="Cambria Math" panose="02040503050406030204" pitchFamily="18" charset="0"/>
                        </a:rPr>
                        <m:t>   =9</m:t>
                      </m:r>
                    </m:oMath>
                  </m:oMathPara>
                </a14:m>
                <a:endParaRPr lang="en-CA" sz="4000" b="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E5B37E-5F5C-FCE8-9337-7ECCC1CC7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25" y="6041956"/>
                <a:ext cx="1547026" cy="707886"/>
              </a:xfrm>
              <a:prstGeom prst="rect">
                <a:avLst/>
              </a:prstGeom>
              <a:blipFill>
                <a:blip r:embed="rId6"/>
                <a:stretch>
                  <a:fillRect l="-6504" r="-1626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8358248-C923-AEBE-F6C1-0BD7941C99D8}"/>
              </a:ext>
            </a:extLst>
          </p:cNvPr>
          <p:cNvGrpSpPr/>
          <p:nvPr/>
        </p:nvGrpSpPr>
        <p:grpSpPr>
          <a:xfrm>
            <a:off x="8359186" y="1711602"/>
            <a:ext cx="2130426" cy="707886"/>
            <a:chOff x="7571545" y="1514750"/>
            <a:chExt cx="2130426" cy="70788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AA1D4FA-4E31-327C-985D-A743D344CDAF}"/>
                </a:ext>
              </a:extLst>
            </p:cNvPr>
            <p:cNvSpPr txBox="1"/>
            <p:nvPr/>
          </p:nvSpPr>
          <p:spPr>
            <a:xfrm>
              <a:off x="7571545" y="1514750"/>
              <a:ext cx="458780" cy="707886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7CA2FC-692E-44A1-0F08-F566441744FA}"/>
                </a:ext>
              </a:extLst>
            </p:cNvPr>
            <p:cNvSpPr txBox="1"/>
            <p:nvPr/>
          </p:nvSpPr>
          <p:spPr>
            <a:xfrm>
              <a:off x="8144075" y="1514750"/>
              <a:ext cx="458780" cy="707886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95A3C3F-C71D-FBA1-C78A-014DE8DAAFC9}"/>
                </a:ext>
              </a:extLst>
            </p:cNvPr>
            <p:cNvSpPr txBox="1"/>
            <p:nvPr/>
          </p:nvSpPr>
          <p:spPr>
            <a:xfrm>
              <a:off x="8696788" y="1514750"/>
              <a:ext cx="458780" cy="707886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21D311D-8EFE-DD2C-88FE-5236023345DF}"/>
                </a:ext>
              </a:extLst>
            </p:cNvPr>
            <p:cNvSpPr txBox="1"/>
            <p:nvPr/>
          </p:nvSpPr>
          <p:spPr>
            <a:xfrm>
              <a:off x="9243191" y="1514750"/>
              <a:ext cx="458780" cy="707886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B746AE-E96E-BF91-0450-A6A042A1FEB0}"/>
                  </a:ext>
                </a:extLst>
              </p:cNvPr>
              <p:cNvSpPr txBox="1"/>
              <p:nvPr/>
            </p:nvSpPr>
            <p:spPr>
              <a:xfrm>
                <a:off x="8350317" y="2421231"/>
                <a:ext cx="559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B746AE-E96E-BF91-0450-A6A042A1F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317" y="2421231"/>
                <a:ext cx="55970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7467314-9BDA-C3EB-A974-8C223015D34F}"/>
                  </a:ext>
                </a:extLst>
              </p:cNvPr>
              <p:cNvSpPr txBox="1"/>
              <p:nvPr/>
            </p:nvSpPr>
            <p:spPr>
              <a:xfrm>
                <a:off x="8909192" y="2421231"/>
                <a:ext cx="559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7467314-9BDA-C3EB-A974-8C223015D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9192" y="2421231"/>
                <a:ext cx="55970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BFCB77F-9D01-F82A-8BE0-DC9CD326E47F}"/>
                  </a:ext>
                </a:extLst>
              </p:cNvPr>
              <p:cNvSpPr txBox="1"/>
              <p:nvPr/>
            </p:nvSpPr>
            <p:spPr>
              <a:xfrm>
                <a:off x="9468067" y="2421231"/>
                <a:ext cx="5531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BFCB77F-9D01-F82A-8BE0-DC9CD326E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067" y="2421231"/>
                <a:ext cx="55310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087EEF5-9046-FFE4-A29C-BDB602FC457C}"/>
                  </a:ext>
                </a:extLst>
              </p:cNvPr>
              <p:cNvSpPr txBox="1"/>
              <p:nvPr/>
            </p:nvSpPr>
            <p:spPr>
              <a:xfrm>
                <a:off x="10026942" y="2421231"/>
                <a:ext cx="559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087EEF5-9046-FFE4-A29C-BDB602FC4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942" y="2421231"/>
                <a:ext cx="559704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1071B27-0647-7777-B439-36C6AE633474}"/>
              </a:ext>
            </a:extLst>
          </p:cNvPr>
          <p:cNvSpPr txBox="1"/>
          <p:nvPr/>
        </p:nvSpPr>
        <p:spPr>
          <a:xfrm>
            <a:off x="7366355" y="1712638"/>
            <a:ext cx="8370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9 =</a:t>
            </a:r>
          </a:p>
        </p:txBody>
      </p:sp>
    </p:spTree>
    <p:extLst>
      <p:ext uri="{BB962C8B-B14F-4D97-AF65-F5344CB8AC3E}">
        <p14:creationId xmlns:p14="http://schemas.microsoft.com/office/powerpoint/2010/main" val="39776429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90D7-B2C1-FA58-2368-6F068BB2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A112-7C82-65AE-8021-493AFA18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Squaring Method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2B7D5E-0C77-874E-DC17-83815326F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827104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So,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the fast power algorithm should do, at worst, two times the number of bits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actual number of multiplications is the number of bits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plus the number 1s.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2B7D5E-0C77-874E-DC17-83815326F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827104" cy="4351338"/>
              </a:xfrm>
              <a:blipFill>
                <a:blip r:embed="rId2"/>
                <a:stretch>
                  <a:fillRect l="-2632" t="-2326" r="-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40C8945-5471-9873-D481-883AC9156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9818470"/>
                  </p:ext>
                </p:extLst>
              </p:nvPr>
            </p:nvGraphicFramePr>
            <p:xfrm>
              <a:off x="5864086" y="1690688"/>
              <a:ext cx="6162261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4827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1858617">
                      <a:extLst>
                        <a:ext uri="{9D8B030D-6E8A-4147-A177-3AD203B41FA5}">
                          <a16:colId xmlns:a16="http://schemas.microsoft.com/office/drawing/2014/main" val="2505539208"/>
                        </a:ext>
                      </a:extLst>
                    </a:gridCol>
                    <a:gridCol w="2007705">
                      <a:extLst>
                        <a:ext uri="{9D8B030D-6E8A-4147-A177-3AD203B41FA5}">
                          <a16:colId xmlns:a16="http://schemas.microsoft.com/office/drawing/2014/main" val="3327665270"/>
                        </a:ext>
                      </a:extLst>
                    </a:gridCol>
                    <a:gridCol w="1451112">
                      <a:extLst>
                        <a:ext uri="{9D8B030D-6E8A-4147-A177-3AD203B41FA5}">
                          <a16:colId xmlns:a16="http://schemas.microsoft.com/office/drawing/2014/main" val="3441683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# 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b="0" dirty="0"/>
                            <a:t>Exponent in binary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#bits *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40C8945-5471-9873-D481-883AC9156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9818470"/>
                  </p:ext>
                </p:extLst>
              </p:nvPr>
            </p:nvGraphicFramePr>
            <p:xfrm>
              <a:off x="5864086" y="1690688"/>
              <a:ext cx="6162261" cy="445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44827">
                      <a:extLst>
                        <a:ext uri="{9D8B030D-6E8A-4147-A177-3AD203B41FA5}">
                          <a16:colId xmlns:a16="http://schemas.microsoft.com/office/drawing/2014/main" val="892898959"/>
                        </a:ext>
                      </a:extLst>
                    </a:gridCol>
                    <a:gridCol w="1858617">
                      <a:extLst>
                        <a:ext uri="{9D8B030D-6E8A-4147-A177-3AD203B41FA5}">
                          <a16:colId xmlns:a16="http://schemas.microsoft.com/office/drawing/2014/main" val="2505539208"/>
                        </a:ext>
                      </a:extLst>
                    </a:gridCol>
                    <a:gridCol w="2007705">
                      <a:extLst>
                        <a:ext uri="{9D8B030D-6E8A-4147-A177-3AD203B41FA5}">
                          <a16:colId xmlns:a16="http://schemas.microsoft.com/office/drawing/2014/main" val="3327665270"/>
                        </a:ext>
                      </a:extLst>
                    </a:gridCol>
                    <a:gridCol w="1451112">
                      <a:extLst>
                        <a:ext uri="{9D8B030D-6E8A-4147-A177-3AD203B41FA5}">
                          <a16:colId xmlns:a16="http://schemas.microsoft.com/office/drawing/2014/main" val="3441683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Power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# multiplications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b="0" dirty="0"/>
                            <a:t>Exponent in binary</a:t>
                          </a:r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#bits *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307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103333" r="-628358" b="-10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49601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210345" r="-628358" b="-9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1305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310345" r="-628358" b="-8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692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410345" r="-628358" b="-7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21542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493333" r="-628358" b="-6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37106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613793" r="-628358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869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713793" r="-628358" b="-4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676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813793" r="-628358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47017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883333" r="-628358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21588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1017241" r="-628358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37883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3" t="-1117241" r="-628358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251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65345D-0399-8F0C-EA16-A5A7F869C8D6}"/>
                  </a:ext>
                </a:extLst>
              </p:cNvPr>
              <p:cNvSpPr txBox="1"/>
              <p:nvPr/>
            </p:nvSpPr>
            <p:spPr>
              <a:xfrm>
                <a:off x="993913" y="5665569"/>
                <a:ext cx="3871290" cy="923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In general, we say the fast multiplication algorithm does about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CA" dirty="0"/>
                  <a:t> multiplications.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65345D-0399-8F0C-EA16-A5A7F869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13" y="5665569"/>
                <a:ext cx="3871290" cy="923330"/>
              </a:xfrm>
              <a:prstGeom prst="rect">
                <a:avLst/>
              </a:prstGeom>
              <a:blipFill>
                <a:blip r:embed="rId4"/>
                <a:stretch>
                  <a:fillRect t="-1351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6462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41AB1B-3999-1D4A-E129-B9995A9B284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41AB1B-3999-1D4A-E129-B9995A9B28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DBEF8-23A3-41E1-EEBF-6153D8A528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674165" cy="272649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Obvious algorithm </a:t>
                </a:r>
                <a:r>
                  <a:rPr lang="en-US" dirty="0"/>
                  <a:t>does about n multiplications</a:t>
                </a:r>
              </a:p>
              <a:p>
                <a:pPr marL="0" indent="0">
                  <a:buNone/>
                </a:pPr>
                <a:r>
                  <a:rPr lang="en-US" b="1" dirty="0"/>
                  <a:t>Square algorithm </a:t>
                </a:r>
                <a:r>
                  <a:rPr lang="en-US" dirty="0"/>
                  <a:t>does about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multiplications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2DBEF8-23A3-41E1-EEBF-6153D8A52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674165" cy="2726497"/>
              </a:xfrm>
              <a:blipFill>
                <a:blip r:embed="rId3"/>
                <a:stretch>
                  <a:fillRect l="-3448" t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91B4A3B-F3A7-281C-A186-0ED45C696A35}"/>
              </a:ext>
            </a:extLst>
          </p:cNvPr>
          <p:cNvGrpSpPr/>
          <p:nvPr/>
        </p:nvGrpSpPr>
        <p:grpSpPr>
          <a:xfrm>
            <a:off x="5301220" y="133635"/>
            <a:ext cx="6460084" cy="6359240"/>
            <a:chOff x="5162072" y="365125"/>
            <a:chExt cx="6460084" cy="6359240"/>
          </a:xfrm>
        </p:grpSpPr>
        <p:pic>
          <p:nvPicPr>
            <p:cNvPr id="5" name="Picture 4" descr="A graph with a red line&#10;&#10;AI-generated content may be incorrect.">
              <a:extLst>
                <a:ext uri="{FF2B5EF4-FFF2-40B4-BE49-F238E27FC236}">
                  <a16:creationId xmlns:a16="http://schemas.microsoft.com/office/drawing/2014/main" id="{27448993-8962-C826-2F87-9279EE1B5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53" r="11146"/>
            <a:stretch>
              <a:fillRect/>
            </a:stretch>
          </p:blipFill>
          <p:spPr>
            <a:xfrm>
              <a:off x="5162072" y="365125"/>
              <a:ext cx="6460084" cy="635924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475B1A9-CD28-0C4A-7560-027A1FAB0773}"/>
                    </a:ext>
                  </a:extLst>
                </p:cNvPr>
                <p:cNvSpPr txBox="1"/>
                <p:nvPr/>
              </p:nvSpPr>
              <p:spPr>
                <a:xfrm>
                  <a:off x="7791500" y="2884072"/>
                  <a:ext cx="60061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475B1A9-CD28-0C4A-7560-027A1FAB0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1500" y="2884072"/>
                  <a:ext cx="600614" cy="707886"/>
                </a:xfrm>
                <a:prstGeom prst="rect">
                  <a:avLst/>
                </a:prstGeom>
                <a:blipFill>
                  <a:blip r:embed="rId5"/>
                  <a:stretch>
                    <a:fillRect t="-14035" r="-45833" b="-350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1B8A4A4-1245-3C3B-2102-BAD477954D30}"/>
                    </a:ext>
                  </a:extLst>
                </p:cNvPr>
                <p:cNvSpPr txBox="1"/>
                <p:nvPr/>
              </p:nvSpPr>
              <p:spPr>
                <a:xfrm>
                  <a:off x="8292723" y="5493228"/>
                  <a:ext cx="1351332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40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CA" sz="40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1B8A4A4-1245-3C3B-2102-BAD477954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2723" y="5493228"/>
                  <a:ext cx="1351332" cy="707886"/>
                </a:xfrm>
                <a:prstGeom prst="rect">
                  <a:avLst/>
                </a:prstGeom>
                <a:blipFill>
                  <a:blip r:embed="rId6"/>
                  <a:stretch>
                    <a:fillRect l="-5556" t="-16071" r="-19444" b="-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9EF1F6-9D8D-9019-1237-9F97C2EB1617}"/>
                  </a:ext>
                </a:extLst>
              </p:cNvPr>
              <p:cNvSpPr txBox="1"/>
              <p:nvPr/>
            </p:nvSpPr>
            <p:spPr>
              <a:xfrm>
                <a:off x="2675282" y="5048238"/>
                <a:ext cx="2072541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CA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always much bigger than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9EF1F6-9D8D-9019-1237-9F97C2EB1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5282" y="5048238"/>
                <a:ext cx="2072541" cy="646331"/>
              </a:xfrm>
              <a:prstGeom prst="rect">
                <a:avLst/>
              </a:prstGeom>
              <a:blipFill>
                <a:blip r:embed="rId7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0DBD2-DC49-693F-D74A-3816C1407445}"/>
                  </a:ext>
                </a:extLst>
              </p:cNvPr>
              <p:cNvSpPr txBox="1"/>
              <p:nvPr/>
            </p:nvSpPr>
            <p:spPr>
              <a:xfrm>
                <a:off x="8358808" y="6488668"/>
                <a:ext cx="11554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Value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E0DBD2-DC49-693F-D74A-3816C1407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808" y="6488668"/>
                <a:ext cx="1155445" cy="369332"/>
              </a:xfrm>
              <a:prstGeom prst="rect">
                <a:avLst/>
              </a:prstGeom>
              <a:blipFill>
                <a:blip r:embed="rId8"/>
                <a:stretch>
                  <a:fillRect l="-4348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41043C2-7FDF-DB94-3A26-7693C2913607}"/>
              </a:ext>
            </a:extLst>
          </p:cNvPr>
          <p:cNvSpPr txBox="1"/>
          <p:nvPr/>
        </p:nvSpPr>
        <p:spPr>
          <a:xfrm rot="16200000">
            <a:off x="4019738" y="3004207"/>
            <a:ext cx="209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of multiplications</a:t>
            </a:r>
          </a:p>
        </p:txBody>
      </p:sp>
    </p:spTree>
    <p:extLst>
      <p:ext uri="{BB962C8B-B14F-4D97-AF65-F5344CB8AC3E}">
        <p14:creationId xmlns:p14="http://schemas.microsoft.com/office/powerpoint/2010/main" val="15362390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90590-BD8F-DD6A-C048-600721E7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3D44-39A3-13C8-A781-12A18212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Public Key Cryptography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ACFED-4713-85CC-F1E8-9B66EE20C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One step </a:t>
                </a:r>
                <a:r>
                  <a:rPr lang="en-US" dirty="0"/>
                  <a:t>of the RSA public key cryptography algorithm is to calculate this: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6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6000" b="0" i="1" dirty="0" smtClean="0">
                              <a:latin typeface="Cambria Math" panose="02040503050406030204" pitchFamily="18" charset="0"/>
                            </a:rPr>
                            <m:t>65537</m:t>
                          </m:r>
                        </m:sup>
                      </m:sSup>
                    </m:oMath>
                  </m:oMathPara>
                </a14:m>
                <a:endParaRPr lang="en-CA" sz="6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3ACFED-4713-85CC-F1E8-9B66EE20C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30E568-F0AA-CD3C-7548-5BFA31FD9B7E}"/>
                  </a:ext>
                </a:extLst>
              </p:cNvPr>
              <p:cNvSpPr txBox="1"/>
              <p:nvPr/>
            </p:nvSpPr>
            <p:spPr>
              <a:xfrm>
                <a:off x="8203998" y="3167390"/>
                <a:ext cx="141045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400" dirty="0"/>
                  <a:t> is an integer greater than 1.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30E568-F0AA-CD3C-7548-5BFA31FD9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998" y="3167390"/>
                <a:ext cx="1410454" cy="523220"/>
              </a:xfrm>
              <a:prstGeom prst="rect">
                <a:avLst/>
              </a:prstGeom>
              <a:blipFill>
                <a:blip r:embed="rId3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272546F-C5EC-2E33-60D5-300B82BAA4D8}"/>
              </a:ext>
            </a:extLst>
          </p:cNvPr>
          <p:cNvSpPr txBox="1"/>
          <p:nvPr/>
        </p:nvSpPr>
        <p:spPr>
          <a:xfrm>
            <a:off x="1489911" y="3167390"/>
            <a:ext cx="234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Obvious algorithm</a:t>
            </a:r>
            <a:br>
              <a:rPr lang="en-US" b="1" dirty="0"/>
            </a:br>
            <a:r>
              <a:rPr lang="en-US" dirty="0"/>
              <a:t>65536 multiplications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910A65-0257-28EE-8011-8A238492E605}"/>
              </a:ext>
            </a:extLst>
          </p:cNvPr>
          <p:cNvSpPr txBox="1"/>
          <p:nvPr/>
        </p:nvSpPr>
        <p:spPr>
          <a:xfrm>
            <a:off x="234182" y="4555321"/>
            <a:ext cx="48551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Squaring </a:t>
            </a:r>
            <a:r>
              <a:rPr lang="en-US" b="1" dirty="0"/>
              <a:t>algorithm</a:t>
            </a:r>
          </a:p>
          <a:p>
            <a:pPr algn="ctr"/>
            <a:r>
              <a:rPr lang="en-US" dirty="0"/>
              <a:t>65537 = 10000000000000001 in binary (17 bits)</a:t>
            </a:r>
            <a:br>
              <a:rPr lang="en-US" dirty="0"/>
            </a:br>
            <a:r>
              <a:rPr lang="en-US" dirty="0"/>
              <a:t>Therefore, no more than 34 multiplications(!).</a:t>
            </a:r>
          </a:p>
          <a:p>
            <a:pPr algn="ctr"/>
            <a:r>
              <a:rPr lang="en-US" dirty="0"/>
              <a:t>(exactly 17 + 2 = </a:t>
            </a:r>
            <a:r>
              <a:rPr lang="en-US" b="1" dirty="0">
                <a:solidFill>
                  <a:srgbClr val="FF0000"/>
                </a:solidFill>
              </a:rPr>
              <a:t>19 multiplications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77084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9557-B6B1-0042-6462-A1E28CA1F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Donald Knuth and The Art of Computer Programming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E681C9-2BBA-9124-F740-7B7DA6340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279" y="2022796"/>
            <a:ext cx="2135782" cy="281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Art of Computer Programming, Volumes 1-4A Boxed Set: Knuth, Donald E.:  9780321751041: Books - Amazon.ca">
            <a:extLst>
              <a:ext uri="{FF2B5EF4-FFF2-40B4-BE49-F238E27FC236}">
                <a16:creationId xmlns:a16="http://schemas.microsoft.com/office/drawing/2014/main" id="{7060CF55-70EC-AD19-754B-3B0634760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747" y="2037521"/>
            <a:ext cx="3667553" cy="316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B4B450-7224-C8E3-5C6F-D1A2F4D8AEBE}"/>
              </a:ext>
            </a:extLst>
          </p:cNvPr>
          <p:cNvSpPr txBox="1"/>
          <p:nvPr/>
        </p:nvSpPr>
        <p:spPr>
          <a:xfrm>
            <a:off x="474550" y="2022796"/>
            <a:ext cx="4373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1967 computer scientist </a:t>
            </a:r>
            <a:r>
              <a:rPr lang="en-US" b="1" dirty="0"/>
              <a:t>Donald Knuth</a:t>
            </a:r>
          </a:p>
          <a:p>
            <a:r>
              <a:rPr lang="en-US" dirty="0"/>
              <a:t>Published the first book of a his projected</a:t>
            </a:r>
          </a:p>
          <a:p>
            <a:r>
              <a:rPr lang="en-US" dirty="0"/>
              <a:t>7-book series called </a:t>
            </a:r>
            <a:r>
              <a:rPr lang="en-US" b="1" dirty="0"/>
              <a:t>The Art of Computer Programming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02790-EE0C-31E9-05C1-394FC32BA945}"/>
              </a:ext>
            </a:extLst>
          </p:cNvPr>
          <p:cNvSpPr txBox="1"/>
          <p:nvPr/>
        </p:nvSpPr>
        <p:spPr>
          <a:xfrm>
            <a:off x="9665279" y="4875495"/>
            <a:ext cx="2135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Donald Knuth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83088-DD12-F6E3-2817-D45B63B9A272}"/>
              </a:ext>
            </a:extLst>
          </p:cNvPr>
          <p:cNvSpPr txBox="1"/>
          <p:nvPr/>
        </p:nvSpPr>
        <p:spPr>
          <a:xfrm>
            <a:off x="474550" y="3614868"/>
            <a:ext cx="4373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a comprehensive study of algorithms</a:t>
            </a:r>
          </a:p>
          <a:p>
            <a:r>
              <a:rPr lang="en-US" dirty="0"/>
              <a:t>and their analysis.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5B0B1-499D-6ECC-DE10-F6348D6FF918}"/>
              </a:ext>
            </a:extLst>
          </p:cNvPr>
          <p:cNvSpPr txBox="1"/>
          <p:nvPr/>
        </p:nvSpPr>
        <p:spPr>
          <a:xfrm>
            <a:off x="474550" y="4598496"/>
            <a:ext cx="4373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of 2025, volume 4D on combinatorial algorithms was published.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B6443-2E6D-833E-5037-0D070A9EFB3F}"/>
              </a:ext>
            </a:extLst>
          </p:cNvPr>
          <p:cNvSpPr txBox="1"/>
          <p:nvPr/>
        </p:nvSpPr>
        <p:spPr>
          <a:xfrm>
            <a:off x="474550" y="5665296"/>
            <a:ext cx="4373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books help set the foundations of the mathematical analysis of algorithms.</a:t>
            </a:r>
          </a:p>
        </p:txBody>
      </p:sp>
    </p:spTree>
    <p:extLst>
      <p:ext uri="{BB962C8B-B14F-4D97-AF65-F5344CB8AC3E}">
        <p14:creationId xmlns:p14="http://schemas.microsoft.com/office/powerpoint/2010/main" val="17496257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4717-0EE4-3205-EE6A-ECBA291E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14C13-7B83-A331-602C-5EFC444153E6}"/>
              </a:ext>
            </a:extLst>
          </p:cNvPr>
          <p:cNvSpPr txBox="1"/>
          <p:nvPr/>
        </p:nvSpPr>
        <p:spPr>
          <a:xfrm>
            <a:off x="1083365" y="2105561"/>
            <a:ext cx="6361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How can you find the max value given a list of values?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3F6E9-B18A-66E1-6064-E3B48BDBA77C}"/>
              </a:ext>
            </a:extLst>
          </p:cNvPr>
          <p:cNvSpPr txBox="1"/>
          <p:nvPr/>
        </p:nvSpPr>
        <p:spPr>
          <a:xfrm>
            <a:off x="8844933" y="1965787"/>
            <a:ext cx="2740780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Knuth said it was this problem helped convince him that the analysis of algorithms is a worthy topic to study.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08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A9E6-1F92-B05B-2698-10932F74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117C-0D99-9904-5B27-E0C30980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9296" cy="1325563"/>
          </a:xfrm>
        </p:spPr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F4060-C41D-E925-D8B0-42CCC6AA3CA2}"/>
              </a:ext>
            </a:extLst>
          </p:cNvPr>
          <p:cNvSpPr txBox="1"/>
          <p:nvPr/>
        </p:nvSpPr>
        <p:spPr>
          <a:xfrm>
            <a:off x="1083365" y="2105561"/>
            <a:ext cx="6361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How can you find the max value given a list of values?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FAF709-F59C-5173-3DEF-98135B3CD878}"/>
                  </a:ext>
                </a:extLst>
              </p:cNvPr>
              <p:cNvSpPr txBox="1"/>
              <p:nvPr/>
            </p:nvSpPr>
            <p:spPr>
              <a:xfrm>
                <a:off x="725557" y="4015409"/>
                <a:ext cx="9601200" cy="179889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3600" b="1" dirty="0"/>
                  <a:t>The Max of a List</a:t>
                </a:r>
                <a:r>
                  <a:rPr lang="en-CA" sz="3600" dirty="0"/>
                  <a:t>: Given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sz="3600" dirty="0"/>
                  <a:t> with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CA" sz="3600" dirty="0"/>
                  <a:t>, find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sz="3600" dirty="0"/>
                  <a:t> such that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sz="3600" dirty="0"/>
                  <a:t> for all </a:t>
                </a:r>
                <a14:m>
                  <m:oMath xmlns:m="http://schemas.openxmlformats.org/officeDocument/2006/math">
                    <m:r>
                      <a:rPr lang="en-CA" sz="3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sz="3600" dirty="0"/>
                  <a:t> in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CA" sz="3600" dirty="0"/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FAF709-F59C-5173-3DEF-98135B3CD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7" y="4015409"/>
                <a:ext cx="9601200" cy="1798890"/>
              </a:xfrm>
              <a:prstGeom prst="rect">
                <a:avLst/>
              </a:prstGeom>
              <a:blipFill>
                <a:blip r:embed="rId2"/>
                <a:stretch>
                  <a:fillRect l="-1847" t="-4861" b="-1111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1CD34D-6CEE-8B9C-D5B7-507C04416A25}"/>
                  </a:ext>
                </a:extLst>
              </p14:cNvPr>
              <p14:cNvContentPartPr/>
              <p14:nvPr/>
            </p14:nvContentPartPr>
            <p14:xfrm>
              <a:off x="9575640" y="4698720"/>
              <a:ext cx="489600" cy="1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1CD34D-6CEE-8B9C-D5B7-507C04416A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66280" y="4689360"/>
                <a:ext cx="508320" cy="3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07488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B3491-60B8-A997-7587-323ACFF4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0003-29EB-1F57-25F4-2BB5DD69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9296" cy="1325563"/>
          </a:xfrm>
        </p:spPr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71E085-01E8-338D-65D4-4C2AA10EE14B}"/>
              </a:ext>
            </a:extLst>
          </p:cNvPr>
          <p:cNvSpPr txBox="1"/>
          <p:nvPr/>
        </p:nvSpPr>
        <p:spPr>
          <a:xfrm>
            <a:off x="1083365" y="2105561"/>
            <a:ext cx="6361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How can you find the max value given a list of values?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99C202-7C25-FCCF-6C60-660042D6BB17}"/>
                  </a:ext>
                </a:extLst>
              </p:cNvPr>
              <p:cNvSpPr txBox="1"/>
              <p:nvPr/>
            </p:nvSpPr>
            <p:spPr>
              <a:xfrm>
                <a:off x="725557" y="4015409"/>
                <a:ext cx="9601200" cy="179889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3600" b="1" dirty="0"/>
                  <a:t>The Max of a List</a:t>
                </a:r>
                <a:r>
                  <a:rPr lang="en-CA" sz="3600" dirty="0"/>
                  <a:t>: Given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sz="3600" dirty="0"/>
                  <a:t> with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CA" sz="3600" dirty="0"/>
                  <a:t>, find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sz="3600" dirty="0"/>
                  <a:t> such that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sz="3600" dirty="0"/>
                  <a:t> for all </a:t>
                </a:r>
                <a14:m>
                  <m:oMath xmlns:m="http://schemas.openxmlformats.org/officeDocument/2006/math">
                    <m:r>
                      <a:rPr lang="en-CA" sz="3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sz="3600" dirty="0"/>
                  <a:t> in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CA" sz="3600" dirty="0"/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599C202-7C25-FCCF-6C60-660042D6B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7" y="4015409"/>
                <a:ext cx="9601200" cy="1798890"/>
              </a:xfrm>
              <a:prstGeom prst="rect">
                <a:avLst/>
              </a:prstGeom>
              <a:blipFill>
                <a:blip r:embed="rId2"/>
                <a:stretch>
                  <a:fillRect l="-1847" t="-4861" b="-1111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25C92F-F884-8CA8-EC11-736B7C53F247}"/>
                  </a:ext>
                </a:extLst>
              </p:cNvPr>
              <p:cNvSpPr txBox="1"/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Any values will work, as long as they can be compared with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CA" dirty="0"/>
                  <a:t>, e.g. numbers, characters, strings, user-defined types, …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25C92F-F884-8CA8-EC11-736B7C53F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blipFill>
                <a:blip r:embed="rId3"/>
                <a:stretch>
                  <a:fillRect l="-775" t="-2083" r="-116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C3207E-2990-FA42-E5DB-627E5F6127AC}"/>
              </a:ext>
            </a:extLst>
          </p:cNvPr>
          <p:cNvCxnSpPr>
            <a:cxnSpLocks/>
          </p:cNvCxnSpPr>
          <p:nvPr/>
        </p:nvCxnSpPr>
        <p:spPr>
          <a:xfrm flipH="1" flipV="1">
            <a:off x="9074426" y="4681330"/>
            <a:ext cx="119270" cy="675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3968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FCFE-5C58-65D8-9A9A-7FFAC4082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EB7D-BC90-FB11-812B-B14783904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9296" cy="1325563"/>
          </a:xfrm>
        </p:spPr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F2F31-9E22-F016-67B7-A762D87C917C}"/>
              </a:ext>
            </a:extLst>
          </p:cNvPr>
          <p:cNvSpPr txBox="1"/>
          <p:nvPr/>
        </p:nvSpPr>
        <p:spPr>
          <a:xfrm>
            <a:off x="1083365" y="2105561"/>
            <a:ext cx="63610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How can you find the max value given a list of values?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3E5418-CABB-7B82-027A-91C9550165D9}"/>
                  </a:ext>
                </a:extLst>
              </p:cNvPr>
              <p:cNvSpPr txBox="1"/>
              <p:nvPr/>
            </p:nvSpPr>
            <p:spPr>
              <a:xfrm>
                <a:off x="725557" y="4015409"/>
                <a:ext cx="9601200" cy="179889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3600" b="1" dirty="0"/>
                  <a:t>The Max of a List</a:t>
                </a:r>
                <a:r>
                  <a:rPr lang="en-CA" sz="3600" dirty="0"/>
                  <a:t>: Given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sz="3600" dirty="0"/>
                  <a:t> with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CA" sz="3600" dirty="0"/>
                  <a:t>, find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sz="3600" dirty="0"/>
                  <a:t> such that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sz="3600" dirty="0"/>
                  <a:t> for all </a:t>
                </a:r>
                <a14:m>
                  <m:oMath xmlns:m="http://schemas.openxmlformats.org/officeDocument/2006/math">
                    <m:r>
                      <a:rPr lang="en-CA" sz="3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sz="3600" dirty="0"/>
                  <a:t> in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CA" sz="3600" dirty="0"/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3E5418-CABB-7B82-027A-91C955016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7" y="4015409"/>
                <a:ext cx="9601200" cy="1798890"/>
              </a:xfrm>
              <a:prstGeom prst="rect">
                <a:avLst/>
              </a:prstGeom>
              <a:blipFill>
                <a:blip r:embed="rId2"/>
                <a:stretch>
                  <a:fillRect l="-1847" t="-4861" b="-1111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24FDF4-7ADC-9FA5-E665-B992DF8933AA}"/>
                  </a:ext>
                </a:extLst>
              </p:cNvPr>
              <p:cNvSpPr txBox="1"/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Any values will work, as long as they can be compared with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CA" dirty="0"/>
                  <a:t>, e.g. numbers, characters, strings, user-defined types, …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24FDF4-7ADC-9FA5-E665-B992DF893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blipFill>
                <a:blip r:embed="rId3"/>
                <a:stretch>
                  <a:fillRect l="-775" t="-2083" r="-116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A8D16B-F9F2-BD5E-9EDE-809C07EAA0E9}"/>
              </a:ext>
            </a:extLst>
          </p:cNvPr>
          <p:cNvCxnSpPr>
            <a:cxnSpLocks/>
          </p:cNvCxnSpPr>
          <p:nvPr/>
        </p:nvCxnSpPr>
        <p:spPr>
          <a:xfrm flipH="1" flipV="1">
            <a:off x="9074426" y="4681330"/>
            <a:ext cx="119270" cy="675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CBA522-4371-C2AA-3622-1B332B49061C}"/>
                  </a:ext>
                </a:extLst>
              </p:cNvPr>
              <p:cNvSpPr txBox="1"/>
              <p:nvPr/>
            </p:nvSpPr>
            <p:spPr>
              <a:xfrm>
                <a:off x="8408504" y="2406303"/>
                <a:ext cx="3548269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This definition allows for </a:t>
                </a:r>
                <a:r>
                  <a:rPr lang="en-CA" b="1" dirty="0"/>
                  <a:t>duplicate</a:t>
                </a:r>
                <a:r>
                  <a:rPr lang="en-CA" dirty="0"/>
                  <a:t>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CA" dirty="0"/>
                  <a:t>, but for simplicity we will usually assume they’re all different.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CBA522-4371-C2AA-3622-1B332B490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504" y="2406303"/>
                <a:ext cx="3548269" cy="1200329"/>
              </a:xfrm>
              <a:prstGeom prst="rect">
                <a:avLst/>
              </a:prstGeom>
              <a:blipFill>
                <a:blip r:embed="rId4"/>
                <a:stretch>
                  <a:fillRect t="-2083" r="-1779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29624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7054-2A38-5031-2480-0E6504EF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B27D-6EFF-6E3D-8D2E-CDB7F237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9296" cy="1325563"/>
          </a:xfrm>
        </p:spPr>
        <p:txBody>
          <a:bodyPr/>
          <a:lstStyle/>
          <a:p>
            <a:r>
              <a:rPr lang="en-US" dirty="0"/>
              <a:t>Finding the 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C2E988-B0A3-985E-E8BD-CE545D3B91D0}"/>
                  </a:ext>
                </a:extLst>
              </p:cNvPr>
              <p:cNvSpPr txBox="1"/>
              <p:nvPr/>
            </p:nvSpPr>
            <p:spPr>
              <a:xfrm>
                <a:off x="725556" y="4015409"/>
                <a:ext cx="9899373" cy="179889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3600" b="1" dirty="0"/>
                  <a:t>The Max of a List</a:t>
                </a:r>
                <a:r>
                  <a:rPr lang="en-CA" sz="3600" dirty="0"/>
                  <a:t>: Given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sz="3600" dirty="0"/>
                  <a:t> with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CA" sz="3600" dirty="0"/>
                  <a:t>, find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sz="3600" dirty="0"/>
                  <a:t> such that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sz="3600" dirty="0"/>
                  <a:t> for all </a:t>
                </a:r>
                <a14:m>
                  <m:oMath xmlns:m="http://schemas.openxmlformats.org/officeDocument/2006/math">
                    <m:r>
                      <a:rPr lang="en-CA" sz="3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sz="3600" dirty="0"/>
                  <a:t> in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CA" sz="3600" dirty="0"/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C2E988-B0A3-985E-E8BD-CE545D3B9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6" y="4015409"/>
                <a:ext cx="9899373" cy="1798890"/>
              </a:xfrm>
              <a:prstGeom prst="rect">
                <a:avLst/>
              </a:prstGeom>
              <a:blipFill>
                <a:blip r:embed="rId2"/>
                <a:stretch>
                  <a:fillRect l="-1790" t="-4861" b="-1111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A7561D-2344-D5DA-7CE9-F4B7D3DA3853}"/>
                  </a:ext>
                </a:extLst>
              </p:cNvPr>
              <p:cNvSpPr txBox="1"/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Any values will work, as long as they can be compared with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CA" dirty="0"/>
                  <a:t>, e.g. numbers, characters, strings, user-defined types, …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6A7561D-2344-D5DA-7CE9-F4B7D3DA3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blipFill>
                <a:blip r:embed="rId3"/>
                <a:stretch>
                  <a:fillRect l="-775" t="-2083" r="-116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CEDC61-4EF3-4174-53BB-233A1C227B40}"/>
              </a:ext>
            </a:extLst>
          </p:cNvPr>
          <p:cNvCxnSpPr>
            <a:cxnSpLocks/>
          </p:cNvCxnSpPr>
          <p:nvPr/>
        </p:nvCxnSpPr>
        <p:spPr>
          <a:xfrm flipH="1" flipV="1">
            <a:off x="9074426" y="4681330"/>
            <a:ext cx="119270" cy="675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133D80-4B76-4020-89C9-17D79A9BB770}"/>
                  </a:ext>
                </a:extLst>
              </p:cNvPr>
              <p:cNvSpPr txBox="1"/>
              <p:nvPr/>
            </p:nvSpPr>
            <p:spPr>
              <a:xfrm>
                <a:off x="8160026" y="2406303"/>
                <a:ext cx="3796747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Duplicates</a:t>
                </a:r>
                <a:r>
                  <a:rPr lang="en-CA" dirty="0"/>
                  <a:t>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dirty="0"/>
                  <a:t> are allowed, but for simplicity we will usually assume they’re all different.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133D80-4B76-4020-89C9-17D79A9BB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026" y="2406303"/>
                <a:ext cx="3796747" cy="923330"/>
              </a:xfrm>
              <a:prstGeom prst="rect">
                <a:avLst/>
              </a:prstGeom>
              <a:blipFill>
                <a:blip r:embed="rId4"/>
                <a:stretch>
                  <a:fillRect l="-1333" t="-2703" r="-233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2F79EE-D131-EACF-5976-767A0657D7E1}"/>
                  </a:ext>
                </a:extLst>
              </p:cNvPr>
              <p:cNvSpPr txBox="1"/>
              <p:nvPr/>
            </p:nvSpPr>
            <p:spPr>
              <a:xfrm>
                <a:off x="4147930" y="2252883"/>
                <a:ext cx="3548269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dirty="0"/>
                  <a:t> could be in </a:t>
                </a:r>
                <a:r>
                  <a:rPr lang="en-CA" b="1" dirty="0"/>
                  <a:t>any order</a:t>
                </a:r>
                <a:r>
                  <a:rPr lang="en-CA" dirty="0"/>
                  <a:t>, e.g. you cannot assume they are sorted order (if they were then the max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dirty="0"/>
                  <a:t>).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2F79EE-D131-EACF-5976-767A0657D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930" y="2252883"/>
                <a:ext cx="3548269" cy="1200329"/>
              </a:xfrm>
              <a:prstGeom prst="rect">
                <a:avLst/>
              </a:prstGeom>
              <a:blipFill>
                <a:blip r:embed="rId5"/>
                <a:stretch>
                  <a:fillRect t="-2105" r="-1429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072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6131-4985-7BDB-BCD2-A6B9450C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41D8-5E90-E277-3E8B-6101AD04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9296" cy="1325563"/>
          </a:xfrm>
        </p:spPr>
        <p:txBody>
          <a:bodyPr/>
          <a:lstStyle/>
          <a:p>
            <a:r>
              <a:rPr lang="en-US" dirty="0"/>
              <a:t>Finding the 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35F9F8-B1EF-EB12-6CF1-3EFC3FD27E28}"/>
                  </a:ext>
                </a:extLst>
              </p:cNvPr>
              <p:cNvSpPr txBox="1"/>
              <p:nvPr/>
            </p:nvSpPr>
            <p:spPr>
              <a:xfrm>
                <a:off x="725556" y="4015409"/>
                <a:ext cx="9899373" cy="1798890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sz="3600" b="1" dirty="0"/>
                  <a:t>The Max of a List</a:t>
                </a:r>
                <a:r>
                  <a:rPr lang="en-CA" sz="3600" dirty="0"/>
                  <a:t>: Given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sz="3600" dirty="0"/>
                  <a:t> with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CA" sz="3600" dirty="0"/>
                  <a:t>, find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sz="3600" dirty="0"/>
                  <a:t> such that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CA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sz="3600" dirty="0"/>
                  <a:t> for all </a:t>
                </a:r>
                <a14:m>
                  <m:oMath xmlns:m="http://schemas.openxmlformats.org/officeDocument/2006/math">
                    <m:r>
                      <a:rPr lang="en-CA" sz="36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sz="3600" dirty="0"/>
                  <a:t> in </a:t>
                </a: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0, 1, 2, …, 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3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CA" sz="3600" dirty="0"/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335F9F8-B1EF-EB12-6CF1-3EFC3FD27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56" y="4015409"/>
                <a:ext cx="9899373" cy="1798890"/>
              </a:xfrm>
              <a:prstGeom prst="rect">
                <a:avLst/>
              </a:prstGeom>
              <a:blipFill>
                <a:blip r:embed="rId2"/>
                <a:stretch>
                  <a:fillRect l="-1790" t="-4861" b="-1111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2CB160-3A33-CDDA-ACFA-7C1FAFDE9C57}"/>
                  </a:ext>
                </a:extLst>
              </p:cNvPr>
              <p:cNvSpPr txBox="1"/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dirty="0"/>
                  <a:t>Any values will work, as long as they can be compared with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CA" dirty="0"/>
                  <a:t>, e.g. numbers, characters, strings, user-defined types, …</a:t>
                </a: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2CB160-3A33-CDDA-ACFA-7C1FAFDE9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740" y="5455547"/>
                <a:ext cx="3260033" cy="1200329"/>
              </a:xfrm>
              <a:prstGeom prst="rect">
                <a:avLst/>
              </a:prstGeom>
              <a:blipFill>
                <a:blip r:embed="rId3"/>
                <a:stretch>
                  <a:fillRect l="-775" t="-2083" r="-116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7A61F2-BC30-898D-55C1-CE6D1FA30EEB}"/>
              </a:ext>
            </a:extLst>
          </p:cNvPr>
          <p:cNvCxnSpPr>
            <a:cxnSpLocks/>
          </p:cNvCxnSpPr>
          <p:nvPr/>
        </p:nvCxnSpPr>
        <p:spPr>
          <a:xfrm flipH="1" flipV="1">
            <a:off x="9074426" y="4681330"/>
            <a:ext cx="119270" cy="675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27E05C-9410-DA92-A9F7-54CB7E434596}"/>
                  </a:ext>
                </a:extLst>
              </p:cNvPr>
              <p:cNvSpPr txBox="1"/>
              <p:nvPr/>
            </p:nvSpPr>
            <p:spPr>
              <a:xfrm>
                <a:off x="8160026" y="2406303"/>
                <a:ext cx="3796747" cy="9233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b="1" dirty="0"/>
                  <a:t>Duplicates</a:t>
                </a:r>
                <a:r>
                  <a:rPr lang="en-CA" dirty="0"/>
                  <a:t>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dirty="0"/>
                  <a:t> are allowed, but for simplicity we will usually assume they’re all different.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27E05C-9410-DA92-A9F7-54CB7E434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026" y="2406303"/>
                <a:ext cx="3796747" cy="923330"/>
              </a:xfrm>
              <a:prstGeom prst="rect">
                <a:avLst/>
              </a:prstGeom>
              <a:blipFill>
                <a:blip r:embed="rId4"/>
                <a:stretch>
                  <a:fillRect l="-1333" t="-2703" r="-233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4D827A-B5A1-44E7-9D24-853B2162C285}"/>
                  </a:ext>
                </a:extLst>
              </p:cNvPr>
              <p:cNvSpPr txBox="1"/>
              <p:nvPr/>
            </p:nvSpPr>
            <p:spPr>
              <a:xfrm>
                <a:off x="4147930" y="2252883"/>
                <a:ext cx="3548269" cy="12003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dirty="0"/>
                  <a:t> could be in </a:t>
                </a:r>
                <a:r>
                  <a:rPr lang="en-CA" b="1" dirty="0"/>
                  <a:t>any order</a:t>
                </a:r>
                <a:r>
                  <a:rPr lang="en-CA" dirty="0"/>
                  <a:t>, e.g. you cannot assume they are sorted order (if they were then the max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CA" dirty="0"/>
                  <a:t>).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94D827A-B5A1-44E7-9D24-853B2162C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930" y="2252883"/>
                <a:ext cx="3548269" cy="1200329"/>
              </a:xfrm>
              <a:prstGeom prst="rect">
                <a:avLst/>
              </a:prstGeom>
              <a:blipFill>
                <a:blip r:embed="rId5"/>
                <a:stretch>
                  <a:fillRect t="-2105" r="-1429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2FF0854-A1CC-BA5D-58BE-A9507BE26908}"/>
              </a:ext>
            </a:extLst>
          </p:cNvPr>
          <p:cNvSpPr txBox="1"/>
          <p:nvPr/>
        </p:nvSpPr>
        <p:spPr>
          <a:xfrm>
            <a:off x="159027" y="2228671"/>
            <a:ext cx="3624470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definition says nothing about the max of an </a:t>
            </a:r>
            <a:r>
              <a:rPr lang="en-US" b="1" dirty="0"/>
              <a:t>empty list</a:t>
            </a:r>
            <a:r>
              <a:rPr lang="en-US" dirty="0"/>
              <a:t>, so it’s up to the programmer to handle that. It’s usually treated as an error.</a:t>
            </a:r>
          </a:p>
        </p:txBody>
      </p:sp>
    </p:spTree>
    <p:extLst>
      <p:ext uri="{BB962C8B-B14F-4D97-AF65-F5344CB8AC3E}">
        <p14:creationId xmlns:p14="http://schemas.microsoft.com/office/powerpoint/2010/main" val="3337880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C6BF-B47D-E733-BDE2-01D0B39D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01F7-A056-B472-0D15-404BBA52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CDB47-5250-53BB-A30D-2DF253E3B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the statement of the problem, we can also make some useful units tests …</a:t>
            </a:r>
          </a:p>
        </p:txBody>
      </p:sp>
    </p:spTree>
    <p:extLst>
      <p:ext uri="{BB962C8B-B14F-4D97-AF65-F5344CB8AC3E}">
        <p14:creationId xmlns:p14="http://schemas.microsoft.com/office/powerpoint/2010/main" val="10419138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1468-3B55-26C1-B605-BB8A0486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3EBE78-5A13-D2CF-8BE7-33CE61FCCD62}"/>
              </a:ext>
            </a:extLst>
          </p:cNvPr>
          <p:cNvGrpSpPr/>
          <p:nvPr/>
        </p:nvGrpSpPr>
        <p:grpSpPr>
          <a:xfrm>
            <a:off x="1802992" y="2182144"/>
            <a:ext cx="458780" cy="1169551"/>
            <a:chOff x="1802992" y="2182144"/>
            <a:chExt cx="458780" cy="11695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136D3AC-A203-46D7-FFDA-C7E30DEB2E35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6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3C9E62-5C4E-196A-CF9E-AFBB348E5556}"/>
                </a:ext>
              </a:extLst>
            </p:cNvPr>
            <p:cNvSpPr txBox="1"/>
            <p:nvPr/>
          </p:nvSpPr>
          <p:spPr>
            <a:xfrm>
              <a:off x="1857495" y="2182144"/>
              <a:ext cx="3497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F3A7591-B5C1-B922-B5A4-AA3EB9046945}"/>
              </a:ext>
            </a:extLst>
          </p:cNvPr>
          <p:cNvGrpSpPr/>
          <p:nvPr/>
        </p:nvGrpSpPr>
        <p:grpSpPr>
          <a:xfrm>
            <a:off x="2513444" y="2182144"/>
            <a:ext cx="458780" cy="1169551"/>
            <a:chOff x="1802992" y="2182144"/>
            <a:chExt cx="458780" cy="116955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98D96C-B79E-5337-34DE-FFF4922C98B1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47EF23-C67B-F315-5D16-33AAAA367A98}"/>
                </a:ext>
              </a:extLst>
            </p:cNvPr>
            <p:cNvSpPr txBox="1"/>
            <p:nvPr/>
          </p:nvSpPr>
          <p:spPr>
            <a:xfrm>
              <a:off x="1857495" y="2182144"/>
              <a:ext cx="34977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87C5500-F494-8907-718A-FFDDFCEB44C8}"/>
              </a:ext>
            </a:extLst>
          </p:cNvPr>
          <p:cNvGrpSpPr/>
          <p:nvPr/>
        </p:nvGrpSpPr>
        <p:grpSpPr>
          <a:xfrm>
            <a:off x="3223896" y="2182144"/>
            <a:ext cx="458780" cy="1169551"/>
            <a:chOff x="1802992" y="2182144"/>
            <a:chExt cx="458780" cy="116955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BD4433-310A-4D5D-99AA-03C6D1E0F096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FA243B-D9BD-CE9A-B034-C4A4BDEA88F8}"/>
                </a:ext>
              </a:extLst>
            </p:cNvPr>
            <p:cNvSpPr txBox="1"/>
            <p:nvPr/>
          </p:nvSpPr>
          <p:spPr>
            <a:xfrm>
              <a:off x="1857495" y="2182144"/>
              <a:ext cx="34977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DBC90E-9AF2-B98B-932F-19630D4A619E}"/>
              </a:ext>
            </a:extLst>
          </p:cNvPr>
          <p:cNvGrpSpPr/>
          <p:nvPr/>
        </p:nvGrpSpPr>
        <p:grpSpPr>
          <a:xfrm>
            <a:off x="3934348" y="2182144"/>
            <a:ext cx="458780" cy="1169551"/>
            <a:chOff x="1802992" y="2182144"/>
            <a:chExt cx="458780" cy="116955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500395-52D5-A405-141C-774CA20AA19E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4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65DD494-6456-C854-36FB-143C6FE7829D}"/>
                </a:ext>
              </a:extLst>
            </p:cNvPr>
            <p:cNvSpPr txBox="1"/>
            <p:nvPr/>
          </p:nvSpPr>
          <p:spPr>
            <a:xfrm>
              <a:off x="1857495" y="2182144"/>
              <a:ext cx="34977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CBD92F-BF80-0630-8761-290E89858633}"/>
              </a:ext>
            </a:extLst>
          </p:cNvPr>
          <p:cNvGrpSpPr/>
          <p:nvPr/>
        </p:nvGrpSpPr>
        <p:grpSpPr>
          <a:xfrm>
            <a:off x="4644800" y="2182144"/>
            <a:ext cx="458780" cy="1169551"/>
            <a:chOff x="1802992" y="2182144"/>
            <a:chExt cx="458780" cy="11695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8D97025-C864-0583-5FD7-024D7D664E77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4B8592-7FD1-D8C8-21FC-F90C866F0DE3}"/>
                </a:ext>
              </a:extLst>
            </p:cNvPr>
            <p:cNvSpPr txBox="1"/>
            <p:nvPr/>
          </p:nvSpPr>
          <p:spPr>
            <a:xfrm>
              <a:off x="1857495" y="2182144"/>
              <a:ext cx="34977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4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37C5E2-C34E-B91E-8B0B-4912663F2A7A}"/>
              </a:ext>
            </a:extLst>
          </p:cNvPr>
          <p:cNvGrpSpPr/>
          <p:nvPr/>
        </p:nvGrpSpPr>
        <p:grpSpPr>
          <a:xfrm>
            <a:off x="5355252" y="2182144"/>
            <a:ext cx="458780" cy="1169551"/>
            <a:chOff x="1802992" y="2182144"/>
            <a:chExt cx="458780" cy="116955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68F87C-4D88-7124-D3A4-D36E8DCD9227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156F180-6385-8DE4-9DE5-93C8B593F19A}"/>
                </a:ext>
              </a:extLst>
            </p:cNvPr>
            <p:cNvSpPr txBox="1"/>
            <p:nvPr/>
          </p:nvSpPr>
          <p:spPr>
            <a:xfrm>
              <a:off x="1857495" y="2182144"/>
              <a:ext cx="34977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DF2EB1-BCFC-237A-28AB-68A4FE645CC3}"/>
              </a:ext>
            </a:extLst>
          </p:cNvPr>
          <p:cNvGrpSpPr/>
          <p:nvPr/>
        </p:nvGrpSpPr>
        <p:grpSpPr>
          <a:xfrm>
            <a:off x="6065704" y="2182144"/>
            <a:ext cx="458780" cy="1169551"/>
            <a:chOff x="1802992" y="2182144"/>
            <a:chExt cx="458780" cy="116955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B87610-5537-2131-6DD4-604458B3F4E2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8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1E2F34-ADA3-5AC6-D97E-5D7B5004C46E}"/>
                </a:ext>
              </a:extLst>
            </p:cNvPr>
            <p:cNvSpPr txBox="1"/>
            <p:nvPr/>
          </p:nvSpPr>
          <p:spPr>
            <a:xfrm>
              <a:off x="1857495" y="2182144"/>
              <a:ext cx="34977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6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C2F7A5-3CD1-62C3-952F-9F54104AD063}"/>
              </a:ext>
            </a:extLst>
          </p:cNvPr>
          <p:cNvGrpSpPr/>
          <p:nvPr/>
        </p:nvGrpSpPr>
        <p:grpSpPr>
          <a:xfrm>
            <a:off x="6776156" y="2182144"/>
            <a:ext cx="458780" cy="1169551"/>
            <a:chOff x="1802992" y="2182144"/>
            <a:chExt cx="458780" cy="116955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01186C8-85F1-DD68-85AB-1D355F201554}"/>
                </a:ext>
              </a:extLst>
            </p:cNvPr>
            <p:cNvSpPr txBox="1"/>
            <p:nvPr/>
          </p:nvSpPr>
          <p:spPr>
            <a:xfrm>
              <a:off x="1802992" y="2643809"/>
              <a:ext cx="458780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dirty="0"/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EDB1CA-6D2D-608A-D17B-A0E4B2C973FF}"/>
                </a:ext>
              </a:extLst>
            </p:cNvPr>
            <p:cNvSpPr txBox="1"/>
            <p:nvPr/>
          </p:nvSpPr>
          <p:spPr>
            <a:xfrm>
              <a:off x="1857495" y="2182144"/>
              <a:ext cx="349775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7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44EA852-82D9-3A62-D2FB-08AA14AFC0A2}"/>
              </a:ext>
            </a:extLst>
          </p:cNvPr>
          <p:cNvSpPr txBox="1"/>
          <p:nvPr/>
        </p:nvSpPr>
        <p:spPr>
          <a:xfrm>
            <a:off x="1190964" y="2766919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701F3A-EC4E-CEC4-1EA2-0F5FEC87FA8F}"/>
              </a:ext>
            </a:extLst>
          </p:cNvPr>
          <p:cNvSpPr txBox="1"/>
          <p:nvPr/>
        </p:nvSpPr>
        <p:spPr>
          <a:xfrm>
            <a:off x="8509753" y="1027906"/>
            <a:ext cx="304602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Basic algorithm</a:t>
            </a:r>
          </a:p>
          <a:p>
            <a:endParaRPr lang="en-US" sz="2800" dirty="0"/>
          </a:p>
          <a:p>
            <a:r>
              <a:rPr lang="en-US" sz="2800" dirty="0"/>
              <a:t>max = v[0]</a:t>
            </a:r>
          </a:p>
          <a:p>
            <a:r>
              <a:rPr lang="en-US" sz="2800" dirty="0"/>
              <a:t>for </a:t>
            </a:r>
            <a:r>
              <a:rPr lang="en-US" sz="2800" dirty="0" err="1"/>
              <a:t>i</a:t>
            </a:r>
            <a:r>
              <a:rPr lang="en-US" sz="2800" dirty="0"/>
              <a:t> = 1 to n-1 do</a:t>
            </a:r>
          </a:p>
          <a:p>
            <a:r>
              <a:rPr lang="en-US" sz="2800" dirty="0"/>
              <a:t>     if v[</a:t>
            </a:r>
            <a:r>
              <a:rPr lang="en-US" sz="2800" dirty="0" err="1"/>
              <a:t>i</a:t>
            </a:r>
            <a:r>
              <a:rPr lang="en-US" sz="2800" dirty="0"/>
              <a:t>] &gt; max then</a:t>
            </a:r>
            <a:br>
              <a:rPr lang="en-US" sz="2800" dirty="0"/>
            </a:br>
            <a:r>
              <a:rPr lang="en-US" sz="2800" dirty="0"/>
              <a:t>          max = v[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</a:p>
          <a:p>
            <a:r>
              <a:rPr lang="en-US" sz="2800" dirty="0"/>
              <a:t>     end if</a:t>
            </a:r>
            <a:br>
              <a:rPr lang="en-US" sz="2800" dirty="0"/>
            </a:br>
            <a:r>
              <a:rPr lang="en-US" sz="2800" dirty="0"/>
              <a:t>end do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9C863-ABCF-CFDE-0C28-656AB8755E9A}"/>
              </a:ext>
            </a:extLst>
          </p:cNvPr>
          <p:cNvSpPr txBox="1"/>
          <p:nvPr/>
        </p:nvSpPr>
        <p:spPr>
          <a:xfrm>
            <a:off x="8595215" y="5091640"/>
            <a:ext cx="273913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Idea</a:t>
            </a:r>
            <a:r>
              <a:rPr lang="en-US" dirty="0"/>
              <a:t>: Scan through the list looking for the max. You must check all elements.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0EA4FC-A21D-0DF3-90C1-7EAAB22A8ADC}"/>
                  </a:ext>
                </a:extLst>
              </p:cNvPr>
              <p:cNvSpPr txBox="1"/>
              <p:nvPr/>
            </p:nvSpPr>
            <p:spPr>
              <a:xfrm>
                <a:off x="3453286" y="3968780"/>
                <a:ext cx="3458816" cy="203132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The performance of max is usually estimated by counting how many </a:t>
                </a:r>
                <a:r>
                  <a:rPr lang="en-US" b="1" dirty="0"/>
                  <a:t>comparisons</a:t>
                </a:r>
                <a:r>
                  <a:rPr lang="en-US" dirty="0"/>
                  <a:t> it does.</a:t>
                </a:r>
                <a:br>
                  <a:rPr lang="en-US" dirty="0"/>
                </a:b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Every time through the loop it does one comparison, and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comparisons in total.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0EA4FC-A21D-0DF3-90C1-7EAAB22A8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286" y="3968780"/>
                <a:ext cx="3458816" cy="2031325"/>
              </a:xfrm>
              <a:prstGeom prst="rect">
                <a:avLst/>
              </a:prstGeom>
              <a:blipFill>
                <a:blip r:embed="rId2"/>
                <a:stretch>
                  <a:fillRect t="-1242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5C14DE-A984-0604-52A8-6578157F6D5E}"/>
              </a:ext>
            </a:extLst>
          </p:cNvPr>
          <p:cNvCxnSpPr>
            <a:cxnSpLocks/>
          </p:cNvCxnSpPr>
          <p:nvPr/>
        </p:nvCxnSpPr>
        <p:spPr>
          <a:xfrm flipV="1">
            <a:off x="7005546" y="3228584"/>
            <a:ext cx="2656778" cy="1094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0E258D1-68F5-E8F2-5F83-291B935A5CCF}"/>
              </a:ext>
            </a:extLst>
          </p:cNvPr>
          <p:cNvSpPr/>
          <p:nvPr/>
        </p:nvSpPr>
        <p:spPr>
          <a:xfrm>
            <a:off x="9726512" y="2797621"/>
            <a:ext cx="258645" cy="430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000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271D-B1F7-A150-6467-023E65B08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35251-E70C-E3DD-6E4E-282880A3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the implementations of max …</a:t>
            </a:r>
          </a:p>
        </p:txBody>
      </p:sp>
    </p:spTree>
    <p:extLst>
      <p:ext uri="{BB962C8B-B14F-4D97-AF65-F5344CB8AC3E}">
        <p14:creationId xmlns:p14="http://schemas.microsoft.com/office/powerpoint/2010/main" val="26340799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F4C5-F84F-D6C4-802C-F33565DD8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33D43-3702-53CF-EF3C-AE8D75C08C9E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4B612-C9C6-C955-FB8B-FE599C00039C}"/>
              </a:ext>
            </a:extLst>
          </p:cNvPr>
          <p:cNvSpPr txBox="1"/>
          <p:nvPr/>
        </p:nvSpPr>
        <p:spPr>
          <a:xfrm>
            <a:off x="7104345" y="1563248"/>
            <a:ext cx="2739131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while-loop version is good for analyzing the algorithm because each line does one thing.</a:t>
            </a:r>
          </a:p>
        </p:txBody>
      </p:sp>
    </p:spTree>
    <p:extLst>
      <p:ext uri="{BB962C8B-B14F-4D97-AF65-F5344CB8AC3E}">
        <p14:creationId xmlns:p14="http://schemas.microsoft.com/office/powerpoint/2010/main" val="6278613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F892-9663-AC6E-5869-8F1C8309A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BD2A-4679-3D69-26B6-4C2730E4E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3F4CD-E40C-7708-0F0A-8C79F301B21F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B2DEDF-763C-940A-5E0B-7B13C5A874A0}"/>
              </a:ext>
            </a:extLst>
          </p:cNvPr>
          <p:cNvSpPr/>
          <p:nvPr/>
        </p:nvSpPr>
        <p:spPr>
          <a:xfrm>
            <a:off x="2785106" y="2265853"/>
            <a:ext cx="2701294" cy="3414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D8E4D6-7B2B-2364-F3D0-EFE9BD595BCA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</p:spTree>
    <p:extLst>
      <p:ext uri="{BB962C8B-B14F-4D97-AF65-F5344CB8AC3E}">
        <p14:creationId xmlns:p14="http://schemas.microsoft.com/office/powerpoint/2010/main" val="18809433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BF655-BE73-26CF-FCD6-1FE8ECEA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D9AA-E759-CE74-82BA-7BD299E0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22D11-D4FC-EB9C-7594-31AE1D554588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ABD33-EED2-6B90-F4C5-B937C9CD8F82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E68C7E-E797-AFA0-F66B-3C9BD4875E0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486400" y="1762011"/>
            <a:ext cx="1144181" cy="503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B98A282-6351-79D0-FBF4-2BB5489064A7}"/>
              </a:ext>
            </a:extLst>
          </p:cNvPr>
          <p:cNvSpPr/>
          <p:nvPr/>
        </p:nvSpPr>
        <p:spPr>
          <a:xfrm>
            <a:off x="2785106" y="2265853"/>
            <a:ext cx="2701294" cy="3414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8060C-43CC-A13F-EF80-58641C939694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</p:spTree>
    <p:extLst>
      <p:ext uri="{BB962C8B-B14F-4D97-AF65-F5344CB8AC3E}">
        <p14:creationId xmlns:p14="http://schemas.microsoft.com/office/powerpoint/2010/main" val="28231780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B2E9E-FD88-99E8-0A00-9327C161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87C0-F31C-DACF-05CE-C39670E6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7BE38-1E83-BA89-9B05-3FF31BDD6C79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97A1B-7086-7A13-25B3-09C96681B544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77E5CD-C34B-D644-400C-54304D82AB9B}"/>
              </a:ext>
            </a:extLst>
          </p:cNvPr>
          <p:cNvCxnSpPr>
            <a:cxnSpLocks/>
          </p:cNvCxnSpPr>
          <p:nvPr/>
        </p:nvCxnSpPr>
        <p:spPr>
          <a:xfrm flipH="1">
            <a:off x="5486400" y="1762011"/>
            <a:ext cx="1144181" cy="503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9F4E187-1F82-20DB-09C6-697753D0E7C9}"/>
              </a:ext>
            </a:extLst>
          </p:cNvPr>
          <p:cNvSpPr/>
          <p:nvPr/>
        </p:nvSpPr>
        <p:spPr>
          <a:xfrm>
            <a:off x="2785106" y="2536067"/>
            <a:ext cx="1349572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C24D9-44AC-3ED3-8EC6-6D3B844769FE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</p:spTree>
    <p:extLst>
      <p:ext uri="{BB962C8B-B14F-4D97-AF65-F5344CB8AC3E}">
        <p14:creationId xmlns:p14="http://schemas.microsoft.com/office/powerpoint/2010/main" val="30684045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B69D-2337-01CF-BA7F-4C9BC2F0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E086-5568-81B5-BF20-F7EF27E3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05765-F99E-F493-AECF-B461E705E096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783CD-13E3-0A56-2F16-9022D3E28DF8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9CC54-1A92-B2ED-F25A-564EDDE03219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3E0859-BF20-D08C-998E-E79677790DBE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3019CE-6EB2-953E-85BB-A690DB14A2A2}"/>
              </a:ext>
            </a:extLst>
          </p:cNvPr>
          <p:cNvCxnSpPr>
            <a:cxnSpLocks/>
          </p:cNvCxnSpPr>
          <p:nvPr/>
        </p:nvCxnSpPr>
        <p:spPr>
          <a:xfrm flipH="1">
            <a:off x="5486400" y="1762011"/>
            <a:ext cx="1144181" cy="503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9766633-2716-7C7A-C8EA-10BCBA6983E3}"/>
              </a:ext>
            </a:extLst>
          </p:cNvPr>
          <p:cNvSpPr/>
          <p:nvPr/>
        </p:nvSpPr>
        <p:spPr>
          <a:xfrm>
            <a:off x="2785106" y="2536067"/>
            <a:ext cx="1349572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1836A-899F-DF11-B727-3E75E7F9748F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</p:spTree>
    <p:extLst>
      <p:ext uri="{BB962C8B-B14F-4D97-AF65-F5344CB8AC3E}">
        <p14:creationId xmlns:p14="http://schemas.microsoft.com/office/powerpoint/2010/main" val="7292327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DCEA2-B13C-B58F-B76C-60A26F7F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03D8-B695-CA58-0DCF-3FFD49C6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5BF5F4-9F12-CBC2-AEE2-EE8EE9B98365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E86D1-3EFF-9008-2331-7B491758921F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B07FC-D459-A6B6-5567-912A7E208B89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2F7D253-9C82-BBCF-EA68-F808935883FF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0FDB2F-426B-4914-9FA6-9ACB096237BC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79D701-B6A3-9917-505E-A16DC4752EB0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F506A9-B1BB-D63A-C2F0-8C1851F0614A}"/>
              </a:ext>
            </a:extLst>
          </p:cNvPr>
          <p:cNvSpPr/>
          <p:nvPr/>
        </p:nvSpPr>
        <p:spPr>
          <a:xfrm>
            <a:off x="3639871" y="2835497"/>
            <a:ext cx="1538416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4467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B9AC-D006-FCA8-C641-F40023EC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AFD83-1376-2A64-D285-D8AAF92A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277AD-5A53-5E7A-4346-408EEEDED5D8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034ED-1108-64BE-6FAE-D9F83271BCF4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2B028-B852-86AE-3435-2FAB192E0B6A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DA4130-D903-BAD7-D107-5CDC4B5EA34C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816F6D-4FD0-921D-2A23-EE70926D990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249438-2D1D-5ECD-124E-EFA13B3C4BAF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249438-2D1D-5ECD-124E-EFA13B3C4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F9321D-D941-F0D1-9FE5-DA3D23464D5B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5C1596-757B-70EC-1EA4-F4FC3C522BF0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6BFFD-4CBE-75FC-ED5C-0DBF8156BDE4}"/>
              </a:ext>
            </a:extLst>
          </p:cNvPr>
          <p:cNvSpPr/>
          <p:nvPr/>
        </p:nvSpPr>
        <p:spPr>
          <a:xfrm>
            <a:off x="3639871" y="2835497"/>
            <a:ext cx="1538416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062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314B-DA2D-284F-D2FA-A32E87D3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69C6-3AC1-E4B9-EF22-36E09CBA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CA680C-4CF2-95CF-679A-D3AF0103FF0F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6CDB1-68B0-CF7F-41CB-8A8F81B654B0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A44D2-7441-14F2-DD76-52CA852CE4F6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E87BFD-E32A-6005-97AB-846D1708193D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C57F90-0583-8A2C-5B7B-5312B05BDE3C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5117C4-BF00-0A70-BFE2-4A1CDF85FE92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5117C4-BF00-0A70-BFE2-4A1CDF85F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C2A643-E130-A3B7-FAFF-4D6A1977CB03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7115735-227E-0639-71BB-31D3356E24EE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00AF5-D6C1-8738-3A86-009B40EDB915}"/>
              </a:ext>
            </a:extLst>
          </p:cNvPr>
          <p:cNvSpPr/>
          <p:nvPr/>
        </p:nvSpPr>
        <p:spPr>
          <a:xfrm>
            <a:off x="3786810" y="3381985"/>
            <a:ext cx="205077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8501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AE91-C155-F0C8-DF5E-368585277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F68F-8E5C-126A-3B9E-04B7584B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29348-4E78-0995-8EEF-6A319ADEE5FE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A5F6F-800A-8555-D19E-1FD06E5379CD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BD9D2-B502-ED49-638B-A842078B0E0F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67F9CC-FA97-ADA5-B791-83BFF62143F2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9D2B6B-6ADA-8967-2ADB-9D73E1489243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DD500B-AF1C-BC6E-E379-67357BF66843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DD500B-AF1C-BC6E-E379-67357BF66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6FC8D5-6686-29C8-A2DB-3C7D5A889CAC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6086F2-22F3-CDC5-D6AB-A45FAAFFCE74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16086F2-22F3-CDC5-D6AB-A45FAAFFC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CB974D-6027-25B4-1261-70EB32DFF391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210A16-69FF-6ED2-C377-A59F196DB180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DBEA53-C577-BB92-C7FC-5F69B1D670C6}"/>
              </a:ext>
            </a:extLst>
          </p:cNvPr>
          <p:cNvSpPr/>
          <p:nvPr/>
        </p:nvSpPr>
        <p:spPr>
          <a:xfrm>
            <a:off x="3786810" y="3381985"/>
            <a:ext cx="205077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6050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C94F-CA24-475D-E45B-FD7ECA41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12BD-D3CE-BF56-C808-EEE0ED3C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86AA6-3A9D-61B5-108F-24AA1B34C759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D89090-0FDE-0C93-81C2-7F558B6C5712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64127-D2CB-6137-3771-2874F81211E6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E438E0-B325-0629-FF1E-4BBBF13BE517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1BB34F-53FB-7A27-10F9-14D688F3995F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D6E5FC-221F-FBE7-BB47-CEE9FB7D1B02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D6E5FC-221F-FBE7-BB47-CEE9FB7D1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A7616A-21C6-1138-6298-7FE51D749D2F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AA7784-6E1A-6276-88E3-E21C56D57378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0AA7784-6E1A-6276-88E3-E21C56D57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92A890-E538-BBB3-8B4C-CD5B602408D5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6E5200-B7BF-8EAF-29E3-0D577488A790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05AD22-983A-80D0-73CC-441976579B20}"/>
              </a:ext>
            </a:extLst>
          </p:cNvPr>
          <p:cNvSpPr/>
          <p:nvPr/>
        </p:nvSpPr>
        <p:spPr>
          <a:xfrm>
            <a:off x="3188033" y="4494761"/>
            <a:ext cx="608715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8390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DC010-7B9E-2455-25F8-014E4322C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68A2-20EA-CB3F-5139-1C502517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D3EA8-48CC-C92A-A1BB-C96C17D1F0EC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73480-A467-26F8-B334-A0971A69BD6C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66F5B-A52B-7AC8-A2E6-D2CE1CA95C0E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8D8B9F-5C54-E024-B125-3DF48711F290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C0EDFF-8EA8-A9A1-483A-61A527D28DA3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1D68E3-A5C7-3E2E-8086-AB29374918B7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D1D68E3-A5C7-3E2E-8086-AB2937491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183B59-6E7D-910E-5153-694C796374E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232D09-E1FA-0950-0252-9416F76A0E0D}"/>
                  </a:ext>
                </a:extLst>
              </p:cNvPr>
              <p:cNvSpPr txBox="1"/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A232D09-E1FA-0950-0252-9416F76A0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6452" r="-108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EC30CC-3611-CD15-CA3F-63396EAA8ADE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76261" y="4643766"/>
            <a:ext cx="2324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C6C490-1FB6-3C45-E2F9-A739B8BA44B4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C6C490-1FB6-3C45-E2F9-A739B8BA4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4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5E7DBD-49DA-345D-42B9-05D6F41BC280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B78F6A-3A8E-0FE3-25A1-C5C958FAB6B2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B575A9-3FC4-6490-C283-92941F92D26B}"/>
              </a:ext>
            </a:extLst>
          </p:cNvPr>
          <p:cNvSpPr/>
          <p:nvPr/>
        </p:nvSpPr>
        <p:spPr>
          <a:xfrm>
            <a:off x="3188033" y="4494761"/>
            <a:ext cx="608715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0683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632C-1E53-6DD4-8BBD-94F609FF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45E92-F317-9504-4CE1-D69269207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71AB0-0B3A-2DE8-4804-AE2407C6B452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9A370-D693-1C5D-6E11-D1146D548BA6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1F3A8-51CD-77CB-5EEE-E1AE4E9732D3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FACC43-71BC-26E3-1A69-D6D28C916966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2A34AB-B48B-EDFE-9BBB-DEBCCADA4FA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A40F27-2444-B0DE-AC37-1DC7B2468FB7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A40F27-2444-B0DE-AC37-1DC7B2468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DAE5ED-4DF7-7227-CD7A-E9E315F86AE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174A2D-9003-5D72-18D6-351EED0243C9}"/>
                  </a:ext>
                </a:extLst>
              </p:cNvPr>
              <p:cNvSpPr txBox="1"/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174A2D-9003-5D72-18D6-351EED024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6452" r="-108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27DC10-D6BC-D5A4-C62E-D42CC6664055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76261" y="4643766"/>
            <a:ext cx="2324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4DA9AE9-ACF4-3D81-CBF0-CDD4282EF788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4DA9AE9-ACF4-3D81-CBF0-CDD4282EF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4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F6B692-895E-21CB-68C3-816C34A42FCF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40DF14-2E4C-D3C5-AA12-9A333C7CB0FE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5009C-12D2-2B6D-D6F1-43EE8AC43C15}"/>
              </a:ext>
            </a:extLst>
          </p:cNvPr>
          <p:cNvSpPr/>
          <p:nvPr/>
        </p:nvSpPr>
        <p:spPr>
          <a:xfrm>
            <a:off x="2768162" y="5050528"/>
            <a:ext cx="219146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2530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AE87-FF4F-FCBE-BFEB-84A868C55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2D3D-9CC7-AE36-9CE4-81C9F926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396C6-BE2C-307F-C9E7-A7D30922E05F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19DC9-0A26-0706-9F57-5CEA2D6525F5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9D606-06D0-AECB-B78E-DCE0B62606ED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8A0AEA-DF45-4E10-71E5-D0B699211D41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47C2A9-7EEA-0747-CFD2-4F0C8B147601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A545BA-D7A7-F448-C270-944EC24A76C3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A545BA-D7A7-F448-C270-944EC24A76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4F9022-3C88-9778-753B-A7378112DE6F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227CC5-3BBA-0EF7-31E3-DE7D84680C40}"/>
                  </a:ext>
                </a:extLst>
              </p:cNvPr>
              <p:cNvSpPr txBox="1"/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227CC5-3BBA-0EF7-31E3-DE7D84680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6452" r="-108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BC4EBC-E824-2BB8-3DA4-13583E3D365A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76261" y="4643766"/>
            <a:ext cx="2324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9515E4-E365-7453-BEBC-35BB4ED0795B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9515E4-E365-7453-BEBC-35BB4ED07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4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1986DE-C0B7-B9EC-BBD4-B80194D9FE2B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26420B3-6A0A-A28C-E35B-DF82C3A719C9}"/>
              </a:ext>
            </a:extLst>
          </p:cNvPr>
          <p:cNvSpPr txBox="1"/>
          <p:nvPr/>
        </p:nvSpPr>
        <p:spPr>
          <a:xfrm>
            <a:off x="6200475" y="5199533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42B4D4-1BEF-B8FB-B9AB-DDF5756556B0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959626" y="5244971"/>
            <a:ext cx="1240849" cy="139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4D6E3E-C8BD-99D3-BA7D-1287379A85C1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9D81B-4D93-69F1-69B0-26F01FCA6B24}"/>
              </a:ext>
            </a:extLst>
          </p:cNvPr>
          <p:cNvSpPr/>
          <p:nvPr/>
        </p:nvSpPr>
        <p:spPr>
          <a:xfrm>
            <a:off x="2768162" y="5050528"/>
            <a:ext cx="219146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0845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6810-0BBA-F682-788E-4F08F7B1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0FB34-92B0-AAFD-A622-3AD4AEC2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0A6AD-B735-BDA2-A88A-CBEFE9E162D3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02890-8772-73BD-9EC6-DA1B0FB7DE96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FAF1E-33D7-7A11-84C7-FF4499BD92D9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40D260-6004-8F21-4B29-D1C1C9AAA6BA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B67A9C-066C-5E01-EBCB-48BB249351B1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6BC62F-DCFF-FE1F-FD46-41BCCAAA6D40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6BC62F-DCFF-FE1F-FD46-41BCCAAA6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A7143E-8435-B726-D49C-8A11C257626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9BADAF-6074-0EEE-C433-0A6772D06C0F}"/>
                  </a:ext>
                </a:extLst>
              </p:cNvPr>
              <p:cNvSpPr txBox="1"/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9BADAF-6074-0EEE-C433-0A6772D06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6452" r="-108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2C96A3-A0A8-9584-D20B-02FB6399FC0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76261" y="4643766"/>
            <a:ext cx="2324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0A1BCE-5230-3E2F-F6E8-DAC5E2DAA59E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B0A1BCE-5230-3E2F-F6E8-DAC5E2DAA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4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95B393-2A54-E088-0289-1762AED0AE62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BF448E-0511-95AF-104D-5115AD445981}"/>
              </a:ext>
            </a:extLst>
          </p:cNvPr>
          <p:cNvSpPr txBox="1"/>
          <p:nvPr/>
        </p:nvSpPr>
        <p:spPr>
          <a:xfrm>
            <a:off x="6200475" y="5199533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E948884-5841-2095-ACAE-D7C4C0995B34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959626" y="5244971"/>
            <a:ext cx="1240849" cy="139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462CF8F-53E4-6B5B-360F-E895E40B784E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37EA43-77ED-59FC-18A3-0F5FAB0C5E72}"/>
              </a:ext>
            </a:extLst>
          </p:cNvPr>
          <p:cNvSpPr/>
          <p:nvPr/>
        </p:nvSpPr>
        <p:spPr>
          <a:xfrm>
            <a:off x="3772014" y="3916861"/>
            <a:ext cx="219146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D44F7-ACF9-9FD0-3C99-0BC74B06F74D}"/>
              </a:ext>
            </a:extLst>
          </p:cNvPr>
          <p:cNvSpPr txBox="1"/>
          <p:nvPr/>
        </p:nvSpPr>
        <p:spPr>
          <a:xfrm>
            <a:off x="8708546" y="3845538"/>
            <a:ext cx="11650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 times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9A8827-47B3-3C2E-704D-54EECF90A57B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963478" y="4010904"/>
            <a:ext cx="2745068" cy="19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239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A2F8-D3E2-7C6E-B2BC-79957585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DE40-FDDB-6FDD-CE21-BA36A8E9E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E08D6-7CDA-D33C-A0B9-B7769DD7C16B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7743D-866D-A370-17BD-AC60098E18A8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3DE14-EAD3-75E3-5D78-040EA5FD80D3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DC4430-DD6A-B917-084F-93C923690304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BC6150-2EF9-7CD6-574E-B8A8EA99CB20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5A0EE-ED59-42BF-BC59-8AC0DC1A8121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5A0EE-ED59-42BF-BC59-8AC0DC1A8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FFC18D-0ED0-8BC4-97D6-6B1E05A63A0F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7D3AF4-5809-AF66-FC34-639015B21C46}"/>
                  </a:ext>
                </a:extLst>
              </p:cNvPr>
              <p:cNvSpPr txBox="1"/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7D3AF4-5809-AF66-FC34-639015B21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6452" r="-108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CF344B-1A49-6704-AFFF-F589698954BE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76261" y="4643766"/>
            <a:ext cx="2324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C9BCEA-3464-752D-5C7D-E7B103C4D364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C9BCEA-3464-752D-5C7D-E7B103C4D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4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D7C296-59D9-18FD-7735-1D73672D5607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14A396-C8EC-08AD-E10D-9912F6371FCE}"/>
              </a:ext>
            </a:extLst>
          </p:cNvPr>
          <p:cNvSpPr txBox="1"/>
          <p:nvPr/>
        </p:nvSpPr>
        <p:spPr>
          <a:xfrm>
            <a:off x="6200475" y="5199533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34F38D-BD35-AFDE-C267-323DE44152DA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959626" y="5244971"/>
            <a:ext cx="1240849" cy="139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8F0AC1-1F00-133F-2C31-2C33A619545D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FF0798-1A69-9C74-5EAE-DE3784037878}"/>
              </a:ext>
            </a:extLst>
          </p:cNvPr>
          <p:cNvSpPr/>
          <p:nvPr/>
        </p:nvSpPr>
        <p:spPr>
          <a:xfrm>
            <a:off x="3772014" y="3916861"/>
            <a:ext cx="219146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AA937C-54AC-23E5-5A2C-109EA4E8B31B}"/>
              </a:ext>
            </a:extLst>
          </p:cNvPr>
          <p:cNvCxnSpPr>
            <a:cxnSpLocks/>
          </p:cNvCxnSpPr>
          <p:nvPr/>
        </p:nvCxnSpPr>
        <p:spPr>
          <a:xfrm flipH="1" flipV="1">
            <a:off x="5963478" y="4010904"/>
            <a:ext cx="2745068" cy="19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0805F0-3C96-61C7-5726-DA387668528F}"/>
              </a:ext>
            </a:extLst>
          </p:cNvPr>
          <p:cNvSpPr txBox="1"/>
          <p:nvPr/>
        </p:nvSpPr>
        <p:spPr>
          <a:xfrm>
            <a:off x="8708545" y="4676303"/>
            <a:ext cx="2343767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line is not so obvious! How many times does it run on an n-element vector?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472845-8D16-3031-8DCC-DC06B92E1BFE}"/>
              </a:ext>
            </a:extLst>
          </p:cNvPr>
          <p:cNvSpPr txBox="1"/>
          <p:nvPr/>
        </p:nvSpPr>
        <p:spPr>
          <a:xfrm>
            <a:off x="8708546" y="3845538"/>
            <a:ext cx="116501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??? times</a:t>
            </a:r>
          </a:p>
        </p:txBody>
      </p:sp>
    </p:spTree>
    <p:extLst>
      <p:ext uri="{BB962C8B-B14F-4D97-AF65-F5344CB8AC3E}">
        <p14:creationId xmlns:p14="http://schemas.microsoft.com/office/powerpoint/2010/main" val="23581168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878BB-215F-BEE4-BCEF-F2AE6631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D1E9-E726-E29F-4A91-4E61D886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30F7F-4EC3-46D0-3C9F-AE09FC713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It’s useful to look at some sample runs to get a sense of how many times the ??? line runs …</a:t>
            </a:r>
          </a:p>
        </p:txBody>
      </p:sp>
    </p:spTree>
    <p:extLst>
      <p:ext uri="{BB962C8B-B14F-4D97-AF65-F5344CB8AC3E}">
        <p14:creationId xmlns:p14="http://schemas.microsoft.com/office/powerpoint/2010/main" val="10494483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49F4-6024-DB4F-CA64-22093AEB1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44B7A-32E5-7253-94A9-9CC69D522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1BF45-35A0-D7DA-31EC-E587F98F7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Results for some value of n …</a:t>
            </a:r>
          </a:p>
          <a:p>
            <a:pPr marL="0" indent="0">
              <a:buNone/>
            </a:pPr>
            <a:r>
              <a:rPr lang="en-CA" dirty="0"/>
              <a:t>n = 100: 4, 6, 3, 7, 5, 2 (mean = 4.5)</a:t>
            </a:r>
          </a:p>
          <a:p>
            <a:pPr marL="0" indent="0">
              <a:buNone/>
            </a:pPr>
            <a:r>
              <a:rPr lang="en-CA" dirty="0"/>
              <a:t>n = 1000: 7, 4, 8, 5, 3, 10 (mean = 6.17)</a:t>
            </a:r>
          </a:p>
          <a:p>
            <a:pPr marL="0" indent="0">
              <a:buNone/>
            </a:pPr>
            <a:r>
              <a:rPr lang="en-CA" dirty="0"/>
              <a:t>n = 10000: 8, 7, 5, 12, 12, 10 (mean = 9.0)</a:t>
            </a:r>
          </a:p>
          <a:p>
            <a:pPr marL="0" indent="0">
              <a:buNone/>
            </a:pPr>
            <a:r>
              <a:rPr lang="en-CA" dirty="0"/>
              <a:t>n = 100000: 8, 9, 9, 13, 14, 9 (mean = 10.33)</a:t>
            </a:r>
          </a:p>
          <a:p>
            <a:pPr marL="0" indent="0">
              <a:buNone/>
            </a:pPr>
            <a:r>
              <a:rPr lang="en-CA" dirty="0"/>
              <a:t>n = 1000000: 9, 11, 19, 14, 8, 12 (mean = 12.17)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B4310-8EF1-29EA-7BE5-8326A6D0D708}"/>
              </a:ext>
            </a:extLst>
          </p:cNvPr>
          <p:cNvSpPr txBox="1"/>
          <p:nvPr/>
        </p:nvSpPr>
        <p:spPr>
          <a:xfrm>
            <a:off x="8012805" y="2112007"/>
            <a:ext cx="30991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It’s surprising that these numbers are so small. Even for very large n, a new max is assigned only a few times.</a:t>
            </a:r>
          </a:p>
        </p:txBody>
      </p:sp>
    </p:spTree>
    <p:extLst>
      <p:ext uri="{BB962C8B-B14F-4D97-AF65-F5344CB8AC3E}">
        <p14:creationId xmlns:p14="http://schemas.microsoft.com/office/powerpoint/2010/main" val="30647563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6B2D8-2A5D-51B6-F644-085F2F5D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84E4-CC87-D22C-4A43-58256754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796FE-BF55-DCEA-002D-C6E28D5A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Results for some value of n …</a:t>
            </a:r>
          </a:p>
          <a:p>
            <a:pPr marL="0" indent="0">
              <a:buNone/>
            </a:pPr>
            <a:r>
              <a:rPr lang="en-CA" dirty="0"/>
              <a:t>n = 100: 4, 6, 3, 7, 5, 2 (mean = 4.5)</a:t>
            </a:r>
          </a:p>
          <a:p>
            <a:pPr marL="0" indent="0">
              <a:buNone/>
            </a:pPr>
            <a:r>
              <a:rPr lang="en-CA" dirty="0"/>
              <a:t>n = 1000: 7, 4, 8, 5, 3, 10 (mean = 6.17)</a:t>
            </a:r>
          </a:p>
          <a:p>
            <a:pPr marL="0" indent="0">
              <a:buNone/>
            </a:pPr>
            <a:r>
              <a:rPr lang="en-CA" dirty="0"/>
              <a:t>n = 10000: 8, 7, 5, 12, 12, 10 (mean = 9.0)</a:t>
            </a:r>
          </a:p>
          <a:p>
            <a:pPr marL="0" indent="0">
              <a:buNone/>
            </a:pPr>
            <a:r>
              <a:rPr lang="en-CA" dirty="0"/>
              <a:t>n = 100000: 8, 9, 9, 13, 14, 9 (mean = 10.33)</a:t>
            </a:r>
          </a:p>
          <a:p>
            <a:pPr marL="0" indent="0">
              <a:buNone/>
            </a:pPr>
            <a:r>
              <a:rPr lang="en-CA" dirty="0"/>
              <a:t>n = 1000000: 9, 11, 19, 14, 8, 12 (mean = 12.17)</a:t>
            </a:r>
          </a:p>
        </p:txBody>
      </p:sp>
    </p:spTree>
    <p:extLst>
      <p:ext uri="{BB962C8B-B14F-4D97-AF65-F5344CB8AC3E}">
        <p14:creationId xmlns:p14="http://schemas.microsoft.com/office/powerpoint/2010/main" val="31082545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3E11-F753-DBAC-F5EE-8B0657CE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E5E6-B45F-A86B-4256-6563BDBAF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6A7C6-4DD5-C7FF-39AD-2D96CFB47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Results for some value of n …</a:t>
            </a:r>
          </a:p>
          <a:p>
            <a:pPr marL="0" indent="0">
              <a:buNone/>
            </a:pPr>
            <a:r>
              <a:rPr lang="en-CA" dirty="0"/>
              <a:t>n = 100: 4, 6, 3, 7, 5, 2 (mean = 4.5)</a:t>
            </a:r>
          </a:p>
          <a:p>
            <a:pPr marL="0" indent="0">
              <a:buNone/>
            </a:pPr>
            <a:r>
              <a:rPr lang="en-CA" dirty="0"/>
              <a:t>n = 1000: 7, 4, 8, 5, 3, 10 (mean = 6.17)</a:t>
            </a:r>
          </a:p>
          <a:p>
            <a:pPr marL="0" indent="0">
              <a:buNone/>
            </a:pPr>
            <a:r>
              <a:rPr lang="en-CA" dirty="0"/>
              <a:t>n = 10000: 8, 7, 5, 12, 12, 10 (mean = 9.0)</a:t>
            </a:r>
          </a:p>
          <a:p>
            <a:pPr marL="0" indent="0">
              <a:buNone/>
            </a:pPr>
            <a:r>
              <a:rPr lang="en-CA" dirty="0"/>
              <a:t>n = 100000: 8, 9, 9, 13, 14, 9 (mean = 10.33)</a:t>
            </a:r>
          </a:p>
          <a:p>
            <a:pPr marL="0" indent="0">
              <a:buNone/>
            </a:pPr>
            <a:r>
              <a:rPr lang="en-CA" dirty="0"/>
              <a:t>n = 1000000: 9, 11, 19, 14, 8, 12 (mean = 12.17)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1FF38-C79A-77E0-3713-7192F73D6FD4}"/>
              </a:ext>
            </a:extLst>
          </p:cNvPr>
          <p:cNvSpPr txBox="1"/>
          <p:nvPr/>
        </p:nvSpPr>
        <p:spPr>
          <a:xfrm>
            <a:off x="8012805" y="2112007"/>
            <a:ext cx="30991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It’s surprising that these numbers are so small. Even for very large n, a new max is assigned only a few times.</a:t>
            </a:r>
          </a:p>
        </p:txBody>
      </p:sp>
    </p:spTree>
    <p:extLst>
      <p:ext uri="{BB962C8B-B14F-4D97-AF65-F5344CB8AC3E}">
        <p14:creationId xmlns:p14="http://schemas.microsoft.com/office/powerpoint/2010/main" val="4879074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4B903-673A-BFF8-3B09-A8CB0683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FB81-5459-AA69-7BFD-B9F0C860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DD879-FA18-3ECF-B5F9-A5A88AAEB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Results for some value of n …</a:t>
            </a:r>
          </a:p>
          <a:p>
            <a:pPr marL="0" indent="0">
              <a:buNone/>
            </a:pPr>
            <a:r>
              <a:rPr lang="en-CA" dirty="0"/>
              <a:t>n = 100: 4, 6, 3, 7, 5, 2 (mean = 4.5)</a:t>
            </a:r>
          </a:p>
          <a:p>
            <a:pPr marL="0" indent="0">
              <a:buNone/>
            </a:pPr>
            <a:r>
              <a:rPr lang="en-CA" dirty="0"/>
              <a:t>n = 1000: 7, 4, 8, 5, 3, 10 (mean = 6.17)</a:t>
            </a:r>
          </a:p>
          <a:p>
            <a:pPr marL="0" indent="0">
              <a:buNone/>
            </a:pPr>
            <a:r>
              <a:rPr lang="en-CA" dirty="0"/>
              <a:t>n = 10000: 8, 7, 5, 12, 12, 10 (mean = 9.0)</a:t>
            </a:r>
          </a:p>
          <a:p>
            <a:pPr marL="0" indent="0">
              <a:buNone/>
            </a:pPr>
            <a:r>
              <a:rPr lang="en-CA" dirty="0"/>
              <a:t>n = 100000: 8, 9, 9, 13, 14, 9 (mean = 10.33)</a:t>
            </a:r>
          </a:p>
          <a:p>
            <a:pPr marL="0" indent="0">
              <a:buNone/>
            </a:pPr>
            <a:r>
              <a:rPr lang="en-CA" dirty="0"/>
              <a:t>n = 1000000: 9, 11, 19, 14, 8, 12 (mean = 12.17)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3E822-CE2F-CEAB-ED16-F4A9B7933D80}"/>
              </a:ext>
            </a:extLst>
          </p:cNvPr>
          <p:cNvSpPr txBox="1"/>
          <p:nvPr/>
        </p:nvSpPr>
        <p:spPr>
          <a:xfrm>
            <a:off x="8012805" y="2112007"/>
            <a:ext cx="30991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It’s surprising that these numbers are so small. Even for very large n, a new max is assigned only a few times.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079A31-B89E-103C-DCB1-4444A462FF44}"/>
                  </a:ext>
                </a:extLst>
              </p:cNvPr>
              <p:cNvSpPr txBox="1"/>
              <p:nvPr/>
            </p:nvSpPr>
            <p:spPr>
              <a:xfrm>
                <a:off x="2559535" y="5186511"/>
                <a:ext cx="4606578" cy="14657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precise analysis is beyond what we can do in this course, but it turns ours that a new max is assigned about this many times: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079A31-B89E-103C-DCB1-4444A462F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535" y="5186511"/>
                <a:ext cx="4606578" cy="1465786"/>
              </a:xfrm>
              <a:prstGeom prst="rect">
                <a:avLst/>
              </a:prstGeom>
              <a:blipFill>
                <a:blip r:embed="rId2"/>
                <a:stretch>
                  <a:fillRect t="-1724" r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2956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345E-745E-FA80-913D-0B0F0088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0C45-46E5-89CD-357E-B7CA52D5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11AB2-E6C1-8AA8-D46F-E6F6F1472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Results for some value of n …</a:t>
            </a:r>
          </a:p>
          <a:p>
            <a:pPr marL="0" indent="0">
              <a:buNone/>
            </a:pPr>
            <a:r>
              <a:rPr lang="en-CA" dirty="0"/>
              <a:t>n = 100: 4, 6, 3, 7, 5, 2 (mean = 4.5)</a:t>
            </a:r>
          </a:p>
          <a:p>
            <a:pPr marL="0" indent="0">
              <a:buNone/>
            </a:pPr>
            <a:r>
              <a:rPr lang="en-CA" dirty="0"/>
              <a:t>n = 1000: 7, 4, 8, 5, 3, 10 (mean = 6.17)</a:t>
            </a:r>
          </a:p>
          <a:p>
            <a:pPr marL="0" indent="0">
              <a:buNone/>
            </a:pPr>
            <a:r>
              <a:rPr lang="en-CA" dirty="0"/>
              <a:t>n = 10000: 8, 7, 5, 12, 12, 10 (mean = 9.0)</a:t>
            </a:r>
          </a:p>
          <a:p>
            <a:pPr marL="0" indent="0">
              <a:buNone/>
            </a:pPr>
            <a:r>
              <a:rPr lang="en-CA" dirty="0"/>
              <a:t>n = 100000: 8, 9, 9, 13, 14, 9 (mean = 10.33)</a:t>
            </a:r>
          </a:p>
          <a:p>
            <a:pPr marL="0" indent="0">
              <a:buNone/>
            </a:pPr>
            <a:r>
              <a:rPr lang="en-CA" dirty="0"/>
              <a:t>n = 1000000: 9, 11, 19, 14, 8, 12 (mean = 12.17)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246DB-AB91-4E3A-35D1-D325F83F7B7C}"/>
              </a:ext>
            </a:extLst>
          </p:cNvPr>
          <p:cNvSpPr txBox="1"/>
          <p:nvPr/>
        </p:nvSpPr>
        <p:spPr>
          <a:xfrm>
            <a:off x="8012805" y="2112007"/>
            <a:ext cx="3099143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It’s surprising that these numbers are so small. Even for very large n, a new max is assigned only a few times.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50CB31-8114-5D22-D736-531257836974}"/>
                  </a:ext>
                </a:extLst>
              </p:cNvPr>
              <p:cNvSpPr txBox="1"/>
              <p:nvPr/>
            </p:nvSpPr>
            <p:spPr>
              <a:xfrm>
                <a:off x="2559535" y="5186511"/>
                <a:ext cx="4606578" cy="14657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precise analysis is beyond this course, but it </a:t>
                </a:r>
                <a:r>
                  <a:rPr lang="en-US"/>
                  <a:t>turns out </a:t>
                </a:r>
                <a:r>
                  <a:rPr lang="en-US" dirty="0"/>
                  <a:t>that a new max is assigned about this many times: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50CB31-8114-5D22-D736-531257836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535" y="5186511"/>
                <a:ext cx="4606578" cy="1465786"/>
              </a:xfrm>
              <a:prstGeom prst="rect">
                <a:avLst/>
              </a:prstGeom>
              <a:blipFill>
                <a:blip r:embed="rId2"/>
                <a:stretch>
                  <a:fillRect l="-1099" t="-1724" r="-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989CA9-73CE-B0D4-EF38-A4046F3D7D4D}"/>
                  </a:ext>
                </a:extLst>
              </p:cNvPr>
              <p:cNvSpPr txBox="1"/>
              <p:nvPr/>
            </p:nvSpPr>
            <p:spPr>
              <a:xfrm>
                <a:off x="7851696" y="5596238"/>
                <a:ext cx="3099143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This grows very slowly … e.g.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CA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billion</m:t>
                            </m:r>
                          </m:sub>
                        </m:sSub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989CA9-73CE-B0D4-EF38-A4046F3D7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696" y="5596238"/>
                <a:ext cx="3099143" cy="646331"/>
              </a:xfrm>
              <a:prstGeom prst="rect">
                <a:avLst/>
              </a:prstGeom>
              <a:blipFill>
                <a:blip r:embed="rId3"/>
                <a:stretch>
                  <a:fillRect t="-3846" r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3032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615A0-CAB1-0CA2-57EA-4FAD8AEB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B3E2-D47D-80FE-DC93-7B4413F2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60869-E124-3C46-B701-61AD52363B11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B1078-D61F-80C2-C039-E865081121A6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365B-1089-B9F3-2A3C-BB43F154411C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E5A6523-F419-FB17-805F-3CC3354E1183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4F317B5-218D-A7F1-3281-B82AB1BFC59F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DB6A84-E9BD-E735-E545-DB984F05490D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DB6A84-E9BD-E735-E545-DB984F054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03DC7B-74EA-E3CB-1721-72BB8DD58A9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BC714-00E4-8452-0D44-7A1A2141A208}"/>
                  </a:ext>
                </a:extLst>
              </p:cNvPr>
              <p:cNvSpPr txBox="1"/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1BC714-00E4-8452-0D44-7A1A2141A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6452" r="-108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ADC704-7342-BE12-E5B3-0423D566C189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76261" y="4643766"/>
            <a:ext cx="2324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D34971-039B-E5CD-8BFC-7522CF1CBC10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D34971-039B-E5CD-8BFC-7522CF1C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4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D029E8-6869-0BC3-626E-3B0B12DD226D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27F6314-59DF-B2AC-97A8-51B6502C7379}"/>
              </a:ext>
            </a:extLst>
          </p:cNvPr>
          <p:cNvSpPr txBox="1"/>
          <p:nvPr/>
        </p:nvSpPr>
        <p:spPr>
          <a:xfrm>
            <a:off x="6200475" y="5199533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69624F-3590-3F15-1624-35B30F70472F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959626" y="5244971"/>
            <a:ext cx="1240849" cy="139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D9847FD-2EC8-F787-5AF9-A5C83D6EE211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C39A1-04C4-7CDC-AACE-5D473DA397EA}"/>
              </a:ext>
            </a:extLst>
          </p:cNvPr>
          <p:cNvSpPr/>
          <p:nvPr/>
        </p:nvSpPr>
        <p:spPr>
          <a:xfrm>
            <a:off x="3772014" y="3916861"/>
            <a:ext cx="219146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0C033D-9E92-0EC0-B6C6-AFD7B63EA901}"/>
              </a:ext>
            </a:extLst>
          </p:cNvPr>
          <p:cNvCxnSpPr>
            <a:cxnSpLocks/>
          </p:cNvCxnSpPr>
          <p:nvPr/>
        </p:nvCxnSpPr>
        <p:spPr>
          <a:xfrm flipH="1" flipV="1">
            <a:off x="5963478" y="4010904"/>
            <a:ext cx="2745068" cy="19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079A49-B5A0-0F6B-4CE7-E9C2924F42B0}"/>
                  </a:ext>
                </a:extLst>
              </p:cNvPr>
              <p:cNvSpPr txBox="1"/>
              <p:nvPr/>
            </p:nvSpPr>
            <p:spPr>
              <a:xfrm>
                <a:off x="8708546" y="3845538"/>
                <a:ext cx="1323728" cy="36933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079A49-B5A0-0F6B-4CE7-E9C2924F4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46" y="3845538"/>
                <a:ext cx="1323728" cy="369332"/>
              </a:xfrm>
              <a:prstGeom prst="rect">
                <a:avLst/>
              </a:prstGeom>
              <a:blipFill>
                <a:blip r:embed="rId5"/>
                <a:stretch>
                  <a:fillRect t="-6667" r="-283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03812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55DD-4FD2-519C-A493-3B3E3600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31065-642C-7D50-7B83-C7312D75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5FE3C-B41E-B89A-5ED6-BD6F683F8594}"/>
              </a:ext>
            </a:extLst>
          </p:cNvPr>
          <p:cNvSpPr txBox="1"/>
          <p:nvPr/>
        </p:nvSpPr>
        <p:spPr>
          <a:xfrm>
            <a:off x="2226365" y="1690688"/>
            <a:ext cx="5695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max(const vector&lt;int&gt;&amp; v)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v[0];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1;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while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v.size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if (v[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v[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max_value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B77E0-A312-A769-BA80-58EF260DBEF9}"/>
              </a:ext>
            </a:extLst>
          </p:cNvPr>
          <p:cNvSpPr txBox="1"/>
          <p:nvPr/>
        </p:nvSpPr>
        <p:spPr>
          <a:xfrm>
            <a:off x="6630581" y="1577345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6EA91-69EC-9D2C-AC86-9581B752131E}"/>
              </a:ext>
            </a:extLst>
          </p:cNvPr>
          <p:cNvSpPr txBox="1"/>
          <p:nvPr/>
        </p:nvSpPr>
        <p:spPr>
          <a:xfrm>
            <a:off x="6630581" y="2202666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BC7684-D234-A02A-B602-1F3717BDFA75}"/>
              </a:ext>
            </a:extLst>
          </p:cNvPr>
          <p:cNvCxnSpPr>
            <a:stCxn id="5" idx="1"/>
          </p:cNvCxnSpPr>
          <p:nvPr/>
        </p:nvCxnSpPr>
        <p:spPr>
          <a:xfrm flipH="1">
            <a:off x="5426765" y="1762011"/>
            <a:ext cx="1203816" cy="55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C951E8-294C-00CD-8F12-788E13DFF979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4134678" y="2387332"/>
            <a:ext cx="2495903" cy="29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D61AC9-4376-F3C4-5D55-E0D333B100C5}"/>
                  </a:ext>
                </a:extLst>
              </p:cNvPr>
              <p:cNvSpPr txBox="1"/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D61AC9-4376-F3C4-5D55-E0D333B10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2827795"/>
                <a:ext cx="1165012" cy="369332"/>
              </a:xfrm>
              <a:prstGeom prst="rect">
                <a:avLst/>
              </a:prstGeom>
              <a:blipFill>
                <a:blip r:embed="rId2"/>
                <a:stretch>
                  <a:fillRect t="-6667" r="-108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B12785-924C-B5BE-FB36-384CEFFF26A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5382629" y="2941138"/>
            <a:ext cx="1247952" cy="71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ABC690-2832-73B8-A7B2-126E1D320379}"/>
                  </a:ext>
                </a:extLst>
              </p:cNvPr>
              <p:cNvSpPr txBox="1"/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ABC690-2832-73B8-A7B2-126E1D320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75" y="4459100"/>
                <a:ext cx="1165012" cy="369332"/>
              </a:xfrm>
              <a:prstGeom prst="rect">
                <a:avLst/>
              </a:prstGeom>
              <a:blipFill>
                <a:blip r:embed="rId3"/>
                <a:stretch>
                  <a:fillRect t="-6452" r="-1087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27E8FEF-DAAD-7EBF-37B4-38E7153EAACE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876261" y="4643766"/>
            <a:ext cx="2324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959B8A-6161-FB0F-8D9C-1B6422C43EDC}"/>
                  </a:ext>
                </a:extLst>
              </p:cNvPr>
              <p:cNvSpPr txBox="1"/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959B8A-6161-FB0F-8D9C-1B6422C43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0581" y="3429000"/>
                <a:ext cx="1165012" cy="369332"/>
              </a:xfrm>
              <a:prstGeom prst="rect">
                <a:avLst/>
              </a:prstGeom>
              <a:blipFill>
                <a:blip r:embed="rId4"/>
                <a:stretch>
                  <a:fillRect t="-10000" r="-108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EF0730-A1EC-15DC-CAB3-328B81ED94AF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63478" y="3577790"/>
            <a:ext cx="667103" cy="35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9AFBF28-0512-24F2-72E0-6A80D9553F50}"/>
              </a:ext>
            </a:extLst>
          </p:cNvPr>
          <p:cNvSpPr txBox="1"/>
          <p:nvPr/>
        </p:nvSpPr>
        <p:spPr>
          <a:xfrm>
            <a:off x="6200475" y="5199533"/>
            <a:ext cx="116501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 time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CAE76D-69C4-4A24-00D6-CF4802FC0F17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959626" y="5244971"/>
            <a:ext cx="1240849" cy="139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B1D2B1-6FE1-A0E1-9C90-0B6DA3DDF5DF}"/>
              </a:ext>
            </a:extLst>
          </p:cNvPr>
          <p:cNvSpPr txBox="1"/>
          <p:nvPr/>
        </p:nvSpPr>
        <p:spPr>
          <a:xfrm>
            <a:off x="6551921" y="273952"/>
            <a:ext cx="273913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count how many times each line is called for an n-element vector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88C5A5-10A6-AC29-57BE-3F0B1067E3A6}"/>
              </a:ext>
            </a:extLst>
          </p:cNvPr>
          <p:cNvSpPr/>
          <p:nvPr/>
        </p:nvSpPr>
        <p:spPr>
          <a:xfrm>
            <a:off x="3772014" y="3916861"/>
            <a:ext cx="2191464" cy="298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C5E7C2-9611-921E-3481-74230BBCB4CE}"/>
              </a:ext>
            </a:extLst>
          </p:cNvPr>
          <p:cNvCxnSpPr>
            <a:cxnSpLocks/>
          </p:cNvCxnSpPr>
          <p:nvPr/>
        </p:nvCxnSpPr>
        <p:spPr>
          <a:xfrm flipH="1" flipV="1">
            <a:off x="5963478" y="4010904"/>
            <a:ext cx="2745068" cy="19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4BB8A2-7C98-DBBB-2918-0187C83D0349}"/>
                  </a:ext>
                </a:extLst>
              </p:cNvPr>
              <p:cNvSpPr txBox="1"/>
              <p:nvPr/>
            </p:nvSpPr>
            <p:spPr>
              <a:xfrm>
                <a:off x="8708545" y="3845538"/>
                <a:ext cx="1404405" cy="36933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times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34BB8A2-7C98-DBBB-2918-0187C83D0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45" y="3845538"/>
                <a:ext cx="1404405" cy="369332"/>
              </a:xfrm>
              <a:prstGeom prst="rect">
                <a:avLst/>
              </a:prstGeom>
              <a:blipFill>
                <a:blip r:embed="rId5"/>
                <a:stretch>
                  <a:fillRect t="-6667" r="-178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FDBCBF8-1B85-462B-EBAC-59F7C033D8EB}"/>
              </a:ext>
            </a:extLst>
          </p:cNvPr>
          <p:cNvSpPr txBox="1"/>
          <p:nvPr/>
        </p:nvSpPr>
        <p:spPr>
          <a:xfrm>
            <a:off x="9162336" y="4945253"/>
            <a:ext cx="2359104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Overall, max(v) runs in time proportional to n (the size of v).</a:t>
            </a:r>
          </a:p>
        </p:txBody>
      </p:sp>
    </p:spTree>
    <p:extLst>
      <p:ext uri="{BB962C8B-B14F-4D97-AF65-F5344CB8AC3E}">
        <p14:creationId xmlns:p14="http://schemas.microsoft.com/office/powerpoint/2010/main" val="29317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6101</Words>
  <Application>Microsoft Macintosh PowerPoint</Application>
  <PresentationFormat>Widescreen</PresentationFormat>
  <Paragraphs>977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3" baseType="lpstr">
      <vt:lpstr>Aptos</vt:lpstr>
      <vt:lpstr>Aptos Display</vt:lpstr>
      <vt:lpstr>Arial</vt:lpstr>
      <vt:lpstr>Cambria Math</vt:lpstr>
      <vt:lpstr>Consolas</vt:lpstr>
      <vt:lpstr>Office Theme</vt:lpstr>
      <vt:lpstr>Big Powers  and Finding the Max</vt:lpstr>
      <vt:lpstr>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RSA Public Key Cryptography</vt:lpstr>
      <vt:lpstr>Calculating Big Powers</vt:lpstr>
      <vt:lpstr>The Obvious Method</vt:lpstr>
      <vt:lpstr>The Obvious Method</vt:lpstr>
      <vt:lpstr>The Obvious Method</vt:lpstr>
      <vt:lpstr>The Obvious Method</vt:lpstr>
      <vt:lpstr>The Obvious Method</vt:lpstr>
      <vt:lpstr>The Obvious Method</vt:lpstr>
      <vt:lpstr>The Obvious Method</vt:lpstr>
      <vt:lpstr>The Obvious Method</vt:lpstr>
      <vt:lpstr>The Squaring Method</vt:lpstr>
      <vt:lpstr>The Squaring Method</vt:lpstr>
      <vt:lpstr>The Squaring Method</vt:lpstr>
      <vt:lpstr>The Squaring Method</vt:lpstr>
      <vt:lpstr>The Squaring Method</vt:lpstr>
      <vt:lpstr>The Squaring Method</vt:lpstr>
      <vt:lpstr>The Squaring Method</vt:lpstr>
      <vt:lpstr>The Squaring Method</vt:lpstr>
      <vt:lpstr>The Squaring Method</vt:lpstr>
      <vt:lpstr>The Squaring Method</vt:lpstr>
      <vt:lpstr>The Squaring Method</vt:lpstr>
      <vt:lpstr>The Squaring Method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Squaring Method Performance</vt:lpstr>
      <vt:lpstr>Calculating a^n</vt:lpstr>
      <vt:lpstr>RSA Public Key Cryptography</vt:lpstr>
      <vt:lpstr>Donald Knuth and The Art of Computer Programming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  <vt:lpstr>Finding the max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2026-03-07T21:22:02Z</dcterms:created>
  <dcterms:modified xsi:type="dcterms:W3CDTF">2026-03-11T19:49:22Z</dcterms:modified>
</cp:coreProperties>
</file>