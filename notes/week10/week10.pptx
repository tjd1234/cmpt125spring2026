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9" r:id="rId2"/>
    <p:sldId id="270" r:id="rId3"/>
    <p:sldId id="256" r:id="rId4"/>
    <p:sldId id="273" r:id="rId5"/>
    <p:sldId id="272" r:id="rId6"/>
    <p:sldId id="271" r:id="rId7"/>
    <p:sldId id="257" r:id="rId8"/>
    <p:sldId id="258" r:id="rId9"/>
    <p:sldId id="259" r:id="rId10"/>
    <p:sldId id="261" r:id="rId11"/>
    <p:sldId id="274" r:id="rId12"/>
    <p:sldId id="260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75" r:id="rId21"/>
    <p:sldId id="276" r:id="rId22"/>
    <p:sldId id="277" r:id="rId23"/>
    <p:sldId id="278" r:id="rId24"/>
    <p:sldId id="291" r:id="rId25"/>
    <p:sldId id="294" r:id="rId26"/>
    <p:sldId id="279" r:id="rId27"/>
    <p:sldId id="290" r:id="rId28"/>
    <p:sldId id="280" r:id="rId29"/>
    <p:sldId id="282" r:id="rId30"/>
    <p:sldId id="281" r:id="rId31"/>
    <p:sldId id="283" r:id="rId32"/>
    <p:sldId id="284" r:id="rId33"/>
    <p:sldId id="286" r:id="rId34"/>
    <p:sldId id="287" r:id="rId35"/>
    <p:sldId id="288" r:id="rId36"/>
    <p:sldId id="289" r:id="rId37"/>
    <p:sldId id="285" r:id="rId38"/>
    <p:sldId id="292" r:id="rId39"/>
    <p:sldId id="293" r:id="rId40"/>
    <p:sldId id="296" r:id="rId41"/>
    <p:sldId id="295" r:id="rId42"/>
    <p:sldId id="297" r:id="rId43"/>
    <p:sldId id="298" r:id="rId44"/>
    <p:sldId id="299" r:id="rId45"/>
    <p:sldId id="301" r:id="rId46"/>
    <p:sldId id="302" r:id="rId47"/>
    <p:sldId id="303" r:id="rId48"/>
    <p:sldId id="304" r:id="rId49"/>
    <p:sldId id="300" r:id="rId50"/>
    <p:sldId id="305" r:id="rId51"/>
    <p:sldId id="306" r:id="rId52"/>
    <p:sldId id="308" r:id="rId53"/>
    <p:sldId id="307" r:id="rId5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E04C2AF-5F89-1F48-81A9-44DCF26FCFCA}" v="1534" dt="2026-03-08T04:29:29.4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1"/>
    <p:restoredTop sz="96327"/>
  </p:normalViewPr>
  <p:slideViewPr>
    <p:cSldViewPr snapToGrid="0">
      <p:cViewPr varScale="1">
        <p:scale>
          <a:sx n="128" d="100"/>
          <a:sy n="128" d="100"/>
        </p:scale>
        <p:origin x="48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7F9681A8-EEE2-56F4-9B39-ECCBEE0471AC}"/>
    <pc:docChg chg="undo custSel addSld delSld modSld sldOrd">
      <pc:chgData name="Toby Donaldson" userId="2e6e5431-bb17-4c41-9985-d39c50d83c73" providerId="ADAL" clId="{7F9681A8-EEE2-56F4-9B39-ECCBEE0471AC}" dt="2026-03-08T04:30:06.534" v="10242" actId="20577"/>
      <pc:docMkLst>
        <pc:docMk/>
      </pc:docMkLst>
      <pc:sldChg chg="addSp delSp modSp mod">
        <pc:chgData name="Toby Donaldson" userId="2e6e5431-bb17-4c41-9985-d39c50d83c73" providerId="ADAL" clId="{7F9681A8-EEE2-56F4-9B39-ECCBEE0471AC}" dt="2026-03-07T22:28:35.426" v="2688" actId="21"/>
        <pc:sldMkLst>
          <pc:docMk/>
          <pc:sldMk cId="1396244513" sldId="256"/>
        </pc:sldMkLst>
        <pc:spChg chg="del">
          <ac:chgData name="Toby Donaldson" userId="2e6e5431-bb17-4c41-9985-d39c50d83c73" providerId="ADAL" clId="{7F9681A8-EEE2-56F4-9B39-ECCBEE0471AC}" dt="2026-03-07T21:22:51.385" v="0" actId="21"/>
          <ac:spMkLst>
            <pc:docMk/>
            <pc:sldMk cId="1396244513" sldId="256"/>
            <ac:spMk id="2" creationId="{BF1768FE-E4AA-EA52-757D-042AD21251AE}"/>
          </ac:spMkLst>
        </pc:spChg>
        <pc:spChg chg="del">
          <ac:chgData name="Toby Donaldson" userId="2e6e5431-bb17-4c41-9985-d39c50d83c73" providerId="ADAL" clId="{7F9681A8-EEE2-56F4-9B39-ECCBEE0471AC}" dt="2026-03-07T21:22:53.505" v="1" actId="21"/>
          <ac:spMkLst>
            <pc:docMk/>
            <pc:sldMk cId="1396244513" sldId="256"/>
            <ac:spMk id="3" creationId="{35989328-F37D-BD6C-CE49-D86235CD5135}"/>
          </ac:spMkLst>
        </pc:spChg>
        <pc:spChg chg="add mod">
          <ac:chgData name="Toby Donaldson" userId="2e6e5431-bb17-4c41-9985-d39c50d83c73" providerId="ADAL" clId="{7F9681A8-EEE2-56F4-9B39-ECCBEE0471AC}" dt="2026-03-07T21:24:49.178" v="23" actId="164"/>
          <ac:spMkLst>
            <pc:docMk/>
            <pc:sldMk cId="1396244513" sldId="256"/>
            <ac:spMk id="8" creationId="{71FBC720-AEAD-BDC9-86F6-89099AF39A69}"/>
          </ac:spMkLst>
        </pc:spChg>
        <pc:spChg chg="add mod">
          <ac:chgData name="Toby Donaldson" userId="2e6e5431-bb17-4c41-9985-d39c50d83c73" providerId="ADAL" clId="{7F9681A8-EEE2-56F4-9B39-ECCBEE0471AC}" dt="2026-03-07T21:24:53.702" v="24" actId="164"/>
          <ac:spMkLst>
            <pc:docMk/>
            <pc:sldMk cId="1396244513" sldId="256"/>
            <ac:spMk id="9" creationId="{FEE0AE2D-E197-C369-1E7F-C4F66EE25F33}"/>
          </ac:spMkLst>
        </pc:spChg>
        <pc:spChg chg="add mod">
          <ac:chgData name="Toby Donaldson" userId="2e6e5431-bb17-4c41-9985-d39c50d83c73" providerId="ADAL" clId="{7F9681A8-EEE2-56F4-9B39-ECCBEE0471AC}" dt="2026-03-07T21:29:41.692" v="61" actId="207"/>
          <ac:spMkLst>
            <pc:docMk/>
            <pc:sldMk cId="1396244513" sldId="256"/>
            <ac:spMk id="14" creationId="{E70D6C48-D5F4-D0CC-7980-D6FDB5BE8718}"/>
          </ac:spMkLst>
        </pc:spChg>
        <pc:spChg chg="add del mod">
          <ac:chgData name="Toby Donaldson" userId="2e6e5431-bb17-4c41-9985-d39c50d83c73" providerId="ADAL" clId="{7F9681A8-EEE2-56F4-9B39-ECCBEE0471AC}" dt="2026-03-07T22:26:44.185" v="2516" actId="21"/>
          <ac:spMkLst>
            <pc:docMk/>
            <pc:sldMk cId="1396244513" sldId="256"/>
            <ac:spMk id="16" creationId="{8E467DD3-CFBA-8F3C-B9CD-F3D261041813}"/>
          </ac:spMkLst>
        </pc:spChg>
        <pc:spChg chg="add mod">
          <ac:chgData name="Toby Donaldson" userId="2e6e5431-bb17-4c41-9985-d39c50d83c73" providerId="ADAL" clId="{7F9681A8-EEE2-56F4-9B39-ECCBEE0471AC}" dt="2026-03-07T21:27:46.319" v="50" actId="692"/>
          <ac:spMkLst>
            <pc:docMk/>
            <pc:sldMk cId="1396244513" sldId="256"/>
            <ac:spMk id="17" creationId="{BF218445-6216-B1A9-A447-0D8E3DBA1687}"/>
          </ac:spMkLst>
        </pc:spChg>
        <pc:spChg chg="add mod">
          <ac:chgData name="Toby Donaldson" userId="2e6e5431-bb17-4c41-9985-d39c50d83c73" providerId="ADAL" clId="{7F9681A8-EEE2-56F4-9B39-ECCBEE0471AC}" dt="2026-03-07T22:28:11.599" v="2684" actId="1076"/>
          <ac:spMkLst>
            <pc:docMk/>
            <pc:sldMk cId="1396244513" sldId="256"/>
            <ac:spMk id="24" creationId="{439A684F-FF41-1FE1-B2FC-D38A245D4BD9}"/>
          </ac:spMkLst>
        </pc:spChg>
        <pc:spChg chg="add del mod">
          <ac:chgData name="Toby Donaldson" userId="2e6e5431-bb17-4c41-9985-d39c50d83c73" providerId="ADAL" clId="{7F9681A8-EEE2-56F4-9B39-ECCBEE0471AC}" dt="2026-03-07T22:25:33.632" v="2469" actId="21"/>
          <ac:spMkLst>
            <pc:docMk/>
            <pc:sldMk cId="1396244513" sldId="256"/>
            <ac:spMk id="25" creationId="{FFCB4936-B017-881A-2DF5-F54AC42FCC94}"/>
          </ac:spMkLst>
        </pc:spChg>
        <pc:spChg chg="add mod">
          <ac:chgData name="Toby Donaldson" userId="2e6e5431-bb17-4c41-9985-d39c50d83c73" providerId="ADAL" clId="{7F9681A8-EEE2-56F4-9B39-ECCBEE0471AC}" dt="2026-03-07T22:26:52.075" v="2518" actId="1076"/>
          <ac:spMkLst>
            <pc:docMk/>
            <pc:sldMk cId="1396244513" sldId="256"/>
            <ac:spMk id="26" creationId="{304B12B0-A766-E50E-BFA2-F79B326839D5}"/>
          </ac:spMkLst>
        </pc:spChg>
        <pc:spChg chg="mod">
          <ac:chgData name="Toby Donaldson" userId="2e6e5431-bb17-4c41-9985-d39c50d83c73" providerId="ADAL" clId="{7F9681A8-EEE2-56F4-9B39-ECCBEE0471AC}" dt="2026-03-07T22:27:21.053" v="2525"/>
          <ac:spMkLst>
            <pc:docMk/>
            <pc:sldMk cId="1396244513" sldId="256"/>
            <ac:spMk id="29" creationId="{E4DB05E6-327B-8143-62B0-CEDFD79C7F0F}"/>
          </ac:spMkLst>
        </pc:spChg>
        <pc:spChg chg="add del mod">
          <ac:chgData name="Toby Donaldson" userId="2e6e5431-bb17-4c41-9985-d39c50d83c73" providerId="ADAL" clId="{7F9681A8-EEE2-56F4-9B39-ECCBEE0471AC}" dt="2026-03-07T22:28:35.426" v="2688" actId="21"/>
          <ac:spMkLst>
            <pc:docMk/>
            <pc:sldMk cId="1396244513" sldId="256"/>
            <ac:spMk id="30" creationId="{56D3EB69-4651-824E-1319-ED2379897CD2}"/>
          </ac:spMkLst>
        </pc:spChg>
        <pc:grpChg chg="add mod">
          <ac:chgData name="Toby Donaldson" userId="2e6e5431-bb17-4c41-9985-d39c50d83c73" providerId="ADAL" clId="{7F9681A8-EEE2-56F4-9B39-ECCBEE0471AC}" dt="2026-03-07T21:25:15.553" v="28" actId="1076"/>
          <ac:grpSpMkLst>
            <pc:docMk/>
            <pc:sldMk cId="1396244513" sldId="256"/>
            <ac:grpSpMk id="10" creationId="{F8A83F21-D8F8-B479-C122-802D0D3A286F}"/>
          </ac:grpSpMkLst>
        </pc:grpChg>
        <pc:grpChg chg="add mod">
          <ac:chgData name="Toby Donaldson" userId="2e6e5431-bb17-4c41-9985-d39c50d83c73" providerId="ADAL" clId="{7F9681A8-EEE2-56F4-9B39-ECCBEE0471AC}" dt="2026-03-07T21:25:15.553" v="28" actId="1076"/>
          <ac:grpSpMkLst>
            <pc:docMk/>
            <pc:sldMk cId="1396244513" sldId="256"/>
            <ac:grpSpMk id="11" creationId="{2D288647-2D43-8B24-0056-56E876C209F3}"/>
          </ac:grpSpMkLst>
        </pc:grpChg>
        <pc:grpChg chg="add del mod">
          <ac:chgData name="Toby Donaldson" userId="2e6e5431-bb17-4c41-9985-d39c50d83c73" providerId="ADAL" clId="{7F9681A8-EEE2-56F4-9B39-ECCBEE0471AC}" dt="2026-03-07T22:25:33.632" v="2469" actId="21"/>
          <ac:grpSpMkLst>
            <pc:docMk/>
            <pc:sldMk cId="1396244513" sldId="256"/>
            <ac:grpSpMk id="15" creationId="{6EF027AE-B053-C49F-0C11-46CE1EE726A7}"/>
          </ac:grpSpMkLst>
        </pc:grpChg>
        <pc:grpChg chg="add del mod">
          <ac:chgData name="Toby Donaldson" userId="2e6e5431-bb17-4c41-9985-d39c50d83c73" providerId="ADAL" clId="{7F9681A8-EEE2-56F4-9B39-ECCBEE0471AC}" dt="2026-03-07T22:28:35.426" v="2688" actId="21"/>
          <ac:grpSpMkLst>
            <pc:docMk/>
            <pc:sldMk cId="1396244513" sldId="256"/>
            <ac:grpSpMk id="27" creationId="{F60F019A-54EF-6190-04EE-32BEFC20ADDB}"/>
          </ac:grpSpMkLst>
        </pc:grpChg>
        <pc:picChg chg="add mod">
          <ac:chgData name="Toby Donaldson" userId="2e6e5431-bb17-4c41-9985-d39c50d83c73" providerId="ADAL" clId="{7F9681A8-EEE2-56F4-9B39-ECCBEE0471AC}" dt="2026-03-07T21:24:53.702" v="24" actId="164"/>
          <ac:picMkLst>
            <pc:docMk/>
            <pc:sldMk cId="1396244513" sldId="256"/>
            <ac:picMk id="5" creationId="{66CF3B05-B756-8374-5A8D-B998D1521790}"/>
          </ac:picMkLst>
        </pc:picChg>
        <pc:picChg chg="add mod">
          <ac:chgData name="Toby Donaldson" userId="2e6e5431-bb17-4c41-9985-d39c50d83c73" providerId="ADAL" clId="{7F9681A8-EEE2-56F4-9B39-ECCBEE0471AC}" dt="2026-03-07T21:24:49.178" v="23" actId="164"/>
          <ac:picMkLst>
            <pc:docMk/>
            <pc:sldMk cId="1396244513" sldId="256"/>
            <ac:picMk id="7" creationId="{27F2B137-D1B1-E5F4-3554-15B0FE66ACE2}"/>
          </ac:picMkLst>
        </pc:picChg>
        <pc:picChg chg="add mod">
          <ac:chgData name="Toby Donaldson" userId="2e6e5431-bb17-4c41-9985-d39c50d83c73" providerId="ADAL" clId="{7F9681A8-EEE2-56F4-9B39-ECCBEE0471AC}" dt="2026-03-07T21:29:53.910" v="63" actId="208"/>
          <ac:picMkLst>
            <pc:docMk/>
            <pc:sldMk cId="1396244513" sldId="256"/>
            <ac:picMk id="13" creationId="{E1F97B1C-45DE-F1B7-1905-D50BF2B9BAB9}"/>
          </ac:picMkLst>
        </pc:picChg>
        <pc:picChg chg="add del mod">
          <ac:chgData name="Toby Donaldson" userId="2e6e5431-bb17-4c41-9985-d39c50d83c73" providerId="ADAL" clId="{7F9681A8-EEE2-56F4-9B39-ECCBEE0471AC}" dt="2026-03-07T22:26:47.382" v="2517" actId="21"/>
          <ac:picMkLst>
            <pc:docMk/>
            <pc:sldMk cId="1396244513" sldId="256"/>
            <ac:picMk id="21" creationId="{738CE49F-D028-AF21-4C54-A10BEA64ADBE}"/>
          </ac:picMkLst>
        </pc:picChg>
        <pc:picChg chg="add del mod">
          <ac:chgData name="Toby Donaldson" userId="2e6e5431-bb17-4c41-9985-d39c50d83c73" providerId="ADAL" clId="{7F9681A8-EEE2-56F4-9B39-ECCBEE0471AC}" dt="2026-03-07T22:26:47.382" v="2517" actId="21"/>
          <ac:picMkLst>
            <pc:docMk/>
            <pc:sldMk cId="1396244513" sldId="256"/>
            <ac:picMk id="23" creationId="{2915B7D6-9A26-0620-0C72-B23FA191B504}"/>
          </ac:picMkLst>
        </pc:picChg>
        <pc:picChg chg="mod">
          <ac:chgData name="Toby Donaldson" userId="2e6e5431-bb17-4c41-9985-d39c50d83c73" providerId="ADAL" clId="{7F9681A8-EEE2-56F4-9B39-ECCBEE0471AC}" dt="2026-03-07T22:27:21.053" v="2525"/>
          <ac:picMkLst>
            <pc:docMk/>
            <pc:sldMk cId="1396244513" sldId="256"/>
            <ac:picMk id="28" creationId="{4551D4A4-C478-0295-7364-15832682F078}"/>
          </ac:picMkLst>
        </pc:picChg>
        <pc:cxnChg chg="add del">
          <ac:chgData name="Toby Donaldson" userId="2e6e5431-bb17-4c41-9985-d39c50d83c73" providerId="ADAL" clId="{7F9681A8-EEE2-56F4-9B39-ECCBEE0471AC}" dt="2026-03-07T22:25:33.632" v="2469" actId="21"/>
          <ac:cxnSpMkLst>
            <pc:docMk/>
            <pc:sldMk cId="1396244513" sldId="256"/>
            <ac:cxnSpMk id="19" creationId="{FADCAB5A-0BA7-BE2E-F946-A1C42CF334F5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3-07T22:31:06.410" v="2827"/>
        <pc:sldMkLst>
          <pc:docMk/>
          <pc:sldMk cId="316517747" sldId="257"/>
        </pc:sldMkLst>
        <pc:spChg chg="add mod">
          <ac:chgData name="Toby Donaldson" userId="2e6e5431-bb17-4c41-9985-d39c50d83c73" providerId="ADAL" clId="{7F9681A8-EEE2-56F4-9B39-ECCBEE0471AC}" dt="2026-03-07T21:32:44.172" v="329" actId="20577"/>
          <ac:spMkLst>
            <pc:docMk/>
            <pc:sldMk cId="316517747" sldId="257"/>
            <ac:spMk id="2" creationId="{ED6FA08F-5AA2-7C7D-5729-D2965F3CA574}"/>
          </ac:spMkLst>
        </pc:spChg>
        <pc:spChg chg="add mod">
          <ac:chgData name="Toby Donaldson" userId="2e6e5431-bb17-4c41-9985-d39c50d83c73" providerId="ADAL" clId="{7F9681A8-EEE2-56F4-9B39-ECCBEE0471AC}" dt="2026-03-07T22:31:06.410" v="2827"/>
          <ac:spMkLst>
            <pc:docMk/>
            <pc:sldMk cId="316517747" sldId="257"/>
            <ac:spMk id="3" creationId="{E8EDDC24-5646-1EC1-FD2F-105DF8C423D2}"/>
          </ac:spMkLst>
        </pc:spChg>
        <pc:spChg chg="mod">
          <ac:chgData name="Toby Donaldson" userId="2e6e5431-bb17-4c41-9985-d39c50d83c73" providerId="ADAL" clId="{7F9681A8-EEE2-56F4-9B39-ECCBEE0471AC}" dt="2026-03-07T21:32:08.789" v="214" actId="1076"/>
          <ac:spMkLst>
            <pc:docMk/>
            <pc:sldMk cId="316517747" sldId="257"/>
            <ac:spMk id="16" creationId="{F58E3522-6953-5A64-9F93-E1D98002B98E}"/>
          </ac:spMkLst>
        </pc:spChg>
        <pc:spChg chg="del">
          <ac:chgData name="Toby Donaldson" userId="2e6e5431-bb17-4c41-9985-d39c50d83c73" providerId="ADAL" clId="{7F9681A8-EEE2-56F4-9B39-ECCBEE0471AC}" dt="2026-03-07T22:30:53.606" v="2824" actId="21"/>
          <ac:spMkLst>
            <pc:docMk/>
            <pc:sldMk cId="316517747" sldId="257"/>
            <ac:spMk id="24" creationId="{7F160496-B0B5-1664-911F-7E1AE1413F75}"/>
          </ac:spMkLst>
        </pc:spChg>
        <pc:spChg chg="del">
          <ac:chgData name="Toby Donaldson" userId="2e6e5431-bb17-4c41-9985-d39c50d83c73" providerId="ADAL" clId="{7F9681A8-EEE2-56F4-9B39-ECCBEE0471AC}" dt="2026-03-07T22:30:56.165" v="2825" actId="21"/>
          <ac:spMkLst>
            <pc:docMk/>
            <pc:sldMk cId="316517747" sldId="257"/>
            <ac:spMk id="25" creationId="{1861DAB3-8CA0-86CB-8964-C0F8E1395A4D}"/>
          </ac:spMkLst>
        </pc:spChg>
        <pc:picChg chg="mod">
          <ac:chgData name="Toby Donaldson" userId="2e6e5431-bb17-4c41-9985-d39c50d83c73" providerId="ADAL" clId="{7F9681A8-EEE2-56F4-9B39-ECCBEE0471AC}" dt="2026-03-07T21:32:08.789" v="214" actId="1076"/>
          <ac:picMkLst>
            <pc:docMk/>
            <pc:sldMk cId="316517747" sldId="257"/>
            <ac:picMk id="21" creationId="{1C1026AD-49D3-B971-F6FA-F238EE8B20C9}"/>
          </ac:picMkLst>
        </pc:picChg>
        <pc:cxnChg chg="del">
          <ac:chgData name="Toby Donaldson" userId="2e6e5431-bb17-4c41-9985-d39c50d83c73" providerId="ADAL" clId="{7F9681A8-EEE2-56F4-9B39-ECCBEE0471AC}" dt="2026-03-07T21:32:12.681" v="215" actId="21"/>
          <ac:cxnSpMkLst>
            <pc:docMk/>
            <pc:sldMk cId="316517747" sldId="257"/>
            <ac:cxnSpMk id="19" creationId="{765C3C01-F97B-87A3-538E-0A98A5255496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3-07T22:31:19.801" v="2830" actId="20577"/>
        <pc:sldMkLst>
          <pc:docMk/>
          <pc:sldMk cId="2183523803" sldId="258"/>
        </pc:sldMkLst>
        <pc:spChg chg="del">
          <ac:chgData name="Toby Donaldson" userId="2e6e5431-bb17-4c41-9985-d39c50d83c73" providerId="ADAL" clId="{7F9681A8-EEE2-56F4-9B39-ECCBEE0471AC}" dt="2026-03-07T21:33:06.874" v="331" actId="21"/>
          <ac:spMkLst>
            <pc:docMk/>
            <pc:sldMk cId="2183523803" sldId="258"/>
            <ac:spMk id="2" creationId="{E768B833-DEBE-EDE3-F577-BFD521D54CDB}"/>
          </ac:spMkLst>
        </pc:spChg>
        <pc:spChg chg="mod">
          <ac:chgData name="Toby Donaldson" userId="2e6e5431-bb17-4c41-9985-d39c50d83c73" providerId="ADAL" clId="{7F9681A8-EEE2-56F4-9B39-ECCBEE0471AC}" dt="2026-03-07T22:31:19.801" v="2830" actId="20577"/>
          <ac:spMkLst>
            <pc:docMk/>
            <pc:sldMk cId="2183523803" sldId="258"/>
            <ac:spMk id="24" creationId="{6B1F79FA-8A33-2278-03F1-A5C9DA227EA4}"/>
          </ac:spMkLst>
        </pc:spChg>
        <pc:spChg chg="del">
          <ac:chgData name="Toby Donaldson" userId="2e6e5431-bb17-4c41-9985-d39c50d83c73" providerId="ADAL" clId="{7F9681A8-EEE2-56F4-9B39-ECCBEE0471AC}" dt="2026-03-07T21:33:06.874" v="331" actId="21"/>
          <ac:spMkLst>
            <pc:docMk/>
            <pc:sldMk cId="2183523803" sldId="258"/>
            <ac:spMk id="25" creationId="{46EA57AA-C535-3F8F-0739-E873BA43901C}"/>
          </ac:spMkLst>
        </pc:spChg>
        <pc:picChg chg="add del mod">
          <ac:chgData name="Toby Donaldson" userId="2e6e5431-bb17-4c41-9985-d39c50d83c73" providerId="ADAL" clId="{7F9681A8-EEE2-56F4-9B39-ECCBEE0471AC}" dt="2026-03-07T21:37:48.959" v="562" actId="21"/>
          <ac:picMkLst>
            <pc:docMk/>
            <pc:sldMk cId="2183523803" sldId="258"/>
            <ac:picMk id="4" creationId="{B2073F33-7CD5-B586-791F-2B4A6BDA79CA}"/>
          </ac:picMkLst>
        </pc:picChg>
        <pc:picChg chg="mod">
          <ac:chgData name="Toby Donaldson" userId="2e6e5431-bb17-4c41-9985-d39c50d83c73" providerId="ADAL" clId="{7F9681A8-EEE2-56F4-9B39-ECCBEE0471AC}" dt="2026-03-07T21:33:12.492" v="333" actId="1076"/>
          <ac:picMkLst>
            <pc:docMk/>
            <pc:sldMk cId="2183523803" sldId="258"/>
            <ac:picMk id="23" creationId="{ED06FF9B-D80A-5346-4410-EDF5C4285261}"/>
          </ac:picMkLst>
        </pc:picChg>
        <pc:cxnChg chg="add mod">
          <ac:chgData name="Toby Donaldson" userId="2e6e5431-bb17-4c41-9985-d39c50d83c73" providerId="ADAL" clId="{7F9681A8-EEE2-56F4-9B39-ECCBEE0471AC}" dt="2026-03-07T21:33:43.071" v="401"/>
          <ac:cxnSpMkLst>
            <pc:docMk/>
            <pc:sldMk cId="2183523803" sldId="258"/>
            <ac:cxnSpMk id="3" creationId="{08ED6998-46BC-5ABD-FE05-FE25E986283B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3-07T22:31:45.934" v="2841" actId="20577"/>
        <pc:sldMkLst>
          <pc:docMk/>
          <pc:sldMk cId="1383269315" sldId="259"/>
        </pc:sldMkLst>
        <pc:spChg chg="add mod">
          <ac:chgData name="Toby Donaldson" userId="2e6e5431-bb17-4c41-9985-d39c50d83c73" providerId="ADAL" clId="{7F9681A8-EEE2-56F4-9B39-ECCBEE0471AC}" dt="2026-03-07T21:36:40.311" v="493" actId="1076"/>
          <ac:spMkLst>
            <pc:docMk/>
            <pc:sldMk cId="1383269315" sldId="259"/>
            <ac:spMk id="18" creationId="{476066AC-4E0F-D7AF-4F6F-18D503C0177D}"/>
          </ac:spMkLst>
        </pc:spChg>
        <pc:spChg chg="add mod">
          <ac:chgData name="Toby Donaldson" userId="2e6e5431-bb17-4c41-9985-d39c50d83c73" providerId="ADAL" clId="{7F9681A8-EEE2-56F4-9B39-ECCBEE0471AC}" dt="2026-03-07T22:31:45.934" v="2841" actId="20577"/>
          <ac:spMkLst>
            <pc:docMk/>
            <pc:sldMk cId="1383269315" sldId="259"/>
            <ac:spMk id="19" creationId="{9865ED56-DD8C-9626-C4C6-F7CDCDF9123F}"/>
          </ac:spMkLst>
        </pc:spChg>
        <pc:spChg chg="add mod">
          <ac:chgData name="Toby Donaldson" userId="2e6e5431-bb17-4c41-9985-d39c50d83c73" providerId="ADAL" clId="{7F9681A8-EEE2-56F4-9B39-ECCBEE0471AC}" dt="2026-03-07T21:38:19.684" v="588" actId="20577"/>
          <ac:spMkLst>
            <pc:docMk/>
            <pc:sldMk cId="1383269315" sldId="259"/>
            <ac:spMk id="22" creationId="{F2182286-39E1-7165-8CFA-B228DFB2AD72}"/>
          </ac:spMkLst>
        </pc:spChg>
        <pc:spChg chg="mod">
          <ac:chgData name="Toby Donaldson" userId="2e6e5431-bb17-4c41-9985-d39c50d83c73" providerId="ADAL" clId="{7F9681A8-EEE2-56F4-9B39-ECCBEE0471AC}" dt="2026-03-07T21:36:42.725" v="494" actId="1076"/>
          <ac:spMkLst>
            <pc:docMk/>
            <pc:sldMk cId="1383269315" sldId="259"/>
            <ac:spMk id="24" creationId="{3DEE5207-918F-E0FA-A64A-31CC0E3AB6C9}"/>
          </ac:spMkLst>
        </pc:spChg>
        <pc:picChg chg="add mod">
          <ac:chgData name="Toby Donaldson" userId="2e6e5431-bb17-4c41-9985-d39c50d83c73" providerId="ADAL" clId="{7F9681A8-EEE2-56F4-9B39-ECCBEE0471AC}" dt="2026-03-07T21:35:25.758" v="476" actId="1076"/>
          <ac:picMkLst>
            <pc:docMk/>
            <pc:sldMk cId="1383269315" sldId="259"/>
            <ac:picMk id="4" creationId="{0E4CAF2D-EA53-533E-0114-FB02F918636C}"/>
          </ac:picMkLst>
        </pc:picChg>
        <pc:picChg chg="add mod">
          <ac:chgData name="Toby Donaldson" userId="2e6e5431-bb17-4c41-9985-d39c50d83c73" providerId="ADAL" clId="{7F9681A8-EEE2-56F4-9B39-ECCBEE0471AC}" dt="2026-03-07T21:36:40.311" v="493" actId="1076"/>
          <ac:picMkLst>
            <pc:docMk/>
            <pc:sldMk cId="1383269315" sldId="259"/>
            <ac:picMk id="12" creationId="{F4D443AC-C3F3-AAB4-3A10-40F9F1A4A62F}"/>
          </ac:picMkLst>
        </pc:picChg>
        <pc:picChg chg="add mod">
          <ac:chgData name="Toby Donaldson" userId="2e6e5431-bb17-4c41-9985-d39c50d83c73" providerId="ADAL" clId="{7F9681A8-EEE2-56F4-9B39-ECCBEE0471AC}" dt="2026-03-07T21:37:55.031" v="564" actId="1076"/>
          <ac:picMkLst>
            <pc:docMk/>
            <pc:sldMk cId="1383269315" sldId="259"/>
            <ac:picMk id="20" creationId="{B601C0DD-1CB7-FC21-FBFF-D5B6119A69B2}"/>
          </ac:picMkLst>
        </pc:picChg>
        <pc:picChg chg="mod">
          <ac:chgData name="Toby Donaldson" userId="2e6e5431-bb17-4c41-9985-d39c50d83c73" providerId="ADAL" clId="{7F9681A8-EEE2-56F4-9B39-ECCBEE0471AC}" dt="2026-03-07T21:36:40.311" v="493" actId="1076"/>
          <ac:picMkLst>
            <pc:docMk/>
            <pc:sldMk cId="1383269315" sldId="259"/>
            <ac:picMk id="23" creationId="{4199B6F9-BF14-03AF-211A-CAE85DCC70A6}"/>
          </ac:picMkLst>
        </pc:picChg>
        <pc:cxnChg chg="del mod">
          <ac:chgData name="Toby Donaldson" userId="2e6e5431-bb17-4c41-9985-d39c50d83c73" providerId="ADAL" clId="{7F9681A8-EEE2-56F4-9B39-ECCBEE0471AC}" dt="2026-03-07T21:35:42.804" v="480" actId="21"/>
          <ac:cxnSpMkLst>
            <pc:docMk/>
            <pc:sldMk cId="1383269315" sldId="259"/>
            <ac:cxnSpMk id="3" creationId="{CC051606-4CB7-58A4-3881-ED7891D0ECB8}"/>
          </ac:cxnSpMkLst>
        </pc:cxnChg>
        <pc:cxnChg chg="add del mod">
          <ac:chgData name="Toby Donaldson" userId="2e6e5431-bb17-4c41-9985-d39c50d83c73" providerId="ADAL" clId="{7F9681A8-EEE2-56F4-9B39-ECCBEE0471AC}" dt="2026-03-07T21:35:53.902" v="482" actId="21"/>
          <ac:cxnSpMkLst>
            <pc:docMk/>
            <pc:sldMk cId="1383269315" sldId="259"/>
            <ac:cxnSpMk id="6" creationId="{49C1A1FA-BD33-F5B0-C9DF-3720C292C35E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3-07T21:46:55.664" v="1030" actId="1076"/>
        <pc:sldMkLst>
          <pc:docMk/>
          <pc:sldMk cId="652007098" sldId="260"/>
        </pc:sldMkLst>
        <pc:spChg chg="add del mod">
          <ac:chgData name="Toby Donaldson" userId="2e6e5431-bb17-4c41-9985-d39c50d83c73" providerId="ADAL" clId="{7F9681A8-EEE2-56F4-9B39-ECCBEE0471AC}" dt="2026-03-07T21:42:22.150" v="786" actId="21"/>
          <ac:spMkLst>
            <pc:docMk/>
            <pc:sldMk cId="652007098" sldId="260"/>
            <ac:spMk id="3" creationId="{6959259C-EC49-6B39-7946-867EDEC5EE4F}"/>
          </ac:spMkLst>
        </pc:spChg>
        <pc:spChg chg="mod">
          <ac:chgData name="Toby Donaldson" userId="2e6e5431-bb17-4c41-9985-d39c50d83c73" providerId="ADAL" clId="{7F9681A8-EEE2-56F4-9B39-ECCBEE0471AC}" dt="2026-03-07T21:42:26.110" v="787" actId="1076"/>
          <ac:spMkLst>
            <pc:docMk/>
            <pc:sldMk cId="652007098" sldId="260"/>
            <ac:spMk id="16" creationId="{A74582A3-5281-323D-B0FC-7E9A85AF3666}"/>
          </ac:spMkLst>
        </pc:spChg>
        <pc:spChg chg="del mod">
          <ac:chgData name="Toby Donaldson" userId="2e6e5431-bb17-4c41-9985-d39c50d83c73" providerId="ADAL" clId="{7F9681A8-EEE2-56F4-9B39-ECCBEE0471AC}" dt="2026-03-07T21:42:14.792" v="783" actId="21"/>
          <ac:spMkLst>
            <pc:docMk/>
            <pc:sldMk cId="652007098" sldId="260"/>
            <ac:spMk id="18" creationId="{41F832D5-F55C-77FD-9850-51A8C9D803BE}"/>
          </ac:spMkLst>
        </pc:spChg>
        <pc:spChg chg="del mod">
          <ac:chgData name="Toby Donaldson" userId="2e6e5431-bb17-4c41-9985-d39c50d83c73" providerId="ADAL" clId="{7F9681A8-EEE2-56F4-9B39-ECCBEE0471AC}" dt="2026-03-07T21:41:22.761" v="778" actId="21"/>
          <ac:spMkLst>
            <pc:docMk/>
            <pc:sldMk cId="652007098" sldId="260"/>
            <ac:spMk id="19" creationId="{D12D3C45-BA46-FDAC-87C6-B57C5C1AE3C8}"/>
          </ac:spMkLst>
        </pc:spChg>
        <pc:spChg chg="del">
          <ac:chgData name="Toby Donaldson" userId="2e6e5431-bb17-4c41-9985-d39c50d83c73" providerId="ADAL" clId="{7F9681A8-EEE2-56F4-9B39-ECCBEE0471AC}" dt="2026-03-07T21:38:48.436" v="591" actId="21"/>
          <ac:spMkLst>
            <pc:docMk/>
            <pc:sldMk cId="652007098" sldId="260"/>
            <ac:spMk id="24" creationId="{0BF65364-8817-9109-11D0-CD4DCDB93C61}"/>
          </ac:spMkLst>
        </pc:spChg>
        <pc:spChg chg="add mod">
          <ac:chgData name="Toby Donaldson" userId="2e6e5431-bb17-4c41-9985-d39c50d83c73" providerId="ADAL" clId="{7F9681A8-EEE2-56F4-9B39-ECCBEE0471AC}" dt="2026-03-07T21:46:39.013" v="1027" actId="1076"/>
          <ac:spMkLst>
            <pc:docMk/>
            <pc:sldMk cId="652007098" sldId="260"/>
            <ac:spMk id="32" creationId="{3CA69EBA-7A60-F109-1DF8-5D9D2C01FF4D}"/>
          </ac:spMkLst>
        </pc:spChg>
        <pc:spChg chg="add mod">
          <ac:chgData name="Toby Donaldson" userId="2e6e5431-bb17-4c41-9985-d39c50d83c73" providerId="ADAL" clId="{7F9681A8-EEE2-56F4-9B39-ECCBEE0471AC}" dt="2026-03-07T21:46:26.955" v="1026" actId="12788"/>
          <ac:spMkLst>
            <pc:docMk/>
            <pc:sldMk cId="652007098" sldId="260"/>
            <ac:spMk id="33" creationId="{BE11696F-3CD3-B6D4-C26E-E08DAB4C5EBA}"/>
          </ac:spMkLst>
        </pc:spChg>
        <pc:spChg chg="add mod">
          <ac:chgData name="Toby Donaldson" userId="2e6e5431-bb17-4c41-9985-d39c50d83c73" providerId="ADAL" clId="{7F9681A8-EEE2-56F4-9B39-ECCBEE0471AC}" dt="2026-03-07T21:46:55.664" v="1030" actId="1076"/>
          <ac:spMkLst>
            <pc:docMk/>
            <pc:sldMk cId="652007098" sldId="260"/>
            <ac:spMk id="34" creationId="{DBF13B61-3641-FDCB-EC3A-6D5EBD283D56}"/>
          </ac:spMkLst>
        </pc:spChg>
        <pc:picChg chg="add del mod">
          <ac:chgData name="Toby Donaldson" userId="2e6e5431-bb17-4c41-9985-d39c50d83c73" providerId="ADAL" clId="{7F9681A8-EEE2-56F4-9B39-ECCBEE0471AC}" dt="2026-03-07T21:42:20.398" v="785" actId="21"/>
          <ac:picMkLst>
            <pc:docMk/>
            <pc:sldMk cId="652007098" sldId="260"/>
            <ac:picMk id="2" creationId="{0ED27788-5BD2-E84A-7491-1971C29816BF}"/>
          </ac:picMkLst>
        </pc:picChg>
        <pc:picChg chg="del">
          <ac:chgData name="Toby Donaldson" userId="2e6e5431-bb17-4c41-9985-d39c50d83c73" providerId="ADAL" clId="{7F9681A8-EEE2-56F4-9B39-ECCBEE0471AC}" dt="2026-03-07T21:42:19.119" v="784" actId="21"/>
          <ac:picMkLst>
            <pc:docMk/>
            <pc:sldMk cId="652007098" sldId="260"/>
            <ac:picMk id="4" creationId="{6CE43509-C18A-48F6-0E20-99E5A512B569}"/>
          </ac:picMkLst>
        </pc:picChg>
        <pc:picChg chg="del mod">
          <ac:chgData name="Toby Donaldson" userId="2e6e5431-bb17-4c41-9985-d39c50d83c73" providerId="ADAL" clId="{7F9681A8-EEE2-56F4-9B39-ECCBEE0471AC}" dt="2026-03-07T21:42:13.629" v="782" actId="21"/>
          <ac:picMkLst>
            <pc:docMk/>
            <pc:sldMk cId="652007098" sldId="260"/>
            <ac:picMk id="12" creationId="{30594286-89A2-6C8C-605C-E7C6FE2CEC67}"/>
          </ac:picMkLst>
        </pc:picChg>
        <pc:picChg chg="add del mod">
          <ac:chgData name="Toby Donaldson" userId="2e6e5431-bb17-4c41-9985-d39c50d83c73" providerId="ADAL" clId="{7F9681A8-EEE2-56F4-9B39-ECCBEE0471AC}" dt="2026-03-07T21:40:04.614" v="714" actId="21"/>
          <ac:picMkLst>
            <pc:docMk/>
            <pc:sldMk cId="652007098" sldId="260"/>
            <ac:picMk id="20" creationId="{923D95D0-78DB-FABE-3C29-6A3144CBEF6D}"/>
          </ac:picMkLst>
        </pc:picChg>
        <pc:picChg chg="del mod">
          <ac:chgData name="Toby Donaldson" userId="2e6e5431-bb17-4c41-9985-d39c50d83c73" providerId="ADAL" clId="{7F9681A8-EEE2-56F4-9B39-ECCBEE0471AC}" dt="2026-03-07T21:42:12.514" v="781" actId="21"/>
          <ac:picMkLst>
            <pc:docMk/>
            <pc:sldMk cId="652007098" sldId="260"/>
            <ac:picMk id="21" creationId="{86055B3D-6DF2-1922-05D7-090BCDC7BE79}"/>
          </ac:picMkLst>
        </pc:picChg>
        <pc:picChg chg="mod">
          <ac:chgData name="Toby Donaldson" userId="2e6e5431-bb17-4c41-9985-d39c50d83c73" providerId="ADAL" clId="{7F9681A8-EEE2-56F4-9B39-ECCBEE0471AC}" dt="2026-03-07T21:42:03.519" v="780" actId="1076"/>
          <ac:picMkLst>
            <pc:docMk/>
            <pc:sldMk cId="652007098" sldId="260"/>
            <ac:picMk id="23" creationId="{DCB2981A-984A-7E17-B513-1E24B34950B6}"/>
          </ac:picMkLst>
        </pc:picChg>
        <pc:picChg chg="add del mod">
          <ac:chgData name="Toby Donaldson" userId="2e6e5431-bb17-4c41-9985-d39c50d83c73" providerId="ADAL" clId="{7F9681A8-EEE2-56F4-9B39-ECCBEE0471AC}" dt="2026-03-07T21:40:32.600" v="717" actId="21"/>
          <ac:picMkLst>
            <pc:docMk/>
            <pc:sldMk cId="652007098" sldId="260"/>
            <ac:picMk id="25" creationId="{D8E4F114-3A8B-A1C1-40DF-DD13D941CD14}"/>
          </ac:picMkLst>
        </pc:picChg>
        <pc:picChg chg="add del mod">
          <ac:chgData name="Toby Donaldson" userId="2e6e5431-bb17-4c41-9985-d39c50d83c73" providerId="ADAL" clId="{7F9681A8-EEE2-56F4-9B39-ECCBEE0471AC}" dt="2026-03-07T21:45:19.456" v="949" actId="21"/>
          <ac:picMkLst>
            <pc:docMk/>
            <pc:sldMk cId="652007098" sldId="260"/>
            <ac:picMk id="26" creationId="{A22487D9-486A-7D42-9E2D-0E0451BB38E9}"/>
          </ac:picMkLst>
        </pc:picChg>
        <pc:picChg chg="add del mod">
          <ac:chgData name="Toby Donaldson" userId="2e6e5431-bb17-4c41-9985-d39c50d83c73" providerId="ADAL" clId="{7F9681A8-EEE2-56F4-9B39-ECCBEE0471AC}" dt="2026-03-07T21:43:09.483" v="797" actId="21"/>
          <ac:picMkLst>
            <pc:docMk/>
            <pc:sldMk cId="652007098" sldId="260"/>
            <ac:picMk id="27" creationId="{36DC624D-6A52-2B5A-0390-F1652383A95F}"/>
          </ac:picMkLst>
        </pc:picChg>
        <pc:picChg chg="add del mod">
          <ac:chgData name="Toby Donaldson" userId="2e6e5431-bb17-4c41-9985-d39c50d83c73" providerId="ADAL" clId="{7F9681A8-EEE2-56F4-9B39-ECCBEE0471AC}" dt="2026-03-07T21:43:09.483" v="797" actId="21"/>
          <ac:picMkLst>
            <pc:docMk/>
            <pc:sldMk cId="652007098" sldId="260"/>
            <ac:picMk id="28" creationId="{AC993EAD-CE46-0BE3-0F72-C0BB4564EF42}"/>
          </ac:picMkLst>
        </pc:picChg>
        <pc:picChg chg="add mod">
          <ac:chgData name="Toby Donaldson" userId="2e6e5431-bb17-4c41-9985-d39c50d83c73" providerId="ADAL" clId="{7F9681A8-EEE2-56F4-9B39-ECCBEE0471AC}" dt="2026-03-07T21:46:26.955" v="1026" actId="12788"/>
          <ac:picMkLst>
            <pc:docMk/>
            <pc:sldMk cId="652007098" sldId="260"/>
            <ac:picMk id="29" creationId="{3AAB877C-75BE-BCB4-74C7-4C933EDD8437}"/>
          </ac:picMkLst>
        </pc:picChg>
        <pc:picChg chg="add del mod">
          <ac:chgData name="Toby Donaldson" userId="2e6e5431-bb17-4c41-9985-d39c50d83c73" providerId="ADAL" clId="{7F9681A8-EEE2-56F4-9B39-ECCBEE0471AC}" dt="2026-03-07T21:43:09.483" v="797" actId="21"/>
          <ac:picMkLst>
            <pc:docMk/>
            <pc:sldMk cId="652007098" sldId="260"/>
            <ac:picMk id="30" creationId="{66B43FBD-2C18-7588-158F-101585A608BF}"/>
          </ac:picMkLst>
        </pc:picChg>
        <pc:picChg chg="add del mod">
          <ac:chgData name="Toby Donaldson" userId="2e6e5431-bb17-4c41-9985-d39c50d83c73" providerId="ADAL" clId="{7F9681A8-EEE2-56F4-9B39-ECCBEE0471AC}" dt="2026-03-07T21:43:09.483" v="797" actId="21"/>
          <ac:picMkLst>
            <pc:docMk/>
            <pc:sldMk cId="652007098" sldId="260"/>
            <ac:picMk id="31" creationId="{E02F38E0-05A6-9B68-89EA-04EA606B16E6}"/>
          </ac:picMkLst>
        </pc:picChg>
        <pc:picChg chg="add mod">
          <ac:chgData name="Toby Donaldson" userId="2e6e5431-bb17-4c41-9985-d39c50d83c73" providerId="ADAL" clId="{7F9681A8-EEE2-56F4-9B39-ECCBEE0471AC}" dt="2026-03-07T21:46:55.664" v="1030" actId="1076"/>
          <ac:picMkLst>
            <pc:docMk/>
            <pc:sldMk cId="652007098" sldId="260"/>
            <ac:picMk id="35" creationId="{05A6613B-CAC5-56C8-D79F-1E86B7620006}"/>
          </ac:picMkLst>
        </pc:picChg>
        <pc:picChg chg="add mod">
          <ac:chgData name="Toby Donaldson" userId="2e6e5431-bb17-4c41-9985-d39c50d83c73" providerId="ADAL" clId="{7F9681A8-EEE2-56F4-9B39-ECCBEE0471AC}" dt="2026-03-07T21:46:39.013" v="1027" actId="1076"/>
          <ac:picMkLst>
            <pc:docMk/>
            <pc:sldMk cId="652007098" sldId="260"/>
            <ac:picMk id="36" creationId="{11E34D80-FD68-CA03-EFDF-3600686A8BAB}"/>
          </ac:picMkLst>
        </pc:picChg>
      </pc:sldChg>
      <pc:sldChg chg="addSp delSp modSp add mod ord">
        <pc:chgData name="Toby Donaldson" userId="2e6e5431-bb17-4c41-9985-d39c50d83c73" providerId="ADAL" clId="{7F9681A8-EEE2-56F4-9B39-ECCBEE0471AC}" dt="2026-03-07T21:44:30.094" v="944"/>
        <pc:sldMkLst>
          <pc:docMk/>
          <pc:sldMk cId="1305129540" sldId="261"/>
        </pc:sldMkLst>
        <pc:spChg chg="add mod">
          <ac:chgData name="Toby Donaldson" userId="2e6e5431-bb17-4c41-9985-d39c50d83c73" providerId="ADAL" clId="{7F9681A8-EEE2-56F4-9B39-ECCBEE0471AC}" dt="2026-03-07T21:43:42.709" v="834"/>
          <ac:spMkLst>
            <pc:docMk/>
            <pc:sldMk cId="1305129540" sldId="261"/>
            <ac:spMk id="6" creationId="{6351FB25-7EB3-C1A2-F4E9-58764B7E5BB2}"/>
          </ac:spMkLst>
        </pc:spChg>
        <pc:picChg chg="del">
          <ac:chgData name="Toby Donaldson" userId="2e6e5431-bb17-4c41-9985-d39c50d83c73" providerId="ADAL" clId="{7F9681A8-EEE2-56F4-9B39-ECCBEE0471AC}" dt="2026-03-07T21:41:17.649" v="777" actId="21"/>
          <ac:picMkLst>
            <pc:docMk/>
            <pc:sldMk cId="1305129540" sldId="261"/>
            <ac:picMk id="20" creationId="{237950A8-DA5C-8757-5B07-A2B4F04D10F2}"/>
          </ac:picMkLst>
        </pc:picChg>
        <pc:picChg chg="add mod">
          <ac:chgData name="Toby Donaldson" userId="2e6e5431-bb17-4c41-9985-d39c50d83c73" providerId="ADAL" clId="{7F9681A8-EEE2-56F4-9B39-ECCBEE0471AC}" dt="2026-03-07T21:44:30.094" v="944"/>
          <ac:picMkLst>
            <pc:docMk/>
            <pc:sldMk cId="1305129540" sldId="261"/>
            <ac:picMk id="22" creationId="{662375B9-6228-6D37-84AE-2899E47F76AC}"/>
          </ac:picMkLst>
        </pc:picChg>
      </pc:sldChg>
      <pc:sldChg chg="addSp modSp add mod">
        <pc:chgData name="Toby Donaldson" userId="2e6e5431-bb17-4c41-9985-d39c50d83c73" providerId="ADAL" clId="{7F9681A8-EEE2-56F4-9B39-ECCBEE0471AC}" dt="2026-03-07T22:33:27.670" v="2940" actId="20577"/>
        <pc:sldMkLst>
          <pc:docMk/>
          <pc:sldMk cId="2630606697" sldId="262"/>
        </pc:sldMkLst>
        <pc:spChg chg="add mod">
          <ac:chgData name="Toby Donaldson" userId="2e6e5431-bb17-4c41-9985-d39c50d83c73" providerId="ADAL" clId="{7F9681A8-EEE2-56F4-9B39-ECCBEE0471AC}" dt="2026-03-07T21:47:44.030" v="1081" actId="1076"/>
          <ac:spMkLst>
            <pc:docMk/>
            <pc:sldMk cId="2630606697" sldId="262"/>
            <ac:spMk id="2" creationId="{11E8B1C3-D2C6-BCE5-FE34-E97C6C75CDAF}"/>
          </ac:spMkLst>
        </pc:spChg>
        <pc:spChg chg="add mod">
          <ac:chgData name="Toby Donaldson" userId="2e6e5431-bb17-4c41-9985-d39c50d83c73" providerId="ADAL" clId="{7F9681A8-EEE2-56F4-9B39-ECCBEE0471AC}" dt="2026-03-07T22:33:27.670" v="2940" actId="20577"/>
          <ac:spMkLst>
            <pc:docMk/>
            <pc:sldMk cId="2630606697" sldId="262"/>
            <ac:spMk id="3" creationId="{B654872D-BB7D-A70D-1816-68C40C55411E}"/>
          </ac:spMkLst>
        </pc:spChg>
      </pc:sldChg>
      <pc:sldChg chg="delSp modSp add mod">
        <pc:chgData name="Toby Donaldson" userId="2e6e5431-bb17-4c41-9985-d39c50d83c73" providerId="ADAL" clId="{7F9681A8-EEE2-56F4-9B39-ECCBEE0471AC}" dt="2026-03-07T21:49:29.534" v="1234" actId="1076"/>
        <pc:sldMkLst>
          <pc:docMk/>
          <pc:sldMk cId="4075071390" sldId="263"/>
        </pc:sldMkLst>
        <pc:spChg chg="del">
          <ac:chgData name="Toby Donaldson" userId="2e6e5431-bb17-4c41-9985-d39c50d83c73" providerId="ADAL" clId="{7F9681A8-EEE2-56F4-9B39-ECCBEE0471AC}" dt="2026-03-07T21:49:21.123" v="1232" actId="21"/>
          <ac:spMkLst>
            <pc:docMk/>
            <pc:sldMk cId="4075071390" sldId="263"/>
            <ac:spMk id="3" creationId="{4BFDFF74-36DD-C4B8-3CF1-AC5527B09F05}"/>
          </ac:spMkLst>
        </pc:spChg>
        <pc:spChg chg="del">
          <ac:chgData name="Toby Donaldson" userId="2e6e5431-bb17-4c41-9985-d39c50d83c73" providerId="ADAL" clId="{7F9681A8-EEE2-56F4-9B39-ECCBEE0471AC}" dt="2026-03-07T21:49:23.040" v="1233" actId="21"/>
          <ac:spMkLst>
            <pc:docMk/>
            <pc:sldMk cId="4075071390" sldId="263"/>
            <ac:spMk id="32" creationId="{1A7CF7C8-E484-592D-9D83-E5A5AB847B9F}"/>
          </ac:spMkLst>
        </pc:spChg>
        <pc:spChg chg="mod">
          <ac:chgData name="Toby Donaldson" userId="2e6e5431-bb17-4c41-9985-d39c50d83c73" providerId="ADAL" clId="{7F9681A8-EEE2-56F4-9B39-ECCBEE0471AC}" dt="2026-03-07T21:49:29.534" v="1234" actId="1076"/>
          <ac:spMkLst>
            <pc:docMk/>
            <pc:sldMk cId="4075071390" sldId="263"/>
            <ac:spMk id="34" creationId="{ED822081-AC16-C855-8DFC-07FD4F686B4E}"/>
          </ac:spMkLst>
        </pc:spChg>
        <pc:picChg chg="del">
          <ac:chgData name="Toby Donaldson" userId="2e6e5431-bb17-4c41-9985-d39c50d83c73" providerId="ADAL" clId="{7F9681A8-EEE2-56F4-9B39-ECCBEE0471AC}" dt="2026-03-07T21:48:24.349" v="1160" actId="21"/>
          <ac:picMkLst>
            <pc:docMk/>
            <pc:sldMk cId="4075071390" sldId="263"/>
            <ac:picMk id="35" creationId="{13E7F46F-CF0C-6821-6D88-2E7F35896E75}"/>
          </ac:picMkLst>
        </pc:picChg>
        <pc:picChg chg="mod">
          <ac:chgData name="Toby Donaldson" userId="2e6e5431-bb17-4c41-9985-d39c50d83c73" providerId="ADAL" clId="{7F9681A8-EEE2-56F4-9B39-ECCBEE0471AC}" dt="2026-03-07T21:49:14.277" v="1231" actId="167"/>
          <ac:picMkLst>
            <pc:docMk/>
            <pc:sldMk cId="4075071390" sldId="263"/>
            <ac:picMk id="36" creationId="{67384103-CA9A-1E56-08AA-EB5FEB28D87F}"/>
          </ac:picMkLst>
        </pc:picChg>
      </pc:sldChg>
      <pc:sldChg chg="addSp modSp add mod">
        <pc:chgData name="Toby Donaldson" userId="2e6e5431-bb17-4c41-9985-d39c50d83c73" providerId="ADAL" clId="{7F9681A8-EEE2-56F4-9B39-ECCBEE0471AC}" dt="2026-03-07T21:50:40.738" v="1353" actId="11529"/>
        <pc:sldMkLst>
          <pc:docMk/>
          <pc:sldMk cId="4143016669" sldId="264"/>
        </pc:sldMkLst>
        <pc:spChg chg="add mod">
          <ac:chgData name="Toby Donaldson" userId="2e6e5431-bb17-4c41-9985-d39c50d83c73" providerId="ADAL" clId="{7F9681A8-EEE2-56F4-9B39-ECCBEE0471AC}" dt="2026-03-07T21:50:09.294" v="1284" actId="767"/>
          <ac:spMkLst>
            <pc:docMk/>
            <pc:sldMk cId="4143016669" sldId="264"/>
            <ac:spMk id="3" creationId="{1F7F20AC-E770-308B-12EA-9783FBFE0C23}"/>
          </ac:spMkLst>
        </pc:spChg>
        <pc:spChg chg="add mod">
          <ac:chgData name="Toby Donaldson" userId="2e6e5431-bb17-4c41-9985-d39c50d83c73" providerId="ADAL" clId="{7F9681A8-EEE2-56F4-9B39-ECCBEE0471AC}" dt="2026-03-07T21:50:32.545" v="1352" actId="20577"/>
          <ac:spMkLst>
            <pc:docMk/>
            <pc:sldMk cId="4143016669" sldId="264"/>
            <ac:spMk id="4" creationId="{4C44F84B-0B58-59E8-72EB-9B70D7C7CF3E}"/>
          </ac:spMkLst>
        </pc:spChg>
        <pc:spChg chg="mod">
          <ac:chgData name="Toby Donaldson" userId="2e6e5431-bb17-4c41-9985-d39c50d83c73" providerId="ADAL" clId="{7F9681A8-EEE2-56F4-9B39-ECCBEE0471AC}" dt="2026-03-07T21:49:45.199" v="1236" actId="1076"/>
          <ac:spMkLst>
            <pc:docMk/>
            <pc:sldMk cId="4143016669" sldId="264"/>
            <ac:spMk id="16" creationId="{89AF5141-FCD1-1323-F2C7-71420C5090EE}"/>
          </ac:spMkLst>
        </pc:spChg>
        <pc:spChg chg="mod">
          <ac:chgData name="Toby Donaldson" userId="2e6e5431-bb17-4c41-9985-d39c50d83c73" providerId="ADAL" clId="{7F9681A8-EEE2-56F4-9B39-ECCBEE0471AC}" dt="2026-03-07T21:50:15.181" v="1285" actId="14100"/>
          <ac:spMkLst>
            <pc:docMk/>
            <pc:sldMk cId="4143016669" sldId="264"/>
            <ac:spMk id="34" creationId="{7BAE656B-5E7F-2C18-199E-007A088FF0E6}"/>
          </ac:spMkLst>
        </pc:spChg>
        <pc:picChg chg="mod">
          <ac:chgData name="Toby Donaldson" userId="2e6e5431-bb17-4c41-9985-d39c50d83c73" providerId="ADAL" clId="{7F9681A8-EEE2-56F4-9B39-ECCBEE0471AC}" dt="2026-03-07T21:49:45.199" v="1236" actId="1076"/>
          <ac:picMkLst>
            <pc:docMk/>
            <pc:sldMk cId="4143016669" sldId="264"/>
            <ac:picMk id="36" creationId="{A64139BF-20FA-1740-18D0-16F7DF3A5E7C}"/>
          </ac:picMkLst>
        </pc:picChg>
        <pc:cxnChg chg="add">
          <ac:chgData name="Toby Donaldson" userId="2e6e5431-bb17-4c41-9985-d39c50d83c73" providerId="ADAL" clId="{7F9681A8-EEE2-56F4-9B39-ECCBEE0471AC}" dt="2026-03-07T21:50:40.738" v="1353" actId="11529"/>
          <ac:cxnSpMkLst>
            <pc:docMk/>
            <pc:sldMk cId="4143016669" sldId="264"/>
            <ac:cxnSpMk id="12" creationId="{3EE0AE07-08FB-C7F2-BF06-DDDCF19BCC36}"/>
          </ac:cxnSpMkLst>
        </pc:cxnChg>
      </pc:sldChg>
      <pc:sldChg chg="delSp modSp add mod">
        <pc:chgData name="Toby Donaldson" userId="2e6e5431-bb17-4c41-9985-d39c50d83c73" providerId="ADAL" clId="{7F9681A8-EEE2-56F4-9B39-ECCBEE0471AC}" dt="2026-03-07T21:51:26.804" v="1434" actId="20577"/>
        <pc:sldMkLst>
          <pc:docMk/>
          <pc:sldMk cId="1696021961" sldId="265"/>
        </pc:sldMkLst>
        <pc:spChg chg="del">
          <ac:chgData name="Toby Donaldson" userId="2e6e5431-bb17-4c41-9985-d39c50d83c73" providerId="ADAL" clId="{7F9681A8-EEE2-56F4-9B39-ECCBEE0471AC}" dt="2026-03-07T21:51:16.401" v="1420" actId="21"/>
          <ac:spMkLst>
            <pc:docMk/>
            <pc:sldMk cId="1696021961" sldId="265"/>
            <ac:spMk id="4" creationId="{58BA1D6B-1521-54CE-D198-ED680C9EC56E}"/>
          </ac:spMkLst>
        </pc:spChg>
        <pc:spChg chg="mod">
          <ac:chgData name="Toby Donaldson" userId="2e6e5431-bb17-4c41-9985-d39c50d83c73" providerId="ADAL" clId="{7F9681A8-EEE2-56F4-9B39-ECCBEE0471AC}" dt="2026-03-07T21:50:55.097" v="1355" actId="1076"/>
          <ac:spMkLst>
            <pc:docMk/>
            <pc:sldMk cId="1696021961" sldId="265"/>
            <ac:spMk id="16" creationId="{2D21B358-EB61-C8FD-0CFC-22AA0EFC607D}"/>
          </ac:spMkLst>
        </pc:spChg>
        <pc:spChg chg="mod">
          <ac:chgData name="Toby Donaldson" userId="2e6e5431-bb17-4c41-9985-d39c50d83c73" providerId="ADAL" clId="{7F9681A8-EEE2-56F4-9B39-ECCBEE0471AC}" dt="2026-03-07T21:51:26.804" v="1434" actId="20577"/>
          <ac:spMkLst>
            <pc:docMk/>
            <pc:sldMk cId="1696021961" sldId="265"/>
            <ac:spMk id="34" creationId="{1AAADD21-CAA7-FF3E-6B86-6F9FC1E996FA}"/>
          </ac:spMkLst>
        </pc:spChg>
        <pc:picChg chg="mod">
          <ac:chgData name="Toby Donaldson" userId="2e6e5431-bb17-4c41-9985-d39c50d83c73" providerId="ADAL" clId="{7F9681A8-EEE2-56F4-9B39-ECCBEE0471AC}" dt="2026-03-07T21:50:55.097" v="1355" actId="1076"/>
          <ac:picMkLst>
            <pc:docMk/>
            <pc:sldMk cId="1696021961" sldId="265"/>
            <ac:picMk id="36" creationId="{C1742237-3B31-F986-3F1C-3F1895BD4C38}"/>
          </ac:picMkLst>
        </pc:picChg>
        <pc:cxnChg chg="del">
          <ac:chgData name="Toby Donaldson" userId="2e6e5431-bb17-4c41-9985-d39c50d83c73" providerId="ADAL" clId="{7F9681A8-EEE2-56F4-9B39-ECCBEE0471AC}" dt="2026-03-07T21:51:17.515" v="1421" actId="21"/>
          <ac:cxnSpMkLst>
            <pc:docMk/>
            <pc:sldMk cId="1696021961" sldId="265"/>
            <ac:cxnSpMk id="12" creationId="{D9064D6F-5B84-CEB2-7BA8-4125CACDE347}"/>
          </ac:cxnSpMkLst>
        </pc:cxnChg>
      </pc:sldChg>
      <pc:sldChg chg="addSp modSp add mod">
        <pc:chgData name="Toby Donaldson" userId="2e6e5431-bb17-4c41-9985-d39c50d83c73" providerId="ADAL" clId="{7F9681A8-EEE2-56F4-9B39-ECCBEE0471AC}" dt="2026-03-07T22:34:41.069" v="2956"/>
        <pc:sldMkLst>
          <pc:docMk/>
          <pc:sldMk cId="836193413" sldId="266"/>
        </pc:sldMkLst>
        <pc:spChg chg="add mod">
          <ac:chgData name="Toby Donaldson" userId="2e6e5431-bb17-4c41-9985-d39c50d83c73" providerId="ADAL" clId="{7F9681A8-EEE2-56F4-9B39-ECCBEE0471AC}" dt="2026-03-07T22:34:41.069" v="2956"/>
          <ac:spMkLst>
            <pc:docMk/>
            <pc:sldMk cId="836193413" sldId="266"/>
            <ac:spMk id="3" creationId="{0AD4C8A7-30D6-57A7-FDCD-60772020A233}"/>
          </ac:spMkLst>
        </pc:spChg>
        <pc:spChg chg="mod">
          <ac:chgData name="Toby Donaldson" userId="2e6e5431-bb17-4c41-9985-d39c50d83c73" providerId="ADAL" clId="{7F9681A8-EEE2-56F4-9B39-ECCBEE0471AC}" dt="2026-03-07T22:34:29.349" v="2954" actId="20577"/>
          <ac:spMkLst>
            <pc:docMk/>
            <pc:sldMk cId="836193413" sldId="266"/>
            <ac:spMk id="34" creationId="{F0A0A32C-1D1A-80B3-5187-DFB736E97BBC}"/>
          </ac:spMkLst>
        </pc:spChg>
        <pc:picChg chg="mod">
          <ac:chgData name="Toby Donaldson" userId="2e6e5431-bb17-4c41-9985-d39c50d83c73" providerId="ADAL" clId="{7F9681A8-EEE2-56F4-9B39-ECCBEE0471AC}" dt="2026-03-07T21:51:48.399" v="1438" actId="688"/>
          <ac:picMkLst>
            <pc:docMk/>
            <pc:sldMk cId="836193413" sldId="266"/>
            <ac:picMk id="36" creationId="{49FAB0BA-CF83-82E4-7509-886F74137F38}"/>
          </ac:picMkLst>
        </pc:picChg>
      </pc:sldChg>
      <pc:sldChg chg="addSp delSp modSp add mod">
        <pc:chgData name="Toby Donaldson" userId="2e6e5431-bb17-4c41-9985-d39c50d83c73" providerId="ADAL" clId="{7F9681A8-EEE2-56F4-9B39-ECCBEE0471AC}" dt="2026-03-07T22:34:50.384" v="2957"/>
        <pc:sldMkLst>
          <pc:docMk/>
          <pc:sldMk cId="3172595186" sldId="267"/>
        </pc:sldMkLst>
        <pc:spChg chg="add mod">
          <ac:chgData name="Toby Donaldson" userId="2e6e5431-bb17-4c41-9985-d39c50d83c73" providerId="ADAL" clId="{7F9681A8-EEE2-56F4-9B39-ECCBEE0471AC}" dt="2026-03-07T21:53:44.516" v="1819" actId="113"/>
          <ac:spMkLst>
            <pc:docMk/>
            <pc:sldMk cId="3172595186" sldId="267"/>
            <ac:spMk id="3" creationId="{C8281D9A-87E6-194F-B14F-001A5696620E}"/>
          </ac:spMkLst>
        </pc:spChg>
        <pc:spChg chg="add mod">
          <ac:chgData name="Toby Donaldson" userId="2e6e5431-bb17-4c41-9985-d39c50d83c73" providerId="ADAL" clId="{7F9681A8-EEE2-56F4-9B39-ECCBEE0471AC}" dt="2026-03-07T22:34:50.384" v="2957"/>
          <ac:spMkLst>
            <pc:docMk/>
            <pc:sldMk cId="3172595186" sldId="267"/>
            <ac:spMk id="4" creationId="{AA48D748-CF97-7CE4-FC43-81702AA7A56B}"/>
          </ac:spMkLst>
        </pc:spChg>
        <pc:spChg chg="del">
          <ac:chgData name="Toby Donaldson" userId="2e6e5431-bb17-4c41-9985-d39c50d83c73" providerId="ADAL" clId="{7F9681A8-EEE2-56F4-9B39-ECCBEE0471AC}" dt="2026-03-07T22:34:35.513" v="2955" actId="21"/>
          <ac:spMkLst>
            <pc:docMk/>
            <pc:sldMk cId="3172595186" sldId="267"/>
            <ac:spMk id="34" creationId="{3C964A98-E8EA-EBCD-9FB3-635CE0B1EDD6}"/>
          </ac:spMkLst>
        </pc:spChg>
      </pc:sldChg>
      <pc:sldChg chg="addSp modSp new mod">
        <pc:chgData name="Toby Donaldson" userId="2e6e5431-bb17-4c41-9985-d39c50d83c73" providerId="ADAL" clId="{7F9681A8-EEE2-56F4-9B39-ECCBEE0471AC}" dt="2026-03-07T22:35:06.660" v="2962" actId="20577"/>
        <pc:sldMkLst>
          <pc:docMk/>
          <pc:sldMk cId="891279763" sldId="268"/>
        </pc:sldMkLst>
        <pc:spChg chg="mod">
          <ac:chgData name="Toby Donaldson" userId="2e6e5431-bb17-4c41-9985-d39c50d83c73" providerId="ADAL" clId="{7F9681A8-EEE2-56F4-9B39-ECCBEE0471AC}" dt="2026-03-07T21:54:00.349" v="1847" actId="20577"/>
          <ac:spMkLst>
            <pc:docMk/>
            <pc:sldMk cId="891279763" sldId="268"/>
            <ac:spMk id="2" creationId="{9987E4A8-E9EF-9B1D-EC99-FD5411395F3D}"/>
          </ac:spMkLst>
        </pc:spChg>
        <pc:spChg chg="mod">
          <ac:chgData name="Toby Donaldson" userId="2e6e5431-bb17-4c41-9985-d39c50d83c73" providerId="ADAL" clId="{7F9681A8-EEE2-56F4-9B39-ECCBEE0471AC}" dt="2026-03-07T22:35:06.660" v="2962" actId="20577"/>
          <ac:spMkLst>
            <pc:docMk/>
            <pc:sldMk cId="891279763" sldId="268"/>
            <ac:spMk id="3" creationId="{A18F71CE-91ED-B89D-34A7-D914E87BAEBC}"/>
          </ac:spMkLst>
        </pc:spChg>
        <pc:spChg chg="add mod">
          <ac:chgData name="Toby Donaldson" userId="2e6e5431-bb17-4c41-9985-d39c50d83c73" providerId="ADAL" clId="{7F9681A8-EEE2-56F4-9B39-ECCBEE0471AC}" dt="2026-03-07T21:57:52.151" v="2146" actId="1076"/>
          <ac:spMkLst>
            <pc:docMk/>
            <pc:sldMk cId="891279763" sldId="268"/>
            <ac:spMk id="4" creationId="{98B1F7A6-CF5A-7584-47AF-572F5C8B2624}"/>
          </ac:spMkLst>
        </pc:spChg>
      </pc:sldChg>
      <pc:sldChg chg="modSp new mod">
        <pc:chgData name="Toby Donaldson" userId="2e6e5431-bb17-4c41-9985-d39c50d83c73" providerId="ADAL" clId="{7F9681A8-EEE2-56F4-9B39-ECCBEE0471AC}" dt="2026-03-07T22:24:04.796" v="2184" actId="20577"/>
        <pc:sldMkLst>
          <pc:docMk/>
          <pc:sldMk cId="3264606595" sldId="269"/>
        </pc:sldMkLst>
        <pc:spChg chg="mod">
          <ac:chgData name="Toby Donaldson" userId="2e6e5431-bb17-4c41-9985-d39c50d83c73" providerId="ADAL" clId="{7F9681A8-EEE2-56F4-9B39-ECCBEE0471AC}" dt="2026-03-07T22:24:01.691" v="2176" actId="20577"/>
          <ac:spMkLst>
            <pc:docMk/>
            <pc:sldMk cId="3264606595" sldId="269"/>
            <ac:spMk id="2" creationId="{CDDEC875-17A5-A6B8-9D7A-B86320FEC586}"/>
          </ac:spMkLst>
        </pc:spChg>
        <pc:spChg chg="mod">
          <ac:chgData name="Toby Donaldson" userId="2e6e5431-bb17-4c41-9985-d39c50d83c73" providerId="ADAL" clId="{7F9681A8-EEE2-56F4-9B39-ECCBEE0471AC}" dt="2026-03-07T22:24:04.796" v="2184" actId="20577"/>
          <ac:spMkLst>
            <pc:docMk/>
            <pc:sldMk cId="3264606595" sldId="269"/>
            <ac:spMk id="3" creationId="{13F48A3F-69EB-AD0B-E532-A3E53F6DD8B2}"/>
          </ac:spMkLst>
        </pc:spChg>
      </pc:sldChg>
      <pc:sldChg chg="modSp new mod">
        <pc:chgData name="Toby Donaldson" userId="2e6e5431-bb17-4c41-9985-d39c50d83c73" providerId="ADAL" clId="{7F9681A8-EEE2-56F4-9B39-ECCBEE0471AC}" dt="2026-03-07T22:25:18.675" v="2467" actId="20577"/>
        <pc:sldMkLst>
          <pc:docMk/>
          <pc:sldMk cId="273613921" sldId="270"/>
        </pc:sldMkLst>
        <pc:spChg chg="mod">
          <ac:chgData name="Toby Donaldson" userId="2e6e5431-bb17-4c41-9985-d39c50d83c73" providerId="ADAL" clId="{7F9681A8-EEE2-56F4-9B39-ECCBEE0471AC}" dt="2026-03-07T22:24:16.849" v="2198" actId="20577"/>
          <ac:spMkLst>
            <pc:docMk/>
            <pc:sldMk cId="273613921" sldId="270"/>
            <ac:spMk id="2" creationId="{F5D33601-9EFA-9578-02A5-FB405709AA44}"/>
          </ac:spMkLst>
        </pc:spChg>
        <pc:spChg chg="mod">
          <ac:chgData name="Toby Donaldson" userId="2e6e5431-bb17-4c41-9985-d39c50d83c73" providerId="ADAL" clId="{7F9681A8-EEE2-56F4-9B39-ECCBEE0471AC}" dt="2026-03-07T22:25:18.675" v="2467" actId="20577"/>
          <ac:spMkLst>
            <pc:docMk/>
            <pc:sldMk cId="273613921" sldId="270"/>
            <ac:spMk id="3" creationId="{08FD90A4-367B-96E1-ADDD-7C4721FD55A1}"/>
          </ac:spMkLst>
        </pc:spChg>
      </pc:sldChg>
      <pc:sldChg chg="delSp modSp add mod">
        <pc:chgData name="Toby Donaldson" userId="2e6e5431-bb17-4c41-9985-d39c50d83c73" providerId="ADAL" clId="{7F9681A8-EEE2-56F4-9B39-ECCBEE0471AC}" dt="2026-03-07T22:31:00.791" v="2826" actId="20577"/>
        <pc:sldMkLst>
          <pc:docMk/>
          <pc:sldMk cId="1615896342" sldId="271"/>
        </pc:sldMkLst>
        <pc:spChg chg="del mod">
          <ac:chgData name="Toby Donaldson" userId="2e6e5431-bb17-4c41-9985-d39c50d83c73" providerId="ADAL" clId="{7F9681A8-EEE2-56F4-9B39-ECCBEE0471AC}" dt="2026-03-07T22:30:16.073" v="2750" actId="21"/>
          <ac:spMkLst>
            <pc:docMk/>
            <pc:sldMk cId="1615896342" sldId="271"/>
            <ac:spMk id="24" creationId="{40B08497-B203-B1EC-AB53-99C8870B8549}"/>
          </ac:spMkLst>
        </pc:spChg>
        <pc:spChg chg="mod">
          <ac:chgData name="Toby Donaldson" userId="2e6e5431-bb17-4c41-9985-d39c50d83c73" providerId="ADAL" clId="{7F9681A8-EEE2-56F4-9B39-ECCBEE0471AC}" dt="2026-03-07T22:31:00.791" v="2826" actId="20577"/>
          <ac:spMkLst>
            <pc:docMk/>
            <pc:sldMk cId="1615896342" sldId="271"/>
            <ac:spMk id="25" creationId="{0B8E5060-FFBA-D50B-4E43-006B2BF339FB}"/>
          </ac:spMkLst>
        </pc:spChg>
      </pc:sldChg>
      <pc:sldChg chg="addSp modSp add mod ord">
        <pc:chgData name="Toby Donaldson" userId="2e6e5431-bb17-4c41-9985-d39c50d83c73" providerId="ADAL" clId="{7F9681A8-EEE2-56F4-9B39-ECCBEE0471AC}" dt="2026-03-07T22:30:35.534" v="2822" actId="20577"/>
        <pc:sldMkLst>
          <pc:docMk/>
          <pc:sldMk cId="1830218500" sldId="272"/>
        </pc:sldMkLst>
        <pc:spChg chg="mod">
          <ac:chgData name="Toby Donaldson" userId="2e6e5431-bb17-4c41-9985-d39c50d83c73" providerId="ADAL" clId="{7F9681A8-EEE2-56F4-9B39-ECCBEE0471AC}" dt="2026-03-07T22:29:23.099" v="2693"/>
          <ac:spMkLst>
            <pc:docMk/>
            <pc:sldMk cId="1830218500" sldId="272"/>
            <ac:spMk id="4" creationId="{BFB33561-675E-013A-52AD-2406CD76FADB}"/>
          </ac:spMkLst>
        </pc:spChg>
        <pc:spChg chg="mod">
          <ac:chgData name="Toby Donaldson" userId="2e6e5431-bb17-4c41-9985-d39c50d83c73" providerId="ADAL" clId="{7F9681A8-EEE2-56F4-9B39-ECCBEE0471AC}" dt="2026-03-07T22:30:35.534" v="2822" actId="20577"/>
          <ac:spMkLst>
            <pc:docMk/>
            <pc:sldMk cId="1830218500" sldId="272"/>
            <ac:spMk id="24" creationId="{734B0C9F-FCBB-E6F6-7170-4B736158C5E3}"/>
          </ac:spMkLst>
        </pc:spChg>
        <pc:grpChg chg="add mod">
          <ac:chgData name="Toby Donaldson" userId="2e6e5431-bb17-4c41-9985-d39c50d83c73" providerId="ADAL" clId="{7F9681A8-EEE2-56F4-9B39-ECCBEE0471AC}" dt="2026-03-07T22:29:23.099" v="2693"/>
          <ac:grpSpMkLst>
            <pc:docMk/>
            <pc:sldMk cId="1830218500" sldId="272"/>
            <ac:grpSpMk id="2" creationId="{EF6EBC42-2D02-B3CE-D919-1E8586A99F43}"/>
          </ac:grpSpMkLst>
        </pc:grpChg>
        <pc:picChg chg="mod">
          <ac:chgData name="Toby Donaldson" userId="2e6e5431-bb17-4c41-9985-d39c50d83c73" providerId="ADAL" clId="{7F9681A8-EEE2-56F4-9B39-ECCBEE0471AC}" dt="2026-03-07T22:29:23.099" v="2693"/>
          <ac:picMkLst>
            <pc:docMk/>
            <pc:sldMk cId="1830218500" sldId="272"/>
            <ac:picMk id="3" creationId="{2B1C126A-B3A1-2DB3-3E24-145FE58B349F}"/>
          </ac:picMkLst>
        </pc:picChg>
      </pc:sldChg>
      <pc:sldChg chg="add del">
        <pc:chgData name="Toby Donaldson" userId="2e6e5431-bb17-4c41-9985-d39c50d83c73" providerId="ADAL" clId="{7F9681A8-EEE2-56F4-9B39-ECCBEE0471AC}" dt="2026-03-07T22:27:13.569" v="2524" actId="2890"/>
        <pc:sldMkLst>
          <pc:docMk/>
          <pc:sldMk cId="1176078489" sldId="273"/>
        </pc:sldMkLst>
      </pc:sldChg>
      <pc:sldChg chg="addSp modSp add mod">
        <pc:chgData name="Toby Donaldson" userId="2e6e5431-bb17-4c41-9985-d39c50d83c73" providerId="ADAL" clId="{7F9681A8-EEE2-56F4-9B39-ECCBEE0471AC}" dt="2026-03-07T22:29:12.383" v="2692" actId="1076"/>
        <pc:sldMkLst>
          <pc:docMk/>
          <pc:sldMk cId="1715065106" sldId="273"/>
        </pc:sldMkLst>
        <pc:spChg chg="mod">
          <ac:chgData name="Toby Donaldson" userId="2e6e5431-bb17-4c41-9985-d39c50d83c73" providerId="ADAL" clId="{7F9681A8-EEE2-56F4-9B39-ECCBEE0471AC}" dt="2026-03-07T22:29:12.383" v="2692" actId="1076"/>
          <ac:spMkLst>
            <pc:docMk/>
            <pc:sldMk cId="1715065106" sldId="273"/>
            <ac:spMk id="26" creationId="{58E99670-38A7-B1F0-20E6-BDC42C3A5B47}"/>
          </ac:spMkLst>
        </pc:spChg>
        <pc:spChg chg="mod">
          <ac:chgData name="Toby Donaldson" userId="2e6e5431-bb17-4c41-9985-d39c50d83c73" providerId="ADAL" clId="{7F9681A8-EEE2-56F4-9B39-ECCBEE0471AC}" dt="2026-03-07T22:28:56.216" v="2690" actId="1076"/>
          <ac:spMkLst>
            <pc:docMk/>
            <pc:sldMk cId="1715065106" sldId="273"/>
            <ac:spMk id="30" creationId="{26319691-6424-0DEA-5643-6A8FF93373DC}"/>
          </ac:spMkLst>
        </pc:spChg>
        <pc:cxnChg chg="add">
          <ac:chgData name="Toby Donaldson" userId="2e6e5431-bb17-4c41-9985-d39c50d83c73" providerId="ADAL" clId="{7F9681A8-EEE2-56F4-9B39-ECCBEE0471AC}" dt="2026-03-07T22:29:03.442" v="2691" actId="11529"/>
          <ac:cxnSpMkLst>
            <pc:docMk/>
            <pc:sldMk cId="1715065106" sldId="273"/>
            <ac:cxnSpMk id="3" creationId="{5E735F8D-16A9-6274-73A4-5EA8ECE8FD1C}"/>
          </ac:cxnSpMkLst>
        </pc:cxnChg>
      </pc:sldChg>
      <pc:sldChg chg="delSp modSp add mod ord">
        <pc:chgData name="Toby Donaldson" userId="2e6e5431-bb17-4c41-9985-d39c50d83c73" providerId="ADAL" clId="{7F9681A8-EEE2-56F4-9B39-ECCBEE0471AC}" dt="2026-03-07T22:33:00.637" v="2911" actId="20578"/>
        <pc:sldMkLst>
          <pc:docMk/>
          <pc:sldMk cId="1273014248" sldId="274"/>
        </pc:sldMkLst>
        <pc:spChg chg="mod">
          <ac:chgData name="Toby Donaldson" userId="2e6e5431-bb17-4c41-9985-d39c50d83c73" providerId="ADAL" clId="{7F9681A8-EEE2-56F4-9B39-ECCBEE0471AC}" dt="2026-03-07T22:32:45.399" v="2910" actId="113"/>
          <ac:spMkLst>
            <pc:docMk/>
            <pc:sldMk cId="1273014248" sldId="274"/>
            <ac:spMk id="34" creationId="{815A2D48-62F5-691D-A67A-C46D56E93CE0}"/>
          </ac:spMkLst>
        </pc:spChg>
        <pc:picChg chg="del">
          <ac:chgData name="Toby Donaldson" userId="2e6e5431-bb17-4c41-9985-d39c50d83c73" providerId="ADAL" clId="{7F9681A8-EEE2-56F4-9B39-ECCBEE0471AC}" dt="2026-03-07T22:32:25.216" v="2843" actId="21"/>
          <ac:picMkLst>
            <pc:docMk/>
            <pc:sldMk cId="1273014248" sldId="274"/>
            <ac:picMk id="35" creationId="{BAA6FFED-B99E-11B7-658A-09EED1A4ADD4}"/>
          </ac:picMkLst>
        </pc:picChg>
      </pc:sldChg>
      <pc:sldChg chg="add del">
        <pc:chgData name="Toby Donaldson" userId="2e6e5431-bb17-4c41-9985-d39c50d83c73" providerId="ADAL" clId="{7F9681A8-EEE2-56F4-9B39-ECCBEE0471AC}" dt="2026-03-07T22:27:13.085" v="2523"/>
        <pc:sldMkLst>
          <pc:docMk/>
          <pc:sldMk cId="3743350405" sldId="274"/>
        </pc:sldMkLst>
      </pc:sldChg>
      <pc:sldChg chg="modSp new mod">
        <pc:chgData name="Toby Donaldson" userId="2e6e5431-bb17-4c41-9985-d39c50d83c73" providerId="ADAL" clId="{7F9681A8-EEE2-56F4-9B39-ECCBEE0471AC}" dt="2026-03-07T22:36:41.830" v="3093" actId="20577"/>
        <pc:sldMkLst>
          <pc:docMk/>
          <pc:sldMk cId="2038109472" sldId="275"/>
        </pc:sldMkLst>
        <pc:spChg chg="mod">
          <ac:chgData name="Toby Donaldson" userId="2e6e5431-bb17-4c41-9985-d39c50d83c73" providerId="ADAL" clId="{7F9681A8-EEE2-56F4-9B39-ECCBEE0471AC}" dt="2026-03-07T22:36:19.395" v="2995" actId="20577"/>
          <ac:spMkLst>
            <pc:docMk/>
            <pc:sldMk cId="2038109472" sldId="275"/>
            <ac:spMk id="2" creationId="{3B0BAFB3-0A59-2EE5-A679-840531A53D31}"/>
          </ac:spMkLst>
        </pc:spChg>
        <pc:spChg chg="mod">
          <ac:chgData name="Toby Donaldson" userId="2e6e5431-bb17-4c41-9985-d39c50d83c73" providerId="ADAL" clId="{7F9681A8-EEE2-56F4-9B39-ECCBEE0471AC}" dt="2026-03-07T22:36:41.830" v="3093" actId="20577"/>
          <ac:spMkLst>
            <pc:docMk/>
            <pc:sldMk cId="2038109472" sldId="275"/>
            <ac:spMk id="3" creationId="{0F5233D3-E092-2A90-AA40-414E89DC3A9B}"/>
          </ac:spMkLst>
        </pc:spChg>
      </pc:sldChg>
      <pc:sldChg chg="addSp modSp new mod">
        <pc:chgData name="Toby Donaldson" userId="2e6e5431-bb17-4c41-9985-d39c50d83c73" providerId="ADAL" clId="{7F9681A8-EEE2-56F4-9B39-ECCBEE0471AC}" dt="2026-03-07T22:40:48.408" v="3376" actId="14100"/>
        <pc:sldMkLst>
          <pc:docMk/>
          <pc:sldMk cId="3123680435" sldId="276"/>
        </pc:sldMkLst>
        <pc:spChg chg="mod">
          <ac:chgData name="Toby Donaldson" userId="2e6e5431-bb17-4c41-9985-d39c50d83c73" providerId="ADAL" clId="{7F9681A8-EEE2-56F4-9B39-ECCBEE0471AC}" dt="2026-03-07T22:37:17.954" v="3118" actId="20577"/>
          <ac:spMkLst>
            <pc:docMk/>
            <pc:sldMk cId="3123680435" sldId="276"/>
            <ac:spMk id="2" creationId="{5E3898C1-029C-1FC5-DFA3-1A693A433613}"/>
          </ac:spMkLst>
        </pc:spChg>
        <pc:spChg chg="mod">
          <ac:chgData name="Toby Donaldson" userId="2e6e5431-bb17-4c41-9985-d39c50d83c73" providerId="ADAL" clId="{7F9681A8-EEE2-56F4-9B39-ECCBEE0471AC}" dt="2026-03-07T22:38:09.011" v="3159" actId="255"/>
          <ac:spMkLst>
            <pc:docMk/>
            <pc:sldMk cId="3123680435" sldId="276"/>
            <ac:spMk id="3" creationId="{11A2F291-5131-4363-30F5-D8012464A821}"/>
          </ac:spMkLst>
        </pc:spChg>
        <pc:spChg chg="add mod">
          <ac:chgData name="Toby Donaldson" userId="2e6e5431-bb17-4c41-9985-d39c50d83c73" providerId="ADAL" clId="{7F9681A8-EEE2-56F4-9B39-ECCBEE0471AC}" dt="2026-03-07T22:39:01.771" v="3196" actId="1076"/>
          <ac:spMkLst>
            <pc:docMk/>
            <pc:sldMk cId="3123680435" sldId="276"/>
            <ac:spMk id="4" creationId="{DAD1FB00-BDA2-41F1-3122-EA010CE3D828}"/>
          </ac:spMkLst>
        </pc:spChg>
        <pc:spChg chg="add mod">
          <ac:chgData name="Toby Donaldson" userId="2e6e5431-bb17-4c41-9985-d39c50d83c73" providerId="ADAL" clId="{7F9681A8-EEE2-56F4-9B39-ECCBEE0471AC}" dt="2026-03-07T22:40:48.408" v="3376" actId="14100"/>
          <ac:spMkLst>
            <pc:docMk/>
            <pc:sldMk cId="3123680435" sldId="276"/>
            <ac:spMk id="16" creationId="{108DABD3-DFDD-0C74-6AAD-4192005CE3D0}"/>
          </ac:spMkLst>
        </pc:spChg>
        <pc:cxnChg chg="add">
          <ac:chgData name="Toby Donaldson" userId="2e6e5431-bb17-4c41-9985-d39c50d83c73" providerId="ADAL" clId="{7F9681A8-EEE2-56F4-9B39-ECCBEE0471AC}" dt="2026-03-07T22:39:07.292" v="3197" actId="11529"/>
          <ac:cxnSpMkLst>
            <pc:docMk/>
            <pc:sldMk cId="3123680435" sldId="276"/>
            <ac:cxnSpMk id="6" creationId="{9B8A23C6-85B6-86BE-30A7-111C1C7BED8F}"/>
          </ac:cxnSpMkLst>
        </pc:cxnChg>
        <pc:cxnChg chg="add mod">
          <ac:chgData name="Toby Donaldson" userId="2e6e5431-bb17-4c41-9985-d39c50d83c73" providerId="ADAL" clId="{7F9681A8-EEE2-56F4-9B39-ECCBEE0471AC}" dt="2026-03-07T22:39:13.925" v="3200" actId="14100"/>
          <ac:cxnSpMkLst>
            <pc:docMk/>
            <pc:sldMk cId="3123680435" sldId="276"/>
            <ac:cxnSpMk id="7" creationId="{512C548C-0F1A-1BFF-FC53-B81E7251D104}"/>
          </ac:cxnSpMkLst>
        </pc:cxnChg>
        <pc:cxnChg chg="add mod">
          <ac:chgData name="Toby Donaldson" userId="2e6e5431-bb17-4c41-9985-d39c50d83c73" providerId="ADAL" clId="{7F9681A8-EEE2-56F4-9B39-ECCBEE0471AC}" dt="2026-03-07T22:39:20.843" v="3203" actId="14100"/>
          <ac:cxnSpMkLst>
            <pc:docMk/>
            <pc:sldMk cId="3123680435" sldId="276"/>
            <ac:cxnSpMk id="10" creationId="{B3670C48-4DB4-2B8C-013C-E4D8A42919C7}"/>
          </ac:cxnSpMkLst>
        </pc:cxnChg>
        <pc:cxnChg chg="add mod">
          <ac:chgData name="Toby Donaldson" userId="2e6e5431-bb17-4c41-9985-d39c50d83c73" providerId="ADAL" clId="{7F9681A8-EEE2-56F4-9B39-ECCBEE0471AC}" dt="2026-03-07T22:39:28.172" v="3206" actId="14100"/>
          <ac:cxnSpMkLst>
            <pc:docMk/>
            <pc:sldMk cId="3123680435" sldId="276"/>
            <ac:cxnSpMk id="13" creationId="{A35196D1-B2E1-0653-8895-7F85A64C6D13}"/>
          </ac:cxnSpMkLst>
        </pc:cxnChg>
      </pc:sldChg>
      <pc:sldChg chg="addSp modSp add mod">
        <pc:chgData name="Toby Donaldson" userId="2e6e5431-bb17-4c41-9985-d39c50d83c73" providerId="ADAL" clId="{7F9681A8-EEE2-56F4-9B39-ECCBEE0471AC}" dt="2026-03-07T22:44:30.271" v="3498" actId="1076"/>
        <pc:sldMkLst>
          <pc:docMk/>
          <pc:sldMk cId="3430528783" sldId="277"/>
        </pc:sldMkLst>
        <pc:spChg chg="add mod">
          <ac:chgData name="Toby Donaldson" userId="2e6e5431-bb17-4c41-9985-d39c50d83c73" providerId="ADAL" clId="{7F9681A8-EEE2-56F4-9B39-ECCBEE0471AC}" dt="2026-03-07T22:44:30.271" v="3498" actId="1076"/>
          <ac:spMkLst>
            <pc:docMk/>
            <pc:sldMk cId="3430528783" sldId="277"/>
            <ac:spMk id="5" creationId="{A2FBCBA2-71A2-E81B-30DE-BB91D188E993}"/>
          </ac:spMkLst>
        </pc:spChg>
        <pc:spChg chg="add mod">
          <ac:chgData name="Toby Donaldson" userId="2e6e5431-bb17-4c41-9985-d39c50d83c73" providerId="ADAL" clId="{7F9681A8-EEE2-56F4-9B39-ECCBEE0471AC}" dt="2026-03-07T22:44:19.021" v="3495" actId="1076"/>
          <ac:spMkLst>
            <pc:docMk/>
            <pc:sldMk cId="3430528783" sldId="277"/>
            <ac:spMk id="8" creationId="{9EFF4917-900E-0984-C804-134358A4C395}"/>
          </ac:spMkLst>
        </pc:spChg>
        <pc:spChg chg="add mod">
          <ac:chgData name="Toby Donaldson" userId="2e6e5431-bb17-4c41-9985-d39c50d83c73" providerId="ADAL" clId="{7F9681A8-EEE2-56F4-9B39-ECCBEE0471AC}" dt="2026-03-07T22:44:25.455" v="3497" actId="1076"/>
          <ac:spMkLst>
            <pc:docMk/>
            <pc:sldMk cId="3430528783" sldId="277"/>
            <ac:spMk id="9" creationId="{823229A2-BE6F-1C9C-F0EB-FF923DE64569}"/>
          </ac:spMkLst>
        </pc:spChg>
      </pc:sldChg>
      <pc:sldChg chg="addSp modSp add mod">
        <pc:chgData name="Toby Donaldson" userId="2e6e5431-bb17-4c41-9985-d39c50d83c73" providerId="ADAL" clId="{7F9681A8-EEE2-56F4-9B39-ECCBEE0471AC}" dt="2026-03-07T22:46:42.941" v="3645" actId="14100"/>
        <pc:sldMkLst>
          <pc:docMk/>
          <pc:sldMk cId="892074916" sldId="278"/>
        </pc:sldMkLst>
        <pc:spChg chg="add mod">
          <ac:chgData name="Toby Donaldson" userId="2e6e5431-bb17-4c41-9985-d39c50d83c73" providerId="ADAL" clId="{7F9681A8-EEE2-56F4-9B39-ECCBEE0471AC}" dt="2026-03-07T22:46:42.941" v="3645" actId="14100"/>
          <ac:spMkLst>
            <pc:docMk/>
            <pc:sldMk cId="892074916" sldId="278"/>
            <ac:spMk id="11" creationId="{39F13717-1070-BB59-CEC5-4287D85B844A}"/>
          </ac:spMkLst>
        </pc:spChg>
      </pc:sldChg>
      <pc:sldChg chg="addSp modSp new mod">
        <pc:chgData name="Toby Donaldson" userId="2e6e5431-bb17-4c41-9985-d39c50d83c73" providerId="ADAL" clId="{7F9681A8-EEE2-56F4-9B39-ECCBEE0471AC}" dt="2026-03-07T22:52:36.262" v="4327" actId="20577"/>
        <pc:sldMkLst>
          <pc:docMk/>
          <pc:sldMk cId="1860546132" sldId="279"/>
        </pc:sldMkLst>
        <pc:spChg chg="mod">
          <ac:chgData name="Toby Donaldson" userId="2e6e5431-bb17-4c41-9985-d39c50d83c73" providerId="ADAL" clId="{7F9681A8-EEE2-56F4-9B39-ECCBEE0471AC}" dt="2026-03-07T22:47:23.676" v="3672" actId="20577"/>
          <ac:spMkLst>
            <pc:docMk/>
            <pc:sldMk cId="1860546132" sldId="279"/>
            <ac:spMk id="2" creationId="{5D075C93-EB6F-5B5F-8281-2C3FC3565C07}"/>
          </ac:spMkLst>
        </pc:spChg>
        <pc:spChg chg="mod">
          <ac:chgData name="Toby Donaldson" userId="2e6e5431-bb17-4c41-9985-d39c50d83c73" providerId="ADAL" clId="{7F9681A8-EEE2-56F4-9B39-ECCBEE0471AC}" dt="2026-03-07T22:50:05.498" v="3864" actId="13926"/>
          <ac:spMkLst>
            <pc:docMk/>
            <pc:sldMk cId="1860546132" sldId="279"/>
            <ac:spMk id="3" creationId="{B8DED732-9392-3E8B-E4A3-2A6E87AD040E}"/>
          </ac:spMkLst>
        </pc:spChg>
        <pc:spChg chg="add mod">
          <ac:chgData name="Toby Donaldson" userId="2e6e5431-bb17-4c41-9985-d39c50d83c73" providerId="ADAL" clId="{7F9681A8-EEE2-56F4-9B39-ECCBEE0471AC}" dt="2026-03-07T22:51:31.826" v="4193" actId="14100"/>
          <ac:spMkLst>
            <pc:docMk/>
            <pc:sldMk cId="1860546132" sldId="279"/>
            <ac:spMk id="4" creationId="{31061E46-4BDE-0626-E58B-402C5BBC7343}"/>
          </ac:spMkLst>
        </pc:spChg>
        <pc:spChg chg="add mod">
          <ac:chgData name="Toby Donaldson" userId="2e6e5431-bb17-4c41-9985-d39c50d83c73" providerId="ADAL" clId="{7F9681A8-EEE2-56F4-9B39-ECCBEE0471AC}" dt="2026-03-07T22:52:36.262" v="4327" actId="20577"/>
          <ac:spMkLst>
            <pc:docMk/>
            <pc:sldMk cId="1860546132" sldId="279"/>
            <ac:spMk id="5" creationId="{3D06E88E-0DC6-E55C-9D60-B21C1F03B7A6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3-07T22:55:00.793" v="4461" actId="1076"/>
        <pc:sldMkLst>
          <pc:docMk/>
          <pc:sldMk cId="1813848651" sldId="280"/>
        </pc:sldMkLst>
        <pc:spChg chg="mod">
          <ac:chgData name="Toby Donaldson" userId="2e6e5431-bb17-4c41-9985-d39c50d83c73" providerId="ADAL" clId="{7F9681A8-EEE2-56F4-9B39-ECCBEE0471AC}" dt="2026-03-07T22:53:19.781" v="4331" actId="20577"/>
          <ac:spMkLst>
            <pc:docMk/>
            <pc:sldMk cId="1813848651" sldId="280"/>
            <ac:spMk id="3" creationId="{1B0851D3-752B-D84A-6D01-347F258858DC}"/>
          </ac:spMkLst>
        </pc:spChg>
        <pc:spChg chg="del">
          <ac:chgData name="Toby Donaldson" userId="2e6e5431-bb17-4c41-9985-d39c50d83c73" providerId="ADAL" clId="{7F9681A8-EEE2-56F4-9B39-ECCBEE0471AC}" dt="2026-03-07T22:53:15.602" v="4328" actId="478"/>
          <ac:spMkLst>
            <pc:docMk/>
            <pc:sldMk cId="1813848651" sldId="280"/>
            <ac:spMk id="4" creationId="{0706F6D7-F5CD-AB20-C3CE-EB89E275EB51}"/>
          </ac:spMkLst>
        </pc:spChg>
        <pc:spChg chg="del">
          <ac:chgData name="Toby Donaldson" userId="2e6e5431-bb17-4c41-9985-d39c50d83c73" providerId="ADAL" clId="{7F9681A8-EEE2-56F4-9B39-ECCBEE0471AC}" dt="2026-03-07T22:53:15.602" v="4328" actId="478"/>
          <ac:spMkLst>
            <pc:docMk/>
            <pc:sldMk cId="1813848651" sldId="280"/>
            <ac:spMk id="5" creationId="{45EA6B95-50EF-ABD3-3EAE-1E7BB15FBE03}"/>
          </ac:spMkLst>
        </pc:spChg>
        <pc:spChg chg="add mod">
          <ac:chgData name="Toby Donaldson" userId="2e6e5431-bb17-4c41-9985-d39c50d83c73" providerId="ADAL" clId="{7F9681A8-EEE2-56F4-9B39-ECCBEE0471AC}" dt="2026-03-07T22:55:00.793" v="4461" actId="1076"/>
          <ac:spMkLst>
            <pc:docMk/>
            <pc:sldMk cId="1813848651" sldId="280"/>
            <ac:spMk id="6" creationId="{1589F970-E953-1670-CB63-89053B237BC7}"/>
          </ac:spMkLst>
        </pc:spChg>
        <pc:spChg chg="add mod">
          <ac:chgData name="Toby Donaldson" userId="2e6e5431-bb17-4c41-9985-d39c50d83c73" providerId="ADAL" clId="{7F9681A8-EEE2-56F4-9B39-ECCBEE0471AC}" dt="2026-03-07T22:54:36.309" v="4453" actId="14100"/>
          <ac:spMkLst>
            <pc:docMk/>
            <pc:sldMk cId="1813848651" sldId="280"/>
            <ac:spMk id="7" creationId="{9B117658-8365-C900-EBF9-4678E5590161}"/>
          </ac:spMkLst>
        </pc:spChg>
      </pc:sldChg>
      <pc:sldChg chg="addSp delSp modSp add mod modTransition">
        <pc:chgData name="Toby Donaldson" userId="2e6e5431-bb17-4c41-9985-d39c50d83c73" providerId="ADAL" clId="{7F9681A8-EEE2-56F4-9B39-ECCBEE0471AC}" dt="2026-03-07T23:07:55.981" v="5046" actId="1076"/>
        <pc:sldMkLst>
          <pc:docMk/>
          <pc:sldMk cId="463000142" sldId="281"/>
        </pc:sldMkLst>
        <pc:spChg chg="mod">
          <ac:chgData name="Toby Donaldson" userId="2e6e5431-bb17-4c41-9985-d39c50d83c73" providerId="ADAL" clId="{7F9681A8-EEE2-56F4-9B39-ECCBEE0471AC}" dt="2026-03-07T23:07:02.265" v="4944" actId="20577"/>
          <ac:spMkLst>
            <pc:docMk/>
            <pc:sldMk cId="463000142" sldId="281"/>
            <ac:spMk id="2" creationId="{B427CA95-9FBD-8DA5-B94C-0C62F0F842AF}"/>
          </ac:spMkLst>
        </pc:spChg>
        <pc:spChg chg="mod">
          <ac:chgData name="Toby Donaldson" userId="2e6e5431-bb17-4c41-9985-d39c50d83c73" providerId="ADAL" clId="{7F9681A8-EEE2-56F4-9B39-ECCBEE0471AC}" dt="2026-03-07T23:02:15.865" v="4682" actId="20577"/>
          <ac:spMkLst>
            <pc:docMk/>
            <pc:sldMk cId="463000142" sldId="281"/>
            <ac:spMk id="3" creationId="{1AEC7C6F-F3D4-9AD5-AC28-35D8D1A2A5C9}"/>
          </ac:spMkLst>
        </pc:spChg>
        <pc:spChg chg="add mod">
          <ac:chgData name="Toby Donaldson" userId="2e6e5431-bb17-4c41-9985-d39c50d83c73" providerId="ADAL" clId="{7F9681A8-EEE2-56F4-9B39-ECCBEE0471AC}" dt="2026-03-07T23:06:36.197" v="4920" actId="1076"/>
          <ac:spMkLst>
            <pc:docMk/>
            <pc:sldMk cId="463000142" sldId="281"/>
            <ac:spMk id="4" creationId="{0F49A88D-4E26-9D45-636F-8EC42CA855F0}"/>
          </ac:spMkLst>
        </pc:spChg>
        <pc:spChg chg="add mod">
          <ac:chgData name="Toby Donaldson" userId="2e6e5431-bb17-4c41-9985-d39c50d83c73" providerId="ADAL" clId="{7F9681A8-EEE2-56F4-9B39-ECCBEE0471AC}" dt="2026-03-07T23:03:41.701" v="4807" actId="1076"/>
          <ac:spMkLst>
            <pc:docMk/>
            <pc:sldMk cId="463000142" sldId="281"/>
            <ac:spMk id="5" creationId="{1D2F561B-F62A-E1B8-9A33-2073BF06B4F0}"/>
          </ac:spMkLst>
        </pc:spChg>
        <pc:spChg chg="del">
          <ac:chgData name="Toby Donaldson" userId="2e6e5431-bb17-4c41-9985-d39c50d83c73" providerId="ADAL" clId="{7F9681A8-EEE2-56F4-9B39-ECCBEE0471AC}" dt="2026-03-07T22:59:51.783" v="4619" actId="21"/>
          <ac:spMkLst>
            <pc:docMk/>
            <pc:sldMk cId="463000142" sldId="281"/>
            <ac:spMk id="6" creationId="{EC6BE454-06A5-CDCF-30A5-FCA6FB04ED95}"/>
          </ac:spMkLst>
        </pc:spChg>
        <pc:spChg chg="del">
          <ac:chgData name="Toby Donaldson" userId="2e6e5431-bb17-4c41-9985-d39c50d83c73" providerId="ADAL" clId="{7F9681A8-EEE2-56F4-9B39-ECCBEE0471AC}" dt="2026-03-07T22:59:50.430" v="4618" actId="21"/>
          <ac:spMkLst>
            <pc:docMk/>
            <pc:sldMk cId="463000142" sldId="281"/>
            <ac:spMk id="7" creationId="{4FA3C911-28F8-4DEC-AC2D-33248206C6EB}"/>
          </ac:spMkLst>
        </pc:spChg>
        <pc:spChg chg="add mod">
          <ac:chgData name="Toby Donaldson" userId="2e6e5431-bb17-4c41-9985-d39c50d83c73" providerId="ADAL" clId="{7F9681A8-EEE2-56F4-9B39-ECCBEE0471AC}" dt="2026-03-07T23:03:49.715" v="4809" actId="1076"/>
          <ac:spMkLst>
            <pc:docMk/>
            <pc:sldMk cId="463000142" sldId="281"/>
            <ac:spMk id="8" creationId="{1F599133-D9B8-9FBF-76EC-A09E97FA818D}"/>
          </ac:spMkLst>
        </pc:spChg>
        <pc:spChg chg="add mod">
          <ac:chgData name="Toby Donaldson" userId="2e6e5431-bb17-4c41-9985-d39c50d83c73" providerId="ADAL" clId="{7F9681A8-EEE2-56F4-9B39-ECCBEE0471AC}" dt="2026-03-07T23:03:57.495" v="4811" actId="1076"/>
          <ac:spMkLst>
            <pc:docMk/>
            <pc:sldMk cId="463000142" sldId="281"/>
            <ac:spMk id="9" creationId="{621EDDC6-3A29-63A9-366A-4EE5670EFD69}"/>
          </ac:spMkLst>
        </pc:spChg>
        <pc:spChg chg="add mod">
          <ac:chgData name="Toby Donaldson" userId="2e6e5431-bb17-4c41-9985-d39c50d83c73" providerId="ADAL" clId="{7F9681A8-EEE2-56F4-9B39-ECCBEE0471AC}" dt="2026-03-07T23:04:08.897" v="4813" actId="1076"/>
          <ac:spMkLst>
            <pc:docMk/>
            <pc:sldMk cId="463000142" sldId="281"/>
            <ac:spMk id="10" creationId="{8135F3E3-A0ED-79A5-1AD0-E2AD636E4703}"/>
          </ac:spMkLst>
        </pc:spChg>
        <pc:spChg chg="add mod">
          <ac:chgData name="Toby Donaldson" userId="2e6e5431-bb17-4c41-9985-d39c50d83c73" providerId="ADAL" clId="{7F9681A8-EEE2-56F4-9B39-ECCBEE0471AC}" dt="2026-03-07T23:04:22.731" v="4815" actId="1076"/>
          <ac:spMkLst>
            <pc:docMk/>
            <pc:sldMk cId="463000142" sldId="281"/>
            <ac:spMk id="11" creationId="{46C22784-FD7D-FC92-714F-4BCD057574FF}"/>
          </ac:spMkLst>
        </pc:spChg>
        <pc:spChg chg="add del mod">
          <ac:chgData name="Toby Donaldson" userId="2e6e5431-bb17-4c41-9985-d39c50d83c73" providerId="ADAL" clId="{7F9681A8-EEE2-56F4-9B39-ECCBEE0471AC}" dt="2026-03-07T23:04:37.669" v="4818" actId="21"/>
          <ac:spMkLst>
            <pc:docMk/>
            <pc:sldMk cId="463000142" sldId="281"/>
            <ac:spMk id="12" creationId="{32DDDE4A-E6D6-9B14-DB69-763F1D03522D}"/>
          </ac:spMkLst>
        </pc:spChg>
        <pc:spChg chg="add mod">
          <ac:chgData name="Toby Donaldson" userId="2e6e5431-bb17-4c41-9985-d39c50d83c73" providerId="ADAL" clId="{7F9681A8-EEE2-56F4-9B39-ECCBEE0471AC}" dt="2026-03-07T23:04:49.179" v="4820" actId="1076"/>
          <ac:spMkLst>
            <pc:docMk/>
            <pc:sldMk cId="463000142" sldId="281"/>
            <ac:spMk id="13" creationId="{AE10B55A-BE8D-C707-B3C5-23B6E32110BB}"/>
          </ac:spMkLst>
        </pc:spChg>
        <pc:spChg chg="add mod">
          <ac:chgData name="Toby Donaldson" userId="2e6e5431-bb17-4c41-9985-d39c50d83c73" providerId="ADAL" clId="{7F9681A8-EEE2-56F4-9B39-ECCBEE0471AC}" dt="2026-03-07T23:05:28.749" v="4902" actId="1076"/>
          <ac:spMkLst>
            <pc:docMk/>
            <pc:sldMk cId="463000142" sldId="281"/>
            <ac:spMk id="14" creationId="{D415D34C-C7FB-1952-A912-1C7F3147C579}"/>
          </ac:spMkLst>
        </pc:spChg>
        <pc:spChg chg="add mod">
          <ac:chgData name="Toby Donaldson" userId="2e6e5431-bb17-4c41-9985-d39c50d83c73" providerId="ADAL" clId="{7F9681A8-EEE2-56F4-9B39-ECCBEE0471AC}" dt="2026-03-07T23:07:55.981" v="5046" actId="1076"/>
          <ac:spMkLst>
            <pc:docMk/>
            <pc:sldMk cId="463000142" sldId="281"/>
            <ac:spMk id="33" creationId="{07EE4E79-1D20-378A-2381-7E7B62204589}"/>
          </ac:spMkLst>
        </pc:spChg>
        <pc:cxnChg chg="add mod">
          <ac:chgData name="Toby Donaldson" userId="2e6e5431-bb17-4c41-9985-d39c50d83c73" providerId="ADAL" clId="{7F9681A8-EEE2-56F4-9B39-ECCBEE0471AC}" dt="2026-03-07T23:06:17.964" v="4919" actId="14100"/>
          <ac:cxnSpMkLst>
            <pc:docMk/>
            <pc:sldMk cId="463000142" sldId="281"/>
            <ac:cxnSpMk id="16" creationId="{B6F53955-AE9B-63D8-9284-738D5C0DE66E}"/>
          </ac:cxnSpMkLst>
        </pc:cxnChg>
        <pc:cxnChg chg="add mod">
          <ac:chgData name="Toby Donaldson" userId="2e6e5431-bb17-4c41-9985-d39c50d83c73" providerId="ADAL" clId="{7F9681A8-EEE2-56F4-9B39-ECCBEE0471AC}" dt="2026-03-07T23:05:41.814" v="4906" actId="14100"/>
          <ac:cxnSpMkLst>
            <pc:docMk/>
            <pc:sldMk cId="463000142" sldId="281"/>
            <ac:cxnSpMk id="17" creationId="{57C65633-3CCA-B745-8FA2-57086F0CFFB6}"/>
          </ac:cxnSpMkLst>
        </pc:cxnChg>
        <pc:cxnChg chg="add mod">
          <ac:chgData name="Toby Donaldson" userId="2e6e5431-bb17-4c41-9985-d39c50d83c73" providerId="ADAL" clId="{7F9681A8-EEE2-56F4-9B39-ECCBEE0471AC}" dt="2026-03-07T23:05:49.631" v="4909" actId="14100"/>
          <ac:cxnSpMkLst>
            <pc:docMk/>
            <pc:sldMk cId="463000142" sldId="281"/>
            <ac:cxnSpMk id="20" creationId="{6F595EF8-B982-99D0-BA07-A0AF1F01A430}"/>
          </ac:cxnSpMkLst>
        </pc:cxnChg>
        <pc:cxnChg chg="add mod">
          <ac:chgData name="Toby Donaldson" userId="2e6e5431-bb17-4c41-9985-d39c50d83c73" providerId="ADAL" clId="{7F9681A8-EEE2-56F4-9B39-ECCBEE0471AC}" dt="2026-03-07T23:05:57.831" v="4912" actId="14100"/>
          <ac:cxnSpMkLst>
            <pc:docMk/>
            <pc:sldMk cId="463000142" sldId="281"/>
            <ac:cxnSpMk id="23" creationId="{8DB71073-A0AD-F68F-C48D-11D544995E84}"/>
          </ac:cxnSpMkLst>
        </pc:cxnChg>
        <pc:cxnChg chg="add mod">
          <ac:chgData name="Toby Donaldson" userId="2e6e5431-bb17-4c41-9985-d39c50d83c73" providerId="ADAL" clId="{7F9681A8-EEE2-56F4-9B39-ECCBEE0471AC}" dt="2026-03-07T23:06:05.881" v="4915" actId="14100"/>
          <ac:cxnSpMkLst>
            <pc:docMk/>
            <pc:sldMk cId="463000142" sldId="281"/>
            <ac:cxnSpMk id="26" creationId="{4B716296-570B-26DA-4C8F-29FB1971DEE4}"/>
          </ac:cxnSpMkLst>
        </pc:cxnChg>
        <pc:cxnChg chg="add mod">
          <ac:chgData name="Toby Donaldson" userId="2e6e5431-bb17-4c41-9985-d39c50d83c73" providerId="ADAL" clId="{7F9681A8-EEE2-56F4-9B39-ECCBEE0471AC}" dt="2026-03-07T23:06:13.714" v="4918" actId="14100"/>
          <ac:cxnSpMkLst>
            <pc:docMk/>
            <pc:sldMk cId="463000142" sldId="281"/>
            <ac:cxnSpMk id="29" creationId="{798F3C90-4196-007E-8E79-42A7CA013846}"/>
          </ac:cxnSpMkLst>
        </pc:cxnChg>
      </pc:sldChg>
      <pc:sldChg chg="modSp add mod ord modTransition">
        <pc:chgData name="Toby Donaldson" userId="2e6e5431-bb17-4c41-9985-d39c50d83c73" providerId="ADAL" clId="{7F9681A8-EEE2-56F4-9B39-ECCBEE0471AC}" dt="2026-03-07T23:06:57.223" v="4930" actId="20577"/>
        <pc:sldMkLst>
          <pc:docMk/>
          <pc:sldMk cId="628307974" sldId="282"/>
        </pc:sldMkLst>
        <pc:spChg chg="mod">
          <ac:chgData name="Toby Donaldson" userId="2e6e5431-bb17-4c41-9985-d39c50d83c73" providerId="ADAL" clId="{7F9681A8-EEE2-56F4-9B39-ECCBEE0471AC}" dt="2026-03-07T23:06:57.223" v="4930" actId="20577"/>
          <ac:spMkLst>
            <pc:docMk/>
            <pc:sldMk cId="628307974" sldId="282"/>
            <ac:spMk id="2" creationId="{7EE3B112-A416-E48A-93D6-2C5D49168D5B}"/>
          </ac:spMkLst>
        </pc:spChg>
      </pc:sldChg>
      <pc:sldChg chg="addSp modSp add mod">
        <pc:chgData name="Toby Donaldson" userId="2e6e5431-bb17-4c41-9985-d39c50d83c73" providerId="ADAL" clId="{7F9681A8-EEE2-56F4-9B39-ECCBEE0471AC}" dt="2026-03-07T23:09:25.899" v="5200" actId="1076"/>
        <pc:sldMkLst>
          <pc:docMk/>
          <pc:sldMk cId="490812005" sldId="283"/>
        </pc:sldMkLst>
        <pc:spChg chg="add mod">
          <ac:chgData name="Toby Donaldson" userId="2e6e5431-bb17-4c41-9985-d39c50d83c73" providerId="ADAL" clId="{7F9681A8-EEE2-56F4-9B39-ECCBEE0471AC}" dt="2026-03-07T23:09:25.899" v="5200" actId="1076"/>
          <ac:spMkLst>
            <pc:docMk/>
            <pc:sldMk cId="490812005" sldId="283"/>
            <ac:spMk id="6" creationId="{9F774687-667E-4980-0293-84520508517D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3-07T23:20:01.836" v="5731" actId="21"/>
        <pc:sldMkLst>
          <pc:docMk/>
          <pc:sldMk cId="1215015170" sldId="284"/>
        </pc:sldMkLst>
        <pc:spChg chg="mod">
          <ac:chgData name="Toby Donaldson" userId="2e6e5431-bb17-4c41-9985-d39c50d83c73" providerId="ADAL" clId="{7F9681A8-EEE2-56F4-9B39-ECCBEE0471AC}" dt="2026-03-07T23:11:15.718" v="5317" actId="1076"/>
          <ac:spMkLst>
            <pc:docMk/>
            <pc:sldMk cId="1215015170" sldId="284"/>
            <ac:spMk id="4" creationId="{FA768934-4521-8575-9804-8B4E97717E02}"/>
          </ac:spMkLst>
        </pc:spChg>
        <pc:spChg chg="del">
          <ac:chgData name="Toby Donaldson" userId="2e6e5431-bb17-4c41-9985-d39c50d83c73" providerId="ADAL" clId="{7F9681A8-EEE2-56F4-9B39-ECCBEE0471AC}" dt="2026-03-07T23:10:10.005" v="5204" actId="21"/>
          <ac:spMkLst>
            <pc:docMk/>
            <pc:sldMk cId="1215015170" sldId="284"/>
            <ac:spMk id="5" creationId="{8483389A-C182-98C2-B09E-46201D5ED412}"/>
          </ac:spMkLst>
        </pc:spChg>
        <pc:spChg chg="del">
          <ac:chgData name="Toby Donaldson" userId="2e6e5431-bb17-4c41-9985-d39c50d83c73" providerId="ADAL" clId="{7F9681A8-EEE2-56F4-9B39-ECCBEE0471AC}" dt="2026-03-07T23:09:53.200" v="5202" actId="21"/>
          <ac:spMkLst>
            <pc:docMk/>
            <pc:sldMk cId="1215015170" sldId="284"/>
            <ac:spMk id="6" creationId="{C7580697-D987-66ED-CA56-E6D2291D9BE4}"/>
          </ac:spMkLst>
        </pc:spChg>
        <pc:spChg chg="add del mod">
          <ac:chgData name="Toby Donaldson" userId="2e6e5431-bb17-4c41-9985-d39c50d83c73" providerId="ADAL" clId="{7F9681A8-EEE2-56F4-9B39-ECCBEE0471AC}" dt="2026-03-07T23:19:56.399" v="5729" actId="21"/>
          <ac:spMkLst>
            <pc:docMk/>
            <pc:sldMk cId="1215015170" sldId="284"/>
            <ac:spMk id="7" creationId="{4A0CF8D8-CF21-F4A7-E563-DD5E97A616D2}"/>
          </ac:spMkLst>
        </pc:spChg>
        <pc:spChg chg="del">
          <ac:chgData name="Toby Donaldson" userId="2e6e5431-bb17-4c41-9985-d39c50d83c73" providerId="ADAL" clId="{7F9681A8-EEE2-56F4-9B39-ECCBEE0471AC}" dt="2026-03-07T23:10:10.005" v="5204" actId="21"/>
          <ac:spMkLst>
            <pc:docMk/>
            <pc:sldMk cId="1215015170" sldId="284"/>
            <ac:spMk id="8" creationId="{631342DD-4273-D455-CB50-513D83139969}"/>
          </ac:spMkLst>
        </pc:spChg>
        <pc:spChg chg="del">
          <ac:chgData name="Toby Donaldson" userId="2e6e5431-bb17-4c41-9985-d39c50d83c73" providerId="ADAL" clId="{7F9681A8-EEE2-56F4-9B39-ECCBEE0471AC}" dt="2026-03-07T23:10:10.005" v="5204" actId="21"/>
          <ac:spMkLst>
            <pc:docMk/>
            <pc:sldMk cId="1215015170" sldId="284"/>
            <ac:spMk id="9" creationId="{D14BB3F1-A9A9-14A6-E219-0651D0CC5752}"/>
          </ac:spMkLst>
        </pc:spChg>
        <pc:spChg chg="del">
          <ac:chgData name="Toby Donaldson" userId="2e6e5431-bb17-4c41-9985-d39c50d83c73" providerId="ADAL" clId="{7F9681A8-EEE2-56F4-9B39-ECCBEE0471AC}" dt="2026-03-07T23:10:10.005" v="5204" actId="21"/>
          <ac:spMkLst>
            <pc:docMk/>
            <pc:sldMk cId="1215015170" sldId="284"/>
            <ac:spMk id="10" creationId="{96D8EBA4-A076-D447-1102-7B6F6883424A}"/>
          </ac:spMkLst>
        </pc:spChg>
        <pc:spChg chg="del">
          <ac:chgData name="Toby Donaldson" userId="2e6e5431-bb17-4c41-9985-d39c50d83c73" providerId="ADAL" clId="{7F9681A8-EEE2-56F4-9B39-ECCBEE0471AC}" dt="2026-03-07T23:10:10.005" v="5204" actId="21"/>
          <ac:spMkLst>
            <pc:docMk/>
            <pc:sldMk cId="1215015170" sldId="284"/>
            <ac:spMk id="11" creationId="{EE0002E6-3F60-A2B7-8894-511BA0098309}"/>
          </ac:spMkLst>
        </pc:spChg>
        <pc:spChg chg="add del mod">
          <ac:chgData name="Toby Donaldson" userId="2e6e5431-bb17-4c41-9985-d39c50d83c73" providerId="ADAL" clId="{7F9681A8-EEE2-56F4-9B39-ECCBEE0471AC}" dt="2026-03-07T23:13:10.299" v="5375" actId="21"/>
          <ac:spMkLst>
            <pc:docMk/>
            <pc:sldMk cId="1215015170" sldId="284"/>
            <ac:spMk id="12" creationId="{D3010130-ABF1-DC55-9E30-8813F6323FCC}"/>
          </ac:spMkLst>
        </pc:spChg>
        <pc:spChg chg="del">
          <ac:chgData name="Toby Donaldson" userId="2e6e5431-bb17-4c41-9985-d39c50d83c73" providerId="ADAL" clId="{7F9681A8-EEE2-56F4-9B39-ECCBEE0471AC}" dt="2026-03-07T23:10:10.005" v="5204" actId="21"/>
          <ac:spMkLst>
            <pc:docMk/>
            <pc:sldMk cId="1215015170" sldId="284"/>
            <ac:spMk id="13" creationId="{EAC65947-38E7-A15F-C92D-DE26EA37306A}"/>
          </ac:spMkLst>
        </pc:spChg>
        <pc:spChg chg="del">
          <ac:chgData name="Toby Donaldson" userId="2e6e5431-bb17-4c41-9985-d39c50d83c73" providerId="ADAL" clId="{7F9681A8-EEE2-56F4-9B39-ECCBEE0471AC}" dt="2026-03-07T23:09:59.063" v="5203" actId="21"/>
          <ac:spMkLst>
            <pc:docMk/>
            <pc:sldMk cId="1215015170" sldId="284"/>
            <ac:spMk id="14" creationId="{E80BE37E-5BB0-9B01-F37E-4B2278BFA2AC}"/>
          </ac:spMkLst>
        </pc:spChg>
        <pc:spChg chg="add del mod">
          <ac:chgData name="Toby Donaldson" userId="2e6e5431-bb17-4c41-9985-d39c50d83c73" providerId="ADAL" clId="{7F9681A8-EEE2-56F4-9B39-ECCBEE0471AC}" dt="2026-03-07T23:20:01.836" v="5731" actId="21"/>
          <ac:spMkLst>
            <pc:docMk/>
            <pc:sldMk cId="1215015170" sldId="284"/>
            <ac:spMk id="15" creationId="{A96C6E22-FEFC-5E98-E3F0-4E6EF2BC7B9D}"/>
          </ac:spMkLst>
        </pc:spChg>
        <pc:spChg chg="add del mod">
          <ac:chgData name="Toby Donaldson" userId="2e6e5431-bb17-4c41-9985-d39c50d83c73" providerId="ADAL" clId="{7F9681A8-EEE2-56F4-9B39-ECCBEE0471AC}" dt="2026-03-07T23:14:20.413" v="5460" actId="21"/>
          <ac:spMkLst>
            <pc:docMk/>
            <pc:sldMk cId="1215015170" sldId="284"/>
            <ac:spMk id="18" creationId="{76E670E3-BDD3-ADB9-E6B1-4CF600A980F9}"/>
          </ac:spMkLst>
        </pc:spChg>
        <pc:spChg chg="add del mod">
          <ac:chgData name="Toby Donaldson" userId="2e6e5431-bb17-4c41-9985-d39c50d83c73" providerId="ADAL" clId="{7F9681A8-EEE2-56F4-9B39-ECCBEE0471AC}" dt="2026-03-07T23:19:59.691" v="5730" actId="21"/>
          <ac:spMkLst>
            <pc:docMk/>
            <pc:sldMk cId="1215015170" sldId="284"/>
            <ac:spMk id="19" creationId="{A57F9BA7-FF73-463E-8CF6-7A4E106C2494}"/>
          </ac:spMkLst>
        </pc:spChg>
        <pc:spChg chg="add del mod">
          <ac:chgData name="Toby Donaldson" userId="2e6e5431-bb17-4c41-9985-d39c50d83c73" providerId="ADAL" clId="{7F9681A8-EEE2-56F4-9B39-ECCBEE0471AC}" dt="2026-03-07T23:19:59.691" v="5730" actId="21"/>
          <ac:spMkLst>
            <pc:docMk/>
            <pc:sldMk cId="1215015170" sldId="284"/>
            <ac:spMk id="21" creationId="{5F8E0152-DA2D-B0C8-5276-BC45FE3D014E}"/>
          </ac:spMkLst>
        </pc:spChg>
        <pc:spChg chg="add del mod">
          <ac:chgData name="Toby Donaldson" userId="2e6e5431-bb17-4c41-9985-d39c50d83c73" providerId="ADAL" clId="{7F9681A8-EEE2-56F4-9B39-ECCBEE0471AC}" dt="2026-03-07T23:19:56.399" v="5729" actId="21"/>
          <ac:spMkLst>
            <pc:docMk/>
            <pc:sldMk cId="1215015170" sldId="284"/>
            <ac:spMk id="22" creationId="{825A4F0A-81A2-3EC3-B4CF-1CA728EE7882}"/>
          </ac:spMkLst>
        </pc:spChg>
        <pc:spChg chg="add del mod">
          <ac:chgData name="Toby Donaldson" userId="2e6e5431-bb17-4c41-9985-d39c50d83c73" providerId="ADAL" clId="{7F9681A8-EEE2-56F4-9B39-ECCBEE0471AC}" dt="2026-03-07T23:19:59.691" v="5730" actId="21"/>
          <ac:spMkLst>
            <pc:docMk/>
            <pc:sldMk cId="1215015170" sldId="284"/>
            <ac:spMk id="24" creationId="{31E62EE8-DA2C-3109-3372-D3D6BB8B4671}"/>
          </ac:spMkLst>
        </pc:spChg>
        <pc:spChg chg="add del mod">
          <ac:chgData name="Toby Donaldson" userId="2e6e5431-bb17-4c41-9985-d39c50d83c73" providerId="ADAL" clId="{7F9681A8-EEE2-56F4-9B39-ECCBEE0471AC}" dt="2026-03-07T23:19:59.691" v="5730" actId="21"/>
          <ac:spMkLst>
            <pc:docMk/>
            <pc:sldMk cId="1215015170" sldId="284"/>
            <ac:spMk id="25" creationId="{7DE9A9F9-EB40-DF01-C604-7503ABC88998}"/>
          </ac:spMkLst>
        </pc:spChg>
        <pc:spChg chg="del">
          <ac:chgData name="Toby Donaldson" userId="2e6e5431-bb17-4c41-9985-d39c50d83c73" providerId="ADAL" clId="{7F9681A8-EEE2-56F4-9B39-ECCBEE0471AC}" dt="2026-03-07T23:09:53.200" v="5202" actId="21"/>
          <ac:spMkLst>
            <pc:docMk/>
            <pc:sldMk cId="1215015170" sldId="284"/>
            <ac:spMk id="33" creationId="{533D1DC3-9D5C-341B-CEAE-643A354D112B}"/>
          </ac:spMkLst>
        </pc:spChg>
        <pc:cxnChg chg="del">
          <ac:chgData name="Toby Donaldson" userId="2e6e5431-bb17-4c41-9985-d39c50d83c73" providerId="ADAL" clId="{7F9681A8-EEE2-56F4-9B39-ECCBEE0471AC}" dt="2026-03-07T23:09:59.063" v="5203" actId="21"/>
          <ac:cxnSpMkLst>
            <pc:docMk/>
            <pc:sldMk cId="1215015170" sldId="284"/>
            <ac:cxnSpMk id="16" creationId="{C77EB1C3-24B9-8DD6-8541-96CBA5DDA536}"/>
          </ac:cxnSpMkLst>
        </pc:cxnChg>
        <pc:cxnChg chg="del">
          <ac:chgData name="Toby Donaldson" userId="2e6e5431-bb17-4c41-9985-d39c50d83c73" providerId="ADAL" clId="{7F9681A8-EEE2-56F4-9B39-ECCBEE0471AC}" dt="2026-03-07T23:09:59.063" v="5203" actId="21"/>
          <ac:cxnSpMkLst>
            <pc:docMk/>
            <pc:sldMk cId="1215015170" sldId="284"/>
            <ac:cxnSpMk id="17" creationId="{61D66CD5-1E40-D13C-903C-BBB1802EB0C0}"/>
          </ac:cxnSpMkLst>
        </pc:cxnChg>
        <pc:cxnChg chg="del">
          <ac:chgData name="Toby Donaldson" userId="2e6e5431-bb17-4c41-9985-d39c50d83c73" providerId="ADAL" clId="{7F9681A8-EEE2-56F4-9B39-ECCBEE0471AC}" dt="2026-03-07T23:09:59.063" v="5203" actId="21"/>
          <ac:cxnSpMkLst>
            <pc:docMk/>
            <pc:sldMk cId="1215015170" sldId="284"/>
            <ac:cxnSpMk id="20" creationId="{ECD56378-D3E9-19C4-9D7A-64CCCD05A507}"/>
          </ac:cxnSpMkLst>
        </pc:cxnChg>
        <pc:cxnChg chg="del">
          <ac:chgData name="Toby Donaldson" userId="2e6e5431-bb17-4c41-9985-d39c50d83c73" providerId="ADAL" clId="{7F9681A8-EEE2-56F4-9B39-ECCBEE0471AC}" dt="2026-03-07T23:09:59.063" v="5203" actId="21"/>
          <ac:cxnSpMkLst>
            <pc:docMk/>
            <pc:sldMk cId="1215015170" sldId="284"/>
            <ac:cxnSpMk id="23" creationId="{91A835E2-3073-84E0-1A7A-D65CC68F45CA}"/>
          </ac:cxnSpMkLst>
        </pc:cxnChg>
        <pc:cxnChg chg="del">
          <ac:chgData name="Toby Donaldson" userId="2e6e5431-bb17-4c41-9985-d39c50d83c73" providerId="ADAL" clId="{7F9681A8-EEE2-56F4-9B39-ECCBEE0471AC}" dt="2026-03-07T23:09:59.063" v="5203" actId="21"/>
          <ac:cxnSpMkLst>
            <pc:docMk/>
            <pc:sldMk cId="1215015170" sldId="284"/>
            <ac:cxnSpMk id="26" creationId="{4BAA8E65-18C5-53EC-FC6B-9CCDBF63B091}"/>
          </ac:cxnSpMkLst>
        </pc:cxnChg>
        <pc:cxnChg chg="del">
          <ac:chgData name="Toby Donaldson" userId="2e6e5431-bb17-4c41-9985-d39c50d83c73" providerId="ADAL" clId="{7F9681A8-EEE2-56F4-9B39-ECCBEE0471AC}" dt="2026-03-07T23:09:53.200" v="5202" actId="21"/>
          <ac:cxnSpMkLst>
            <pc:docMk/>
            <pc:sldMk cId="1215015170" sldId="284"/>
            <ac:cxnSpMk id="29" creationId="{3F9C1799-678A-BEAE-B38C-31E8B2ED1855}"/>
          </ac:cxnSpMkLst>
        </pc:cxnChg>
      </pc:sldChg>
      <pc:sldChg chg="addSp modSp add mod">
        <pc:chgData name="Toby Donaldson" userId="2e6e5431-bb17-4c41-9985-d39c50d83c73" providerId="ADAL" clId="{7F9681A8-EEE2-56F4-9B39-ECCBEE0471AC}" dt="2026-03-07T23:22:00.480" v="5756" actId="1076"/>
        <pc:sldMkLst>
          <pc:docMk/>
          <pc:sldMk cId="1246154358" sldId="285"/>
        </pc:sldMkLst>
        <pc:spChg chg="add mod">
          <ac:chgData name="Toby Donaldson" userId="2e6e5431-bb17-4c41-9985-d39c50d83c73" providerId="ADAL" clId="{7F9681A8-EEE2-56F4-9B39-ECCBEE0471AC}" dt="2026-03-07T23:22:00.480" v="5756" actId="1076"/>
          <ac:spMkLst>
            <pc:docMk/>
            <pc:sldMk cId="1246154358" sldId="285"/>
            <ac:spMk id="5" creationId="{3F4A46D2-97BA-E244-4927-15002B3C739D}"/>
          </ac:spMkLst>
        </pc:spChg>
      </pc:sldChg>
      <pc:sldChg chg="addSp modSp add">
        <pc:chgData name="Toby Donaldson" userId="2e6e5431-bb17-4c41-9985-d39c50d83c73" providerId="ADAL" clId="{7F9681A8-EEE2-56F4-9B39-ECCBEE0471AC}" dt="2026-03-07T23:20:19.087" v="5733"/>
        <pc:sldMkLst>
          <pc:docMk/>
          <pc:sldMk cId="1450170585" sldId="286"/>
        </pc:sldMkLst>
        <pc:spChg chg="add mod">
          <ac:chgData name="Toby Donaldson" userId="2e6e5431-bb17-4c41-9985-d39c50d83c73" providerId="ADAL" clId="{7F9681A8-EEE2-56F4-9B39-ECCBEE0471AC}" dt="2026-03-07T23:20:19.087" v="5733"/>
          <ac:spMkLst>
            <pc:docMk/>
            <pc:sldMk cId="1450170585" sldId="286"/>
            <ac:spMk id="5" creationId="{9E396177-3000-9973-72C5-551DEB0715AC}"/>
          </ac:spMkLst>
        </pc:spChg>
        <pc:spChg chg="add mod">
          <ac:chgData name="Toby Donaldson" userId="2e6e5431-bb17-4c41-9985-d39c50d83c73" providerId="ADAL" clId="{7F9681A8-EEE2-56F4-9B39-ECCBEE0471AC}" dt="2026-03-07T23:20:19.087" v="5733"/>
          <ac:spMkLst>
            <pc:docMk/>
            <pc:sldMk cId="1450170585" sldId="286"/>
            <ac:spMk id="6" creationId="{5587BB5B-FB84-5DA7-BE00-1C6D86F1AD60}"/>
          </ac:spMkLst>
        </pc:spChg>
      </pc:sldChg>
      <pc:sldChg chg="addSp modSp add">
        <pc:chgData name="Toby Donaldson" userId="2e6e5431-bb17-4c41-9985-d39c50d83c73" providerId="ADAL" clId="{7F9681A8-EEE2-56F4-9B39-ECCBEE0471AC}" dt="2026-03-07T23:20:39.072" v="5735"/>
        <pc:sldMkLst>
          <pc:docMk/>
          <pc:sldMk cId="2693044765" sldId="287"/>
        </pc:sldMkLst>
        <pc:spChg chg="add mod">
          <ac:chgData name="Toby Donaldson" userId="2e6e5431-bb17-4c41-9985-d39c50d83c73" providerId="ADAL" clId="{7F9681A8-EEE2-56F4-9B39-ECCBEE0471AC}" dt="2026-03-07T23:20:39.072" v="5735"/>
          <ac:spMkLst>
            <pc:docMk/>
            <pc:sldMk cId="2693044765" sldId="287"/>
            <ac:spMk id="7" creationId="{2C87CBBE-3528-0C57-9D66-EDD9C63B5554}"/>
          </ac:spMkLst>
        </pc:spChg>
      </pc:sldChg>
      <pc:sldChg chg="addSp modSp add">
        <pc:chgData name="Toby Donaldson" userId="2e6e5431-bb17-4c41-9985-d39c50d83c73" providerId="ADAL" clId="{7F9681A8-EEE2-56F4-9B39-ECCBEE0471AC}" dt="2026-03-07T23:21:00.621" v="5737"/>
        <pc:sldMkLst>
          <pc:docMk/>
          <pc:sldMk cId="3021378379" sldId="288"/>
        </pc:sldMkLst>
        <pc:spChg chg="add mod">
          <ac:chgData name="Toby Donaldson" userId="2e6e5431-bb17-4c41-9985-d39c50d83c73" providerId="ADAL" clId="{7F9681A8-EEE2-56F4-9B39-ECCBEE0471AC}" dt="2026-03-07T23:21:00.621" v="5737"/>
          <ac:spMkLst>
            <pc:docMk/>
            <pc:sldMk cId="3021378379" sldId="288"/>
            <ac:spMk id="8" creationId="{6AA4F9C1-E74B-1A5D-EB03-286EEF13693C}"/>
          </ac:spMkLst>
        </pc:spChg>
      </pc:sldChg>
      <pc:sldChg chg="addSp modSp add">
        <pc:chgData name="Toby Donaldson" userId="2e6e5431-bb17-4c41-9985-d39c50d83c73" providerId="ADAL" clId="{7F9681A8-EEE2-56F4-9B39-ECCBEE0471AC}" dt="2026-03-07T23:21:25.160" v="5741"/>
        <pc:sldMkLst>
          <pc:docMk/>
          <pc:sldMk cId="1239400374" sldId="289"/>
        </pc:sldMkLst>
        <pc:spChg chg="add mod">
          <ac:chgData name="Toby Donaldson" userId="2e6e5431-bb17-4c41-9985-d39c50d83c73" providerId="ADAL" clId="{7F9681A8-EEE2-56F4-9B39-ECCBEE0471AC}" dt="2026-03-07T23:21:25.160" v="5741"/>
          <ac:spMkLst>
            <pc:docMk/>
            <pc:sldMk cId="1239400374" sldId="289"/>
            <ac:spMk id="9" creationId="{B4176A46-F56B-98FD-FD18-3915FA615F9E}"/>
          </ac:spMkLst>
        </pc:spChg>
        <pc:spChg chg="add mod">
          <ac:chgData name="Toby Donaldson" userId="2e6e5431-bb17-4c41-9985-d39c50d83c73" providerId="ADAL" clId="{7F9681A8-EEE2-56F4-9B39-ECCBEE0471AC}" dt="2026-03-07T23:21:25.160" v="5741"/>
          <ac:spMkLst>
            <pc:docMk/>
            <pc:sldMk cId="1239400374" sldId="289"/>
            <ac:spMk id="10" creationId="{80E1320B-3E79-C61D-39FD-CC79E0D8C23D}"/>
          </ac:spMkLst>
        </pc:spChg>
      </pc:sldChg>
      <pc:sldChg chg="add del">
        <pc:chgData name="Toby Donaldson" userId="2e6e5431-bb17-4c41-9985-d39c50d83c73" providerId="ADAL" clId="{7F9681A8-EEE2-56F4-9B39-ECCBEE0471AC}" dt="2026-03-07T23:21:16.644" v="5739" actId="2890"/>
        <pc:sldMkLst>
          <pc:docMk/>
          <pc:sldMk cId="2377166236" sldId="289"/>
        </pc:sldMkLst>
      </pc:sldChg>
      <pc:sldChg chg="addSp delSp modSp add mod">
        <pc:chgData name="Toby Donaldson" userId="2e6e5431-bb17-4c41-9985-d39c50d83c73" providerId="ADAL" clId="{7F9681A8-EEE2-56F4-9B39-ECCBEE0471AC}" dt="2026-03-07T23:25:55.406" v="5840" actId="21"/>
        <pc:sldMkLst>
          <pc:docMk/>
          <pc:sldMk cId="2271878253" sldId="290"/>
        </pc:sldMkLst>
        <pc:spChg chg="mod">
          <ac:chgData name="Toby Donaldson" userId="2e6e5431-bb17-4c41-9985-d39c50d83c73" providerId="ADAL" clId="{7F9681A8-EEE2-56F4-9B39-ECCBEE0471AC}" dt="2026-03-07T23:22:53.257" v="5769"/>
          <ac:spMkLst>
            <pc:docMk/>
            <pc:sldMk cId="2271878253" sldId="290"/>
            <ac:spMk id="2" creationId="{062D5E6F-27B6-6EB1-5A2F-6349BF8A7B7B}"/>
          </ac:spMkLst>
        </pc:spChg>
        <pc:spChg chg="add del mod">
          <ac:chgData name="Toby Donaldson" userId="2e6e5431-bb17-4c41-9985-d39c50d83c73" providerId="ADAL" clId="{7F9681A8-EEE2-56F4-9B39-ECCBEE0471AC}" dt="2026-03-07T23:25:45.750" v="5838"/>
          <ac:spMkLst>
            <pc:docMk/>
            <pc:sldMk cId="2271878253" sldId="290"/>
            <ac:spMk id="6" creationId="{CC048272-23FD-35F0-F15E-BB1B253AEFC8}"/>
          </ac:spMkLst>
        </pc:spChg>
        <pc:spChg chg="add del mod">
          <ac:chgData name="Toby Donaldson" userId="2e6e5431-bb17-4c41-9985-d39c50d83c73" providerId="ADAL" clId="{7F9681A8-EEE2-56F4-9B39-ECCBEE0471AC}" dt="2026-03-07T23:25:55.406" v="5840" actId="21"/>
          <ac:spMkLst>
            <pc:docMk/>
            <pc:sldMk cId="2271878253" sldId="290"/>
            <ac:spMk id="7" creationId="{DFDBF8B6-B401-E8E4-1801-EFFC51ECDB7F}"/>
          </ac:spMkLst>
        </pc:spChg>
      </pc:sldChg>
      <pc:sldChg chg="addSp modSp add mod">
        <pc:chgData name="Toby Donaldson" userId="2e6e5431-bb17-4c41-9985-d39c50d83c73" providerId="ADAL" clId="{7F9681A8-EEE2-56F4-9B39-ECCBEE0471AC}" dt="2026-03-07T23:26:02.575" v="5842" actId="1076"/>
        <pc:sldMkLst>
          <pc:docMk/>
          <pc:sldMk cId="2116011238" sldId="291"/>
        </pc:sldMkLst>
        <pc:spChg chg="add mod">
          <ac:chgData name="Toby Donaldson" userId="2e6e5431-bb17-4c41-9985-d39c50d83c73" providerId="ADAL" clId="{7F9681A8-EEE2-56F4-9B39-ECCBEE0471AC}" dt="2026-03-07T23:26:02.575" v="5842" actId="1076"/>
          <ac:spMkLst>
            <pc:docMk/>
            <pc:sldMk cId="2116011238" sldId="291"/>
            <ac:spMk id="12" creationId="{A5C4EE45-4DCF-5E0C-30D5-BCA280B23423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3-07T23:34:15.144" v="6239" actId="20577"/>
        <pc:sldMkLst>
          <pc:docMk/>
          <pc:sldMk cId="2482060894" sldId="292"/>
        </pc:sldMkLst>
        <pc:spChg chg="del mod">
          <ac:chgData name="Toby Donaldson" userId="2e6e5431-bb17-4c41-9985-d39c50d83c73" providerId="ADAL" clId="{7F9681A8-EEE2-56F4-9B39-ECCBEE0471AC}" dt="2026-03-07T23:26:46.911" v="5845" actId="21"/>
          <ac:spMkLst>
            <pc:docMk/>
            <pc:sldMk cId="2482060894" sldId="292"/>
            <ac:spMk id="3" creationId="{3E0ACFAA-2880-E113-AEC6-3D773DA39136}"/>
          </ac:spMkLst>
        </pc:spChg>
        <pc:spChg chg="add del mod">
          <ac:chgData name="Toby Donaldson" userId="2e6e5431-bb17-4c41-9985-d39c50d83c73" providerId="ADAL" clId="{7F9681A8-EEE2-56F4-9B39-ECCBEE0471AC}" dt="2026-03-07T23:26:49.129" v="5846" actId="21"/>
          <ac:spMkLst>
            <pc:docMk/>
            <pc:sldMk cId="2482060894" sldId="292"/>
            <ac:spMk id="8" creationId="{464620EB-770C-B53D-E261-42327718D20A}"/>
          </ac:spMkLst>
        </pc:spChg>
        <pc:spChg chg="add mod">
          <ac:chgData name="Toby Donaldson" userId="2e6e5431-bb17-4c41-9985-d39c50d83c73" providerId="ADAL" clId="{7F9681A8-EEE2-56F4-9B39-ECCBEE0471AC}" dt="2026-03-07T23:29:50.528" v="5968" actId="692"/>
          <ac:spMkLst>
            <pc:docMk/>
            <pc:sldMk cId="2482060894" sldId="292"/>
            <ac:spMk id="9" creationId="{D8FF6484-78FD-BC02-A948-8007F0733FA1}"/>
          </ac:spMkLst>
        </pc:spChg>
        <pc:spChg chg="add mod">
          <ac:chgData name="Toby Donaldson" userId="2e6e5431-bb17-4c41-9985-d39c50d83c73" providerId="ADAL" clId="{7F9681A8-EEE2-56F4-9B39-ECCBEE0471AC}" dt="2026-03-07T23:34:15.144" v="6239" actId="20577"/>
          <ac:spMkLst>
            <pc:docMk/>
            <pc:sldMk cId="2482060894" sldId="292"/>
            <ac:spMk id="10" creationId="{B0CF4BE4-35EF-C77B-633F-E0A87F5351B5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3-07T23:35:56.754" v="6240" actId="21"/>
        <pc:sldMkLst>
          <pc:docMk/>
          <pc:sldMk cId="3544006908" sldId="293"/>
        </pc:sldMkLst>
        <pc:spChg chg="add mod">
          <ac:chgData name="Toby Donaldson" userId="2e6e5431-bb17-4c41-9985-d39c50d83c73" providerId="ADAL" clId="{7F9681A8-EEE2-56F4-9B39-ECCBEE0471AC}" dt="2026-03-07T23:32:18.432" v="6142" actId="113"/>
          <ac:spMkLst>
            <pc:docMk/>
            <pc:sldMk cId="3544006908" sldId="293"/>
            <ac:spMk id="3" creationId="{2AEDBDF1-362E-75B3-37B6-242E65A7607B}"/>
          </ac:spMkLst>
        </pc:spChg>
        <pc:spChg chg="del">
          <ac:chgData name="Toby Donaldson" userId="2e6e5431-bb17-4c41-9985-d39c50d83c73" providerId="ADAL" clId="{7F9681A8-EEE2-56F4-9B39-ECCBEE0471AC}" dt="2026-03-07T23:31:13.723" v="6062" actId="21"/>
          <ac:spMkLst>
            <pc:docMk/>
            <pc:sldMk cId="3544006908" sldId="293"/>
            <ac:spMk id="4" creationId="{A826DA1A-9A8A-1D3E-809E-8EA42AC07ADC}"/>
          </ac:spMkLst>
        </pc:spChg>
        <pc:spChg chg="del">
          <ac:chgData name="Toby Donaldson" userId="2e6e5431-bb17-4c41-9985-d39c50d83c73" providerId="ADAL" clId="{7F9681A8-EEE2-56F4-9B39-ECCBEE0471AC}" dt="2026-03-07T23:31:13.723" v="6062" actId="21"/>
          <ac:spMkLst>
            <pc:docMk/>
            <pc:sldMk cId="3544006908" sldId="293"/>
            <ac:spMk id="5" creationId="{4ACFD452-C997-B728-D5CF-9C19944D9200}"/>
          </ac:spMkLst>
        </pc:spChg>
        <pc:spChg chg="del">
          <ac:chgData name="Toby Donaldson" userId="2e6e5431-bb17-4c41-9985-d39c50d83c73" providerId="ADAL" clId="{7F9681A8-EEE2-56F4-9B39-ECCBEE0471AC}" dt="2026-03-07T23:31:13.723" v="6062" actId="21"/>
          <ac:spMkLst>
            <pc:docMk/>
            <pc:sldMk cId="3544006908" sldId="293"/>
            <ac:spMk id="7" creationId="{34B000F4-60AB-49A3-AC6B-97F5D3AA1A6F}"/>
          </ac:spMkLst>
        </pc:spChg>
        <pc:spChg chg="del mod">
          <ac:chgData name="Toby Donaldson" userId="2e6e5431-bb17-4c41-9985-d39c50d83c73" providerId="ADAL" clId="{7F9681A8-EEE2-56F4-9B39-ECCBEE0471AC}" dt="2026-03-07T23:35:56.754" v="6240" actId="21"/>
          <ac:spMkLst>
            <pc:docMk/>
            <pc:sldMk cId="3544006908" sldId="293"/>
            <ac:spMk id="10" creationId="{C42F3153-6324-39A4-49D5-B2DCD5B7FABF}"/>
          </ac:spMkLst>
        </pc:spChg>
        <pc:spChg chg="add mod">
          <ac:chgData name="Toby Donaldson" userId="2e6e5431-bb17-4c41-9985-d39c50d83c73" providerId="ADAL" clId="{7F9681A8-EEE2-56F4-9B39-ECCBEE0471AC}" dt="2026-03-07T23:33:17.871" v="6211" actId="113"/>
          <ac:spMkLst>
            <pc:docMk/>
            <pc:sldMk cId="3544006908" sldId="293"/>
            <ac:spMk id="12" creationId="{5231E5CA-7075-9F09-A587-0F47CDB70F5D}"/>
          </ac:spMkLst>
        </pc:spChg>
        <pc:spChg chg="del">
          <ac:chgData name="Toby Donaldson" userId="2e6e5431-bb17-4c41-9985-d39c50d83c73" providerId="ADAL" clId="{7F9681A8-EEE2-56F4-9B39-ECCBEE0471AC}" dt="2026-03-07T23:31:13.723" v="6062" actId="21"/>
          <ac:spMkLst>
            <pc:docMk/>
            <pc:sldMk cId="3544006908" sldId="293"/>
            <ac:spMk id="15" creationId="{E8B67B5B-6BAA-9A86-A4B2-452CB9ADDBDB}"/>
          </ac:spMkLst>
        </pc:spChg>
        <pc:spChg chg="add mod">
          <ac:chgData name="Toby Donaldson" userId="2e6e5431-bb17-4c41-9985-d39c50d83c73" providerId="ADAL" clId="{7F9681A8-EEE2-56F4-9B39-ECCBEE0471AC}" dt="2026-03-07T23:33:27.598" v="6216" actId="20577"/>
          <ac:spMkLst>
            <pc:docMk/>
            <pc:sldMk cId="3544006908" sldId="293"/>
            <ac:spMk id="17" creationId="{CCBFCDAC-302E-49EC-9224-88D95BD07345}"/>
          </ac:spMkLst>
        </pc:spChg>
        <pc:spChg chg="del">
          <ac:chgData name="Toby Donaldson" userId="2e6e5431-bb17-4c41-9985-d39c50d83c73" providerId="ADAL" clId="{7F9681A8-EEE2-56F4-9B39-ECCBEE0471AC}" dt="2026-03-07T23:31:13.723" v="6062" actId="21"/>
          <ac:spMkLst>
            <pc:docMk/>
            <pc:sldMk cId="3544006908" sldId="293"/>
            <ac:spMk id="19" creationId="{909D770A-7C23-A20A-89EF-DC7AF962A169}"/>
          </ac:spMkLst>
        </pc:spChg>
        <pc:spChg chg="del">
          <ac:chgData name="Toby Donaldson" userId="2e6e5431-bb17-4c41-9985-d39c50d83c73" providerId="ADAL" clId="{7F9681A8-EEE2-56F4-9B39-ECCBEE0471AC}" dt="2026-03-07T23:31:13.723" v="6062" actId="21"/>
          <ac:spMkLst>
            <pc:docMk/>
            <pc:sldMk cId="3544006908" sldId="293"/>
            <ac:spMk id="21" creationId="{3A7ACA8D-4C9B-AC72-DE75-2F1F86AE0719}"/>
          </ac:spMkLst>
        </pc:spChg>
        <pc:spChg chg="del">
          <ac:chgData name="Toby Donaldson" userId="2e6e5431-bb17-4c41-9985-d39c50d83c73" providerId="ADAL" clId="{7F9681A8-EEE2-56F4-9B39-ECCBEE0471AC}" dt="2026-03-07T23:31:13.723" v="6062" actId="21"/>
          <ac:spMkLst>
            <pc:docMk/>
            <pc:sldMk cId="3544006908" sldId="293"/>
            <ac:spMk id="22" creationId="{60174C0F-BD2F-B8F4-9EF0-1FFB1C0D143C}"/>
          </ac:spMkLst>
        </pc:spChg>
        <pc:spChg chg="del">
          <ac:chgData name="Toby Donaldson" userId="2e6e5431-bb17-4c41-9985-d39c50d83c73" providerId="ADAL" clId="{7F9681A8-EEE2-56F4-9B39-ECCBEE0471AC}" dt="2026-03-07T23:31:13.723" v="6062" actId="21"/>
          <ac:spMkLst>
            <pc:docMk/>
            <pc:sldMk cId="3544006908" sldId="293"/>
            <ac:spMk id="24" creationId="{47B99738-0FFE-7D57-A663-8C96D08A6A0A}"/>
          </ac:spMkLst>
        </pc:spChg>
        <pc:spChg chg="del">
          <ac:chgData name="Toby Donaldson" userId="2e6e5431-bb17-4c41-9985-d39c50d83c73" providerId="ADAL" clId="{7F9681A8-EEE2-56F4-9B39-ECCBEE0471AC}" dt="2026-03-07T23:31:13.723" v="6062" actId="21"/>
          <ac:spMkLst>
            <pc:docMk/>
            <pc:sldMk cId="3544006908" sldId="293"/>
            <ac:spMk id="25" creationId="{18CD97CB-928E-7880-C832-0C251D5ADBB5}"/>
          </ac:spMkLst>
        </pc:spChg>
        <pc:cxnChg chg="add mod">
          <ac:chgData name="Toby Donaldson" userId="2e6e5431-bb17-4c41-9985-d39c50d83c73" providerId="ADAL" clId="{7F9681A8-EEE2-56F4-9B39-ECCBEE0471AC}" dt="2026-03-07T23:32:15.549" v="6141" actId="14100"/>
          <ac:cxnSpMkLst>
            <pc:docMk/>
            <pc:sldMk cId="3544006908" sldId="293"/>
            <ac:cxnSpMk id="8" creationId="{2C7C71B2-E5C5-8F2C-3F13-1B656EE2DA8A}"/>
          </ac:cxnSpMkLst>
        </pc:cxnChg>
        <pc:cxnChg chg="add mod">
          <ac:chgData name="Toby Donaldson" userId="2e6e5431-bb17-4c41-9985-d39c50d83c73" providerId="ADAL" clId="{7F9681A8-EEE2-56F4-9B39-ECCBEE0471AC}" dt="2026-03-07T23:32:55.193" v="6179" actId="14100"/>
          <ac:cxnSpMkLst>
            <pc:docMk/>
            <pc:sldMk cId="3544006908" sldId="293"/>
            <ac:cxnSpMk id="13" creationId="{0D9DEBFF-8D18-AE1C-E576-08E496A28A5F}"/>
          </ac:cxnSpMkLst>
        </pc:cxnChg>
        <pc:cxnChg chg="add mod">
          <ac:chgData name="Toby Donaldson" userId="2e6e5431-bb17-4c41-9985-d39c50d83c73" providerId="ADAL" clId="{7F9681A8-EEE2-56F4-9B39-ECCBEE0471AC}" dt="2026-03-07T23:33:37.944" v="6219" actId="14100"/>
          <ac:cxnSpMkLst>
            <pc:docMk/>
            <pc:sldMk cId="3544006908" sldId="293"/>
            <ac:cxnSpMk id="18" creationId="{EB6AE0F9-AD5D-D722-FA80-2A2F382BBABE}"/>
          </ac:cxnSpMkLst>
        </pc:cxnChg>
      </pc:sldChg>
      <pc:sldChg chg="modSp new mod">
        <pc:chgData name="Toby Donaldson" userId="2e6e5431-bb17-4c41-9985-d39c50d83c73" providerId="ADAL" clId="{7F9681A8-EEE2-56F4-9B39-ECCBEE0471AC}" dt="2026-03-08T00:10:49.451" v="6552" actId="20577"/>
        <pc:sldMkLst>
          <pc:docMk/>
          <pc:sldMk cId="502276520" sldId="294"/>
        </pc:sldMkLst>
        <pc:spChg chg="mod">
          <ac:chgData name="Toby Donaldson" userId="2e6e5431-bb17-4c41-9985-d39c50d83c73" providerId="ADAL" clId="{7F9681A8-EEE2-56F4-9B39-ECCBEE0471AC}" dt="2026-03-08T00:08:31.475" v="6275" actId="20577"/>
          <ac:spMkLst>
            <pc:docMk/>
            <pc:sldMk cId="502276520" sldId="294"/>
            <ac:spMk id="2" creationId="{A35BBA2C-7934-2076-5A99-2C4771306561}"/>
          </ac:spMkLst>
        </pc:spChg>
        <pc:spChg chg="mod">
          <ac:chgData name="Toby Donaldson" userId="2e6e5431-bb17-4c41-9985-d39c50d83c73" providerId="ADAL" clId="{7F9681A8-EEE2-56F4-9B39-ECCBEE0471AC}" dt="2026-03-08T00:10:49.451" v="6552" actId="20577"/>
          <ac:spMkLst>
            <pc:docMk/>
            <pc:sldMk cId="502276520" sldId="294"/>
            <ac:spMk id="3" creationId="{B805D86C-4A4F-EE07-B7CB-8CE59197B55E}"/>
          </ac:spMkLst>
        </pc:spChg>
      </pc:sldChg>
      <pc:sldChg chg="addSp delSp modSp new mod">
        <pc:chgData name="Toby Donaldson" userId="2e6e5431-bb17-4c41-9985-d39c50d83c73" providerId="ADAL" clId="{7F9681A8-EEE2-56F4-9B39-ECCBEE0471AC}" dt="2026-03-08T00:28:14.259" v="7000" actId="1076"/>
        <pc:sldMkLst>
          <pc:docMk/>
          <pc:sldMk cId="1165236211" sldId="295"/>
        </pc:sldMkLst>
        <pc:spChg chg="mod">
          <ac:chgData name="Toby Donaldson" userId="2e6e5431-bb17-4c41-9985-d39c50d83c73" providerId="ADAL" clId="{7F9681A8-EEE2-56F4-9B39-ECCBEE0471AC}" dt="2026-03-08T00:27:30.223" v="6992" actId="20577"/>
          <ac:spMkLst>
            <pc:docMk/>
            <pc:sldMk cId="1165236211" sldId="295"/>
            <ac:spMk id="2" creationId="{53627B6E-EE82-AAC5-5BB7-F75D07672C51}"/>
          </ac:spMkLst>
        </pc:spChg>
        <pc:spChg chg="mod">
          <ac:chgData name="Toby Donaldson" userId="2e6e5431-bb17-4c41-9985-d39c50d83c73" providerId="ADAL" clId="{7F9681A8-EEE2-56F4-9B39-ECCBEE0471AC}" dt="2026-03-08T00:21:56.972" v="6812" actId="14100"/>
          <ac:spMkLst>
            <pc:docMk/>
            <pc:sldMk cId="1165236211" sldId="295"/>
            <ac:spMk id="3" creationId="{D795738A-D6EA-D424-C62F-2A0372295F1D}"/>
          </ac:spMkLst>
        </pc:spChg>
        <pc:spChg chg="add del mod">
          <ac:chgData name="Toby Donaldson" userId="2e6e5431-bb17-4c41-9985-d39c50d83c73" providerId="ADAL" clId="{7F9681A8-EEE2-56F4-9B39-ECCBEE0471AC}" dt="2026-03-08T00:25:01.044" v="6879" actId="21"/>
          <ac:spMkLst>
            <pc:docMk/>
            <pc:sldMk cId="1165236211" sldId="295"/>
            <ac:spMk id="4" creationId="{47E49F33-8C85-B0E3-B799-5A8DBF7C7397}"/>
          </ac:spMkLst>
        </pc:spChg>
        <pc:spChg chg="add del mod">
          <ac:chgData name="Toby Donaldson" userId="2e6e5431-bb17-4c41-9985-d39c50d83c73" providerId="ADAL" clId="{7F9681A8-EEE2-56F4-9B39-ECCBEE0471AC}" dt="2026-03-08T00:25:01.827" v="6881"/>
          <ac:spMkLst>
            <pc:docMk/>
            <pc:sldMk cId="1165236211" sldId="295"/>
            <ac:spMk id="5" creationId="{19067AEC-C019-106D-A868-F0AD16926748}"/>
          </ac:spMkLst>
        </pc:spChg>
        <pc:spChg chg="add del mod">
          <ac:chgData name="Toby Donaldson" userId="2e6e5431-bb17-4c41-9985-d39c50d83c73" providerId="ADAL" clId="{7F9681A8-EEE2-56F4-9B39-ECCBEE0471AC}" dt="2026-03-08T00:26:05.379" v="6954" actId="21"/>
          <ac:spMkLst>
            <pc:docMk/>
            <pc:sldMk cId="1165236211" sldId="295"/>
            <ac:spMk id="7" creationId="{E61FC379-CEAC-E441-C54C-D4B89EAB2592}"/>
          </ac:spMkLst>
        </pc:spChg>
        <pc:spChg chg="add mod">
          <ac:chgData name="Toby Donaldson" userId="2e6e5431-bb17-4c41-9985-d39c50d83c73" providerId="ADAL" clId="{7F9681A8-EEE2-56F4-9B39-ECCBEE0471AC}" dt="2026-03-08T00:27:55.051" v="6996" actId="1076"/>
          <ac:spMkLst>
            <pc:docMk/>
            <pc:sldMk cId="1165236211" sldId="295"/>
            <ac:spMk id="8" creationId="{1A4307A9-4D7A-ABC5-26F0-A86A02BB0088}"/>
          </ac:spMkLst>
        </pc:spChg>
        <pc:spChg chg="add mod">
          <ac:chgData name="Toby Donaldson" userId="2e6e5431-bb17-4c41-9985-d39c50d83c73" providerId="ADAL" clId="{7F9681A8-EEE2-56F4-9B39-ECCBEE0471AC}" dt="2026-03-08T00:28:14.259" v="7000" actId="1076"/>
          <ac:spMkLst>
            <pc:docMk/>
            <pc:sldMk cId="1165236211" sldId="295"/>
            <ac:spMk id="10" creationId="{4F5EED0E-21C8-D0CF-6463-59AE32FC3AC6}"/>
          </ac:spMkLst>
        </pc:spChg>
        <pc:graphicFrameChg chg="add del mod modGraphic">
          <ac:chgData name="Toby Donaldson" userId="2e6e5431-bb17-4c41-9985-d39c50d83c73" providerId="ADAL" clId="{7F9681A8-EEE2-56F4-9B39-ECCBEE0471AC}" dt="2026-03-08T00:27:28.846" v="6991" actId="21"/>
          <ac:graphicFrameMkLst>
            <pc:docMk/>
            <pc:sldMk cId="1165236211" sldId="295"/>
            <ac:graphicFrameMk id="6" creationId="{0F7B6076-067B-6600-EB46-9942FCFFB87F}"/>
          </ac:graphicFrameMkLst>
        </pc:graphicFrameChg>
        <pc:graphicFrameChg chg="add mod">
          <ac:chgData name="Toby Donaldson" userId="2e6e5431-bb17-4c41-9985-d39c50d83c73" providerId="ADAL" clId="{7F9681A8-EEE2-56F4-9B39-ECCBEE0471AC}" dt="2026-03-08T00:27:40.973" v="6993"/>
          <ac:graphicFrameMkLst>
            <pc:docMk/>
            <pc:sldMk cId="1165236211" sldId="295"/>
            <ac:graphicFrameMk id="9" creationId="{D27607C8-F4C5-77F5-DFF6-1F5FD44AE2D1}"/>
          </ac:graphicFrameMkLst>
        </pc:graphicFrameChg>
      </pc:sldChg>
      <pc:sldChg chg="delSp modSp add mod ord">
        <pc:chgData name="Toby Donaldson" userId="2e6e5431-bb17-4c41-9985-d39c50d83c73" providerId="ADAL" clId="{7F9681A8-EEE2-56F4-9B39-ECCBEE0471AC}" dt="2026-03-08T00:29:22.338" v="7002" actId="2161"/>
        <pc:sldMkLst>
          <pc:docMk/>
          <pc:sldMk cId="4192075617" sldId="296"/>
        </pc:sldMkLst>
        <pc:spChg chg="mod">
          <ac:chgData name="Toby Donaldson" userId="2e6e5431-bb17-4c41-9985-d39c50d83c73" providerId="ADAL" clId="{7F9681A8-EEE2-56F4-9B39-ECCBEE0471AC}" dt="2026-03-08T00:27:06.942" v="6989" actId="20577"/>
          <ac:spMkLst>
            <pc:docMk/>
            <pc:sldMk cId="4192075617" sldId="296"/>
            <ac:spMk id="2" creationId="{9BF4DDA3-06D4-7B7C-8006-22C26F0BC46A}"/>
          </ac:spMkLst>
        </pc:spChg>
        <pc:spChg chg="del mod">
          <ac:chgData name="Toby Donaldson" userId="2e6e5431-bb17-4c41-9985-d39c50d83c73" providerId="ADAL" clId="{7F9681A8-EEE2-56F4-9B39-ECCBEE0471AC}" dt="2026-03-08T00:28:00.033" v="6997" actId="21"/>
          <ac:spMkLst>
            <pc:docMk/>
            <pc:sldMk cId="4192075617" sldId="296"/>
            <ac:spMk id="7" creationId="{9F3B0255-53FF-2FCE-5654-A0B1AAA24C47}"/>
          </ac:spMkLst>
        </pc:spChg>
        <pc:graphicFrameChg chg="mod modGraphic">
          <ac:chgData name="Toby Donaldson" userId="2e6e5431-bb17-4c41-9985-d39c50d83c73" providerId="ADAL" clId="{7F9681A8-EEE2-56F4-9B39-ECCBEE0471AC}" dt="2026-03-08T00:29:22.338" v="7002" actId="2161"/>
          <ac:graphicFrameMkLst>
            <pc:docMk/>
            <pc:sldMk cId="4192075617" sldId="296"/>
            <ac:graphicFrameMk id="6" creationId="{E008191F-57D3-EE1F-A22A-5B2DEE2A192F}"/>
          </ac:graphicFrameMkLst>
        </pc:graphicFrameChg>
      </pc:sldChg>
      <pc:sldChg chg="modSp new mod">
        <pc:chgData name="Toby Donaldson" userId="2e6e5431-bb17-4c41-9985-d39c50d83c73" providerId="ADAL" clId="{7F9681A8-EEE2-56F4-9B39-ECCBEE0471AC}" dt="2026-03-08T00:39:13.098" v="7371" actId="5793"/>
        <pc:sldMkLst>
          <pc:docMk/>
          <pc:sldMk cId="1518649093" sldId="297"/>
        </pc:sldMkLst>
        <pc:spChg chg="mod">
          <ac:chgData name="Toby Donaldson" userId="2e6e5431-bb17-4c41-9985-d39c50d83c73" providerId="ADAL" clId="{7F9681A8-EEE2-56F4-9B39-ECCBEE0471AC}" dt="2026-03-08T00:38:01.662" v="7034" actId="20577"/>
          <ac:spMkLst>
            <pc:docMk/>
            <pc:sldMk cId="1518649093" sldId="297"/>
            <ac:spMk id="2" creationId="{7DED142E-29AF-A64F-F083-2A95608D8FC8}"/>
          </ac:spMkLst>
        </pc:spChg>
        <pc:spChg chg="mod">
          <ac:chgData name="Toby Donaldson" userId="2e6e5431-bb17-4c41-9985-d39c50d83c73" providerId="ADAL" clId="{7F9681A8-EEE2-56F4-9B39-ECCBEE0471AC}" dt="2026-03-08T00:39:13.098" v="7371" actId="5793"/>
          <ac:spMkLst>
            <pc:docMk/>
            <pc:sldMk cId="1518649093" sldId="297"/>
            <ac:spMk id="3" creationId="{52717FD9-50D3-1656-15BE-817CC1644FC0}"/>
          </ac:spMkLst>
        </pc:spChg>
      </pc:sldChg>
      <pc:sldChg chg="modSp new mod">
        <pc:chgData name="Toby Donaldson" userId="2e6e5431-bb17-4c41-9985-d39c50d83c73" providerId="ADAL" clId="{7F9681A8-EEE2-56F4-9B39-ECCBEE0471AC}" dt="2026-03-08T00:40:44.265" v="7629" actId="20577"/>
        <pc:sldMkLst>
          <pc:docMk/>
          <pc:sldMk cId="3243921164" sldId="298"/>
        </pc:sldMkLst>
        <pc:spChg chg="mod">
          <ac:chgData name="Toby Donaldson" userId="2e6e5431-bb17-4c41-9985-d39c50d83c73" providerId="ADAL" clId="{7F9681A8-EEE2-56F4-9B39-ECCBEE0471AC}" dt="2026-03-08T00:40:44.265" v="7629" actId="20577"/>
          <ac:spMkLst>
            <pc:docMk/>
            <pc:sldMk cId="3243921164" sldId="298"/>
            <ac:spMk id="2" creationId="{9A64FBCF-48DF-AC5A-2E9D-8E830F164078}"/>
          </ac:spMkLst>
        </pc:spChg>
        <pc:spChg chg="mod">
          <ac:chgData name="Toby Donaldson" userId="2e6e5431-bb17-4c41-9985-d39c50d83c73" providerId="ADAL" clId="{7F9681A8-EEE2-56F4-9B39-ECCBEE0471AC}" dt="2026-03-08T00:40:29.185" v="7614" actId="5793"/>
          <ac:spMkLst>
            <pc:docMk/>
            <pc:sldMk cId="3243921164" sldId="298"/>
            <ac:spMk id="3" creationId="{9F7CFCEF-4308-3E75-80F7-5393EAAA95FF}"/>
          </ac:spMkLst>
        </pc:spChg>
      </pc:sldChg>
      <pc:sldChg chg="addSp delSp modSp new mod">
        <pc:chgData name="Toby Donaldson" userId="2e6e5431-bb17-4c41-9985-d39c50d83c73" providerId="ADAL" clId="{7F9681A8-EEE2-56F4-9B39-ECCBEE0471AC}" dt="2026-03-08T00:53:07.533" v="8604" actId="21"/>
        <pc:sldMkLst>
          <pc:docMk/>
          <pc:sldMk cId="2230770927" sldId="299"/>
        </pc:sldMkLst>
        <pc:spChg chg="mod">
          <ac:chgData name="Toby Donaldson" userId="2e6e5431-bb17-4c41-9985-d39c50d83c73" providerId="ADAL" clId="{7F9681A8-EEE2-56F4-9B39-ECCBEE0471AC}" dt="2026-03-08T00:40:51.718" v="7652" actId="20577"/>
          <ac:spMkLst>
            <pc:docMk/>
            <pc:sldMk cId="2230770927" sldId="299"/>
            <ac:spMk id="2" creationId="{37399125-631A-E91E-FBAB-5BA7BC8C0865}"/>
          </ac:spMkLst>
        </pc:spChg>
        <pc:spChg chg="mod">
          <ac:chgData name="Toby Donaldson" userId="2e6e5431-bb17-4c41-9985-d39c50d83c73" providerId="ADAL" clId="{7F9681A8-EEE2-56F4-9B39-ECCBEE0471AC}" dt="2026-03-08T00:43:31.074" v="8179" actId="20577"/>
          <ac:spMkLst>
            <pc:docMk/>
            <pc:sldMk cId="2230770927" sldId="299"/>
            <ac:spMk id="3" creationId="{14CB35DC-3D6B-9939-9204-14ECDA8A838E}"/>
          </ac:spMkLst>
        </pc:spChg>
        <pc:spChg chg="add del mod">
          <ac:chgData name="Toby Donaldson" userId="2e6e5431-bb17-4c41-9985-d39c50d83c73" providerId="ADAL" clId="{7F9681A8-EEE2-56F4-9B39-ECCBEE0471AC}" dt="2026-03-08T00:53:07.533" v="8604" actId="21"/>
          <ac:spMkLst>
            <pc:docMk/>
            <pc:sldMk cId="2230770927" sldId="299"/>
            <ac:spMk id="4" creationId="{8BFED399-9CFE-5397-F4F3-97B6A90B6653}"/>
          </ac:spMkLst>
        </pc:spChg>
        <pc:spChg chg="add del mod">
          <ac:chgData name="Toby Donaldson" userId="2e6e5431-bb17-4c41-9985-d39c50d83c73" providerId="ADAL" clId="{7F9681A8-EEE2-56F4-9B39-ECCBEE0471AC}" dt="2026-03-08T00:52:57.033" v="8602" actId="21"/>
          <ac:spMkLst>
            <pc:docMk/>
            <pc:sldMk cId="2230770927" sldId="299"/>
            <ac:spMk id="5" creationId="{611F3544-3F22-1D3D-C086-ECF984237A2C}"/>
          </ac:spMkLst>
        </pc:spChg>
        <pc:spChg chg="add del mod">
          <ac:chgData name="Toby Donaldson" userId="2e6e5431-bb17-4c41-9985-d39c50d83c73" providerId="ADAL" clId="{7F9681A8-EEE2-56F4-9B39-ECCBEE0471AC}" dt="2026-03-08T00:52:55.102" v="8601" actId="21"/>
          <ac:spMkLst>
            <pc:docMk/>
            <pc:sldMk cId="2230770927" sldId="299"/>
            <ac:spMk id="6" creationId="{4F75E58D-7F4D-3742-F65C-1D2242D68D05}"/>
          </ac:spMkLst>
        </pc:spChg>
        <pc:spChg chg="add del mod">
          <ac:chgData name="Toby Donaldson" userId="2e6e5431-bb17-4c41-9985-d39c50d83c73" providerId="ADAL" clId="{7F9681A8-EEE2-56F4-9B39-ECCBEE0471AC}" dt="2026-03-08T00:52:55.102" v="8601" actId="21"/>
          <ac:spMkLst>
            <pc:docMk/>
            <pc:sldMk cId="2230770927" sldId="299"/>
            <ac:spMk id="7" creationId="{0A1AB4E8-4813-D867-7C8C-FC84D6373E20}"/>
          </ac:spMkLst>
        </pc:spChg>
        <pc:spChg chg="add del mod">
          <ac:chgData name="Toby Donaldson" userId="2e6e5431-bb17-4c41-9985-d39c50d83c73" providerId="ADAL" clId="{7F9681A8-EEE2-56F4-9B39-ECCBEE0471AC}" dt="2026-03-08T00:52:55.102" v="8601" actId="21"/>
          <ac:spMkLst>
            <pc:docMk/>
            <pc:sldMk cId="2230770927" sldId="299"/>
            <ac:spMk id="8" creationId="{1256E055-1CCA-397C-C128-E34D76C89E5B}"/>
          </ac:spMkLst>
        </pc:spChg>
        <pc:cxnChg chg="add del">
          <ac:chgData name="Toby Donaldson" userId="2e6e5431-bb17-4c41-9985-d39c50d83c73" providerId="ADAL" clId="{7F9681A8-EEE2-56F4-9B39-ECCBEE0471AC}" dt="2026-03-08T00:52:55.102" v="8601" actId="21"/>
          <ac:cxnSpMkLst>
            <pc:docMk/>
            <pc:sldMk cId="2230770927" sldId="299"/>
            <ac:cxnSpMk id="10" creationId="{CE34C2DA-C4A2-3A83-F5AC-02C59EB6D578}"/>
          </ac:cxnSpMkLst>
        </pc:cxnChg>
      </pc:sldChg>
      <pc:sldChg chg="modSp add mod">
        <pc:chgData name="Toby Donaldson" userId="2e6e5431-bb17-4c41-9985-d39c50d83c73" providerId="ADAL" clId="{7F9681A8-EEE2-56F4-9B39-ECCBEE0471AC}" dt="2026-03-08T04:08:31.746" v="9383" actId="113"/>
        <pc:sldMkLst>
          <pc:docMk/>
          <pc:sldMk cId="2070367268" sldId="300"/>
        </pc:sldMkLst>
        <pc:spChg chg="mod">
          <ac:chgData name="Toby Donaldson" userId="2e6e5431-bb17-4c41-9985-d39c50d83c73" providerId="ADAL" clId="{7F9681A8-EEE2-56F4-9B39-ECCBEE0471AC}" dt="2026-03-08T04:08:31.746" v="9383" actId="113"/>
          <ac:spMkLst>
            <pc:docMk/>
            <pc:sldMk cId="2070367268" sldId="300"/>
            <ac:spMk id="4" creationId="{0320A304-C50E-5327-1E3B-E0B3978ED664}"/>
          </ac:spMkLst>
        </pc:spChg>
        <pc:spChg chg="mod">
          <ac:chgData name="Toby Donaldson" userId="2e6e5431-bb17-4c41-9985-d39c50d83c73" providerId="ADAL" clId="{7F9681A8-EEE2-56F4-9B39-ECCBEE0471AC}" dt="2026-03-08T04:07:46.596" v="9379" actId="113"/>
          <ac:spMkLst>
            <pc:docMk/>
            <pc:sldMk cId="2070367268" sldId="300"/>
            <ac:spMk id="5" creationId="{96E57100-CC6E-E2CE-9F52-4846C51BC94E}"/>
          </ac:spMkLst>
        </pc:spChg>
        <pc:spChg chg="mod">
          <ac:chgData name="Toby Donaldson" userId="2e6e5431-bb17-4c41-9985-d39c50d83c73" providerId="ADAL" clId="{7F9681A8-EEE2-56F4-9B39-ECCBEE0471AC}" dt="2026-03-08T03:46:55.698" v="8801" actId="20577"/>
          <ac:spMkLst>
            <pc:docMk/>
            <pc:sldMk cId="2070367268" sldId="300"/>
            <ac:spMk id="8" creationId="{5EF6489E-5E44-EA71-B27D-6CBF5D63C4E2}"/>
          </ac:spMkLst>
        </pc:spChg>
      </pc:sldChg>
      <pc:sldChg chg="add">
        <pc:chgData name="Toby Donaldson" userId="2e6e5431-bb17-4c41-9985-d39c50d83c73" providerId="ADAL" clId="{7F9681A8-EEE2-56F4-9B39-ECCBEE0471AC}" dt="2026-03-08T00:53:02.626" v="8603" actId="2890"/>
        <pc:sldMkLst>
          <pc:docMk/>
          <pc:sldMk cId="312583311" sldId="301"/>
        </pc:sldMkLst>
      </pc:sldChg>
      <pc:sldChg chg="addSp modSp add mod">
        <pc:chgData name="Toby Donaldson" userId="2e6e5431-bb17-4c41-9985-d39c50d83c73" providerId="ADAL" clId="{7F9681A8-EEE2-56F4-9B39-ECCBEE0471AC}" dt="2026-03-08T04:08:47.073" v="9386" actId="113"/>
        <pc:sldMkLst>
          <pc:docMk/>
          <pc:sldMk cId="3146722120" sldId="302"/>
        </pc:sldMkLst>
        <pc:spChg chg="add mod">
          <ac:chgData name="Toby Donaldson" userId="2e6e5431-bb17-4c41-9985-d39c50d83c73" providerId="ADAL" clId="{7F9681A8-EEE2-56F4-9B39-ECCBEE0471AC}" dt="2026-03-08T04:08:47.073" v="9386" actId="113"/>
          <ac:spMkLst>
            <pc:docMk/>
            <pc:sldMk cId="3146722120" sldId="302"/>
            <ac:spMk id="5" creationId="{35D61213-0607-DDF3-471E-1EAD4001E555}"/>
          </ac:spMkLst>
        </pc:spChg>
      </pc:sldChg>
      <pc:sldChg chg="addSp modSp add mod">
        <pc:chgData name="Toby Donaldson" userId="2e6e5431-bb17-4c41-9985-d39c50d83c73" providerId="ADAL" clId="{7F9681A8-EEE2-56F4-9B39-ECCBEE0471AC}" dt="2026-03-08T04:08:43.158" v="9385" actId="113"/>
        <pc:sldMkLst>
          <pc:docMk/>
          <pc:sldMk cId="3526590032" sldId="303"/>
        </pc:sldMkLst>
        <pc:spChg chg="mod">
          <ac:chgData name="Toby Donaldson" userId="2e6e5431-bb17-4c41-9985-d39c50d83c73" providerId="ADAL" clId="{7F9681A8-EEE2-56F4-9B39-ECCBEE0471AC}" dt="2026-03-08T04:08:43.158" v="9385" actId="113"/>
          <ac:spMkLst>
            <pc:docMk/>
            <pc:sldMk cId="3526590032" sldId="303"/>
            <ac:spMk id="5" creationId="{B843CBCD-30CB-BB94-BAD2-1739EBBE3B06}"/>
          </ac:spMkLst>
        </pc:spChg>
        <pc:spChg chg="add mod">
          <ac:chgData name="Toby Donaldson" userId="2e6e5431-bb17-4c41-9985-d39c50d83c73" providerId="ADAL" clId="{7F9681A8-EEE2-56F4-9B39-ECCBEE0471AC}" dt="2026-03-08T00:53:40.337" v="8608"/>
          <ac:spMkLst>
            <pc:docMk/>
            <pc:sldMk cId="3526590032" sldId="303"/>
            <ac:spMk id="6" creationId="{EA5A5333-E5B7-942B-1DC6-F0285ADFE650}"/>
          </ac:spMkLst>
        </pc:spChg>
      </pc:sldChg>
      <pc:sldChg chg="modSp add mod">
        <pc:chgData name="Toby Donaldson" userId="2e6e5431-bb17-4c41-9985-d39c50d83c73" providerId="ADAL" clId="{7F9681A8-EEE2-56F4-9B39-ECCBEE0471AC}" dt="2026-03-08T04:08:37.719" v="9384" actId="113"/>
        <pc:sldMkLst>
          <pc:docMk/>
          <pc:sldMk cId="1358293408" sldId="304"/>
        </pc:sldMkLst>
        <pc:spChg chg="mod">
          <ac:chgData name="Toby Donaldson" userId="2e6e5431-bb17-4c41-9985-d39c50d83c73" providerId="ADAL" clId="{7F9681A8-EEE2-56F4-9B39-ECCBEE0471AC}" dt="2026-03-08T04:08:37.719" v="9384" actId="113"/>
          <ac:spMkLst>
            <pc:docMk/>
            <pc:sldMk cId="1358293408" sldId="304"/>
            <ac:spMk id="5" creationId="{0E7EB2F4-614D-0534-B7B1-94B91EF89542}"/>
          </ac:spMkLst>
        </pc:spChg>
      </pc:sldChg>
      <pc:sldChg chg="addSp delSp modSp new mod">
        <pc:chgData name="Toby Donaldson" userId="2e6e5431-bb17-4c41-9985-d39c50d83c73" providerId="ADAL" clId="{7F9681A8-EEE2-56F4-9B39-ECCBEE0471AC}" dt="2026-03-08T04:06:21.220" v="9347" actId="1076"/>
        <pc:sldMkLst>
          <pc:docMk/>
          <pc:sldMk cId="3977642913" sldId="305"/>
        </pc:sldMkLst>
        <pc:spChg chg="mod">
          <ac:chgData name="Toby Donaldson" userId="2e6e5431-bb17-4c41-9985-d39c50d83c73" providerId="ADAL" clId="{7F9681A8-EEE2-56F4-9B39-ECCBEE0471AC}" dt="2026-03-08T00:54:32.940" v="8674" actId="20577"/>
          <ac:spMkLst>
            <pc:docMk/>
            <pc:sldMk cId="3977642913" sldId="305"/>
            <ac:spMk id="2" creationId="{18DC5A89-0AEF-F878-FCA9-0660B5E1E61C}"/>
          </ac:spMkLst>
        </pc:spChg>
        <pc:spChg chg="del mod">
          <ac:chgData name="Toby Donaldson" userId="2e6e5431-bb17-4c41-9985-d39c50d83c73" providerId="ADAL" clId="{7F9681A8-EEE2-56F4-9B39-ECCBEE0471AC}" dt="2026-03-08T03:52:29.264" v="8903" actId="21"/>
          <ac:spMkLst>
            <pc:docMk/>
            <pc:sldMk cId="3977642913" sldId="305"/>
            <ac:spMk id="3" creationId="{C3C2488C-5E74-15CD-9D84-7FF732529DC7}"/>
          </ac:spMkLst>
        </pc:spChg>
        <pc:spChg chg="add del mod">
          <ac:chgData name="Toby Donaldson" userId="2e6e5431-bb17-4c41-9985-d39c50d83c73" providerId="ADAL" clId="{7F9681A8-EEE2-56F4-9B39-ECCBEE0471AC}" dt="2026-03-08T03:50:59.846" v="8878" actId="21"/>
          <ac:spMkLst>
            <pc:docMk/>
            <pc:sldMk cId="3977642913" sldId="305"/>
            <ac:spMk id="5" creationId="{B3588A5F-9107-C9CB-19B4-19E58E75691F}"/>
          </ac:spMkLst>
        </pc:spChg>
        <pc:spChg chg="add del mod">
          <ac:chgData name="Toby Donaldson" userId="2e6e5431-bb17-4c41-9985-d39c50d83c73" providerId="ADAL" clId="{7F9681A8-EEE2-56F4-9B39-ECCBEE0471AC}" dt="2026-03-08T03:52:31.752" v="8904" actId="21"/>
          <ac:spMkLst>
            <pc:docMk/>
            <pc:sldMk cId="3977642913" sldId="305"/>
            <ac:spMk id="7" creationId="{1E801FAE-27D3-DF2F-ADF7-288CE69CFE74}"/>
          </ac:spMkLst>
        </pc:spChg>
        <pc:spChg chg="add mod topLvl">
          <ac:chgData name="Toby Donaldson" userId="2e6e5431-bb17-4c41-9985-d39c50d83c73" providerId="ADAL" clId="{7F9681A8-EEE2-56F4-9B39-ECCBEE0471AC}" dt="2026-03-08T03:59:11.479" v="9209" actId="165"/>
          <ac:spMkLst>
            <pc:docMk/>
            <pc:sldMk cId="3977642913" sldId="305"/>
            <ac:spMk id="8" creationId="{92276FCC-5988-745D-908D-1A95AFB9978D}"/>
          </ac:spMkLst>
        </pc:spChg>
        <pc:spChg chg="add del mod">
          <ac:chgData name="Toby Donaldson" userId="2e6e5431-bb17-4c41-9985-d39c50d83c73" providerId="ADAL" clId="{7F9681A8-EEE2-56F4-9B39-ECCBEE0471AC}" dt="2026-03-08T03:56:04.363" v="9087"/>
          <ac:spMkLst>
            <pc:docMk/>
            <pc:sldMk cId="3977642913" sldId="305"/>
            <ac:spMk id="9" creationId="{FAA6BEA5-DAA5-C899-7594-067F52ADF4AB}"/>
          </ac:spMkLst>
        </pc:spChg>
        <pc:spChg chg="add mod topLvl">
          <ac:chgData name="Toby Donaldson" userId="2e6e5431-bb17-4c41-9985-d39c50d83c73" providerId="ADAL" clId="{7F9681A8-EEE2-56F4-9B39-ECCBEE0471AC}" dt="2026-03-08T03:59:11.479" v="9209" actId="165"/>
          <ac:spMkLst>
            <pc:docMk/>
            <pc:sldMk cId="3977642913" sldId="305"/>
            <ac:spMk id="10" creationId="{CB758C8D-8A73-327D-5432-9B80018444E8}"/>
          </ac:spMkLst>
        </pc:spChg>
        <pc:spChg chg="add mod topLvl">
          <ac:chgData name="Toby Donaldson" userId="2e6e5431-bb17-4c41-9985-d39c50d83c73" providerId="ADAL" clId="{7F9681A8-EEE2-56F4-9B39-ECCBEE0471AC}" dt="2026-03-08T03:59:11.479" v="9209" actId="165"/>
          <ac:spMkLst>
            <pc:docMk/>
            <pc:sldMk cId="3977642913" sldId="305"/>
            <ac:spMk id="11" creationId="{4067D652-450F-5699-41A4-7488C9D7915A}"/>
          </ac:spMkLst>
        </pc:spChg>
        <pc:spChg chg="add mod topLvl">
          <ac:chgData name="Toby Donaldson" userId="2e6e5431-bb17-4c41-9985-d39c50d83c73" providerId="ADAL" clId="{7F9681A8-EEE2-56F4-9B39-ECCBEE0471AC}" dt="2026-03-08T03:59:11.479" v="9209" actId="165"/>
          <ac:spMkLst>
            <pc:docMk/>
            <pc:sldMk cId="3977642913" sldId="305"/>
            <ac:spMk id="12" creationId="{7F7755F6-D34A-7C4B-1B80-A0C98BF374AF}"/>
          </ac:spMkLst>
        </pc:spChg>
        <pc:spChg chg="add mod topLvl">
          <ac:chgData name="Toby Donaldson" userId="2e6e5431-bb17-4c41-9985-d39c50d83c73" providerId="ADAL" clId="{7F9681A8-EEE2-56F4-9B39-ECCBEE0471AC}" dt="2026-03-08T03:59:11.479" v="9209" actId="165"/>
          <ac:spMkLst>
            <pc:docMk/>
            <pc:sldMk cId="3977642913" sldId="305"/>
            <ac:spMk id="13" creationId="{8F89C92B-86BF-3584-709B-3D93178E2063}"/>
          </ac:spMkLst>
        </pc:spChg>
        <pc:spChg chg="add mod">
          <ac:chgData name="Toby Donaldson" userId="2e6e5431-bb17-4c41-9985-d39c50d83c73" providerId="ADAL" clId="{7F9681A8-EEE2-56F4-9B39-ECCBEE0471AC}" dt="2026-03-08T04:01:46.286" v="9279" actId="1076"/>
          <ac:spMkLst>
            <pc:docMk/>
            <pc:sldMk cId="3977642913" sldId="305"/>
            <ac:spMk id="15" creationId="{AF16CA0E-EDD1-756E-3424-3756B012B787}"/>
          </ac:spMkLst>
        </pc:spChg>
        <pc:spChg chg="add mod">
          <ac:chgData name="Toby Donaldson" userId="2e6e5431-bb17-4c41-9985-d39c50d83c73" providerId="ADAL" clId="{7F9681A8-EEE2-56F4-9B39-ECCBEE0471AC}" dt="2026-03-08T04:00:28.210" v="9236" actId="20577"/>
          <ac:spMkLst>
            <pc:docMk/>
            <pc:sldMk cId="3977642913" sldId="305"/>
            <ac:spMk id="16" creationId="{7C9536AE-0BE6-E85E-E9A2-EE414C7A1589}"/>
          </ac:spMkLst>
        </pc:spChg>
        <pc:spChg chg="add mod">
          <ac:chgData name="Toby Donaldson" userId="2e6e5431-bb17-4c41-9985-d39c50d83c73" providerId="ADAL" clId="{7F9681A8-EEE2-56F4-9B39-ECCBEE0471AC}" dt="2026-03-08T04:01:21.500" v="9277" actId="20577"/>
          <ac:spMkLst>
            <pc:docMk/>
            <pc:sldMk cId="3977642913" sldId="305"/>
            <ac:spMk id="17" creationId="{8EDBBB71-4356-A7B7-899D-53233004CFB3}"/>
          </ac:spMkLst>
        </pc:spChg>
        <pc:spChg chg="add mod">
          <ac:chgData name="Toby Donaldson" userId="2e6e5431-bb17-4c41-9985-d39c50d83c73" providerId="ADAL" clId="{7F9681A8-EEE2-56F4-9B39-ECCBEE0471AC}" dt="2026-03-08T04:02:11.333" v="9282" actId="1076"/>
          <ac:spMkLst>
            <pc:docMk/>
            <pc:sldMk cId="3977642913" sldId="305"/>
            <ac:spMk id="18" creationId="{E978286E-6D5B-4CAE-6A57-EC962CE21717}"/>
          </ac:spMkLst>
        </pc:spChg>
        <pc:spChg chg="add mod">
          <ac:chgData name="Toby Donaldson" userId="2e6e5431-bb17-4c41-9985-d39c50d83c73" providerId="ADAL" clId="{7F9681A8-EEE2-56F4-9B39-ECCBEE0471AC}" dt="2026-03-08T04:02:11.333" v="9282" actId="1076"/>
          <ac:spMkLst>
            <pc:docMk/>
            <pc:sldMk cId="3977642913" sldId="305"/>
            <ac:spMk id="19" creationId="{ADD790F5-F2B8-5934-8069-D423008078FC}"/>
          </ac:spMkLst>
        </pc:spChg>
        <pc:spChg chg="add mod">
          <ac:chgData name="Toby Donaldson" userId="2e6e5431-bb17-4c41-9985-d39c50d83c73" providerId="ADAL" clId="{7F9681A8-EEE2-56F4-9B39-ECCBEE0471AC}" dt="2026-03-08T04:02:11.333" v="9282" actId="1076"/>
          <ac:spMkLst>
            <pc:docMk/>
            <pc:sldMk cId="3977642913" sldId="305"/>
            <ac:spMk id="20" creationId="{DB6818E9-B0C2-3F84-8E47-D599EA7C6AB3}"/>
          </ac:spMkLst>
        </pc:spChg>
        <pc:spChg chg="add mod">
          <ac:chgData name="Toby Donaldson" userId="2e6e5431-bb17-4c41-9985-d39c50d83c73" providerId="ADAL" clId="{7F9681A8-EEE2-56F4-9B39-ECCBEE0471AC}" dt="2026-03-08T04:02:11.333" v="9282" actId="1076"/>
          <ac:spMkLst>
            <pc:docMk/>
            <pc:sldMk cId="3977642913" sldId="305"/>
            <ac:spMk id="21" creationId="{EA5DB050-DC40-9482-219B-724D69A143B7}"/>
          </ac:spMkLst>
        </pc:spChg>
        <pc:spChg chg="add mod">
          <ac:chgData name="Toby Donaldson" userId="2e6e5431-bb17-4c41-9985-d39c50d83c73" providerId="ADAL" clId="{7F9681A8-EEE2-56F4-9B39-ECCBEE0471AC}" dt="2026-03-08T04:02:35.617" v="9294" actId="20577"/>
          <ac:spMkLst>
            <pc:docMk/>
            <pc:sldMk cId="3977642913" sldId="305"/>
            <ac:spMk id="22" creationId="{04E5B37E-5F5C-FCE8-9337-7ECCC1CC7E22}"/>
          </ac:spMkLst>
        </pc:spChg>
        <pc:spChg chg="add mod">
          <ac:chgData name="Toby Donaldson" userId="2e6e5431-bb17-4c41-9985-d39c50d83c73" providerId="ADAL" clId="{7F9681A8-EEE2-56F4-9B39-ECCBEE0471AC}" dt="2026-03-08T04:04:18.178" v="9310" actId="164"/>
          <ac:spMkLst>
            <pc:docMk/>
            <pc:sldMk cId="3977642913" sldId="305"/>
            <ac:spMk id="23" creationId="{4AA1D4FA-4E31-327C-985D-A743D344CDAF}"/>
          </ac:spMkLst>
        </pc:spChg>
        <pc:spChg chg="add mod">
          <ac:chgData name="Toby Donaldson" userId="2e6e5431-bb17-4c41-9985-d39c50d83c73" providerId="ADAL" clId="{7F9681A8-EEE2-56F4-9B39-ECCBEE0471AC}" dt="2026-03-08T04:04:18.178" v="9310" actId="164"/>
          <ac:spMkLst>
            <pc:docMk/>
            <pc:sldMk cId="3977642913" sldId="305"/>
            <ac:spMk id="24" creationId="{8F7CA2FC-692E-44A1-0F08-F566441744FA}"/>
          </ac:spMkLst>
        </pc:spChg>
        <pc:spChg chg="add mod">
          <ac:chgData name="Toby Donaldson" userId="2e6e5431-bb17-4c41-9985-d39c50d83c73" providerId="ADAL" clId="{7F9681A8-EEE2-56F4-9B39-ECCBEE0471AC}" dt="2026-03-08T04:04:18.178" v="9310" actId="164"/>
          <ac:spMkLst>
            <pc:docMk/>
            <pc:sldMk cId="3977642913" sldId="305"/>
            <ac:spMk id="25" creationId="{195A3C3F-C71D-FBA1-C78A-014DE8DAAFC9}"/>
          </ac:spMkLst>
        </pc:spChg>
        <pc:spChg chg="add mod">
          <ac:chgData name="Toby Donaldson" userId="2e6e5431-bb17-4c41-9985-d39c50d83c73" providerId="ADAL" clId="{7F9681A8-EEE2-56F4-9B39-ECCBEE0471AC}" dt="2026-03-08T04:04:18.178" v="9310" actId="164"/>
          <ac:spMkLst>
            <pc:docMk/>
            <pc:sldMk cId="3977642913" sldId="305"/>
            <ac:spMk id="26" creationId="{C21D311D-8EFE-DD2C-88FE-5236023345DF}"/>
          </ac:spMkLst>
        </pc:spChg>
        <pc:spChg chg="add mod">
          <ac:chgData name="Toby Donaldson" userId="2e6e5431-bb17-4c41-9985-d39c50d83c73" providerId="ADAL" clId="{7F9681A8-EEE2-56F4-9B39-ECCBEE0471AC}" dt="2026-03-08T04:05:38.808" v="9331" actId="20577"/>
          <ac:spMkLst>
            <pc:docMk/>
            <pc:sldMk cId="3977642913" sldId="305"/>
            <ac:spMk id="28" creationId="{F0B746AE-E96E-BF91-0450-A6A042A1FEB0}"/>
          </ac:spMkLst>
        </pc:spChg>
        <pc:spChg chg="add mod">
          <ac:chgData name="Toby Donaldson" userId="2e6e5431-bb17-4c41-9985-d39c50d83c73" providerId="ADAL" clId="{7F9681A8-EEE2-56F4-9B39-ECCBEE0471AC}" dt="2026-03-08T04:05:41.101" v="9333" actId="20577"/>
          <ac:spMkLst>
            <pc:docMk/>
            <pc:sldMk cId="3977642913" sldId="305"/>
            <ac:spMk id="29" creationId="{97467314-9BDA-C3EB-A974-8C223015D34F}"/>
          </ac:spMkLst>
        </pc:spChg>
        <pc:spChg chg="add mod">
          <ac:chgData name="Toby Donaldson" userId="2e6e5431-bb17-4c41-9985-d39c50d83c73" providerId="ADAL" clId="{7F9681A8-EEE2-56F4-9B39-ECCBEE0471AC}" dt="2026-03-08T04:05:43.186" v="9335" actId="20577"/>
          <ac:spMkLst>
            <pc:docMk/>
            <pc:sldMk cId="3977642913" sldId="305"/>
            <ac:spMk id="30" creationId="{EBFCB77F-9D01-F82A-8BE0-DC9CD326E47F}"/>
          </ac:spMkLst>
        </pc:spChg>
        <pc:spChg chg="add mod">
          <ac:chgData name="Toby Donaldson" userId="2e6e5431-bb17-4c41-9985-d39c50d83c73" providerId="ADAL" clId="{7F9681A8-EEE2-56F4-9B39-ECCBEE0471AC}" dt="2026-03-08T04:05:45.969" v="9337" actId="20577"/>
          <ac:spMkLst>
            <pc:docMk/>
            <pc:sldMk cId="3977642913" sldId="305"/>
            <ac:spMk id="31" creationId="{5087EEF5-9046-FFE4-A29C-BDB602FC457C}"/>
          </ac:spMkLst>
        </pc:spChg>
        <pc:spChg chg="add mod">
          <ac:chgData name="Toby Donaldson" userId="2e6e5431-bb17-4c41-9985-d39c50d83c73" providerId="ADAL" clId="{7F9681A8-EEE2-56F4-9B39-ECCBEE0471AC}" dt="2026-03-08T04:06:21.220" v="9347" actId="1076"/>
          <ac:spMkLst>
            <pc:docMk/>
            <pc:sldMk cId="3977642913" sldId="305"/>
            <ac:spMk id="32" creationId="{01071B27-0647-7777-B439-36C6AE633474}"/>
          </ac:spMkLst>
        </pc:spChg>
        <pc:grpChg chg="add del mod">
          <ac:chgData name="Toby Donaldson" userId="2e6e5431-bb17-4c41-9985-d39c50d83c73" providerId="ADAL" clId="{7F9681A8-EEE2-56F4-9B39-ECCBEE0471AC}" dt="2026-03-08T03:59:11.479" v="9209" actId="165"/>
          <ac:grpSpMkLst>
            <pc:docMk/>
            <pc:sldMk cId="3977642913" sldId="305"/>
            <ac:grpSpMk id="14" creationId="{13B3E973-93BC-939F-8738-D92C2BE7A65B}"/>
          </ac:grpSpMkLst>
        </pc:grpChg>
        <pc:grpChg chg="add mod">
          <ac:chgData name="Toby Donaldson" userId="2e6e5431-bb17-4c41-9985-d39c50d83c73" providerId="ADAL" clId="{7F9681A8-EEE2-56F4-9B39-ECCBEE0471AC}" dt="2026-03-08T04:04:27.052" v="9311" actId="1076"/>
          <ac:grpSpMkLst>
            <pc:docMk/>
            <pc:sldMk cId="3977642913" sldId="305"/>
            <ac:grpSpMk id="27" creationId="{28358248-C923-AEBE-F6C1-0BD7941C99D8}"/>
          </ac:grpSpMkLst>
        </pc:grpChg>
        <pc:graphicFrameChg chg="add mod modGraphic">
          <ac:chgData name="Toby Donaldson" userId="2e6e5431-bb17-4c41-9985-d39c50d83c73" providerId="ADAL" clId="{7F9681A8-EEE2-56F4-9B39-ECCBEE0471AC}" dt="2026-03-08T04:01:43.599" v="9278" actId="1076"/>
          <ac:graphicFrameMkLst>
            <pc:docMk/>
            <pc:sldMk cId="3977642913" sldId="305"/>
            <ac:graphicFrameMk id="4" creationId="{5DC21E62-1695-159C-A0B1-6C18927930D3}"/>
          </ac:graphicFrameMkLst>
        </pc:graphicFrameChg>
      </pc:sldChg>
      <pc:sldChg chg="new del">
        <pc:chgData name="Toby Donaldson" userId="2e6e5431-bb17-4c41-9985-d39c50d83c73" providerId="ADAL" clId="{7F9681A8-EEE2-56F4-9B39-ECCBEE0471AC}" dt="2026-03-08T03:50:43.758" v="8875" actId="2696"/>
        <pc:sldMkLst>
          <pc:docMk/>
          <pc:sldMk cId="2879876475" sldId="306"/>
        </pc:sldMkLst>
      </pc:sldChg>
      <pc:sldChg chg="addSp delSp modSp add mod">
        <pc:chgData name="Toby Donaldson" userId="2e6e5431-bb17-4c41-9985-d39c50d83c73" providerId="ADAL" clId="{7F9681A8-EEE2-56F4-9B39-ECCBEE0471AC}" dt="2026-03-08T04:15:47.530" v="9725" actId="14100"/>
        <pc:sldMkLst>
          <pc:docMk/>
          <pc:sldMk cId="2946646255" sldId="306"/>
        </pc:sldMkLst>
        <pc:spChg chg="mod">
          <ac:chgData name="Toby Donaldson" userId="2e6e5431-bb17-4c41-9985-d39c50d83c73" providerId="ADAL" clId="{7F9681A8-EEE2-56F4-9B39-ECCBEE0471AC}" dt="2026-03-08T04:13:51.806" v="9609"/>
          <ac:spMkLst>
            <pc:docMk/>
            <pc:sldMk cId="2946646255" sldId="306"/>
            <ac:spMk id="3" creationId="{832B7D5E-0C77-874E-DC17-83815326FDE3}"/>
          </ac:spMkLst>
        </pc:spChg>
        <pc:spChg chg="del">
          <ac:chgData name="Toby Donaldson" userId="2e6e5431-bb17-4c41-9985-d39c50d83c73" providerId="ADAL" clId="{7F9681A8-EEE2-56F4-9B39-ECCBEE0471AC}" dt="2026-03-08T03:50:52.120" v="8877" actId="21"/>
          <ac:spMkLst>
            <pc:docMk/>
            <pc:sldMk cId="2946646255" sldId="306"/>
            <ac:spMk id="5" creationId="{9B8BE527-5D5C-D49E-6F74-F821C419C9E8}"/>
          </ac:spMkLst>
        </pc:spChg>
        <pc:spChg chg="add mod">
          <ac:chgData name="Toby Donaldson" userId="2e6e5431-bb17-4c41-9985-d39c50d83c73" providerId="ADAL" clId="{7F9681A8-EEE2-56F4-9B39-ECCBEE0471AC}" dt="2026-03-08T04:15:47.530" v="9725" actId="14100"/>
          <ac:spMkLst>
            <pc:docMk/>
            <pc:sldMk cId="2946646255" sldId="306"/>
            <ac:spMk id="6" creationId="{C265345D-0399-8F0C-EA16-A5A7F869C8D6}"/>
          </ac:spMkLst>
        </pc:spChg>
        <pc:graphicFrameChg chg="mod modGraphic">
          <ac:chgData name="Toby Donaldson" userId="2e6e5431-bb17-4c41-9985-d39c50d83c73" providerId="ADAL" clId="{7F9681A8-EEE2-56F4-9B39-ECCBEE0471AC}" dt="2026-03-08T04:12:52.853" v="9495" actId="20577"/>
          <ac:graphicFrameMkLst>
            <pc:docMk/>
            <pc:sldMk cId="2946646255" sldId="306"/>
            <ac:graphicFrameMk id="4" creationId="{840C8945-5471-9873-D481-883AC9156CBD}"/>
          </ac:graphicFrameMkLst>
        </pc:graphicFrameChg>
      </pc:sldChg>
      <pc:sldChg chg="addSp modSp add mod">
        <pc:chgData name="Toby Donaldson" userId="2e6e5431-bb17-4c41-9985-d39c50d83c73" providerId="ADAL" clId="{7F9681A8-EEE2-56F4-9B39-ECCBEE0471AC}" dt="2026-03-08T04:30:06.534" v="10242" actId="20577"/>
        <pc:sldMkLst>
          <pc:docMk/>
          <pc:sldMk cId="3487708479" sldId="307"/>
        </pc:sldMkLst>
        <pc:spChg chg="mod">
          <ac:chgData name="Toby Donaldson" userId="2e6e5431-bb17-4c41-9985-d39c50d83c73" providerId="ADAL" clId="{7F9681A8-EEE2-56F4-9B39-ECCBEE0471AC}" dt="2026-03-08T04:16:36.133" v="9727" actId="20577"/>
          <ac:spMkLst>
            <pc:docMk/>
            <pc:sldMk cId="3487708479" sldId="307"/>
            <ac:spMk id="3" creationId="{3A3ACFED-4713-85CC-F1E8-9B66EE20CEBB}"/>
          </ac:spMkLst>
        </pc:spChg>
        <pc:spChg chg="add mod">
          <ac:chgData name="Toby Donaldson" userId="2e6e5431-bb17-4c41-9985-d39c50d83c73" providerId="ADAL" clId="{7F9681A8-EEE2-56F4-9B39-ECCBEE0471AC}" dt="2026-03-08T04:20:14.439" v="9935" actId="12788"/>
          <ac:spMkLst>
            <pc:docMk/>
            <pc:sldMk cId="3487708479" sldId="307"/>
            <ac:spMk id="5" creationId="{4272546F-C5EC-2E33-60D5-300B82BAA4D8}"/>
          </ac:spMkLst>
        </pc:spChg>
        <pc:spChg chg="add mod">
          <ac:chgData name="Toby Donaldson" userId="2e6e5431-bb17-4c41-9985-d39c50d83c73" providerId="ADAL" clId="{7F9681A8-EEE2-56F4-9B39-ECCBEE0471AC}" dt="2026-03-08T04:30:06.534" v="10242" actId="20577"/>
          <ac:spMkLst>
            <pc:docMk/>
            <pc:sldMk cId="3487708479" sldId="307"/>
            <ac:spMk id="6" creationId="{C1910A65-0257-28EE-8011-8A238492E605}"/>
          </ac:spMkLst>
        </pc:spChg>
      </pc:sldChg>
      <pc:sldChg chg="addSp modSp new mod">
        <pc:chgData name="Toby Donaldson" userId="2e6e5431-bb17-4c41-9985-d39c50d83c73" providerId="ADAL" clId="{7F9681A8-EEE2-56F4-9B39-ECCBEE0471AC}" dt="2026-03-08T04:29:41.835" v="10234" actId="1076"/>
        <pc:sldMkLst>
          <pc:docMk/>
          <pc:sldMk cId="1536239087" sldId="308"/>
        </pc:sldMkLst>
        <pc:spChg chg="mod">
          <ac:chgData name="Toby Donaldson" userId="2e6e5431-bb17-4c41-9985-d39c50d83c73" providerId="ADAL" clId="{7F9681A8-EEE2-56F4-9B39-ECCBEE0471AC}" dt="2026-03-08T04:22:35.279" v="9974" actId="20577"/>
          <ac:spMkLst>
            <pc:docMk/>
            <pc:sldMk cId="1536239087" sldId="308"/>
            <ac:spMk id="2" creationId="{3541AB1B-3999-1D4A-E129-B9995A9B2843}"/>
          </ac:spMkLst>
        </pc:spChg>
        <pc:spChg chg="mod">
          <ac:chgData name="Toby Donaldson" userId="2e6e5431-bb17-4c41-9985-d39c50d83c73" providerId="ADAL" clId="{7F9681A8-EEE2-56F4-9B39-ECCBEE0471AC}" dt="2026-03-08T04:28:56.299" v="10196" actId="14100"/>
          <ac:spMkLst>
            <pc:docMk/>
            <pc:sldMk cId="1536239087" sldId="308"/>
            <ac:spMk id="3" creationId="{322DBEF8-23A3-41E1-EEBF-6153D8A528E1}"/>
          </ac:spMkLst>
        </pc:spChg>
        <pc:spChg chg="add mod">
          <ac:chgData name="Toby Donaldson" userId="2e6e5431-bb17-4c41-9985-d39c50d83c73" providerId="ADAL" clId="{7F9681A8-EEE2-56F4-9B39-ECCBEE0471AC}" dt="2026-03-08T04:28:46.491" v="10194" actId="164"/>
          <ac:spMkLst>
            <pc:docMk/>
            <pc:sldMk cId="1536239087" sldId="308"/>
            <ac:spMk id="6" creationId="{F475B1A9-CD28-0C4A-7560-027A1FAB0773}"/>
          </ac:spMkLst>
        </pc:spChg>
        <pc:spChg chg="add mod">
          <ac:chgData name="Toby Donaldson" userId="2e6e5431-bb17-4c41-9985-d39c50d83c73" providerId="ADAL" clId="{7F9681A8-EEE2-56F4-9B39-ECCBEE0471AC}" dt="2026-03-08T04:28:46.491" v="10194" actId="164"/>
          <ac:spMkLst>
            <pc:docMk/>
            <pc:sldMk cId="1536239087" sldId="308"/>
            <ac:spMk id="7" creationId="{11B8A4A4-1245-3C3B-2102-BAD477954D30}"/>
          </ac:spMkLst>
        </pc:spChg>
        <pc:spChg chg="add mod">
          <ac:chgData name="Toby Donaldson" userId="2e6e5431-bb17-4c41-9985-d39c50d83c73" providerId="ADAL" clId="{7F9681A8-EEE2-56F4-9B39-ECCBEE0471AC}" dt="2026-03-08T04:28:05.981" v="10191" actId="1076"/>
          <ac:spMkLst>
            <pc:docMk/>
            <pc:sldMk cId="1536239087" sldId="308"/>
            <ac:spMk id="8" creationId="{7F9EF1F6-9D8D-9019-1237-9F97C2EB1617}"/>
          </ac:spMkLst>
        </pc:spChg>
        <pc:spChg chg="add mod">
          <ac:chgData name="Toby Donaldson" userId="2e6e5431-bb17-4c41-9985-d39c50d83c73" providerId="ADAL" clId="{7F9681A8-EEE2-56F4-9B39-ECCBEE0471AC}" dt="2026-03-08T04:29:14.188" v="10210" actId="1076"/>
          <ac:spMkLst>
            <pc:docMk/>
            <pc:sldMk cId="1536239087" sldId="308"/>
            <ac:spMk id="10" creationId="{9BE0DBD2-DC49-693F-D74A-3816C1407445}"/>
          </ac:spMkLst>
        </pc:spChg>
        <pc:spChg chg="add mod">
          <ac:chgData name="Toby Donaldson" userId="2e6e5431-bb17-4c41-9985-d39c50d83c73" providerId="ADAL" clId="{7F9681A8-EEE2-56F4-9B39-ECCBEE0471AC}" dt="2026-03-08T04:29:41.835" v="10234" actId="1076"/>
          <ac:spMkLst>
            <pc:docMk/>
            <pc:sldMk cId="1536239087" sldId="308"/>
            <ac:spMk id="11" creationId="{D41043C2-7FDF-DB94-3A26-7693C2913607}"/>
          </ac:spMkLst>
        </pc:spChg>
        <pc:grpChg chg="add mod">
          <ac:chgData name="Toby Donaldson" userId="2e6e5431-bb17-4c41-9985-d39c50d83c73" providerId="ADAL" clId="{7F9681A8-EEE2-56F4-9B39-ECCBEE0471AC}" dt="2026-03-08T04:28:50.098" v="10195" actId="1076"/>
          <ac:grpSpMkLst>
            <pc:docMk/>
            <pc:sldMk cId="1536239087" sldId="308"/>
            <ac:grpSpMk id="9" creationId="{D91B4A3B-F3A7-281C-A186-0ED45C696A35}"/>
          </ac:grpSpMkLst>
        </pc:grpChg>
        <pc:picChg chg="add mod modCrop">
          <ac:chgData name="Toby Donaldson" userId="2e6e5431-bb17-4c41-9985-d39c50d83c73" providerId="ADAL" clId="{7F9681A8-EEE2-56F4-9B39-ECCBEE0471AC}" dt="2026-03-08T04:28:46.491" v="10194" actId="164"/>
          <ac:picMkLst>
            <pc:docMk/>
            <pc:sldMk cId="1536239087" sldId="308"/>
            <ac:picMk id="5" creationId="{27448993-8962-C826-2F87-9279EE1B51C2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47F2B1-B8DA-C890-BF39-90891274B5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511EA8-0567-C0E7-3935-60EE33BA69F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3DF76A-AF60-6BE9-8E86-0ACD575351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D14322-C12B-6342-B677-D4F6BAD7EC1C}" type="datetimeFigureOut">
              <a:rPr lang="en-US" smtClean="0"/>
              <a:t>3/7/26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9D3001-FDA9-DB76-50E3-153F587D7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CE83A-ACE2-2899-41D9-61A6233C0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C2D07B-9597-9147-B802-0383666ED1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2967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5A095-7BD7-7FEC-7FA5-90B0F22005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473C8B-EDC4-754C-A18A-9BB0394E88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807FDC-140A-916F-0690-1CB933F635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D14322-C12B-6342-B677-D4F6BAD7EC1C}" type="datetimeFigureOut">
              <a:rPr lang="en-US" smtClean="0"/>
              <a:t>3/7/26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4BC797-8D04-5AF3-8B41-C0763D17E6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5F02F3-1B24-F23D-676E-0EECDEB263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C2D07B-9597-9147-B802-0383666ED1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6767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17055D-CDAF-D778-F233-411C1D2C8A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573F51-A4E1-7BE8-1B3F-FD5C2B7B9F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E999B2-BD8B-EAA8-215B-326C03B90D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D14322-C12B-6342-B677-D4F6BAD7EC1C}" type="datetimeFigureOut">
              <a:rPr lang="en-US" smtClean="0"/>
              <a:t>3/7/26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DD7D53-77AF-9FA5-D616-A84DA2995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D52555-391F-301F-B0C2-13C5224F2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C2D07B-9597-9147-B802-0383666ED1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406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A3BF4-E574-2FA1-26EF-B8120C4D7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435F37-B355-3060-B4A9-8BD2E1663C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DD26B5-0121-500B-EB02-24C7882BF8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B4FB43-D887-8058-735A-34EAD88E9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D14322-C12B-6342-B677-D4F6BAD7EC1C}" type="datetimeFigureOut">
              <a:rPr lang="en-US" smtClean="0"/>
              <a:t>3/7/26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A3480B-F1E2-D4FC-5F19-0728ECDA87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68749B-7FAC-00EC-0776-F7DFAD316C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C2D07B-9597-9147-B802-0383666ED1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33414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C0581-EF24-D376-D0BF-653FC1BBEA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62C8B6-484B-4183-3C44-94BCFB13AC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0C7A6F-6BD4-6674-9D33-A0910DE7A5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48DD969-EFB7-338E-2EDE-0AEFA99918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85E9474-7023-2D02-E64C-37FF7093C5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46CE99E-0286-4BAB-9CAB-88509BB413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D14322-C12B-6342-B677-D4F6BAD7EC1C}" type="datetimeFigureOut">
              <a:rPr lang="en-US" smtClean="0"/>
              <a:t>3/7/26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5466DC2-25AA-4E02-7D46-6280321B7D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9D65F54-7AAA-03D1-28A6-90A9B1F111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C2D07B-9597-9147-B802-0383666ED1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8471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9E78EA-9613-399B-CC12-823403BF7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705ABE-A831-3A8B-0E81-3984AA93E4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D14322-C12B-6342-B677-D4F6BAD7EC1C}" type="datetimeFigureOut">
              <a:rPr lang="en-US" smtClean="0"/>
              <a:t>3/7/26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7A45831-16DB-F02C-64DD-AB7B96C096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1D9FF1-60BA-BCFC-0FDB-58CB9237B1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C2D07B-9597-9147-B802-0383666ED1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26065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0E874AD-3068-7257-3883-020B66D8F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D14322-C12B-6342-B677-D4F6BAD7EC1C}" type="datetimeFigureOut">
              <a:rPr lang="en-US" smtClean="0"/>
              <a:t>3/7/26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5825DC5-4685-AB07-D792-D4E3081F0E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CF55B9-9F34-7CC1-DF67-2981DDD85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C2D07B-9597-9147-B802-0383666ED1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572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C804A4-382F-03C6-B9E5-A8DFF6AE1F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D8CB81-DFBB-5EA2-314A-708B374FFE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9E3BF5-5469-16C6-F8AD-D61242CA7E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B1589D-7D28-60E5-4C7F-9227FFB881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D14322-C12B-6342-B677-D4F6BAD7EC1C}" type="datetimeFigureOut">
              <a:rPr lang="en-US" smtClean="0"/>
              <a:t>3/7/26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47E947-3308-C27D-990F-CE3784CD09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7BF340-A4F7-D0FB-0C98-5025459B0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C2D07B-9597-9147-B802-0383666ED1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3030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74DA32-17EE-7F63-B8C3-F5106929E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F036972-2D99-C32D-1607-43367BADEF8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DE0305-BF10-0AD2-DA04-D9B0DBDFE6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DF8B9C-AB8C-9274-D9B0-8372603B14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D14322-C12B-6342-B677-D4F6BAD7EC1C}" type="datetimeFigureOut">
              <a:rPr lang="en-US" smtClean="0"/>
              <a:t>3/7/26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5D14CB-5A52-1E06-D2BF-75F69BC345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D014E7-A69E-41F3-1025-D386E9DD9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C2D07B-9597-9147-B802-0383666ED1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0093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5B8C1A-D4D5-6567-E971-5DE0EB7CBD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11EB58-2E32-89A5-7EDD-E26CE94627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EF1AFA-7DAF-0798-3A60-D4595DBCE7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D14322-C12B-6342-B677-D4F6BAD7EC1C}" type="datetimeFigureOut">
              <a:rPr lang="en-US" smtClean="0"/>
              <a:t>3/7/26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510BDA-7680-DCFF-4DA2-13EBCB8808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FD25FA-B6FC-DAEC-F241-B55E072E16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C2D07B-9597-9147-B802-0383666ED1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55551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CC26D84-DF99-D519-A8D5-18B612909A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3860174-03F7-1177-9EBC-AF2D4F6BCC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96F86A-3E15-CBFF-7DB5-7BE2AAC765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D14322-C12B-6342-B677-D4F6BAD7EC1C}" type="datetimeFigureOut">
              <a:rPr lang="en-US" smtClean="0"/>
              <a:t>3/7/26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34999C-CF6F-85DA-D454-4C19E1BD7E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647985-0056-A195-89D6-3CFDE7318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C2D07B-9597-9147-B802-0383666ED1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68901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715CE9A-CED0-2333-4113-D302AF1AD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A940CF-BAC8-CBCF-4236-E3EFC3DBB9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C62116-D214-1287-3063-D7C2FC6001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D14322-C12B-6342-B677-D4F6BAD7EC1C}" type="datetimeFigureOut">
              <a:rPr lang="en-US" smtClean="0"/>
              <a:t>3/7/26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78F463-9CFF-A409-3DEF-A32CD38891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BFCED0-15BF-9FE3-31C5-7D733E034A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FC2D07B-9597-9147-B802-0383666ED1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96016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.svg"/><Relationship Id="rId7" Type="http://schemas.openxmlformats.org/officeDocument/2006/relationships/image" Target="../media/image8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6.svg"/><Relationship Id="rId5" Type="http://schemas.openxmlformats.org/officeDocument/2006/relationships/image" Target="../media/image4.svg"/><Relationship Id="rId10" Type="http://schemas.openxmlformats.org/officeDocument/2006/relationships/image" Target="../media/image5.png"/><Relationship Id="rId4" Type="http://schemas.openxmlformats.org/officeDocument/2006/relationships/image" Target="../media/image3.png"/><Relationship Id="rId9" Type="http://schemas.openxmlformats.org/officeDocument/2006/relationships/image" Target="../media/image10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4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2.svg"/><Relationship Id="rId5" Type="http://schemas.openxmlformats.org/officeDocument/2006/relationships/image" Target="../media/image4.svg"/><Relationship Id="rId15" Type="http://schemas.openxmlformats.org/officeDocument/2006/relationships/image" Target="../media/image10.svg"/><Relationship Id="rId10" Type="http://schemas.openxmlformats.org/officeDocument/2006/relationships/image" Target="../media/image11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4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2.svg"/><Relationship Id="rId5" Type="http://schemas.openxmlformats.org/officeDocument/2006/relationships/image" Target="../media/image4.svg"/><Relationship Id="rId15" Type="http://schemas.openxmlformats.org/officeDocument/2006/relationships/image" Target="../media/image10.svg"/><Relationship Id="rId10" Type="http://schemas.openxmlformats.org/officeDocument/2006/relationships/image" Target="../media/image11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8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14.sv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8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14.svg"/><Relationship Id="rId1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8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14.svg"/><Relationship Id="rId1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svg"/><Relationship Id="rId3" Type="http://schemas.openxmlformats.org/officeDocument/2006/relationships/image" Target="../media/image8.svg"/><Relationship Id="rId7" Type="http://schemas.openxmlformats.org/officeDocument/2006/relationships/image" Target="../media/image4.svg"/><Relationship Id="rId12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14.svg"/><Relationship Id="rId5" Type="http://schemas.openxmlformats.org/officeDocument/2006/relationships/image" Target="../media/image2.svg"/><Relationship Id="rId10" Type="http://schemas.openxmlformats.org/officeDocument/2006/relationships/image" Target="../media/image13.png"/><Relationship Id="rId4" Type="http://schemas.openxmlformats.org/officeDocument/2006/relationships/image" Target="../media/image1.png"/><Relationship Id="rId9" Type="http://schemas.openxmlformats.org/officeDocument/2006/relationships/image" Target="../media/image6.sv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svg"/><Relationship Id="rId3" Type="http://schemas.openxmlformats.org/officeDocument/2006/relationships/image" Target="../media/image8.svg"/><Relationship Id="rId7" Type="http://schemas.openxmlformats.org/officeDocument/2006/relationships/image" Target="../media/image4.svg"/><Relationship Id="rId12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14.svg"/><Relationship Id="rId5" Type="http://schemas.openxmlformats.org/officeDocument/2006/relationships/image" Target="../media/image2.svg"/><Relationship Id="rId10" Type="http://schemas.openxmlformats.org/officeDocument/2006/relationships/image" Target="../media/image13.png"/><Relationship Id="rId4" Type="http://schemas.openxmlformats.org/officeDocument/2006/relationships/image" Target="../media/image1.png"/><Relationship Id="rId9" Type="http://schemas.openxmlformats.org/officeDocument/2006/relationships/image" Target="../media/image6.sv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svg"/><Relationship Id="rId3" Type="http://schemas.openxmlformats.org/officeDocument/2006/relationships/image" Target="../media/image8.svg"/><Relationship Id="rId7" Type="http://schemas.openxmlformats.org/officeDocument/2006/relationships/image" Target="../media/image4.svg"/><Relationship Id="rId12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14.svg"/><Relationship Id="rId5" Type="http://schemas.openxmlformats.org/officeDocument/2006/relationships/image" Target="../media/image2.svg"/><Relationship Id="rId10" Type="http://schemas.openxmlformats.org/officeDocument/2006/relationships/image" Target="../media/image13.png"/><Relationship Id="rId4" Type="http://schemas.openxmlformats.org/officeDocument/2006/relationships/image" Target="../media/image1.png"/><Relationship Id="rId9" Type="http://schemas.openxmlformats.org/officeDocument/2006/relationships/image" Target="../media/image6.sv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svg"/><Relationship Id="rId3" Type="http://schemas.openxmlformats.org/officeDocument/2006/relationships/image" Target="../media/image8.svg"/><Relationship Id="rId7" Type="http://schemas.openxmlformats.org/officeDocument/2006/relationships/image" Target="../media/image4.svg"/><Relationship Id="rId12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14.svg"/><Relationship Id="rId5" Type="http://schemas.openxmlformats.org/officeDocument/2006/relationships/image" Target="../media/image2.svg"/><Relationship Id="rId10" Type="http://schemas.openxmlformats.org/officeDocument/2006/relationships/image" Target="../media/image13.png"/><Relationship Id="rId4" Type="http://schemas.openxmlformats.org/officeDocument/2006/relationships/image" Target="../media/image1.png"/><Relationship Id="rId9" Type="http://schemas.openxmlformats.org/officeDocument/2006/relationships/image" Target="../media/image6.sv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svg"/><Relationship Id="rId3" Type="http://schemas.openxmlformats.org/officeDocument/2006/relationships/image" Target="../media/image8.svg"/><Relationship Id="rId7" Type="http://schemas.openxmlformats.org/officeDocument/2006/relationships/image" Target="../media/image4.svg"/><Relationship Id="rId12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14.svg"/><Relationship Id="rId5" Type="http://schemas.openxmlformats.org/officeDocument/2006/relationships/image" Target="../media/image2.svg"/><Relationship Id="rId10" Type="http://schemas.openxmlformats.org/officeDocument/2006/relationships/image" Target="../media/image13.png"/><Relationship Id="rId4" Type="http://schemas.openxmlformats.org/officeDocument/2006/relationships/image" Target="../media/image1.png"/><Relationship Id="rId9" Type="http://schemas.openxmlformats.org/officeDocument/2006/relationships/image" Target="../media/image6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Relationship Id="rId9" Type="http://schemas.openxmlformats.org/officeDocument/2006/relationships/image" Target="../media/image35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10" Type="http://schemas.openxmlformats.org/officeDocument/2006/relationships/image" Target="../media/image36.png"/><Relationship Id="rId4" Type="http://schemas.openxmlformats.org/officeDocument/2006/relationships/image" Target="../media/image30.png"/><Relationship Id="rId9" Type="http://schemas.openxmlformats.org/officeDocument/2006/relationships/image" Target="../media/image35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11" Type="http://schemas.openxmlformats.org/officeDocument/2006/relationships/image" Target="../media/image38.png"/><Relationship Id="rId5" Type="http://schemas.openxmlformats.org/officeDocument/2006/relationships/image" Target="../media/image32.png"/><Relationship Id="rId10" Type="http://schemas.openxmlformats.org/officeDocument/2006/relationships/image" Target="../media/image37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7.png"/><Relationship Id="rId7" Type="http://schemas.openxmlformats.org/officeDocument/2006/relationships/image" Target="../media/image51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10" Type="http://schemas.openxmlformats.org/officeDocument/2006/relationships/image" Target="../media/image54.png"/><Relationship Id="rId4" Type="http://schemas.openxmlformats.org/officeDocument/2006/relationships/image" Target="../media/image48.png"/><Relationship Id="rId9" Type="http://schemas.openxmlformats.org/officeDocument/2006/relationships/image" Target="../media/image53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3" Type="http://schemas.openxmlformats.org/officeDocument/2006/relationships/image" Target="../media/image59.png"/><Relationship Id="rId7" Type="http://schemas.openxmlformats.org/officeDocument/2006/relationships/image" Target="../media/image63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EC875-17A5-A6B8-9D7A-B86320FEC58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Big Powers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3F48A3F-69EB-AD0B-E532-A3E53F6DD8B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CMPT 125</a:t>
            </a:r>
          </a:p>
        </p:txBody>
      </p:sp>
    </p:spTree>
    <p:extLst>
      <p:ext uri="{BB962C8B-B14F-4D97-AF65-F5344CB8AC3E}">
        <p14:creationId xmlns:p14="http://schemas.microsoft.com/office/powerpoint/2010/main" val="32646065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D33601-9EFA-9578-02A5-FB405709AA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FD90A4-367B-96E1-ADDD-7C4721FD55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We’re taking a break from introducing C++ features</a:t>
            </a:r>
          </a:p>
          <a:p>
            <a:r>
              <a:rPr lang="en-US" dirty="0"/>
              <a:t>We’re going to study some basic algorithms</a:t>
            </a:r>
          </a:p>
          <a:p>
            <a:r>
              <a:rPr lang="en-US" dirty="0"/>
              <a:t>We will see how to implement these algorithms</a:t>
            </a:r>
          </a:p>
          <a:p>
            <a:r>
              <a:rPr lang="en-US" dirty="0"/>
              <a:t>And use math to estimate their performance</a:t>
            </a:r>
          </a:p>
        </p:txBody>
      </p:sp>
    </p:spTree>
    <p:extLst>
      <p:ext uri="{BB962C8B-B14F-4D97-AF65-F5344CB8AC3E}">
        <p14:creationId xmlns:p14="http://schemas.microsoft.com/office/powerpoint/2010/main" val="2736139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F8A83F21-D8F8-B479-C122-802D0D3A286F}"/>
              </a:ext>
            </a:extLst>
          </p:cNvPr>
          <p:cNvGrpSpPr/>
          <p:nvPr/>
        </p:nvGrpSpPr>
        <p:grpSpPr>
          <a:xfrm>
            <a:off x="855929" y="1422398"/>
            <a:ext cx="1637270" cy="2006602"/>
            <a:chOff x="1005016" y="2324099"/>
            <a:chExt cx="1637270" cy="2006602"/>
          </a:xfrm>
        </p:grpSpPr>
        <p:pic>
          <p:nvPicPr>
            <p:cNvPr id="7" name="Graphic 6" descr="Office worker female with solid fill">
              <a:extLst>
                <a:ext uri="{FF2B5EF4-FFF2-40B4-BE49-F238E27FC236}">
                  <a16:creationId xmlns:a16="http://schemas.microsoft.com/office/drawing/2014/main" id="{27F2B137-D1B1-E5F4-3554-15B0FE66ACE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05016" y="2324099"/>
              <a:ext cx="1637270" cy="163727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71FBC720-AEAD-BDC9-86F6-89099AF39A69}"/>
                </a:ext>
              </a:extLst>
            </p:cNvPr>
            <p:cNvSpPr txBox="1"/>
            <p:nvPr/>
          </p:nvSpPr>
          <p:spPr>
            <a:xfrm>
              <a:off x="1484455" y="3961369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Alice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D288647-2D43-8B24-0056-56E876C209F3}"/>
              </a:ext>
            </a:extLst>
          </p:cNvPr>
          <p:cNvGrpSpPr/>
          <p:nvPr/>
        </p:nvGrpSpPr>
        <p:grpSpPr>
          <a:xfrm>
            <a:off x="9739900" y="1517804"/>
            <a:ext cx="1466336" cy="1835668"/>
            <a:chOff x="9073978" y="1946189"/>
            <a:chExt cx="1466336" cy="1835668"/>
          </a:xfrm>
        </p:grpSpPr>
        <p:pic>
          <p:nvPicPr>
            <p:cNvPr id="5" name="Graphic 4" descr="Office worker male with solid fill">
              <a:extLst>
                <a:ext uri="{FF2B5EF4-FFF2-40B4-BE49-F238E27FC236}">
                  <a16:creationId xmlns:a16="http://schemas.microsoft.com/office/drawing/2014/main" id="{66CF3B05-B756-8374-5A8D-B998D152179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073978" y="1946189"/>
              <a:ext cx="1466336" cy="1466336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EE0AE2D-E197-C369-1E7F-C4F66EE25F33}"/>
                </a:ext>
              </a:extLst>
            </p:cNvPr>
            <p:cNvSpPr txBox="1"/>
            <p:nvPr/>
          </p:nvSpPr>
          <p:spPr>
            <a:xfrm>
              <a:off x="9516842" y="3412525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Bob</a:t>
              </a:r>
            </a:p>
          </p:txBody>
        </p:sp>
      </p:grpSp>
      <p:sp>
        <p:nvSpPr>
          <p:cNvPr id="17" name="Freeform 16">
            <a:extLst>
              <a:ext uri="{FF2B5EF4-FFF2-40B4-BE49-F238E27FC236}">
                <a16:creationId xmlns:a16="http://schemas.microsoft.com/office/drawing/2014/main" id="{BF218445-6216-B1A9-A447-0D8E3DBA1687}"/>
              </a:ext>
            </a:extLst>
          </p:cNvPr>
          <p:cNvSpPr/>
          <p:nvPr/>
        </p:nvSpPr>
        <p:spPr>
          <a:xfrm>
            <a:off x="2454965" y="1539986"/>
            <a:ext cx="7484165" cy="765892"/>
          </a:xfrm>
          <a:custGeom>
            <a:avLst/>
            <a:gdLst>
              <a:gd name="csX0" fmla="*/ 0 w 7484165"/>
              <a:gd name="csY0" fmla="*/ 765892 h 765892"/>
              <a:gd name="csX1" fmla="*/ 3955774 w 7484165"/>
              <a:gd name="csY1" fmla="*/ 579 h 765892"/>
              <a:gd name="csX2" fmla="*/ 7484165 w 7484165"/>
              <a:gd name="csY2" fmla="*/ 666501 h 76589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484165" h="765892">
                <a:moveTo>
                  <a:pt x="0" y="765892"/>
                </a:moveTo>
                <a:cubicBezTo>
                  <a:pt x="1354206" y="391518"/>
                  <a:pt x="2708413" y="17144"/>
                  <a:pt x="3955774" y="579"/>
                </a:cubicBezTo>
                <a:cubicBezTo>
                  <a:pt x="5203135" y="-15986"/>
                  <a:pt x="6343650" y="325257"/>
                  <a:pt x="7484165" y="666501"/>
                </a:cubicBezTo>
              </a:path>
            </a:pathLst>
          </a:custGeom>
          <a:noFill/>
          <a:ln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39A684F-FF41-1FE1-B2FC-D38A245D4BD9}"/>
              </a:ext>
            </a:extLst>
          </p:cNvPr>
          <p:cNvSpPr txBox="1"/>
          <p:nvPr/>
        </p:nvSpPr>
        <p:spPr>
          <a:xfrm>
            <a:off x="4923180" y="402394"/>
            <a:ext cx="2564296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Alice wants to send Bob some money.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04B12B0-A766-E50E-BFA2-F79B326839D5}"/>
              </a:ext>
            </a:extLst>
          </p:cNvPr>
          <p:cNvSpPr txBox="1"/>
          <p:nvPr/>
        </p:nvSpPr>
        <p:spPr>
          <a:xfrm>
            <a:off x="1317646" y="3429000"/>
            <a:ext cx="6238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$$</a:t>
            </a:r>
          </a:p>
        </p:txBody>
      </p:sp>
    </p:spTree>
    <p:extLst>
      <p:ext uri="{BB962C8B-B14F-4D97-AF65-F5344CB8AC3E}">
        <p14:creationId xmlns:p14="http://schemas.microsoft.com/office/powerpoint/2010/main" val="13962445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B7316E-DE78-B7AB-DDD9-8A107541A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2E32503F-891C-84ED-30A6-A05F5357CD0E}"/>
              </a:ext>
            </a:extLst>
          </p:cNvPr>
          <p:cNvGrpSpPr/>
          <p:nvPr/>
        </p:nvGrpSpPr>
        <p:grpSpPr>
          <a:xfrm>
            <a:off x="855929" y="1422398"/>
            <a:ext cx="1637270" cy="2006602"/>
            <a:chOff x="1005016" y="2324099"/>
            <a:chExt cx="1637270" cy="2006602"/>
          </a:xfrm>
        </p:grpSpPr>
        <p:pic>
          <p:nvPicPr>
            <p:cNvPr id="7" name="Graphic 6" descr="Office worker female with solid fill">
              <a:extLst>
                <a:ext uri="{FF2B5EF4-FFF2-40B4-BE49-F238E27FC236}">
                  <a16:creationId xmlns:a16="http://schemas.microsoft.com/office/drawing/2014/main" id="{038C4327-D811-6A47-A222-51AADAFB97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05016" y="2324099"/>
              <a:ext cx="1637270" cy="163727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6407CF1-F2D6-DF98-448A-47F51EDF0D9F}"/>
                </a:ext>
              </a:extLst>
            </p:cNvPr>
            <p:cNvSpPr txBox="1"/>
            <p:nvPr/>
          </p:nvSpPr>
          <p:spPr>
            <a:xfrm>
              <a:off x="1484455" y="3961369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Alice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717F675-CF38-9556-1E75-15C3F570B0B2}"/>
              </a:ext>
            </a:extLst>
          </p:cNvPr>
          <p:cNvGrpSpPr/>
          <p:nvPr/>
        </p:nvGrpSpPr>
        <p:grpSpPr>
          <a:xfrm>
            <a:off x="9739900" y="1517804"/>
            <a:ext cx="1466336" cy="1835668"/>
            <a:chOff x="9073978" y="1946189"/>
            <a:chExt cx="1466336" cy="1835668"/>
          </a:xfrm>
        </p:grpSpPr>
        <p:pic>
          <p:nvPicPr>
            <p:cNvPr id="5" name="Graphic 4" descr="Office worker male with solid fill">
              <a:extLst>
                <a:ext uri="{FF2B5EF4-FFF2-40B4-BE49-F238E27FC236}">
                  <a16:creationId xmlns:a16="http://schemas.microsoft.com/office/drawing/2014/main" id="{FC22C88E-9DE9-DBA5-6442-6E828E4EAA6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073978" y="1946189"/>
              <a:ext cx="1466336" cy="1466336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5AAFCAF-43E3-2BAE-3985-D156F19A56AD}"/>
                </a:ext>
              </a:extLst>
            </p:cNvPr>
            <p:cNvSpPr txBox="1"/>
            <p:nvPr/>
          </p:nvSpPr>
          <p:spPr>
            <a:xfrm>
              <a:off x="9516842" y="3412525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Bob</a:t>
              </a:r>
            </a:p>
          </p:txBody>
        </p:sp>
      </p:grpSp>
      <p:sp>
        <p:nvSpPr>
          <p:cNvPr id="17" name="Freeform 16">
            <a:extLst>
              <a:ext uri="{FF2B5EF4-FFF2-40B4-BE49-F238E27FC236}">
                <a16:creationId xmlns:a16="http://schemas.microsoft.com/office/drawing/2014/main" id="{978F857C-35E0-CB7A-6D0E-8E16D0486B79}"/>
              </a:ext>
            </a:extLst>
          </p:cNvPr>
          <p:cNvSpPr/>
          <p:nvPr/>
        </p:nvSpPr>
        <p:spPr>
          <a:xfrm>
            <a:off x="2454965" y="1539986"/>
            <a:ext cx="7484165" cy="765892"/>
          </a:xfrm>
          <a:custGeom>
            <a:avLst/>
            <a:gdLst>
              <a:gd name="csX0" fmla="*/ 0 w 7484165"/>
              <a:gd name="csY0" fmla="*/ 765892 h 765892"/>
              <a:gd name="csX1" fmla="*/ 3955774 w 7484165"/>
              <a:gd name="csY1" fmla="*/ 579 h 765892"/>
              <a:gd name="csX2" fmla="*/ 7484165 w 7484165"/>
              <a:gd name="csY2" fmla="*/ 666501 h 76589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484165" h="765892">
                <a:moveTo>
                  <a:pt x="0" y="765892"/>
                </a:moveTo>
                <a:cubicBezTo>
                  <a:pt x="1354206" y="391518"/>
                  <a:pt x="2708413" y="17144"/>
                  <a:pt x="3955774" y="579"/>
                </a:cubicBezTo>
                <a:cubicBezTo>
                  <a:pt x="5203135" y="-15986"/>
                  <a:pt x="6343650" y="325257"/>
                  <a:pt x="7484165" y="666501"/>
                </a:cubicBezTo>
              </a:path>
            </a:pathLst>
          </a:custGeom>
          <a:noFill/>
          <a:ln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023E0B9-E9A2-934F-5AE4-E7486AF1E046}"/>
              </a:ext>
            </a:extLst>
          </p:cNvPr>
          <p:cNvSpPr txBox="1"/>
          <p:nvPr/>
        </p:nvSpPr>
        <p:spPr>
          <a:xfrm>
            <a:off x="4923180" y="402394"/>
            <a:ext cx="2564296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Alice wants to send Bob some money.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8E99670-38A7-B1F0-20E6-BDC42C3A5B47}"/>
              </a:ext>
            </a:extLst>
          </p:cNvPr>
          <p:cNvSpPr txBox="1"/>
          <p:nvPr/>
        </p:nvSpPr>
        <p:spPr>
          <a:xfrm>
            <a:off x="5936698" y="1729936"/>
            <a:ext cx="6238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$$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3D694457-B43B-E1E0-7553-2F1E88CC0E85}"/>
              </a:ext>
            </a:extLst>
          </p:cNvPr>
          <p:cNvGrpSpPr/>
          <p:nvPr/>
        </p:nvGrpSpPr>
        <p:grpSpPr>
          <a:xfrm>
            <a:off x="5748130" y="5106564"/>
            <a:ext cx="914400" cy="1283732"/>
            <a:chOff x="5638800" y="4738816"/>
            <a:chExt cx="914400" cy="1283732"/>
          </a:xfrm>
        </p:grpSpPr>
        <p:pic>
          <p:nvPicPr>
            <p:cNvPr id="28" name="Graphic 27" descr="Devil face outline with solid fill">
              <a:extLst>
                <a:ext uri="{FF2B5EF4-FFF2-40B4-BE49-F238E27FC236}">
                  <a16:creationId xmlns:a16="http://schemas.microsoft.com/office/drawing/2014/main" id="{7EEE9C35-4126-9E7F-86A8-B305F4CE0E4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638800" y="4738816"/>
              <a:ext cx="914400" cy="91440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BC3E65F6-8C28-2598-31AB-5FF2D615C64F}"/>
                </a:ext>
              </a:extLst>
            </p:cNvPr>
            <p:cNvSpPr txBox="1"/>
            <p:nvPr/>
          </p:nvSpPr>
          <p:spPr>
            <a:xfrm>
              <a:off x="5827368" y="5653216"/>
              <a:ext cx="5372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Eve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26319691-6424-0DEA-5643-6A8FF93373DC}"/>
              </a:ext>
            </a:extLst>
          </p:cNvPr>
          <p:cNvSpPr txBox="1"/>
          <p:nvPr/>
        </p:nvSpPr>
        <p:spPr>
          <a:xfrm>
            <a:off x="3608180" y="5097634"/>
            <a:ext cx="1951381" cy="9233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If she just sends it to Bob then Eve will steal it.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5E735F8D-16A9-6274-73A4-5EA8ECE8FD1C}"/>
              </a:ext>
            </a:extLst>
          </p:cNvPr>
          <p:cNvCxnSpPr/>
          <p:nvPr/>
        </p:nvCxnSpPr>
        <p:spPr>
          <a:xfrm flipV="1">
            <a:off x="6205328" y="2425148"/>
            <a:ext cx="0" cy="24847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50651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09CC00-07CE-F0D4-BCCE-34A2F9DFE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3EE2E97C-1FFB-BF23-33B7-D728406981A7}"/>
              </a:ext>
            </a:extLst>
          </p:cNvPr>
          <p:cNvGrpSpPr/>
          <p:nvPr/>
        </p:nvGrpSpPr>
        <p:grpSpPr>
          <a:xfrm>
            <a:off x="855929" y="1422398"/>
            <a:ext cx="1637270" cy="2006602"/>
            <a:chOff x="1005016" y="2324099"/>
            <a:chExt cx="1637270" cy="2006602"/>
          </a:xfrm>
        </p:grpSpPr>
        <p:pic>
          <p:nvPicPr>
            <p:cNvPr id="7" name="Graphic 6" descr="Office worker female with solid fill">
              <a:extLst>
                <a:ext uri="{FF2B5EF4-FFF2-40B4-BE49-F238E27FC236}">
                  <a16:creationId xmlns:a16="http://schemas.microsoft.com/office/drawing/2014/main" id="{B67B9074-39DC-47D7-4F27-8C8E529FD7A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05016" y="2324099"/>
              <a:ext cx="1637270" cy="163727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7BB2FB3-6F81-9723-ED9C-666F5D191FBC}"/>
                </a:ext>
              </a:extLst>
            </p:cNvPr>
            <p:cNvSpPr txBox="1"/>
            <p:nvPr/>
          </p:nvSpPr>
          <p:spPr>
            <a:xfrm>
              <a:off x="1484455" y="3961369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Alice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1754373-75D9-05F7-7C3D-749A756532ED}"/>
              </a:ext>
            </a:extLst>
          </p:cNvPr>
          <p:cNvGrpSpPr/>
          <p:nvPr/>
        </p:nvGrpSpPr>
        <p:grpSpPr>
          <a:xfrm>
            <a:off x="9739900" y="1517804"/>
            <a:ext cx="1466336" cy="1835668"/>
            <a:chOff x="9073978" y="1946189"/>
            <a:chExt cx="1466336" cy="1835668"/>
          </a:xfrm>
        </p:grpSpPr>
        <p:pic>
          <p:nvPicPr>
            <p:cNvPr id="5" name="Graphic 4" descr="Office worker male with solid fill">
              <a:extLst>
                <a:ext uri="{FF2B5EF4-FFF2-40B4-BE49-F238E27FC236}">
                  <a16:creationId xmlns:a16="http://schemas.microsoft.com/office/drawing/2014/main" id="{1D250DDD-C1FE-1B4A-CBF8-68BA583844B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073978" y="1946189"/>
              <a:ext cx="1466336" cy="1466336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7EE2726-C743-8336-5878-DB0347F1A637}"/>
                </a:ext>
              </a:extLst>
            </p:cNvPr>
            <p:cNvSpPr txBox="1"/>
            <p:nvPr/>
          </p:nvSpPr>
          <p:spPr>
            <a:xfrm>
              <a:off x="9516842" y="3412525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Bob</a:t>
              </a:r>
            </a:p>
          </p:txBody>
        </p:sp>
      </p:grpSp>
      <p:pic>
        <p:nvPicPr>
          <p:cNvPr id="21" name="Graphic 20" descr="Lock outline">
            <a:extLst>
              <a:ext uri="{FF2B5EF4-FFF2-40B4-BE49-F238E27FC236}">
                <a16:creationId xmlns:a16="http://schemas.microsoft.com/office/drawing/2014/main" id="{7F5D2D5C-FDA1-8249-0915-9FA3BD5FD48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46192" y="3969504"/>
            <a:ext cx="914400" cy="914400"/>
          </a:xfrm>
          <a:prstGeom prst="rect">
            <a:avLst/>
          </a:prstGeom>
        </p:spPr>
      </p:pic>
      <p:sp>
        <p:nvSpPr>
          <p:cNvPr id="17" name="Freeform 16">
            <a:extLst>
              <a:ext uri="{FF2B5EF4-FFF2-40B4-BE49-F238E27FC236}">
                <a16:creationId xmlns:a16="http://schemas.microsoft.com/office/drawing/2014/main" id="{20EC837D-69B8-686E-476F-46557FCDCD95}"/>
              </a:ext>
            </a:extLst>
          </p:cNvPr>
          <p:cNvSpPr/>
          <p:nvPr/>
        </p:nvSpPr>
        <p:spPr>
          <a:xfrm>
            <a:off x="2454965" y="1539986"/>
            <a:ext cx="7484165" cy="765892"/>
          </a:xfrm>
          <a:custGeom>
            <a:avLst/>
            <a:gdLst>
              <a:gd name="csX0" fmla="*/ 0 w 7484165"/>
              <a:gd name="csY0" fmla="*/ 765892 h 765892"/>
              <a:gd name="csX1" fmla="*/ 3955774 w 7484165"/>
              <a:gd name="csY1" fmla="*/ 579 h 765892"/>
              <a:gd name="csX2" fmla="*/ 7484165 w 7484165"/>
              <a:gd name="csY2" fmla="*/ 666501 h 76589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484165" h="765892">
                <a:moveTo>
                  <a:pt x="0" y="765892"/>
                </a:moveTo>
                <a:cubicBezTo>
                  <a:pt x="1354206" y="391518"/>
                  <a:pt x="2708413" y="17144"/>
                  <a:pt x="3955774" y="579"/>
                </a:cubicBezTo>
                <a:cubicBezTo>
                  <a:pt x="5203135" y="-15986"/>
                  <a:pt x="6343650" y="325257"/>
                  <a:pt x="7484165" y="666501"/>
                </a:cubicBezTo>
              </a:path>
            </a:pathLst>
          </a:custGeom>
          <a:noFill/>
          <a:ln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 Same Side Corner Rectangle 15">
            <a:extLst>
              <a:ext uri="{FF2B5EF4-FFF2-40B4-BE49-F238E27FC236}">
                <a16:creationId xmlns:a16="http://schemas.microsoft.com/office/drawing/2014/main" id="{30024619-5867-7220-4331-D25894EEA57E}"/>
              </a:ext>
            </a:extLst>
          </p:cNvPr>
          <p:cNvSpPr/>
          <p:nvPr/>
        </p:nvSpPr>
        <p:spPr>
          <a:xfrm>
            <a:off x="2131763" y="3969504"/>
            <a:ext cx="894521" cy="751196"/>
          </a:xfrm>
          <a:prstGeom prst="round2Same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$$</a:t>
            </a:r>
          </a:p>
        </p:txBody>
      </p:sp>
      <p:pic>
        <p:nvPicPr>
          <p:cNvPr id="23" name="Graphic 22" descr="Key outline">
            <a:extLst>
              <a:ext uri="{FF2B5EF4-FFF2-40B4-BE49-F238E27FC236}">
                <a16:creationId xmlns:a16="http://schemas.microsoft.com/office/drawing/2014/main" id="{A86F15C0-C373-5AC9-73E8-1F3D56471B9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217363" y="3341133"/>
            <a:ext cx="914400" cy="91440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734B0C9F-FCBB-E6F6-7170-4B736158C5E3}"/>
              </a:ext>
            </a:extLst>
          </p:cNvPr>
          <p:cNvSpPr txBox="1"/>
          <p:nvPr/>
        </p:nvSpPr>
        <p:spPr>
          <a:xfrm>
            <a:off x="2491537" y="2736502"/>
            <a:ext cx="1991011" cy="12003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Alice uses her lock and key to lock the money in a box …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EF6EBC42-2D02-B3CE-D919-1E8586A99F43}"/>
              </a:ext>
            </a:extLst>
          </p:cNvPr>
          <p:cNvGrpSpPr/>
          <p:nvPr/>
        </p:nvGrpSpPr>
        <p:grpSpPr>
          <a:xfrm>
            <a:off x="5748130" y="5106564"/>
            <a:ext cx="914400" cy="1283732"/>
            <a:chOff x="5638800" y="4738816"/>
            <a:chExt cx="914400" cy="1283732"/>
          </a:xfrm>
        </p:grpSpPr>
        <p:pic>
          <p:nvPicPr>
            <p:cNvPr id="3" name="Graphic 2" descr="Devil face outline with solid fill">
              <a:extLst>
                <a:ext uri="{FF2B5EF4-FFF2-40B4-BE49-F238E27FC236}">
                  <a16:creationId xmlns:a16="http://schemas.microsoft.com/office/drawing/2014/main" id="{2B1C126A-B3A1-2DB3-3E24-145FE58B349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638800" y="4738816"/>
              <a:ext cx="914400" cy="914400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BFB33561-675E-013A-52AD-2406CD76FADB}"/>
                </a:ext>
              </a:extLst>
            </p:cNvPr>
            <p:cNvSpPr txBox="1"/>
            <p:nvPr/>
          </p:nvSpPr>
          <p:spPr>
            <a:xfrm>
              <a:off x="5827368" y="5653216"/>
              <a:ext cx="5372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Eve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302185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C9E0B-1195-1099-CB4D-D027CDE2D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1796373A-52F9-E924-3FFA-4F1B73D1069A}"/>
              </a:ext>
            </a:extLst>
          </p:cNvPr>
          <p:cNvGrpSpPr/>
          <p:nvPr/>
        </p:nvGrpSpPr>
        <p:grpSpPr>
          <a:xfrm>
            <a:off x="855929" y="1422398"/>
            <a:ext cx="1637270" cy="2006602"/>
            <a:chOff x="1005016" y="2324099"/>
            <a:chExt cx="1637270" cy="2006602"/>
          </a:xfrm>
        </p:grpSpPr>
        <p:pic>
          <p:nvPicPr>
            <p:cNvPr id="7" name="Graphic 6" descr="Office worker female with solid fill">
              <a:extLst>
                <a:ext uri="{FF2B5EF4-FFF2-40B4-BE49-F238E27FC236}">
                  <a16:creationId xmlns:a16="http://schemas.microsoft.com/office/drawing/2014/main" id="{8C2FDA29-01CF-2038-5CC7-7C7BD6DA0A5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05016" y="2324099"/>
              <a:ext cx="1637270" cy="163727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75591F19-EB5A-F547-1352-6986D5B0AC37}"/>
                </a:ext>
              </a:extLst>
            </p:cNvPr>
            <p:cNvSpPr txBox="1"/>
            <p:nvPr/>
          </p:nvSpPr>
          <p:spPr>
            <a:xfrm>
              <a:off x="1484455" y="3961369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Alice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B8E4B4E4-FE8E-DE13-9BB0-4489D7292A38}"/>
              </a:ext>
            </a:extLst>
          </p:cNvPr>
          <p:cNvGrpSpPr/>
          <p:nvPr/>
        </p:nvGrpSpPr>
        <p:grpSpPr>
          <a:xfrm>
            <a:off x="9739900" y="1517804"/>
            <a:ext cx="1466336" cy="1835668"/>
            <a:chOff x="9073978" y="1946189"/>
            <a:chExt cx="1466336" cy="1835668"/>
          </a:xfrm>
        </p:grpSpPr>
        <p:pic>
          <p:nvPicPr>
            <p:cNvPr id="5" name="Graphic 4" descr="Office worker male with solid fill">
              <a:extLst>
                <a:ext uri="{FF2B5EF4-FFF2-40B4-BE49-F238E27FC236}">
                  <a16:creationId xmlns:a16="http://schemas.microsoft.com/office/drawing/2014/main" id="{C973FB0D-BDEF-9B7A-7B0F-519887B1429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073978" y="1946189"/>
              <a:ext cx="1466336" cy="1466336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72632B8-1ECA-725A-D6B2-48B7867D9DAF}"/>
                </a:ext>
              </a:extLst>
            </p:cNvPr>
            <p:cNvSpPr txBox="1"/>
            <p:nvPr/>
          </p:nvSpPr>
          <p:spPr>
            <a:xfrm>
              <a:off x="9516842" y="3412525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Bob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D4BD66F-3853-BB0A-F745-66A3A7E6A897}"/>
              </a:ext>
            </a:extLst>
          </p:cNvPr>
          <p:cNvGrpSpPr/>
          <p:nvPr/>
        </p:nvGrpSpPr>
        <p:grpSpPr>
          <a:xfrm>
            <a:off x="5748130" y="5106564"/>
            <a:ext cx="914400" cy="1283732"/>
            <a:chOff x="5638800" y="4738816"/>
            <a:chExt cx="914400" cy="1283732"/>
          </a:xfrm>
        </p:grpSpPr>
        <p:pic>
          <p:nvPicPr>
            <p:cNvPr id="13" name="Graphic 12" descr="Devil face outline with solid fill">
              <a:extLst>
                <a:ext uri="{FF2B5EF4-FFF2-40B4-BE49-F238E27FC236}">
                  <a16:creationId xmlns:a16="http://schemas.microsoft.com/office/drawing/2014/main" id="{243C8014-62F1-FABB-F1BD-8B8C281967C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638800" y="4738816"/>
              <a:ext cx="914400" cy="914400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4813B6A-1C88-B3BD-4787-B1949088E21C}"/>
                </a:ext>
              </a:extLst>
            </p:cNvPr>
            <p:cNvSpPr txBox="1"/>
            <p:nvPr/>
          </p:nvSpPr>
          <p:spPr>
            <a:xfrm>
              <a:off x="5827368" y="5653216"/>
              <a:ext cx="5372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Eve</a:t>
              </a:r>
            </a:p>
          </p:txBody>
        </p:sp>
      </p:grpSp>
      <p:pic>
        <p:nvPicPr>
          <p:cNvPr id="21" name="Graphic 20" descr="Lock outline">
            <a:extLst>
              <a:ext uri="{FF2B5EF4-FFF2-40B4-BE49-F238E27FC236}">
                <a16:creationId xmlns:a16="http://schemas.microsoft.com/office/drawing/2014/main" id="{8E24C684-D15E-242E-2D8E-686D6D779FB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1882234">
            <a:off x="5254427" y="2302219"/>
            <a:ext cx="914400" cy="914400"/>
          </a:xfrm>
          <a:prstGeom prst="rect">
            <a:avLst/>
          </a:prstGeom>
        </p:spPr>
      </p:pic>
      <p:sp>
        <p:nvSpPr>
          <p:cNvPr id="17" name="Freeform 16">
            <a:extLst>
              <a:ext uri="{FF2B5EF4-FFF2-40B4-BE49-F238E27FC236}">
                <a16:creationId xmlns:a16="http://schemas.microsoft.com/office/drawing/2014/main" id="{C826B874-EF6F-396F-3706-D7947382F8A0}"/>
              </a:ext>
            </a:extLst>
          </p:cNvPr>
          <p:cNvSpPr/>
          <p:nvPr/>
        </p:nvSpPr>
        <p:spPr>
          <a:xfrm>
            <a:off x="2454965" y="1539986"/>
            <a:ext cx="7484165" cy="765892"/>
          </a:xfrm>
          <a:custGeom>
            <a:avLst/>
            <a:gdLst>
              <a:gd name="csX0" fmla="*/ 0 w 7484165"/>
              <a:gd name="csY0" fmla="*/ 765892 h 765892"/>
              <a:gd name="csX1" fmla="*/ 3955774 w 7484165"/>
              <a:gd name="csY1" fmla="*/ 579 h 765892"/>
              <a:gd name="csX2" fmla="*/ 7484165 w 7484165"/>
              <a:gd name="csY2" fmla="*/ 666501 h 76589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484165" h="765892">
                <a:moveTo>
                  <a:pt x="0" y="765892"/>
                </a:moveTo>
                <a:cubicBezTo>
                  <a:pt x="1354206" y="391518"/>
                  <a:pt x="2708413" y="17144"/>
                  <a:pt x="3955774" y="579"/>
                </a:cubicBezTo>
                <a:cubicBezTo>
                  <a:pt x="5203135" y="-15986"/>
                  <a:pt x="6343650" y="325257"/>
                  <a:pt x="7484165" y="666501"/>
                </a:cubicBezTo>
              </a:path>
            </a:pathLst>
          </a:custGeom>
          <a:noFill/>
          <a:ln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3031B14-8578-A331-F73A-15B97DCAE68E}"/>
              </a:ext>
            </a:extLst>
          </p:cNvPr>
          <p:cNvCxnSpPr/>
          <p:nvPr/>
        </p:nvCxnSpPr>
        <p:spPr>
          <a:xfrm flipV="1">
            <a:off x="6205329" y="2842054"/>
            <a:ext cx="0" cy="20265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 Same Side Corner Rectangle 15">
            <a:extLst>
              <a:ext uri="{FF2B5EF4-FFF2-40B4-BE49-F238E27FC236}">
                <a16:creationId xmlns:a16="http://schemas.microsoft.com/office/drawing/2014/main" id="{7E54631E-69EF-1E72-AC51-74353231539F}"/>
              </a:ext>
            </a:extLst>
          </p:cNvPr>
          <p:cNvSpPr/>
          <p:nvPr/>
        </p:nvSpPr>
        <p:spPr>
          <a:xfrm>
            <a:off x="5775881" y="1865435"/>
            <a:ext cx="894521" cy="751196"/>
          </a:xfrm>
          <a:prstGeom prst="round2Same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$$</a:t>
            </a:r>
          </a:p>
        </p:txBody>
      </p:sp>
      <p:pic>
        <p:nvPicPr>
          <p:cNvPr id="23" name="Graphic 22" descr="Key outline">
            <a:extLst>
              <a:ext uri="{FF2B5EF4-FFF2-40B4-BE49-F238E27FC236}">
                <a16:creationId xmlns:a16="http://schemas.microsoft.com/office/drawing/2014/main" id="{6AAFC89A-813C-DDD0-C946-0FCBF14BFC2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217363" y="3341133"/>
            <a:ext cx="914400" cy="91440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0B8E5060-FFBA-D50B-4E43-006B2BF339FB}"/>
              </a:ext>
            </a:extLst>
          </p:cNvPr>
          <p:cNvSpPr txBox="1"/>
          <p:nvPr/>
        </p:nvSpPr>
        <p:spPr>
          <a:xfrm>
            <a:off x="3079997" y="4217673"/>
            <a:ext cx="2564296" cy="9233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Eve can’t open the box because she doesn’t have the key.</a:t>
            </a:r>
          </a:p>
        </p:txBody>
      </p:sp>
    </p:spTree>
    <p:extLst>
      <p:ext uri="{BB962C8B-B14F-4D97-AF65-F5344CB8AC3E}">
        <p14:creationId xmlns:p14="http://schemas.microsoft.com/office/powerpoint/2010/main" val="16158963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F3BD91-841D-FDC3-5669-AAB7C8031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0635CE4D-A615-300C-4565-4EC78B12564C}"/>
              </a:ext>
            </a:extLst>
          </p:cNvPr>
          <p:cNvGrpSpPr/>
          <p:nvPr/>
        </p:nvGrpSpPr>
        <p:grpSpPr>
          <a:xfrm>
            <a:off x="855929" y="1422398"/>
            <a:ext cx="1637270" cy="2006602"/>
            <a:chOff x="1005016" y="2324099"/>
            <a:chExt cx="1637270" cy="2006602"/>
          </a:xfrm>
        </p:grpSpPr>
        <p:pic>
          <p:nvPicPr>
            <p:cNvPr id="7" name="Graphic 6" descr="Office worker female with solid fill">
              <a:extLst>
                <a:ext uri="{FF2B5EF4-FFF2-40B4-BE49-F238E27FC236}">
                  <a16:creationId xmlns:a16="http://schemas.microsoft.com/office/drawing/2014/main" id="{35A07EBC-D44D-F7CB-4BF7-02C506E4CC2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05016" y="2324099"/>
              <a:ext cx="1637270" cy="163727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CE1F45F-32C4-4ACF-7BFB-DA69028B58B5}"/>
                </a:ext>
              </a:extLst>
            </p:cNvPr>
            <p:cNvSpPr txBox="1"/>
            <p:nvPr/>
          </p:nvSpPr>
          <p:spPr>
            <a:xfrm>
              <a:off x="1484455" y="3961369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Alice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C085E4B-2957-6CE0-F649-0418A65C0C91}"/>
              </a:ext>
            </a:extLst>
          </p:cNvPr>
          <p:cNvGrpSpPr/>
          <p:nvPr/>
        </p:nvGrpSpPr>
        <p:grpSpPr>
          <a:xfrm>
            <a:off x="9739900" y="1517804"/>
            <a:ext cx="1466336" cy="1835668"/>
            <a:chOff x="9073978" y="1946189"/>
            <a:chExt cx="1466336" cy="1835668"/>
          </a:xfrm>
        </p:grpSpPr>
        <p:pic>
          <p:nvPicPr>
            <p:cNvPr id="5" name="Graphic 4" descr="Office worker male with solid fill">
              <a:extLst>
                <a:ext uri="{FF2B5EF4-FFF2-40B4-BE49-F238E27FC236}">
                  <a16:creationId xmlns:a16="http://schemas.microsoft.com/office/drawing/2014/main" id="{71EDDC43-5A1B-4B2B-3957-7A0FE42ED6E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073978" y="1946189"/>
              <a:ext cx="1466336" cy="1466336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047D423-EAC8-B05C-10BD-884DBAFBBD9A}"/>
                </a:ext>
              </a:extLst>
            </p:cNvPr>
            <p:cNvSpPr txBox="1"/>
            <p:nvPr/>
          </p:nvSpPr>
          <p:spPr>
            <a:xfrm>
              <a:off x="9516842" y="3412525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Bob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EFC5C7E-E05E-2991-655F-AB073C72FB35}"/>
              </a:ext>
            </a:extLst>
          </p:cNvPr>
          <p:cNvGrpSpPr/>
          <p:nvPr/>
        </p:nvGrpSpPr>
        <p:grpSpPr>
          <a:xfrm>
            <a:off x="5748130" y="5106564"/>
            <a:ext cx="914400" cy="1283732"/>
            <a:chOff x="5638800" y="4738816"/>
            <a:chExt cx="914400" cy="1283732"/>
          </a:xfrm>
        </p:grpSpPr>
        <p:pic>
          <p:nvPicPr>
            <p:cNvPr id="13" name="Graphic 12" descr="Devil face outline with solid fill">
              <a:extLst>
                <a:ext uri="{FF2B5EF4-FFF2-40B4-BE49-F238E27FC236}">
                  <a16:creationId xmlns:a16="http://schemas.microsoft.com/office/drawing/2014/main" id="{3DE9794A-B8A2-55A5-ED57-F685C3FFC5B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638800" y="4738816"/>
              <a:ext cx="914400" cy="914400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EB767DA-78A8-CA20-C14D-944CD2723E83}"/>
                </a:ext>
              </a:extLst>
            </p:cNvPr>
            <p:cNvSpPr txBox="1"/>
            <p:nvPr/>
          </p:nvSpPr>
          <p:spPr>
            <a:xfrm>
              <a:off x="5827368" y="5653216"/>
              <a:ext cx="5372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Eve</a:t>
              </a:r>
            </a:p>
          </p:txBody>
        </p:sp>
      </p:grpSp>
      <p:pic>
        <p:nvPicPr>
          <p:cNvPr id="21" name="Graphic 20" descr="Lock outline">
            <a:extLst>
              <a:ext uri="{FF2B5EF4-FFF2-40B4-BE49-F238E27FC236}">
                <a16:creationId xmlns:a16="http://schemas.microsoft.com/office/drawing/2014/main" id="{1C1026AD-49D3-B971-F6FA-F238EE8B20C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1882234">
            <a:off x="9790261" y="3833400"/>
            <a:ext cx="914400" cy="914400"/>
          </a:xfrm>
          <a:prstGeom prst="rect">
            <a:avLst/>
          </a:prstGeom>
        </p:spPr>
      </p:pic>
      <p:sp>
        <p:nvSpPr>
          <p:cNvPr id="17" name="Freeform 16">
            <a:extLst>
              <a:ext uri="{FF2B5EF4-FFF2-40B4-BE49-F238E27FC236}">
                <a16:creationId xmlns:a16="http://schemas.microsoft.com/office/drawing/2014/main" id="{F55C451D-97CE-230A-A72B-3E965E255B9A}"/>
              </a:ext>
            </a:extLst>
          </p:cNvPr>
          <p:cNvSpPr/>
          <p:nvPr/>
        </p:nvSpPr>
        <p:spPr>
          <a:xfrm>
            <a:off x="2454965" y="1539986"/>
            <a:ext cx="7484165" cy="765892"/>
          </a:xfrm>
          <a:custGeom>
            <a:avLst/>
            <a:gdLst>
              <a:gd name="csX0" fmla="*/ 0 w 7484165"/>
              <a:gd name="csY0" fmla="*/ 765892 h 765892"/>
              <a:gd name="csX1" fmla="*/ 3955774 w 7484165"/>
              <a:gd name="csY1" fmla="*/ 579 h 765892"/>
              <a:gd name="csX2" fmla="*/ 7484165 w 7484165"/>
              <a:gd name="csY2" fmla="*/ 666501 h 76589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484165" h="765892">
                <a:moveTo>
                  <a:pt x="0" y="765892"/>
                </a:moveTo>
                <a:cubicBezTo>
                  <a:pt x="1354206" y="391518"/>
                  <a:pt x="2708413" y="17144"/>
                  <a:pt x="3955774" y="579"/>
                </a:cubicBezTo>
                <a:cubicBezTo>
                  <a:pt x="5203135" y="-15986"/>
                  <a:pt x="6343650" y="325257"/>
                  <a:pt x="7484165" y="666501"/>
                </a:cubicBezTo>
              </a:path>
            </a:pathLst>
          </a:custGeom>
          <a:noFill/>
          <a:ln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 Same Side Corner Rectangle 15">
            <a:extLst>
              <a:ext uri="{FF2B5EF4-FFF2-40B4-BE49-F238E27FC236}">
                <a16:creationId xmlns:a16="http://schemas.microsoft.com/office/drawing/2014/main" id="{F58E3522-6953-5A64-9F93-E1D98002B98E}"/>
              </a:ext>
            </a:extLst>
          </p:cNvPr>
          <p:cNvSpPr/>
          <p:nvPr/>
        </p:nvSpPr>
        <p:spPr>
          <a:xfrm>
            <a:off x="10311715" y="3396616"/>
            <a:ext cx="894521" cy="751196"/>
          </a:xfrm>
          <a:prstGeom prst="round2Same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$$</a:t>
            </a:r>
          </a:p>
        </p:txBody>
      </p:sp>
      <p:pic>
        <p:nvPicPr>
          <p:cNvPr id="23" name="Graphic 22" descr="Key outline">
            <a:extLst>
              <a:ext uri="{FF2B5EF4-FFF2-40B4-BE49-F238E27FC236}">
                <a16:creationId xmlns:a16="http://schemas.microsoft.com/office/drawing/2014/main" id="{B8B10B30-EE52-A05D-A549-C044A4C1A21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217363" y="3341133"/>
            <a:ext cx="914400" cy="91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D6FA08F-5AA2-7C7D-5729-D2965F3CA574}"/>
              </a:ext>
            </a:extLst>
          </p:cNvPr>
          <p:cNvSpPr txBox="1"/>
          <p:nvPr/>
        </p:nvSpPr>
        <p:spPr>
          <a:xfrm>
            <a:off x="7082130" y="2934951"/>
            <a:ext cx="2564296" cy="9233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But how does Bob unlock the box? He needs Alice’s key.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8EDDC24-5646-1EC1-FD2F-105DF8C423D2}"/>
              </a:ext>
            </a:extLst>
          </p:cNvPr>
          <p:cNvSpPr txBox="1"/>
          <p:nvPr/>
        </p:nvSpPr>
        <p:spPr>
          <a:xfrm>
            <a:off x="3079997" y="4217673"/>
            <a:ext cx="2564296" cy="9233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Eve can’t open the box because she doesn’t have the key.</a:t>
            </a:r>
          </a:p>
        </p:txBody>
      </p:sp>
    </p:spTree>
    <p:extLst>
      <p:ext uri="{BB962C8B-B14F-4D97-AF65-F5344CB8AC3E}">
        <p14:creationId xmlns:p14="http://schemas.microsoft.com/office/powerpoint/2010/main" val="3165177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83AEA5-72A1-9AB2-5A87-48AA47A95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EFE4E4B2-51A0-DF1C-80B4-EAFA4D693706}"/>
              </a:ext>
            </a:extLst>
          </p:cNvPr>
          <p:cNvGrpSpPr/>
          <p:nvPr/>
        </p:nvGrpSpPr>
        <p:grpSpPr>
          <a:xfrm>
            <a:off x="855929" y="1422398"/>
            <a:ext cx="1637270" cy="2006602"/>
            <a:chOff x="1005016" y="2324099"/>
            <a:chExt cx="1637270" cy="2006602"/>
          </a:xfrm>
        </p:grpSpPr>
        <p:pic>
          <p:nvPicPr>
            <p:cNvPr id="7" name="Graphic 6" descr="Office worker female with solid fill">
              <a:extLst>
                <a:ext uri="{FF2B5EF4-FFF2-40B4-BE49-F238E27FC236}">
                  <a16:creationId xmlns:a16="http://schemas.microsoft.com/office/drawing/2014/main" id="{9620C927-44E8-6BF1-FA62-1FAFBF7D563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05016" y="2324099"/>
              <a:ext cx="1637270" cy="163727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8C5477A-5326-8138-ABB3-0151A18E6814}"/>
                </a:ext>
              </a:extLst>
            </p:cNvPr>
            <p:cNvSpPr txBox="1"/>
            <p:nvPr/>
          </p:nvSpPr>
          <p:spPr>
            <a:xfrm>
              <a:off x="1484455" y="3961369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Alice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0C00849-B60D-AFCB-3DA7-EAEF0B873224}"/>
              </a:ext>
            </a:extLst>
          </p:cNvPr>
          <p:cNvGrpSpPr/>
          <p:nvPr/>
        </p:nvGrpSpPr>
        <p:grpSpPr>
          <a:xfrm>
            <a:off x="9739900" y="1517804"/>
            <a:ext cx="1466336" cy="1835668"/>
            <a:chOff x="9073978" y="1946189"/>
            <a:chExt cx="1466336" cy="1835668"/>
          </a:xfrm>
        </p:grpSpPr>
        <p:pic>
          <p:nvPicPr>
            <p:cNvPr id="5" name="Graphic 4" descr="Office worker male with solid fill">
              <a:extLst>
                <a:ext uri="{FF2B5EF4-FFF2-40B4-BE49-F238E27FC236}">
                  <a16:creationId xmlns:a16="http://schemas.microsoft.com/office/drawing/2014/main" id="{B4C6174F-E58E-0DC1-34D2-01AA4AB0BE5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073978" y="1946189"/>
              <a:ext cx="1466336" cy="1466336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AFDD104-6E9F-0238-E620-658669373CE5}"/>
                </a:ext>
              </a:extLst>
            </p:cNvPr>
            <p:cNvSpPr txBox="1"/>
            <p:nvPr/>
          </p:nvSpPr>
          <p:spPr>
            <a:xfrm>
              <a:off x="9516842" y="3412525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Bob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51D1172-F656-E2F9-5FC4-39BCD71C2329}"/>
              </a:ext>
            </a:extLst>
          </p:cNvPr>
          <p:cNvGrpSpPr/>
          <p:nvPr/>
        </p:nvGrpSpPr>
        <p:grpSpPr>
          <a:xfrm>
            <a:off x="5748130" y="5106564"/>
            <a:ext cx="914400" cy="1283732"/>
            <a:chOff x="5638800" y="4738816"/>
            <a:chExt cx="914400" cy="1283732"/>
          </a:xfrm>
        </p:grpSpPr>
        <p:pic>
          <p:nvPicPr>
            <p:cNvPr id="13" name="Graphic 12" descr="Devil face outline with solid fill">
              <a:extLst>
                <a:ext uri="{FF2B5EF4-FFF2-40B4-BE49-F238E27FC236}">
                  <a16:creationId xmlns:a16="http://schemas.microsoft.com/office/drawing/2014/main" id="{744BAA21-F42E-0C3C-8130-4E352F4680C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638800" y="4738816"/>
              <a:ext cx="914400" cy="914400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D882581-AE51-F199-F40F-E8033878BEBE}"/>
                </a:ext>
              </a:extLst>
            </p:cNvPr>
            <p:cNvSpPr txBox="1"/>
            <p:nvPr/>
          </p:nvSpPr>
          <p:spPr>
            <a:xfrm>
              <a:off x="5827368" y="5653216"/>
              <a:ext cx="5372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Eve</a:t>
              </a:r>
            </a:p>
          </p:txBody>
        </p:sp>
      </p:grpSp>
      <p:pic>
        <p:nvPicPr>
          <p:cNvPr id="21" name="Graphic 20" descr="Lock outline">
            <a:extLst>
              <a:ext uri="{FF2B5EF4-FFF2-40B4-BE49-F238E27FC236}">
                <a16:creationId xmlns:a16="http://schemas.microsoft.com/office/drawing/2014/main" id="{DB9A3422-C996-7899-035C-A86785DCF42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1882234">
            <a:off x="9790261" y="3833400"/>
            <a:ext cx="914400" cy="914400"/>
          </a:xfrm>
          <a:prstGeom prst="rect">
            <a:avLst/>
          </a:prstGeom>
        </p:spPr>
      </p:pic>
      <p:sp>
        <p:nvSpPr>
          <p:cNvPr id="17" name="Freeform 16">
            <a:extLst>
              <a:ext uri="{FF2B5EF4-FFF2-40B4-BE49-F238E27FC236}">
                <a16:creationId xmlns:a16="http://schemas.microsoft.com/office/drawing/2014/main" id="{F6F1F493-98CF-7C30-FC85-DB1BC90D510B}"/>
              </a:ext>
            </a:extLst>
          </p:cNvPr>
          <p:cNvSpPr/>
          <p:nvPr/>
        </p:nvSpPr>
        <p:spPr>
          <a:xfrm>
            <a:off x="2454965" y="1539986"/>
            <a:ext cx="7484165" cy="765892"/>
          </a:xfrm>
          <a:custGeom>
            <a:avLst/>
            <a:gdLst>
              <a:gd name="csX0" fmla="*/ 0 w 7484165"/>
              <a:gd name="csY0" fmla="*/ 765892 h 765892"/>
              <a:gd name="csX1" fmla="*/ 3955774 w 7484165"/>
              <a:gd name="csY1" fmla="*/ 579 h 765892"/>
              <a:gd name="csX2" fmla="*/ 7484165 w 7484165"/>
              <a:gd name="csY2" fmla="*/ 666501 h 76589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484165" h="765892">
                <a:moveTo>
                  <a:pt x="0" y="765892"/>
                </a:moveTo>
                <a:cubicBezTo>
                  <a:pt x="1354206" y="391518"/>
                  <a:pt x="2708413" y="17144"/>
                  <a:pt x="3955774" y="579"/>
                </a:cubicBezTo>
                <a:cubicBezTo>
                  <a:pt x="5203135" y="-15986"/>
                  <a:pt x="6343650" y="325257"/>
                  <a:pt x="7484165" y="666501"/>
                </a:cubicBezTo>
              </a:path>
            </a:pathLst>
          </a:custGeom>
          <a:noFill/>
          <a:ln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 Same Side Corner Rectangle 15">
            <a:extLst>
              <a:ext uri="{FF2B5EF4-FFF2-40B4-BE49-F238E27FC236}">
                <a16:creationId xmlns:a16="http://schemas.microsoft.com/office/drawing/2014/main" id="{9AFD3019-E0BD-2F9D-2EA1-407EFA7C0C8D}"/>
              </a:ext>
            </a:extLst>
          </p:cNvPr>
          <p:cNvSpPr/>
          <p:nvPr/>
        </p:nvSpPr>
        <p:spPr>
          <a:xfrm>
            <a:off x="10311715" y="3396616"/>
            <a:ext cx="894521" cy="751196"/>
          </a:xfrm>
          <a:prstGeom prst="round2Same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$$</a:t>
            </a:r>
          </a:p>
        </p:txBody>
      </p:sp>
      <p:pic>
        <p:nvPicPr>
          <p:cNvPr id="23" name="Graphic 22" descr="Key outline">
            <a:extLst>
              <a:ext uri="{FF2B5EF4-FFF2-40B4-BE49-F238E27FC236}">
                <a16:creationId xmlns:a16="http://schemas.microsoft.com/office/drawing/2014/main" id="{ED06FF9B-D80A-5346-4410-EDF5C428526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880781" y="1936856"/>
            <a:ext cx="914400" cy="91440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6B1F79FA-8A33-2278-03F1-A5C9DA227EA4}"/>
              </a:ext>
            </a:extLst>
          </p:cNvPr>
          <p:cNvSpPr txBox="1"/>
          <p:nvPr/>
        </p:nvSpPr>
        <p:spPr>
          <a:xfrm>
            <a:off x="2970173" y="2842054"/>
            <a:ext cx="2564296" cy="9233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If Alice sends Bob the key, then Eve could steal it.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08ED6998-46BC-5ABD-FE05-FE25E986283B}"/>
              </a:ext>
            </a:extLst>
          </p:cNvPr>
          <p:cNvCxnSpPr/>
          <p:nvPr/>
        </p:nvCxnSpPr>
        <p:spPr>
          <a:xfrm flipV="1">
            <a:off x="6205329" y="2842054"/>
            <a:ext cx="0" cy="20265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35238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880889-BB27-32FC-B2F2-6C9D732C2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91537159-6512-2F5D-BA81-9DF00F7E6953}"/>
              </a:ext>
            </a:extLst>
          </p:cNvPr>
          <p:cNvGrpSpPr/>
          <p:nvPr/>
        </p:nvGrpSpPr>
        <p:grpSpPr>
          <a:xfrm>
            <a:off x="855929" y="1422398"/>
            <a:ext cx="1637270" cy="2006602"/>
            <a:chOff x="1005016" y="2324099"/>
            <a:chExt cx="1637270" cy="2006602"/>
          </a:xfrm>
        </p:grpSpPr>
        <p:pic>
          <p:nvPicPr>
            <p:cNvPr id="7" name="Graphic 6" descr="Office worker female with solid fill">
              <a:extLst>
                <a:ext uri="{FF2B5EF4-FFF2-40B4-BE49-F238E27FC236}">
                  <a16:creationId xmlns:a16="http://schemas.microsoft.com/office/drawing/2014/main" id="{12E39F1C-78F3-D802-8A47-E5CD930790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05016" y="2324099"/>
              <a:ext cx="1637270" cy="163727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BD84FB7-DEA2-DD98-19FA-7158D77FB4AE}"/>
                </a:ext>
              </a:extLst>
            </p:cNvPr>
            <p:cNvSpPr txBox="1"/>
            <p:nvPr/>
          </p:nvSpPr>
          <p:spPr>
            <a:xfrm>
              <a:off x="1484455" y="3961369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Alice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CE6F815-D36F-ED76-2689-DC2B65C59B05}"/>
              </a:ext>
            </a:extLst>
          </p:cNvPr>
          <p:cNvGrpSpPr/>
          <p:nvPr/>
        </p:nvGrpSpPr>
        <p:grpSpPr>
          <a:xfrm>
            <a:off x="9739900" y="1517804"/>
            <a:ext cx="1466336" cy="1835668"/>
            <a:chOff x="9073978" y="1946189"/>
            <a:chExt cx="1466336" cy="1835668"/>
          </a:xfrm>
        </p:grpSpPr>
        <p:pic>
          <p:nvPicPr>
            <p:cNvPr id="5" name="Graphic 4" descr="Office worker male with solid fill">
              <a:extLst>
                <a:ext uri="{FF2B5EF4-FFF2-40B4-BE49-F238E27FC236}">
                  <a16:creationId xmlns:a16="http://schemas.microsoft.com/office/drawing/2014/main" id="{5CBD7897-9F35-55E3-080F-455C50392AC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073978" y="1946189"/>
              <a:ext cx="1466336" cy="1466336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B4EE433-BF8A-0204-EE3F-8D62ED08CC33}"/>
                </a:ext>
              </a:extLst>
            </p:cNvPr>
            <p:cNvSpPr txBox="1"/>
            <p:nvPr/>
          </p:nvSpPr>
          <p:spPr>
            <a:xfrm>
              <a:off x="9516842" y="3412525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Bob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16A85D8-71E6-D682-5367-E8180F637DAC}"/>
              </a:ext>
            </a:extLst>
          </p:cNvPr>
          <p:cNvGrpSpPr/>
          <p:nvPr/>
        </p:nvGrpSpPr>
        <p:grpSpPr>
          <a:xfrm>
            <a:off x="5748130" y="5106564"/>
            <a:ext cx="914400" cy="1283732"/>
            <a:chOff x="5638800" y="4738816"/>
            <a:chExt cx="914400" cy="1283732"/>
          </a:xfrm>
        </p:grpSpPr>
        <p:pic>
          <p:nvPicPr>
            <p:cNvPr id="13" name="Graphic 12" descr="Devil face outline with solid fill">
              <a:extLst>
                <a:ext uri="{FF2B5EF4-FFF2-40B4-BE49-F238E27FC236}">
                  <a16:creationId xmlns:a16="http://schemas.microsoft.com/office/drawing/2014/main" id="{0B9F0562-7217-C21B-1DCA-418D5DA8F6D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638800" y="4738816"/>
              <a:ext cx="914400" cy="914400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D4EB3B4-AF1B-AE17-D1B8-40BCA0C2C074}"/>
                </a:ext>
              </a:extLst>
            </p:cNvPr>
            <p:cNvSpPr txBox="1"/>
            <p:nvPr/>
          </p:nvSpPr>
          <p:spPr>
            <a:xfrm>
              <a:off x="5827368" y="5653216"/>
              <a:ext cx="5372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Eve</a:t>
              </a:r>
            </a:p>
          </p:txBody>
        </p:sp>
      </p:grpSp>
      <p:pic>
        <p:nvPicPr>
          <p:cNvPr id="21" name="Graphic 20" descr="Lock outline">
            <a:extLst>
              <a:ext uri="{FF2B5EF4-FFF2-40B4-BE49-F238E27FC236}">
                <a16:creationId xmlns:a16="http://schemas.microsoft.com/office/drawing/2014/main" id="{56AAE665-81E3-82BD-C49D-9DCAA19DB63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1882234">
            <a:off x="9790261" y="3833400"/>
            <a:ext cx="914400" cy="914400"/>
          </a:xfrm>
          <a:prstGeom prst="rect">
            <a:avLst/>
          </a:prstGeom>
        </p:spPr>
      </p:pic>
      <p:sp>
        <p:nvSpPr>
          <p:cNvPr id="17" name="Freeform 16">
            <a:extLst>
              <a:ext uri="{FF2B5EF4-FFF2-40B4-BE49-F238E27FC236}">
                <a16:creationId xmlns:a16="http://schemas.microsoft.com/office/drawing/2014/main" id="{A2A7DEB3-61B2-4ADB-710B-7AF5CC576882}"/>
              </a:ext>
            </a:extLst>
          </p:cNvPr>
          <p:cNvSpPr/>
          <p:nvPr/>
        </p:nvSpPr>
        <p:spPr>
          <a:xfrm>
            <a:off x="2454965" y="1539986"/>
            <a:ext cx="7484165" cy="765892"/>
          </a:xfrm>
          <a:custGeom>
            <a:avLst/>
            <a:gdLst>
              <a:gd name="csX0" fmla="*/ 0 w 7484165"/>
              <a:gd name="csY0" fmla="*/ 765892 h 765892"/>
              <a:gd name="csX1" fmla="*/ 3955774 w 7484165"/>
              <a:gd name="csY1" fmla="*/ 579 h 765892"/>
              <a:gd name="csX2" fmla="*/ 7484165 w 7484165"/>
              <a:gd name="csY2" fmla="*/ 666501 h 76589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484165" h="765892">
                <a:moveTo>
                  <a:pt x="0" y="765892"/>
                </a:moveTo>
                <a:cubicBezTo>
                  <a:pt x="1354206" y="391518"/>
                  <a:pt x="2708413" y="17144"/>
                  <a:pt x="3955774" y="579"/>
                </a:cubicBezTo>
                <a:cubicBezTo>
                  <a:pt x="5203135" y="-15986"/>
                  <a:pt x="6343650" y="325257"/>
                  <a:pt x="7484165" y="666501"/>
                </a:cubicBezTo>
              </a:path>
            </a:pathLst>
          </a:custGeom>
          <a:noFill/>
          <a:ln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 Same Side Corner Rectangle 15">
            <a:extLst>
              <a:ext uri="{FF2B5EF4-FFF2-40B4-BE49-F238E27FC236}">
                <a16:creationId xmlns:a16="http://schemas.microsoft.com/office/drawing/2014/main" id="{7C431D17-99C4-3D68-44B3-4F2ADE8E721B}"/>
              </a:ext>
            </a:extLst>
          </p:cNvPr>
          <p:cNvSpPr/>
          <p:nvPr/>
        </p:nvSpPr>
        <p:spPr>
          <a:xfrm>
            <a:off x="10311715" y="3396616"/>
            <a:ext cx="894521" cy="751196"/>
          </a:xfrm>
          <a:prstGeom prst="round2Same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$$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DEE5207-918F-E0FA-A64A-31CC0E3AB6C9}"/>
              </a:ext>
            </a:extLst>
          </p:cNvPr>
          <p:cNvSpPr txBox="1"/>
          <p:nvPr/>
        </p:nvSpPr>
        <p:spPr>
          <a:xfrm>
            <a:off x="2114844" y="3537230"/>
            <a:ext cx="2564296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What if Alice locked the key in a box?</a:t>
            </a:r>
          </a:p>
        </p:txBody>
      </p:sp>
      <p:pic>
        <p:nvPicPr>
          <p:cNvPr id="4" name="Graphic 3" descr="Lights On with solid fill">
            <a:extLst>
              <a:ext uri="{FF2B5EF4-FFF2-40B4-BE49-F238E27FC236}">
                <a16:creationId xmlns:a16="http://schemas.microsoft.com/office/drawing/2014/main" id="{0E4CAF2D-EA53-533E-0114-FB02F918636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84544" y="3382976"/>
            <a:ext cx="914400" cy="914400"/>
          </a:xfrm>
          <a:prstGeom prst="rect">
            <a:avLst/>
          </a:prstGeom>
        </p:spPr>
      </p:pic>
      <p:pic>
        <p:nvPicPr>
          <p:cNvPr id="12" name="Graphic 11" descr="Lock outline">
            <a:extLst>
              <a:ext uri="{FF2B5EF4-FFF2-40B4-BE49-F238E27FC236}">
                <a16:creationId xmlns:a16="http://schemas.microsoft.com/office/drawing/2014/main" id="{F4D443AC-C3F3-AAB4-3A10-40F9F1A4A62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1882234">
            <a:off x="5180715" y="2451659"/>
            <a:ext cx="914400" cy="914400"/>
          </a:xfrm>
          <a:prstGeom prst="rect">
            <a:avLst/>
          </a:prstGeom>
        </p:spPr>
      </p:pic>
      <p:sp>
        <p:nvSpPr>
          <p:cNvPr id="18" name="Round Same Side Corner Rectangle 17">
            <a:extLst>
              <a:ext uri="{FF2B5EF4-FFF2-40B4-BE49-F238E27FC236}">
                <a16:creationId xmlns:a16="http://schemas.microsoft.com/office/drawing/2014/main" id="{476066AC-4E0F-D7AF-4F6F-18D503C0177D}"/>
              </a:ext>
            </a:extLst>
          </p:cNvPr>
          <p:cNvSpPr/>
          <p:nvPr/>
        </p:nvSpPr>
        <p:spPr>
          <a:xfrm>
            <a:off x="5702169" y="2014875"/>
            <a:ext cx="894521" cy="751196"/>
          </a:xfrm>
          <a:prstGeom prst="round2Same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 dirty="0">
              <a:ln w="0"/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pic>
        <p:nvPicPr>
          <p:cNvPr id="23" name="Graphic 22" descr="Key outline">
            <a:extLst>
              <a:ext uri="{FF2B5EF4-FFF2-40B4-BE49-F238E27FC236}">
                <a16:creationId xmlns:a16="http://schemas.microsoft.com/office/drawing/2014/main" id="{4199B6F9-BF14-03AF-211A-CAE85DCC70A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5806011" y="2047868"/>
            <a:ext cx="751196" cy="75119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9865ED56-DD8C-9626-C4C6-F7CDCDF9123F}"/>
              </a:ext>
            </a:extLst>
          </p:cNvPr>
          <p:cNvSpPr txBox="1"/>
          <p:nvPr/>
        </p:nvSpPr>
        <p:spPr>
          <a:xfrm>
            <a:off x="6851098" y="5536275"/>
            <a:ext cx="2564296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Now Eve can’t steal the key being sent.</a:t>
            </a:r>
          </a:p>
        </p:txBody>
      </p:sp>
      <p:pic>
        <p:nvPicPr>
          <p:cNvPr id="20" name="Graphic 19" descr="Key outline">
            <a:extLst>
              <a:ext uri="{FF2B5EF4-FFF2-40B4-BE49-F238E27FC236}">
                <a16:creationId xmlns:a16="http://schemas.microsoft.com/office/drawing/2014/main" id="{B601C0DD-1CB7-FC21-FBFF-D5B6119A69B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14933" y="4239738"/>
            <a:ext cx="914400" cy="91440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2182286-39E1-7165-8CFA-B228DFB2AD72}"/>
              </a:ext>
            </a:extLst>
          </p:cNvPr>
          <p:cNvSpPr txBox="1"/>
          <p:nvPr/>
        </p:nvSpPr>
        <p:spPr>
          <a:xfrm>
            <a:off x="624002" y="5057137"/>
            <a:ext cx="14227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key for second box</a:t>
            </a:r>
          </a:p>
        </p:txBody>
      </p:sp>
    </p:spTree>
    <p:extLst>
      <p:ext uri="{BB962C8B-B14F-4D97-AF65-F5344CB8AC3E}">
        <p14:creationId xmlns:p14="http://schemas.microsoft.com/office/powerpoint/2010/main" val="13832693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224DD-973B-D848-3399-DF75812EB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600C5939-3095-589F-B04C-933E38F3DA65}"/>
              </a:ext>
            </a:extLst>
          </p:cNvPr>
          <p:cNvGrpSpPr/>
          <p:nvPr/>
        </p:nvGrpSpPr>
        <p:grpSpPr>
          <a:xfrm>
            <a:off x="855929" y="1422398"/>
            <a:ext cx="1637270" cy="2006602"/>
            <a:chOff x="1005016" y="2324099"/>
            <a:chExt cx="1637270" cy="2006602"/>
          </a:xfrm>
        </p:grpSpPr>
        <p:pic>
          <p:nvPicPr>
            <p:cNvPr id="7" name="Graphic 6" descr="Office worker female with solid fill">
              <a:extLst>
                <a:ext uri="{FF2B5EF4-FFF2-40B4-BE49-F238E27FC236}">
                  <a16:creationId xmlns:a16="http://schemas.microsoft.com/office/drawing/2014/main" id="{E3494BC7-C1E4-C6A6-75F9-8C78451AB83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05016" y="2324099"/>
              <a:ext cx="1637270" cy="163727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519E7E8-E2BC-FAB7-E73A-6D104410AC05}"/>
                </a:ext>
              </a:extLst>
            </p:cNvPr>
            <p:cNvSpPr txBox="1"/>
            <p:nvPr/>
          </p:nvSpPr>
          <p:spPr>
            <a:xfrm>
              <a:off x="1484455" y="3961369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Alice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C066506-4F53-8487-62EF-53301669593A}"/>
              </a:ext>
            </a:extLst>
          </p:cNvPr>
          <p:cNvGrpSpPr/>
          <p:nvPr/>
        </p:nvGrpSpPr>
        <p:grpSpPr>
          <a:xfrm>
            <a:off x="9739900" y="1517804"/>
            <a:ext cx="1466336" cy="1835668"/>
            <a:chOff x="9073978" y="1946189"/>
            <a:chExt cx="1466336" cy="1835668"/>
          </a:xfrm>
        </p:grpSpPr>
        <p:pic>
          <p:nvPicPr>
            <p:cNvPr id="5" name="Graphic 4" descr="Office worker male with solid fill">
              <a:extLst>
                <a:ext uri="{FF2B5EF4-FFF2-40B4-BE49-F238E27FC236}">
                  <a16:creationId xmlns:a16="http://schemas.microsoft.com/office/drawing/2014/main" id="{AABF1D7F-22B7-2D15-8B70-1F4D857CFD1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073978" y="1946189"/>
              <a:ext cx="1466336" cy="1466336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043D0A7-6D6C-7034-D814-44A2379D779E}"/>
                </a:ext>
              </a:extLst>
            </p:cNvPr>
            <p:cNvSpPr txBox="1"/>
            <p:nvPr/>
          </p:nvSpPr>
          <p:spPr>
            <a:xfrm>
              <a:off x="9516842" y="3412525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Bob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C2C30F0-4925-046F-A028-331D19A294EE}"/>
              </a:ext>
            </a:extLst>
          </p:cNvPr>
          <p:cNvGrpSpPr/>
          <p:nvPr/>
        </p:nvGrpSpPr>
        <p:grpSpPr>
          <a:xfrm>
            <a:off x="5748130" y="5106564"/>
            <a:ext cx="914400" cy="1283732"/>
            <a:chOff x="5638800" y="4738816"/>
            <a:chExt cx="914400" cy="1283732"/>
          </a:xfrm>
        </p:grpSpPr>
        <p:pic>
          <p:nvPicPr>
            <p:cNvPr id="13" name="Graphic 12" descr="Devil face outline with solid fill">
              <a:extLst>
                <a:ext uri="{FF2B5EF4-FFF2-40B4-BE49-F238E27FC236}">
                  <a16:creationId xmlns:a16="http://schemas.microsoft.com/office/drawing/2014/main" id="{B98D32A9-B794-3738-927B-2BC322658BC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638800" y="4738816"/>
              <a:ext cx="914400" cy="914400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5B24B56-B060-5EBF-83D0-901167B7402B}"/>
                </a:ext>
              </a:extLst>
            </p:cNvPr>
            <p:cNvSpPr txBox="1"/>
            <p:nvPr/>
          </p:nvSpPr>
          <p:spPr>
            <a:xfrm>
              <a:off x="5827368" y="5653216"/>
              <a:ext cx="5372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Eve</a:t>
              </a:r>
            </a:p>
          </p:txBody>
        </p:sp>
      </p:grpSp>
      <p:pic>
        <p:nvPicPr>
          <p:cNvPr id="21" name="Graphic 20" descr="Lock outline">
            <a:extLst>
              <a:ext uri="{FF2B5EF4-FFF2-40B4-BE49-F238E27FC236}">
                <a16:creationId xmlns:a16="http://schemas.microsoft.com/office/drawing/2014/main" id="{F9AD9122-5BB5-4D60-5DCE-09EC6240210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1882234">
            <a:off x="10486002" y="3869149"/>
            <a:ext cx="914400" cy="914400"/>
          </a:xfrm>
          <a:prstGeom prst="rect">
            <a:avLst/>
          </a:prstGeom>
        </p:spPr>
      </p:pic>
      <p:sp>
        <p:nvSpPr>
          <p:cNvPr id="17" name="Freeform 16">
            <a:extLst>
              <a:ext uri="{FF2B5EF4-FFF2-40B4-BE49-F238E27FC236}">
                <a16:creationId xmlns:a16="http://schemas.microsoft.com/office/drawing/2014/main" id="{DC9C18FE-B0E4-E823-91F6-FF95679CA98C}"/>
              </a:ext>
            </a:extLst>
          </p:cNvPr>
          <p:cNvSpPr/>
          <p:nvPr/>
        </p:nvSpPr>
        <p:spPr>
          <a:xfrm>
            <a:off x="2454965" y="1539986"/>
            <a:ext cx="7484165" cy="765892"/>
          </a:xfrm>
          <a:custGeom>
            <a:avLst/>
            <a:gdLst>
              <a:gd name="csX0" fmla="*/ 0 w 7484165"/>
              <a:gd name="csY0" fmla="*/ 765892 h 765892"/>
              <a:gd name="csX1" fmla="*/ 3955774 w 7484165"/>
              <a:gd name="csY1" fmla="*/ 579 h 765892"/>
              <a:gd name="csX2" fmla="*/ 7484165 w 7484165"/>
              <a:gd name="csY2" fmla="*/ 666501 h 76589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484165" h="765892">
                <a:moveTo>
                  <a:pt x="0" y="765892"/>
                </a:moveTo>
                <a:cubicBezTo>
                  <a:pt x="1354206" y="391518"/>
                  <a:pt x="2708413" y="17144"/>
                  <a:pt x="3955774" y="579"/>
                </a:cubicBezTo>
                <a:cubicBezTo>
                  <a:pt x="5203135" y="-15986"/>
                  <a:pt x="6343650" y="325257"/>
                  <a:pt x="7484165" y="666501"/>
                </a:cubicBezTo>
              </a:path>
            </a:pathLst>
          </a:custGeom>
          <a:noFill/>
          <a:ln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 Same Side Corner Rectangle 15">
            <a:extLst>
              <a:ext uri="{FF2B5EF4-FFF2-40B4-BE49-F238E27FC236}">
                <a16:creationId xmlns:a16="http://schemas.microsoft.com/office/drawing/2014/main" id="{813DE93A-3082-7502-EA79-6C4DE4F3C66E}"/>
              </a:ext>
            </a:extLst>
          </p:cNvPr>
          <p:cNvSpPr/>
          <p:nvPr/>
        </p:nvSpPr>
        <p:spPr>
          <a:xfrm>
            <a:off x="11007456" y="3432365"/>
            <a:ext cx="894521" cy="751196"/>
          </a:xfrm>
          <a:prstGeom prst="round2Same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$$</a:t>
            </a:r>
          </a:p>
        </p:txBody>
      </p:sp>
      <p:pic>
        <p:nvPicPr>
          <p:cNvPr id="4" name="Graphic 3" descr="Lights On with solid fill">
            <a:extLst>
              <a:ext uri="{FF2B5EF4-FFF2-40B4-BE49-F238E27FC236}">
                <a16:creationId xmlns:a16="http://schemas.microsoft.com/office/drawing/2014/main" id="{D0E87E2C-F6CE-360B-48D4-D2DDD2D5ED3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84544" y="3382976"/>
            <a:ext cx="914400" cy="914400"/>
          </a:xfrm>
          <a:prstGeom prst="rect">
            <a:avLst/>
          </a:prstGeom>
        </p:spPr>
      </p:pic>
      <p:pic>
        <p:nvPicPr>
          <p:cNvPr id="12" name="Graphic 11" descr="Lock outline">
            <a:extLst>
              <a:ext uri="{FF2B5EF4-FFF2-40B4-BE49-F238E27FC236}">
                <a16:creationId xmlns:a16="http://schemas.microsoft.com/office/drawing/2014/main" id="{1545CD38-FE9F-1F6B-B16C-CD6C387DF97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1882234">
            <a:off x="9015712" y="3819760"/>
            <a:ext cx="914400" cy="914400"/>
          </a:xfrm>
          <a:prstGeom prst="rect">
            <a:avLst/>
          </a:prstGeom>
        </p:spPr>
      </p:pic>
      <p:sp>
        <p:nvSpPr>
          <p:cNvPr id="18" name="Round Same Side Corner Rectangle 17">
            <a:extLst>
              <a:ext uri="{FF2B5EF4-FFF2-40B4-BE49-F238E27FC236}">
                <a16:creationId xmlns:a16="http://schemas.microsoft.com/office/drawing/2014/main" id="{52000196-9265-CB1E-5984-0228A610BF33}"/>
              </a:ext>
            </a:extLst>
          </p:cNvPr>
          <p:cNvSpPr/>
          <p:nvPr/>
        </p:nvSpPr>
        <p:spPr>
          <a:xfrm>
            <a:off x="9537166" y="3382976"/>
            <a:ext cx="894521" cy="751196"/>
          </a:xfrm>
          <a:prstGeom prst="round2Same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 dirty="0">
              <a:ln w="0"/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pic>
        <p:nvPicPr>
          <p:cNvPr id="23" name="Graphic 22" descr="Key outline">
            <a:extLst>
              <a:ext uri="{FF2B5EF4-FFF2-40B4-BE49-F238E27FC236}">
                <a16:creationId xmlns:a16="http://schemas.microsoft.com/office/drawing/2014/main" id="{1FD0565D-44DB-2797-986A-A3423F5E2C3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641008" y="3415969"/>
            <a:ext cx="751196" cy="75119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4B5AE544-953F-3D06-32CA-7DB4B9F43D9F}"/>
              </a:ext>
            </a:extLst>
          </p:cNvPr>
          <p:cNvSpPr txBox="1"/>
          <p:nvPr/>
        </p:nvSpPr>
        <p:spPr>
          <a:xfrm>
            <a:off x="6789620" y="2372233"/>
            <a:ext cx="2171777" cy="12003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But Bob can’t unlock the second box! How does he get the second key?</a:t>
            </a:r>
          </a:p>
        </p:txBody>
      </p:sp>
      <p:pic>
        <p:nvPicPr>
          <p:cNvPr id="2" name="Graphic 1" descr="Key outline">
            <a:extLst>
              <a:ext uri="{FF2B5EF4-FFF2-40B4-BE49-F238E27FC236}">
                <a16:creationId xmlns:a16="http://schemas.microsoft.com/office/drawing/2014/main" id="{34298155-E800-5F57-B902-A8CD34EEA5DA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14933" y="4239738"/>
            <a:ext cx="914400" cy="9144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82F5666-6476-3374-7CB5-B5F2EF42E426}"/>
              </a:ext>
            </a:extLst>
          </p:cNvPr>
          <p:cNvSpPr txBox="1"/>
          <p:nvPr/>
        </p:nvSpPr>
        <p:spPr>
          <a:xfrm>
            <a:off x="624002" y="5057137"/>
            <a:ext cx="14227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key for second box</a:t>
            </a:r>
          </a:p>
        </p:txBody>
      </p:sp>
    </p:spTree>
    <p:extLst>
      <p:ext uri="{BB962C8B-B14F-4D97-AF65-F5344CB8AC3E}">
        <p14:creationId xmlns:p14="http://schemas.microsoft.com/office/powerpoint/2010/main" val="13051295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FE0C2-4D87-ECC6-7362-C157A8549D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F806770A-7088-3872-7127-C4E86715EEEA}"/>
              </a:ext>
            </a:extLst>
          </p:cNvPr>
          <p:cNvGrpSpPr/>
          <p:nvPr/>
        </p:nvGrpSpPr>
        <p:grpSpPr>
          <a:xfrm>
            <a:off x="855929" y="1422398"/>
            <a:ext cx="1637270" cy="2006602"/>
            <a:chOff x="1005016" y="2324099"/>
            <a:chExt cx="1637270" cy="2006602"/>
          </a:xfrm>
        </p:grpSpPr>
        <p:pic>
          <p:nvPicPr>
            <p:cNvPr id="7" name="Graphic 6" descr="Office worker female with solid fill">
              <a:extLst>
                <a:ext uri="{FF2B5EF4-FFF2-40B4-BE49-F238E27FC236}">
                  <a16:creationId xmlns:a16="http://schemas.microsoft.com/office/drawing/2014/main" id="{B4490735-F772-D73C-F17B-521BC1D19C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05016" y="2324099"/>
              <a:ext cx="1637270" cy="163727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E7CB10B-5486-9426-E42B-79003F96B5DD}"/>
                </a:ext>
              </a:extLst>
            </p:cNvPr>
            <p:cNvSpPr txBox="1"/>
            <p:nvPr/>
          </p:nvSpPr>
          <p:spPr>
            <a:xfrm>
              <a:off x="1484455" y="3961369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Alice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CAAA072-9A7E-6DB1-2265-60A8917A52AB}"/>
              </a:ext>
            </a:extLst>
          </p:cNvPr>
          <p:cNvGrpSpPr/>
          <p:nvPr/>
        </p:nvGrpSpPr>
        <p:grpSpPr>
          <a:xfrm>
            <a:off x="9739900" y="1517804"/>
            <a:ext cx="1466336" cy="1835668"/>
            <a:chOff x="9073978" y="1946189"/>
            <a:chExt cx="1466336" cy="1835668"/>
          </a:xfrm>
        </p:grpSpPr>
        <p:pic>
          <p:nvPicPr>
            <p:cNvPr id="5" name="Graphic 4" descr="Office worker male with solid fill">
              <a:extLst>
                <a:ext uri="{FF2B5EF4-FFF2-40B4-BE49-F238E27FC236}">
                  <a16:creationId xmlns:a16="http://schemas.microsoft.com/office/drawing/2014/main" id="{4C004340-8716-B6DB-D962-E57AF9714D5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073978" y="1946189"/>
              <a:ext cx="1466336" cy="1466336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1717D42-A8BE-1AE9-CD49-415050C31A24}"/>
                </a:ext>
              </a:extLst>
            </p:cNvPr>
            <p:cNvSpPr txBox="1"/>
            <p:nvPr/>
          </p:nvSpPr>
          <p:spPr>
            <a:xfrm>
              <a:off x="9516842" y="3412525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Bob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C72157B-50E2-10EE-7006-905DE722785B}"/>
              </a:ext>
            </a:extLst>
          </p:cNvPr>
          <p:cNvGrpSpPr/>
          <p:nvPr/>
        </p:nvGrpSpPr>
        <p:grpSpPr>
          <a:xfrm>
            <a:off x="5748130" y="5106564"/>
            <a:ext cx="914400" cy="1283732"/>
            <a:chOff x="5638800" y="4738816"/>
            <a:chExt cx="914400" cy="1283732"/>
          </a:xfrm>
        </p:grpSpPr>
        <p:pic>
          <p:nvPicPr>
            <p:cNvPr id="13" name="Graphic 12" descr="Devil face outline with solid fill">
              <a:extLst>
                <a:ext uri="{FF2B5EF4-FFF2-40B4-BE49-F238E27FC236}">
                  <a16:creationId xmlns:a16="http://schemas.microsoft.com/office/drawing/2014/main" id="{0ECF4D37-CB59-2ED0-B513-60AEC87A93A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638800" y="4738816"/>
              <a:ext cx="914400" cy="914400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E3BDCB9-2734-42A0-5AF6-DE7C3569B3B5}"/>
                </a:ext>
              </a:extLst>
            </p:cNvPr>
            <p:cNvSpPr txBox="1"/>
            <p:nvPr/>
          </p:nvSpPr>
          <p:spPr>
            <a:xfrm>
              <a:off x="5827368" y="5653216"/>
              <a:ext cx="5372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Eve</a:t>
              </a:r>
            </a:p>
          </p:txBody>
        </p:sp>
      </p:grpSp>
      <p:sp>
        <p:nvSpPr>
          <p:cNvPr id="17" name="Freeform 16">
            <a:extLst>
              <a:ext uri="{FF2B5EF4-FFF2-40B4-BE49-F238E27FC236}">
                <a16:creationId xmlns:a16="http://schemas.microsoft.com/office/drawing/2014/main" id="{333C702F-4FDC-CDD6-03D9-1DE906BA6321}"/>
              </a:ext>
            </a:extLst>
          </p:cNvPr>
          <p:cNvSpPr/>
          <p:nvPr/>
        </p:nvSpPr>
        <p:spPr>
          <a:xfrm>
            <a:off x="2454965" y="1539986"/>
            <a:ext cx="7484165" cy="765892"/>
          </a:xfrm>
          <a:custGeom>
            <a:avLst/>
            <a:gdLst>
              <a:gd name="csX0" fmla="*/ 0 w 7484165"/>
              <a:gd name="csY0" fmla="*/ 765892 h 765892"/>
              <a:gd name="csX1" fmla="*/ 3955774 w 7484165"/>
              <a:gd name="csY1" fmla="*/ 579 h 765892"/>
              <a:gd name="csX2" fmla="*/ 7484165 w 7484165"/>
              <a:gd name="csY2" fmla="*/ 666501 h 76589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484165" h="765892">
                <a:moveTo>
                  <a:pt x="0" y="765892"/>
                </a:moveTo>
                <a:cubicBezTo>
                  <a:pt x="1354206" y="391518"/>
                  <a:pt x="2708413" y="17144"/>
                  <a:pt x="3955774" y="579"/>
                </a:cubicBezTo>
                <a:cubicBezTo>
                  <a:pt x="5203135" y="-15986"/>
                  <a:pt x="6343650" y="325257"/>
                  <a:pt x="7484165" y="666501"/>
                </a:cubicBezTo>
              </a:path>
            </a:pathLst>
          </a:custGeom>
          <a:noFill/>
          <a:ln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 Same Side Corner Rectangle 15">
            <a:extLst>
              <a:ext uri="{FF2B5EF4-FFF2-40B4-BE49-F238E27FC236}">
                <a16:creationId xmlns:a16="http://schemas.microsoft.com/office/drawing/2014/main" id="{FC73294B-6398-D7A1-D3CB-4969498A902E}"/>
              </a:ext>
            </a:extLst>
          </p:cNvPr>
          <p:cNvSpPr/>
          <p:nvPr/>
        </p:nvSpPr>
        <p:spPr>
          <a:xfrm>
            <a:off x="1038508" y="3798333"/>
            <a:ext cx="894521" cy="751196"/>
          </a:xfrm>
          <a:prstGeom prst="round2Same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$$</a:t>
            </a:r>
          </a:p>
        </p:txBody>
      </p:sp>
      <p:pic>
        <p:nvPicPr>
          <p:cNvPr id="23" name="Graphic 22" descr="Key outline">
            <a:extLst>
              <a:ext uri="{FF2B5EF4-FFF2-40B4-BE49-F238E27FC236}">
                <a16:creationId xmlns:a16="http://schemas.microsoft.com/office/drawing/2014/main" id="{94B43BFE-BE84-59C1-51D2-EBB461192C9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641008" y="3415969"/>
            <a:ext cx="751196" cy="751196"/>
          </a:xfrm>
          <a:prstGeom prst="rect">
            <a:avLst/>
          </a:prstGeom>
        </p:spPr>
      </p:pic>
      <p:pic>
        <p:nvPicPr>
          <p:cNvPr id="29" name="Graphic 28" descr="Key outline">
            <a:extLst>
              <a:ext uri="{FF2B5EF4-FFF2-40B4-BE49-F238E27FC236}">
                <a16:creationId xmlns:a16="http://schemas.microsoft.com/office/drawing/2014/main" id="{ACDC7780-7F76-D919-503F-9418872B177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888258" y="4167165"/>
            <a:ext cx="914400" cy="914400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AE494668-1FA5-C7C4-AA30-933A1E4E685B}"/>
              </a:ext>
            </a:extLst>
          </p:cNvPr>
          <p:cNvSpPr txBox="1"/>
          <p:nvPr/>
        </p:nvSpPr>
        <p:spPr>
          <a:xfrm>
            <a:off x="9548987" y="3860330"/>
            <a:ext cx="6613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7DA0D7C-193A-5893-91EF-D929BBEB7A55}"/>
              </a:ext>
            </a:extLst>
          </p:cNvPr>
          <p:cNvSpPr txBox="1"/>
          <p:nvPr/>
        </p:nvSpPr>
        <p:spPr>
          <a:xfrm>
            <a:off x="11076667" y="3909565"/>
            <a:ext cx="5375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Key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15A2D48-62F5-691D-A67A-C46D56E93CE0}"/>
              </a:ext>
            </a:extLst>
          </p:cNvPr>
          <p:cNvSpPr txBox="1"/>
          <p:nvPr/>
        </p:nvSpPr>
        <p:spPr>
          <a:xfrm>
            <a:off x="5030661" y="2100300"/>
            <a:ext cx="2171777" cy="12003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We need a new idea. How can Alice securely send her money to Bob?</a:t>
            </a:r>
          </a:p>
        </p:txBody>
      </p:sp>
      <p:pic>
        <p:nvPicPr>
          <p:cNvPr id="36" name="Graphic 35" descr="Lock outline">
            <a:extLst>
              <a:ext uri="{FF2B5EF4-FFF2-40B4-BE49-F238E27FC236}">
                <a16:creationId xmlns:a16="http://schemas.microsoft.com/office/drawing/2014/main" id="{1F6ACA22-6F36-F2D6-3091-C25148549B47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422454" y="4229662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30142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3E030-C9AB-74D7-2C28-65F0D4AC5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47093DB1-2970-D91A-FCEC-504671B40106}"/>
              </a:ext>
            </a:extLst>
          </p:cNvPr>
          <p:cNvGrpSpPr/>
          <p:nvPr/>
        </p:nvGrpSpPr>
        <p:grpSpPr>
          <a:xfrm>
            <a:off x="855929" y="1422398"/>
            <a:ext cx="1637270" cy="2006602"/>
            <a:chOff x="1005016" y="2324099"/>
            <a:chExt cx="1637270" cy="2006602"/>
          </a:xfrm>
        </p:grpSpPr>
        <p:pic>
          <p:nvPicPr>
            <p:cNvPr id="7" name="Graphic 6" descr="Office worker female with solid fill">
              <a:extLst>
                <a:ext uri="{FF2B5EF4-FFF2-40B4-BE49-F238E27FC236}">
                  <a16:creationId xmlns:a16="http://schemas.microsoft.com/office/drawing/2014/main" id="{484E2527-07A3-609F-2786-23F88D8BE84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05016" y="2324099"/>
              <a:ext cx="1637270" cy="163727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218C185-E77E-EAE6-6B0F-E51F243CB7FE}"/>
                </a:ext>
              </a:extLst>
            </p:cNvPr>
            <p:cNvSpPr txBox="1"/>
            <p:nvPr/>
          </p:nvSpPr>
          <p:spPr>
            <a:xfrm>
              <a:off x="1484455" y="3961369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Alice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6C10B64-C15B-3156-0388-7DFAFCF42EB5}"/>
              </a:ext>
            </a:extLst>
          </p:cNvPr>
          <p:cNvGrpSpPr/>
          <p:nvPr/>
        </p:nvGrpSpPr>
        <p:grpSpPr>
          <a:xfrm>
            <a:off x="9739900" y="1517804"/>
            <a:ext cx="1466336" cy="1835668"/>
            <a:chOff x="9073978" y="1946189"/>
            <a:chExt cx="1466336" cy="1835668"/>
          </a:xfrm>
        </p:grpSpPr>
        <p:pic>
          <p:nvPicPr>
            <p:cNvPr id="5" name="Graphic 4" descr="Office worker male with solid fill">
              <a:extLst>
                <a:ext uri="{FF2B5EF4-FFF2-40B4-BE49-F238E27FC236}">
                  <a16:creationId xmlns:a16="http://schemas.microsoft.com/office/drawing/2014/main" id="{F3BA2A9F-4D8D-2030-663B-9FE141D2810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073978" y="1946189"/>
              <a:ext cx="1466336" cy="1466336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03937C1-51B6-B50C-28D9-2A5DA89406C1}"/>
                </a:ext>
              </a:extLst>
            </p:cNvPr>
            <p:cNvSpPr txBox="1"/>
            <p:nvPr/>
          </p:nvSpPr>
          <p:spPr>
            <a:xfrm>
              <a:off x="9516842" y="3412525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Bob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CDA1BD5-455D-657C-CBCD-9FD7B7F68164}"/>
              </a:ext>
            </a:extLst>
          </p:cNvPr>
          <p:cNvGrpSpPr/>
          <p:nvPr/>
        </p:nvGrpSpPr>
        <p:grpSpPr>
          <a:xfrm>
            <a:off x="5748130" y="5106564"/>
            <a:ext cx="914400" cy="1283732"/>
            <a:chOff x="5638800" y="4738816"/>
            <a:chExt cx="914400" cy="1283732"/>
          </a:xfrm>
        </p:grpSpPr>
        <p:pic>
          <p:nvPicPr>
            <p:cNvPr id="13" name="Graphic 12" descr="Devil face outline with solid fill">
              <a:extLst>
                <a:ext uri="{FF2B5EF4-FFF2-40B4-BE49-F238E27FC236}">
                  <a16:creationId xmlns:a16="http://schemas.microsoft.com/office/drawing/2014/main" id="{E5CC5A76-00AC-BA9E-1C75-0E79CB3EBF8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638800" y="4738816"/>
              <a:ext cx="914400" cy="914400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75646AF-6BD9-791A-4C68-F57B5FA9667C}"/>
                </a:ext>
              </a:extLst>
            </p:cNvPr>
            <p:cNvSpPr txBox="1"/>
            <p:nvPr/>
          </p:nvSpPr>
          <p:spPr>
            <a:xfrm>
              <a:off x="5827368" y="5653216"/>
              <a:ext cx="5372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Eve</a:t>
              </a:r>
            </a:p>
          </p:txBody>
        </p:sp>
      </p:grpSp>
      <p:sp>
        <p:nvSpPr>
          <p:cNvPr id="17" name="Freeform 16">
            <a:extLst>
              <a:ext uri="{FF2B5EF4-FFF2-40B4-BE49-F238E27FC236}">
                <a16:creationId xmlns:a16="http://schemas.microsoft.com/office/drawing/2014/main" id="{E2E604A2-013E-C381-B33A-80C78518E380}"/>
              </a:ext>
            </a:extLst>
          </p:cNvPr>
          <p:cNvSpPr/>
          <p:nvPr/>
        </p:nvSpPr>
        <p:spPr>
          <a:xfrm>
            <a:off x="2454965" y="1539986"/>
            <a:ext cx="7484165" cy="765892"/>
          </a:xfrm>
          <a:custGeom>
            <a:avLst/>
            <a:gdLst>
              <a:gd name="csX0" fmla="*/ 0 w 7484165"/>
              <a:gd name="csY0" fmla="*/ 765892 h 765892"/>
              <a:gd name="csX1" fmla="*/ 3955774 w 7484165"/>
              <a:gd name="csY1" fmla="*/ 579 h 765892"/>
              <a:gd name="csX2" fmla="*/ 7484165 w 7484165"/>
              <a:gd name="csY2" fmla="*/ 666501 h 76589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484165" h="765892">
                <a:moveTo>
                  <a:pt x="0" y="765892"/>
                </a:moveTo>
                <a:cubicBezTo>
                  <a:pt x="1354206" y="391518"/>
                  <a:pt x="2708413" y="17144"/>
                  <a:pt x="3955774" y="579"/>
                </a:cubicBezTo>
                <a:cubicBezTo>
                  <a:pt x="5203135" y="-15986"/>
                  <a:pt x="6343650" y="325257"/>
                  <a:pt x="7484165" y="666501"/>
                </a:cubicBezTo>
              </a:path>
            </a:pathLst>
          </a:custGeom>
          <a:noFill/>
          <a:ln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 Same Side Corner Rectangle 15">
            <a:extLst>
              <a:ext uri="{FF2B5EF4-FFF2-40B4-BE49-F238E27FC236}">
                <a16:creationId xmlns:a16="http://schemas.microsoft.com/office/drawing/2014/main" id="{A74582A3-5281-323D-B0FC-7E9A85AF3666}"/>
              </a:ext>
            </a:extLst>
          </p:cNvPr>
          <p:cNvSpPr/>
          <p:nvPr/>
        </p:nvSpPr>
        <p:spPr>
          <a:xfrm>
            <a:off x="1038508" y="3798333"/>
            <a:ext cx="894521" cy="751196"/>
          </a:xfrm>
          <a:prstGeom prst="round2Same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$$</a:t>
            </a:r>
          </a:p>
        </p:txBody>
      </p:sp>
      <p:pic>
        <p:nvPicPr>
          <p:cNvPr id="23" name="Graphic 22" descr="Key outline">
            <a:extLst>
              <a:ext uri="{FF2B5EF4-FFF2-40B4-BE49-F238E27FC236}">
                <a16:creationId xmlns:a16="http://schemas.microsoft.com/office/drawing/2014/main" id="{DCB2981A-984A-7E17-B513-1E24B34950B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641008" y="3415969"/>
            <a:ext cx="751196" cy="751196"/>
          </a:xfrm>
          <a:prstGeom prst="rect">
            <a:avLst/>
          </a:prstGeom>
        </p:spPr>
      </p:pic>
      <p:pic>
        <p:nvPicPr>
          <p:cNvPr id="29" name="Graphic 28" descr="Key outline">
            <a:extLst>
              <a:ext uri="{FF2B5EF4-FFF2-40B4-BE49-F238E27FC236}">
                <a16:creationId xmlns:a16="http://schemas.microsoft.com/office/drawing/2014/main" id="{3AAB877C-75BE-BCB4-74C7-4C933EDD843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888258" y="4167165"/>
            <a:ext cx="914400" cy="914400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3CA69EBA-7A60-F109-1DF8-5D9D2C01FF4D}"/>
              </a:ext>
            </a:extLst>
          </p:cNvPr>
          <p:cNvSpPr txBox="1"/>
          <p:nvPr/>
        </p:nvSpPr>
        <p:spPr>
          <a:xfrm>
            <a:off x="9548987" y="3860330"/>
            <a:ext cx="6613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E11696F-3CD3-B6D4-C26E-E08DAB4C5EBA}"/>
              </a:ext>
            </a:extLst>
          </p:cNvPr>
          <p:cNvSpPr txBox="1"/>
          <p:nvPr/>
        </p:nvSpPr>
        <p:spPr>
          <a:xfrm>
            <a:off x="11076667" y="3909565"/>
            <a:ext cx="5375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Key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BF13B61-3641-FDCB-EC3A-6D5EBD283D56}"/>
              </a:ext>
            </a:extLst>
          </p:cNvPr>
          <p:cNvSpPr txBox="1"/>
          <p:nvPr/>
        </p:nvSpPr>
        <p:spPr>
          <a:xfrm>
            <a:off x="7149879" y="3303853"/>
            <a:ext cx="2171777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Idea</a:t>
            </a:r>
            <a:r>
              <a:rPr lang="en-US" dirty="0"/>
              <a:t>: Bob has a lock and a key.</a:t>
            </a:r>
          </a:p>
        </p:txBody>
      </p:sp>
      <p:pic>
        <p:nvPicPr>
          <p:cNvPr id="35" name="Graphic 34" descr="Lights On with solid fill">
            <a:extLst>
              <a:ext uri="{FF2B5EF4-FFF2-40B4-BE49-F238E27FC236}">
                <a16:creationId xmlns:a16="http://schemas.microsoft.com/office/drawing/2014/main" id="{05A6613B-CAC5-56C8-D79F-1E86B762000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249815" y="3231544"/>
            <a:ext cx="914400" cy="914400"/>
          </a:xfrm>
          <a:prstGeom prst="rect">
            <a:avLst/>
          </a:prstGeom>
        </p:spPr>
      </p:pic>
      <p:pic>
        <p:nvPicPr>
          <p:cNvPr id="36" name="Graphic 35" descr="Lock outline">
            <a:extLst>
              <a:ext uri="{FF2B5EF4-FFF2-40B4-BE49-F238E27FC236}">
                <a16:creationId xmlns:a16="http://schemas.microsoft.com/office/drawing/2014/main" id="{11E34D80-FD68-CA03-EFDF-3600686A8BAB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422454" y="4229662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20070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9E22D9-4A08-B26B-CDE8-C399D4CB5E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33579D25-081B-6CF7-07F5-37F932498420}"/>
              </a:ext>
            </a:extLst>
          </p:cNvPr>
          <p:cNvGrpSpPr/>
          <p:nvPr/>
        </p:nvGrpSpPr>
        <p:grpSpPr>
          <a:xfrm>
            <a:off x="855929" y="1422398"/>
            <a:ext cx="1637270" cy="2006602"/>
            <a:chOff x="1005016" y="2324099"/>
            <a:chExt cx="1637270" cy="2006602"/>
          </a:xfrm>
        </p:grpSpPr>
        <p:pic>
          <p:nvPicPr>
            <p:cNvPr id="7" name="Graphic 6" descr="Office worker female with solid fill">
              <a:extLst>
                <a:ext uri="{FF2B5EF4-FFF2-40B4-BE49-F238E27FC236}">
                  <a16:creationId xmlns:a16="http://schemas.microsoft.com/office/drawing/2014/main" id="{36D2413A-2E40-37A7-26C3-94183B250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05016" y="2324099"/>
              <a:ext cx="1637270" cy="163727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2F60DFB-9142-00F3-886B-5803B63FDBE9}"/>
                </a:ext>
              </a:extLst>
            </p:cNvPr>
            <p:cNvSpPr txBox="1"/>
            <p:nvPr/>
          </p:nvSpPr>
          <p:spPr>
            <a:xfrm>
              <a:off x="1484455" y="3961369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Alice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DD02CFE-BE34-6953-F0DF-753AEBB46516}"/>
              </a:ext>
            </a:extLst>
          </p:cNvPr>
          <p:cNvGrpSpPr/>
          <p:nvPr/>
        </p:nvGrpSpPr>
        <p:grpSpPr>
          <a:xfrm>
            <a:off x="9739900" y="1517804"/>
            <a:ext cx="1466336" cy="1835668"/>
            <a:chOff x="9073978" y="1946189"/>
            <a:chExt cx="1466336" cy="1835668"/>
          </a:xfrm>
        </p:grpSpPr>
        <p:pic>
          <p:nvPicPr>
            <p:cNvPr id="5" name="Graphic 4" descr="Office worker male with solid fill">
              <a:extLst>
                <a:ext uri="{FF2B5EF4-FFF2-40B4-BE49-F238E27FC236}">
                  <a16:creationId xmlns:a16="http://schemas.microsoft.com/office/drawing/2014/main" id="{E2760F20-B937-C76E-B9E6-B9CF69B23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073978" y="1946189"/>
              <a:ext cx="1466336" cy="1466336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DB56695-E588-3F0E-9ED8-EFCEFE2EA05E}"/>
                </a:ext>
              </a:extLst>
            </p:cNvPr>
            <p:cNvSpPr txBox="1"/>
            <p:nvPr/>
          </p:nvSpPr>
          <p:spPr>
            <a:xfrm>
              <a:off x="9516842" y="3412525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Bob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1218D57-B8A6-E53B-B816-E70A931A0A50}"/>
              </a:ext>
            </a:extLst>
          </p:cNvPr>
          <p:cNvGrpSpPr/>
          <p:nvPr/>
        </p:nvGrpSpPr>
        <p:grpSpPr>
          <a:xfrm>
            <a:off x="5748130" y="5106564"/>
            <a:ext cx="914400" cy="1283732"/>
            <a:chOff x="5638800" y="4738816"/>
            <a:chExt cx="914400" cy="1283732"/>
          </a:xfrm>
        </p:grpSpPr>
        <p:pic>
          <p:nvPicPr>
            <p:cNvPr id="13" name="Graphic 12" descr="Devil face outline with solid fill">
              <a:extLst>
                <a:ext uri="{FF2B5EF4-FFF2-40B4-BE49-F238E27FC236}">
                  <a16:creationId xmlns:a16="http://schemas.microsoft.com/office/drawing/2014/main" id="{0D4592BC-8942-CB23-EE2E-822D7C88578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638800" y="4738816"/>
              <a:ext cx="914400" cy="914400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77824B8-2E0E-3F8E-BDAD-4B9D39D5D90D}"/>
                </a:ext>
              </a:extLst>
            </p:cNvPr>
            <p:cNvSpPr txBox="1"/>
            <p:nvPr/>
          </p:nvSpPr>
          <p:spPr>
            <a:xfrm>
              <a:off x="5827368" y="5653216"/>
              <a:ext cx="5372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Eve</a:t>
              </a:r>
            </a:p>
          </p:txBody>
        </p:sp>
      </p:grpSp>
      <p:sp>
        <p:nvSpPr>
          <p:cNvPr id="17" name="Freeform 16">
            <a:extLst>
              <a:ext uri="{FF2B5EF4-FFF2-40B4-BE49-F238E27FC236}">
                <a16:creationId xmlns:a16="http://schemas.microsoft.com/office/drawing/2014/main" id="{551A484A-14EB-3AB9-3406-47EB6631B2F4}"/>
              </a:ext>
            </a:extLst>
          </p:cNvPr>
          <p:cNvSpPr/>
          <p:nvPr/>
        </p:nvSpPr>
        <p:spPr>
          <a:xfrm>
            <a:off x="2454965" y="1539986"/>
            <a:ext cx="7484165" cy="765892"/>
          </a:xfrm>
          <a:custGeom>
            <a:avLst/>
            <a:gdLst>
              <a:gd name="csX0" fmla="*/ 0 w 7484165"/>
              <a:gd name="csY0" fmla="*/ 765892 h 765892"/>
              <a:gd name="csX1" fmla="*/ 3955774 w 7484165"/>
              <a:gd name="csY1" fmla="*/ 579 h 765892"/>
              <a:gd name="csX2" fmla="*/ 7484165 w 7484165"/>
              <a:gd name="csY2" fmla="*/ 666501 h 76589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484165" h="765892">
                <a:moveTo>
                  <a:pt x="0" y="765892"/>
                </a:moveTo>
                <a:cubicBezTo>
                  <a:pt x="1354206" y="391518"/>
                  <a:pt x="2708413" y="17144"/>
                  <a:pt x="3955774" y="579"/>
                </a:cubicBezTo>
                <a:cubicBezTo>
                  <a:pt x="5203135" y="-15986"/>
                  <a:pt x="6343650" y="325257"/>
                  <a:pt x="7484165" y="666501"/>
                </a:cubicBezTo>
              </a:path>
            </a:pathLst>
          </a:custGeom>
          <a:noFill/>
          <a:ln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 Same Side Corner Rectangle 15">
            <a:extLst>
              <a:ext uri="{FF2B5EF4-FFF2-40B4-BE49-F238E27FC236}">
                <a16:creationId xmlns:a16="http://schemas.microsoft.com/office/drawing/2014/main" id="{1F86C64E-1412-02F7-2F21-1BF8F65EA3AA}"/>
              </a:ext>
            </a:extLst>
          </p:cNvPr>
          <p:cNvSpPr/>
          <p:nvPr/>
        </p:nvSpPr>
        <p:spPr>
          <a:xfrm>
            <a:off x="1038508" y="3798333"/>
            <a:ext cx="894521" cy="751196"/>
          </a:xfrm>
          <a:prstGeom prst="round2Same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$$</a:t>
            </a:r>
          </a:p>
        </p:txBody>
      </p:sp>
      <p:pic>
        <p:nvPicPr>
          <p:cNvPr id="23" name="Graphic 22" descr="Key outline">
            <a:extLst>
              <a:ext uri="{FF2B5EF4-FFF2-40B4-BE49-F238E27FC236}">
                <a16:creationId xmlns:a16="http://schemas.microsoft.com/office/drawing/2014/main" id="{B5985675-7BEB-0458-1A9A-16D173CA4BF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641008" y="3415969"/>
            <a:ext cx="751196" cy="751196"/>
          </a:xfrm>
          <a:prstGeom prst="rect">
            <a:avLst/>
          </a:prstGeom>
        </p:spPr>
      </p:pic>
      <p:pic>
        <p:nvPicPr>
          <p:cNvPr id="29" name="Graphic 28" descr="Key outline">
            <a:extLst>
              <a:ext uri="{FF2B5EF4-FFF2-40B4-BE49-F238E27FC236}">
                <a16:creationId xmlns:a16="http://schemas.microsoft.com/office/drawing/2014/main" id="{9C3A61B4-266D-A551-29F9-EA10D39F3E9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888258" y="4167165"/>
            <a:ext cx="914400" cy="914400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2F5BDC0E-6DBB-D466-605F-8F256CD1DBEF}"/>
              </a:ext>
            </a:extLst>
          </p:cNvPr>
          <p:cNvSpPr txBox="1"/>
          <p:nvPr/>
        </p:nvSpPr>
        <p:spPr>
          <a:xfrm>
            <a:off x="9548987" y="3860330"/>
            <a:ext cx="6613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9186FFD-38D3-070F-F1EB-0790EAD9120B}"/>
              </a:ext>
            </a:extLst>
          </p:cNvPr>
          <p:cNvSpPr txBox="1"/>
          <p:nvPr/>
        </p:nvSpPr>
        <p:spPr>
          <a:xfrm>
            <a:off x="11076667" y="3909565"/>
            <a:ext cx="5375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Key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5A4C12A-6390-139A-ADBF-FEB4C9E5FF1B}"/>
              </a:ext>
            </a:extLst>
          </p:cNvPr>
          <p:cNvSpPr txBox="1"/>
          <p:nvPr/>
        </p:nvSpPr>
        <p:spPr>
          <a:xfrm>
            <a:off x="7149879" y="3303853"/>
            <a:ext cx="2171777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Idea</a:t>
            </a:r>
            <a:r>
              <a:rPr lang="en-US" dirty="0"/>
              <a:t>: Bob has a lock and a key.</a:t>
            </a:r>
          </a:p>
        </p:txBody>
      </p:sp>
      <p:pic>
        <p:nvPicPr>
          <p:cNvPr id="35" name="Graphic 34" descr="Lights On with solid fill">
            <a:extLst>
              <a:ext uri="{FF2B5EF4-FFF2-40B4-BE49-F238E27FC236}">
                <a16:creationId xmlns:a16="http://schemas.microsoft.com/office/drawing/2014/main" id="{86A6D528-F1EA-2E80-1787-93C59F3AF02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249815" y="3231544"/>
            <a:ext cx="914400" cy="914400"/>
          </a:xfrm>
          <a:prstGeom prst="rect">
            <a:avLst/>
          </a:prstGeom>
        </p:spPr>
      </p:pic>
      <p:pic>
        <p:nvPicPr>
          <p:cNvPr id="36" name="Graphic 35" descr="Lock outline">
            <a:extLst>
              <a:ext uri="{FF2B5EF4-FFF2-40B4-BE49-F238E27FC236}">
                <a16:creationId xmlns:a16="http://schemas.microsoft.com/office/drawing/2014/main" id="{790A6C4C-0C37-D1FD-8DA9-18A515E78EC0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422454" y="4229662"/>
            <a:ext cx="914400" cy="91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1E8B1C3-D2C6-BCE5-FE34-E97C6C75CDAF}"/>
              </a:ext>
            </a:extLst>
          </p:cNvPr>
          <p:cNvSpPr txBox="1"/>
          <p:nvPr/>
        </p:nvSpPr>
        <p:spPr>
          <a:xfrm>
            <a:off x="10681219" y="5110224"/>
            <a:ext cx="1410454" cy="73866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He protects the key and keeps it secret.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54872D-BB7D-A70D-1816-68C40C55411E}"/>
              </a:ext>
            </a:extLst>
          </p:cNvPr>
          <p:cNvSpPr txBox="1"/>
          <p:nvPr/>
        </p:nvSpPr>
        <p:spPr>
          <a:xfrm>
            <a:off x="8898663" y="5106564"/>
            <a:ext cx="1682473" cy="5232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He lets Alice use his lock.</a:t>
            </a:r>
          </a:p>
        </p:txBody>
      </p:sp>
    </p:spTree>
    <p:extLst>
      <p:ext uri="{BB962C8B-B14F-4D97-AF65-F5344CB8AC3E}">
        <p14:creationId xmlns:p14="http://schemas.microsoft.com/office/powerpoint/2010/main" val="26306066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7F47E5-DD63-11CD-A3F8-1457DF46BB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Graphic 35" descr="Lock outline">
            <a:extLst>
              <a:ext uri="{FF2B5EF4-FFF2-40B4-BE49-F238E27FC236}">
                <a16:creationId xmlns:a16="http://schemas.microsoft.com/office/drawing/2014/main" id="{67384103-CA9A-1E56-08AA-EB5FEB28D8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288199">
            <a:off x="504440" y="4239737"/>
            <a:ext cx="914400" cy="914400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678A0DB3-F945-10D7-77C1-483002DC196F}"/>
              </a:ext>
            </a:extLst>
          </p:cNvPr>
          <p:cNvGrpSpPr/>
          <p:nvPr/>
        </p:nvGrpSpPr>
        <p:grpSpPr>
          <a:xfrm>
            <a:off x="855929" y="1422398"/>
            <a:ext cx="1637270" cy="2006602"/>
            <a:chOff x="1005016" y="2324099"/>
            <a:chExt cx="1637270" cy="2006602"/>
          </a:xfrm>
        </p:grpSpPr>
        <p:pic>
          <p:nvPicPr>
            <p:cNvPr id="7" name="Graphic 6" descr="Office worker female with solid fill">
              <a:extLst>
                <a:ext uri="{FF2B5EF4-FFF2-40B4-BE49-F238E27FC236}">
                  <a16:creationId xmlns:a16="http://schemas.microsoft.com/office/drawing/2014/main" id="{4FFE3B98-E82B-0B1C-3F96-A1BB87ADEC9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005016" y="2324099"/>
              <a:ext cx="1637270" cy="163727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F5F3C5E-4B84-4C99-CC37-83CF5A8CFC08}"/>
                </a:ext>
              </a:extLst>
            </p:cNvPr>
            <p:cNvSpPr txBox="1"/>
            <p:nvPr/>
          </p:nvSpPr>
          <p:spPr>
            <a:xfrm>
              <a:off x="1484455" y="3961369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Alice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12CC3EB-F814-D70E-666D-082FC5A1DFEA}"/>
              </a:ext>
            </a:extLst>
          </p:cNvPr>
          <p:cNvGrpSpPr/>
          <p:nvPr/>
        </p:nvGrpSpPr>
        <p:grpSpPr>
          <a:xfrm>
            <a:off x="9739900" y="1517804"/>
            <a:ext cx="1466336" cy="1835668"/>
            <a:chOff x="9073978" y="1946189"/>
            <a:chExt cx="1466336" cy="1835668"/>
          </a:xfrm>
        </p:grpSpPr>
        <p:pic>
          <p:nvPicPr>
            <p:cNvPr id="5" name="Graphic 4" descr="Office worker male with solid fill">
              <a:extLst>
                <a:ext uri="{FF2B5EF4-FFF2-40B4-BE49-F238E27FC236}">
                  <a16:creationId xmlns:a16="http://schemas.microsoft.com/office/drawing/2014/main" id="{5163BFD0-6120-627F-3E42-1BB0EDA3C6F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073978" y="1946189"/>
              <a:ext cx="1466336" cy="1466336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93EAB1C-33FC-65A8-1D95-B4468902CE2C}"/>
                </a:ext>
              </a:extLst>
            </p:cNvPr>
            <p:cNvSpPr txBox="1"/>
            <p:nvPr/>
          </p:nvSpPr>
          <p:spPr>
            <a:xfrm>
              <a:off x="9516842" y="3412525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Bob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1FD7245A-2630-E9F6-7E92-D1E7C0287B5B}"/>
              </a:ext>
            </a:extLst>
          </p:cNvPr>
          <p:cNvGrpSpPr/>
          <p:nvPr/>
        </p:nvGrpSpPr>
        <p:grpSpPr>
          <a:xfrm>
            <a:off x="5748130" y="5106564"/>
            <a:ext cx="914400" cy="1283732"/>
            <a:chOff x="5638800" y="4738816"/>
            <a:chExt cx="914400" cy="1283732"/>
          </a:xfrm>
        </p:grpSpPr>
        <p:pic>
          <p:nvPicPr>
            <p:cNvPr id="13" name="Graphic 12" descr="Devil face outline with solid fill">
              <a:extLst>
                <a:ext uri="{FF2B5EF4-FFF2-40B4-BE49-F238E27FC236}">
                  <a16:creationId xmlns:a16="http://schemas.microsoft.com/office/drawing/2014/main" id="{BC873550-4655-3D56-C8BF-A3F49E60AF7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5638800" y="4738816"/>
              <a:ext cx="914400" cy="914400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2498BBA-EA86-7489-0390-532D6F63B092}"/>
                </a:ext>
              </a:extLst>
            </p:cNvPr>
            <p:cNvSpPr txBox="1"/>
            <p:nvPr/>
          </p:nvSpPr>
          <p:spPr>
            <a:xfrm>
              <a:off x="5827368" y="5653216"/>
              <a:ext cx="5372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Eve</a:t>
              </a:r>
            </a:p>
          </p:txBody>
        </p:sp>
      </p:grpSp>
      <p:sp>
        <p:nvSpPr>
          <p:cNvPr id="17" name="Freeform 16">
            <a:extLst>
              <a:ext uri="{FF2B5EF4-FFF2-40B4-BE49-F238E27FC236}">
                <a16:creationId xmlns:a16="http://schemas.microsoft.com/office/drawing/2014/main" id="{F6F64818-CF7E-C9D8-45A2-FED9302F0C0C}"/>
              </a:ext>
            </a:extLst>
          </p:cNvPr>
          <p:cNvSpPr/>
          <p:nvPr/>
        </p:nvSpPr>
        <p:spPr>
          <a:xfrm>
            <a:off x="2454965" y="1539986"/>
            <a:ext cx="7484165" cy="765892"/>
          </a:xfrm>
          <a:custGeom>
            <a:avLst/>
            <a:gdLst>
              <a:gd name="csX0" fmla="*/ 0 w 7484165"/>
              <a:gd name="csY0" fmla="*/ 765892 h 765892"/>
              <a:gd name="csX1" fmla="*/ 3955774 w 7484165"/>
              <a:gd name="csY1" fmla="*/ 579 h 765892"/>
              <a:gd name="csX2" fmla="*/ 7484165 w 7484165"/>
              <a:gd name="csY2" fmla="*/ 666501 h 76589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484165" h="765892">
                <a:moveTo>
                  <a:pt x="0" y="765892"/>
                </a:moveTo>
                <a:cubicBezTo>
                  <a:pt x="1354206" y="391518"/>
                  <a:pt x="2708413" y="17144"/>
                  <a:pt x="3955774" y="579"/>
                </a:cubicBezTo>
                <a:cubicBezTo>
                  <a:pt x="5203135" y="-15986"/>
                  <a:pt x="6343650" y="325257"/>
                  <a:pt x="7484165" y="666501"/>
                </a:cubicBezTo>
              </a:path>
            </a:pathLst>
          </a:custGeom>
          <a:noFill/>
          <a:ln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 Same Side Corner Rectangle 15">
            <a:extLst>
              <a:ext uri="{FF2B5EF4-FFF2-40B4-BE49-F238E27FC236}">
                <a16:creationId xmlns:a16="http://schemas.microsoft.com/office/drawing/2014/main" id="{50885E13-0D4C-3285-88B5-938CFD5E871C}"/>
              </a:ext>
            </a:extLst>
          </p:cNvPr>
          <p:cNvSpPr/>
          <p:nvPr/>
        </p:nvSpPr>
        <p:spPr>
          <a:xfrm>
            <a:off x="1038508" y="3798333"/>
            <a:ext cx="894521" cy="751196"/>
          </a:xfrm>
          <a:prstGeom prst="round2Same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$$</a:t>
            </a:r>
          </a:p>
        </p:txBody>
      </p:sp>
      <p:pic>
        <p:nvPicPr>
          <p:cNvPr id="23" name="Graphic 22" descr="Key outline">
            <a:extLst>
              <a:ext uri="{FF2B5EF4-FFF2-40B4-BE49-F238E27FC236}">
                <a16:creationId xmlns:a16="http://schemas.microsoft.com/office/drawing/2014/main" id="{C24A06B5-B81A-E13B-1AE4-DF64C397231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641008" y="3415969"/>
            <a:ext cx="751196" cy="751196"/>
          </a:xfrm>
          <a:prstGeom prst="rect">
            <a:avLst/>
          </a:prstGeom>
        </p:spPr>
      </p:pic>
      <p:pic>
        <p:nvPicPr>
          <p:cNvPr id="29" name="Graphic 28" descr="Key outline">
            <a:extLst>
              <a:ext uri="{FF2B5EF4-FFF2-40B4-BE49-F238E27FC236}">
                <a16:creationId xmlns:a16="http://schemas.microsoft.com/office/drawing/2014/main" id="{02010192-DBA0-0746-7110-2CD54C6C9EC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888258" y="4167165"/>
            <a:ext cx="914400" cy="914400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03A011EA-B254-4CA1-9B65-9E9DBF7B3D43}"/>
              </a:ext>
            </a:extLst>
          </p:cNvPr>
          <p:cNvSpPr txBox="1"/>
          <p:nvPr/>
        </p:nvSpPr>
        <p:spPr>
          <a:xfrm>
            <a:off x="11076667" y="3909565"/>
            <a:ext cx="5375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Key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822081-AC16-C855-8DFC-07FD4F686B4E}"/>
              </a:ext>
            </a:extLst>
          </p:cNvPr>
          <p:cNvSpPr txBox="1"/>
          <p:nvPr/>
        </p:nvSpPr>
        <p:spPr>
          <a:xfrm>
            <a:off x="2454965" y="2715591"/>
            <a:ext cx="1777856" cy="9233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Alice locks the money using Bob’s lock.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71BFB11-66D2-E99E-0925-EE65B6274C9C}"/>
              </a:ext>
            </a:extLst>
          </p:cNvPr>
          <p:cNvSpPr txBox="1"/>
          <p:nvPr/>
        </p:nvSpPr>
        <p:spPr>
          <a:xfrm>
            <a:off x="10681219" y="5110224"/>
            <a:ext cx="1410454" cy="73866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He protects the key and keeps it secret.</a:t>
            </a:r>
          </a:p>
        </p:txBody>
      </p:sp>
    </p:spTree>
    <p:extLst>
      <p:ext uri="{BB962C8B-B14F-4D97-AF65-F5344CB8AC3E}">
        <p14:creationId xmlns:p14="http://schemas.microsoft.com/office/powerpoint/2010/main" val="40750713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DB38C-6490-4C58-D2E8-C95574D7D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Graphic 35" descr="Lock outline">
            <a:extLst>
              <a:ext uri="{FF2B5EF4-FFF2-40B4-BE49-F238E27FC236}">
                <a16:creationId xmlns:a16="http://schemas.microsoft.com/office/drawing/2014/main" id="{A64139BF-20FA-1740-18D0-16F7DF3A5E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288199">
            <a:off x="5297789" y="2181864"/>
            <a:ext cx="914400" cy="914400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8214E334-35E5-72E8-4472-9B0662243214}"/>
              </a:ext>
            </a:extLst>
          </p:cNvPr>
          <p:cNvGrpSpPr/>
          <p:nvPr/>
        </p:nvGrpSpPr>
        <p:grpSpPr>
          <a:xfrm>
            <a:off x="855929" y="1422398"/>
            <a:ext cx="1637270" cy="2006602"/>
            <a:chOff x="1005016" y="2324099"/>
            <a:chExt cx="1637270" cy="2006602"/>
          </a:xfrm>
        </p:grpSpPr>
        <p:pic>
          <p:nvPicPr>
            <p:cNvPr id="7" name="Graphic 6" descr="Office worker female with solid fill">
              <a:extLst>
                <a:ext uri="{FF2B5EF4-FFF2-40B4-BE49-F238E27FC236}">
                  <a16:creationId xmlns:a16="http://schemas.microsoft.com/office/drawing/2014/main" id="{42CBEBF4-0313-825C-9043-D18619DF67C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005016" y="2324099"/>
              <a:ext cx="1637270" cy="163727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5500B16-F634-5CF7-CB92-73CB31001E80}"/>
                </a:ext>
              </a:extLst>
            </p:cNvPr>
            <p:cNvSpPr txBox="1"/>
            <p:nvPr/>
          </p:nvSpPr>
          <p:spPr>
            <a:xfrm>
              <a:off x="1484455" y="3961369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Alice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FC046EF-4AEE-9DAC-0B56-AE4B4EB895D7}"/>
              </a:ext>
            </a:extLst>
          </p:cNvPr>
          <p:cNvGrpSpPr/>
          <p:nvPr/>
        </p:nvGrpSpPr>
        <p:grpSpPr>
          <a:xfrm>
            <a:off x="9739900" y="1517804"/>
            <a:ext cx="1466336" cy="1835668"/>
            <a:chOff x="9073978" y="1946189"/>
            <a:chExt cx="1466336" cy="1835668"/>
          </a:xfrm>
        </p:grpSpPr>
        <p:pic>
          <p:nvPicPr>
            <p:cNvPr id="5" name="Graphic 4" descr="Office worker male with solid fill">
              <a:extLst>
                <a:ext uri="{FF2B5EF4-FFF2-40B4-BE49-F238E27FC236}">
                  <a16:creationId xmlns:a16="http://schemas.microsoft.com/office/drawing/2014/main" id="{459B2BBD-5463-5A77-3762-D88240A4074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073978" y="1946189"/>
              <a:ext cx="1466336" cy="1466336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241FE96-8D9F-BCDE-E496-A98DE88800F7}"/>
                </a:ext>
              </a:extLst>
            </p:cNvPr>
            <p:cNvSpPr txBox="1"/>
            <p:nvPr/>
          </p:nvSpPr>
          <p:spPr>
            <a:xfrm>
              <a:off x="9516842" y="3412525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Bob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2BB0888-50E5-6595-1642-278E1F5EB8B9}"/>
              </a:ext>
            </a:extLst>
          </p:cNvPr>
          <p:cNvGrpSpPr/>
          <p:nvPr/>
        </p:nvGrpSpPr>
        <p:grpSpPr>
          <a:xfrm>
            <a:off x="5748130" y="5106564"/>
            <a:ext cx="914400" cy="1283732"/>
            <a:chOff x="5638800" y="4738816"/>
            <a:chExt cx="914400" cy="1283732"/>
          </a:xfrm>
        </p:grpSpPr>
        <p:pic>
          <p:nvPicPr>
            <p:cNvPr id="13" name="Graphic 12" descr="Devil face outline with solid fill">
              <a:extLst>
                <a:ext uri="{FF2B5EF4-FFF2-40B4-BE49-F238E27FC236}">
                  <a16:creationId xmlns:a16="http://schemas.microsoft.com/office/drawing/2014/main" id="{1491560D-FC15-E18D-16CD-210A2414990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5638800" y="4738816"/>
              <a:ext cx="914400" cy="914400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A122850-3F2E-D975-E41D-2FB08C676D0F}"/>
                </a:ext>
              </a:extLst>
            </p:cNvPr>
            <p:cNvSpPr txBox="1"/>
            <p:nvPr/>
          </p:nvSpPr>
          <p:spPr>
            <a:xfrm>
              <a:off x="5827368" y="5653216"/>
              <a:ext cx="5372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Eve</a:t>
              </a:r>
            </a:p>
          </p:txBody>
        </p:sp>
      </p:grpSp>
      <p:sp>
        <p:nvSpPr>
          <p:cNvPr id="17" name="Freeform 16">
            <a:extLst>
              <a:ext uri="{FF2B5EF4-FFF2-40B4-BE49-F238E27FC236}">
                <a16:creationId xmlns:a16="http://schemas.microsoft.com/office/drawing/2014/main" id="{A4BF4A3D-E05B-38A7-B1C3-BF0796893439}"/>
              </a:ext>
            </a:extLst>
          </p:cNvPr>
          <p:cNvSpPr/>
          <p:nvPr/>
        </p:nvSpPr>
        <p:spPr>
          <a:xfrm>
            <a:off x="2454965" y="1539986"/>
            <a:ext cx="7484165" cy="765892"/>
          </a:xfrm>
          <a:custGeom>
            <a:avLst/>
            <a:gdLst>
              <a:gd name="csX0" fmla="*/ 0 w 7484165"/>
              <a:gd name="csY0" fmla="*/ 765892 h 765892"/>
              <a:gd name="csX1" fmla="*/ 3955774 w 7484165"/>
              <a:gd name="csY1" fmla="*/ 579 h 765892"/>
              <a:gd name="csX2" fmla="*/ 7484165 w 7484165"/>
              <a:gd name="csY2" fmla="*/ 666501 h 76589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484165" h="765892">
                <a:moveTo>
                  <a:pt x="0" y="765892"/>
                </a:moveTo>
                <a:cubicBezTo>
                  <a:pt x="1354206" y="391518"/>
                  <a:pt x="2708413" y="17144"/>
                  <a:pt x="3955774" y="579"/>
                </a:cubicBezTo>
                <a:cubicBezTo>
                  <a:pt x="5203135" y="-15986"/>
                  <a:pt x="6343650" y="325257"/>
                  <a:pt x="7484165" y="666501"/>
                </a:cubicBezTo>
              </a:path>
            </a:pathLst>
          </a:custGeom>
          <a:noFill/>
          <a:ln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 Same Side Corner Rectangle 15">
            <a:extLst>
              <a:ext uri="{FF2B5EF4-FFF2-40B4-BE49-F238E27FC236}">
                <a16:creationId xmlns:a16="http://schemas.microsoft.com/office/drawing/2014/main" id="{89AF5141-FCD1-1323-F2C7-71420C5090EE}"/>
              </a:ext>
            </a:extLst>
          </p:cNvPr>
          <p:cNvSpPr/>
          <p:nvPr/>
        </p:nvSpPr>
        <p:spPr>
          <a:xfrm>
            <a:off x="5831857" y="1740460"/>
            <a:ext cx="894521" cy="751196"/>
          </a:xfrm>
          <a:prstGeom prst="round2Same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$$</a:t>
            </a:r>
          </a:p>
        </p:txBody>
      </p:sp>
      <p:pic>
        <p:nvPicPr>
          <p:cNvPr id="23" name="Graphic 22" descr="Key outline">
            <a:extLst>
              <a:ext uri="{FF2B5EF4-FFF2-40B4-BE49-F238E27FC236}">
                <a16:creationId xmlns:a16="http://schemas.microsoft.com/office/drawing/2014/main" id="{B8671344-6A66-4C0A-EA20-B9211D15922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641008" y="3415969"/>
            <a:ext cx="751196" cy="751196"/>
          </a:xfrm>
          <a:prstGeom prst="rect">
            <a:avLst/>
          </a:prstGeom>
        </p:spPr>
      </p:pic>
      <p:pic>
        <p:nvPicPr>
          <p:cNvPr id="29" name="Graphic 28" descr="Key outline">
            <a:extLst>
              <a:ext uri="{FF2B5EF4-FFF2-40B4-BE49-F238E27FC236}">
                <a16:creationId xmlns:a16="http://schemas.microsoft.com/office/drawing/2014/main" id="{C21CE966-51C0-6F7C-9571-9EFDDF7F8510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888258" y="4167165"/>
            <a:ext cx="914400" cy="914400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B47AD1D4-A243-0F3A-6C45-9A07437C58AC}"/>
              </a:ext>
            </a:extLst>
          </p:cNvPr>
          <p:cNvSpPr txBox="1"/>
          <p:nvPr/>
        </p:nvSpPr>
        <p:spPr>
          <a:xfrm>
            <a:off x="11076667" y="3909565"/>
            <a:ext cx="5375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Key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BAE656B-5E7F-2C18-199E-007A088FF0E6}"/>
              </a:ext>
            </a:extLst>
          </p:cNvPr>
          <p:cNvSpPr txBox="1"/>
          <p:nvPr/>
        </p:nvSpPr>
        <p:spPr>
          <a:xfrm>
            <a:off x="2631591" y="2430142"/>
            <a:ext cx="2002011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She sends the locked box to Bob.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3ED4041-67CB-5674-07F4-2A1247FA0926}"/>
              </a:ext>
            </a:extLst>
          </p:cNvPr>
          <p:cNvSpPr txBox="1"/>
          <p:nvPr/>
        </p:nvSpPr>
        <p:spPr>
          <a:xfrm>
            <a:off x="10681219" y="5110224"/>
            <a:ext cx="1410454" cy="73866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He protects the key and keeps it secret.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C44F84B-0B58-59E8-72EB-9B70D7C7CF3E}"/>
              </a:ext>
            </a:extLst>
          </p:cNvPr>
          <p:cNvSpPr txBox="1"/>
          <p:nvPr/>
        </p:nvSpPr>
        <p:spPr>
          <a:xfrm>
            <a:off x="3549304" y="5263289"/>
            <a:ext cx="2002011" cy="12003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Eve cannot get the money because she does not have the key.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EE0AE07-08FB-C7F2-BF06-DDDCF19BCC36}"/>
              </a:ext>
            </a:extLst>
          </p:cNvPr>
          <p:cNvCxnSpPr/>
          <p:nvPr/>
        </p:nvCxnSpPr>
        <p:spPr>
          <a:xfrm flipV="1">
            <a:off x="6279117" y="2639064"/>
            <a:ext cx="0" cy="22708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30166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FF015-E1FE-DB0C-5A66-C29AB7EF4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Graphic 35" descr="Lock outline">
            <a:extLst>
              <a:ext uri="{FF2B5EF4-FFF2-40B4-BE49-F238E27FC236}">
                <a16:creationId xmlns:a16="http://schemas.microsoft.com/office/drawing/2014/main" id="{C1742237-3B31-F986-3F1C-3F1895BD4C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288199">
            <a:off x="9179126" y="4529369"/>
            <a:ext cx="914400" cy="914400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95AD708B-4C32-508E-B599-D7E7E8B5D1E3}"/>
              </a:ext>
            </a:extLst>
          </p:cNvPr>
          <p:cNvGrpSpPr/>
          <p:nvPr/>
        </p:nvGrpSpPr>
        <p:grpSpPr>
          <a:xfrm>
            <a:off x="855929" y="1422398"/>
            <a:ext cx="1637270" cy="2006602"/>
            <a:chOff x="1005016" y="2324099"/>
            <a:chExt cx="1637270" cy="2006602"/>
          </a:xfrm>
        </p:grpSpPr>
        <p:pic>
          <p:nvPicPr>
            <p:cNvPr id="7" name="Graphic 6" descr="Office worker female with solid fill">
              <a:extLst>
                <a:ext uri="{FF2B5EF4-FFF2-40B4-BE49-F238E27FC236}">
                  <a16:creationId xmlns:a16="http://schemas.microsoft.com/office/drawing/2014/main" id="{066F17E5-4EA6-AD2D-C060-C51026EF1E6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005016" y="2324099"/>
              <a:ext cx="1637270" cy="163727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B392762-E025-76DF-4289-0F05CA8B612C}"/>
                </a:ext>
              </a:extLst>
            </p:cNvPr>
            <p:cNvSpPr txBox="1"/>
            <p:nvPr/>
          </p:nvSpPr>
          <p:spPr>
            <a:xfrm>
              <a:off x="1484455" y="3961369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Alice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BD044E9-A35E-7194-51D1-052C4FB60905}"/>
              </a:ext>
            </a:extLst>
          </p:cNvPr>
          <p:cNvGrpSpPr/>
          <p:nvPr/>
        </p:nvGrpSpPr>
        <p:grpSpPr>
          <a:xfrm>
            <a:off x="9739900" y="1517804"/>
            <a:ext cx="1466336" cy="1835668"/>
            <a:chOff x="9073978" y="1946189"/>
            <a:chExt cx="1466336" cy="1835668"/>
          </a:xfrm>
        </p:grpSpPr>
        <p:pic>
          <p:nvPicPr>
            <p:cNvPr id="5" name="Graphic 4" descr="Office worker male with solid fill">
              <a:extLst>
                <a:ext uri="{FF2B5EF4-FFF2-40B4-BE49-F238E27FC236}">
                  <a16:creationId xmlns:a16="http://schemas.microsoft.com/office/drawing/2014/main" id="{60AA2B6F-39EB-F6F3-5766-CB5EEAAF805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073978" y="1946189"/>
              <a:ext cx="1466336" cy="1466336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57645E8-BA66-8F07-0A91-C7429B61C12A}"/>
                </a:ext>
              </a:extLst>
            </p:cNvPr>
            <p:cNvSpPr txBox="1"/>
            <p:nvPr/>
          </p:nvSpPr>
          <p:spPr>
            <a:xfrm>
              <a:off x="9516842" y="3412525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Bob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8846BF4-37AA-C959-184C-1821A1C980BC}"/>
              </a:ext>
            </a:extLst>
          </p:cNvPr>
          <p:cNvGrpSpPr/>
          <p:nvPr/>
        </p:nvGrpSpPr>
        <p:grpSpPr>
          <a:xfrm>
            <a:off x="5748130" y="5106564"/>
            <a:ext cx="914400" cy="1283732"/>
            <a:chOff x="5638800" y="4738816"/>
            <a:chExt cx="914400" cy="1283732"/>
          </a:xfrm>
        </p:grpSpPr>
        <p:pic>
          <p:nvPicPr>
            <p:cNvPr id="13" name="Graphic 12" descr="Devil face outline with solid fill">
              <a:extLst>
                <a:ext uri="{FF2B5EF4-FFF2-40B4-BE49-F238E27FC236}">
                  <a16:creationId xmlns:a16="http://schemas.microsoft.com/office/drawing/2014/main" id="{DD5CCC42-BA94-5E94-A3CF-B0BC301C3EA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5638800" y="4738816"/>
              <a:ext cx="914400" cy="914400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0364FD9-84A7-0AB3-51A5-3F90B0ACFED4}"/>
                </a:ext>
              </a:extLst>
            </p:cNvPr>
            <p:cNvSpPr txBox="1"/>
            <p:nvPr/>
          </p:nvSpPr>
          <p:spPr>
            <a:xfrm>
              <a:off x="5827368" y="5653216"/>
              <a:ext cx="5372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Eve</a:t>
              </a:r>
            </a:p>
          </p:txBody>
        </p:sp>
      </p:grpSp>
      <p:sp>
        <p:nvSpPr>
          <p:cNvPr id="17" name="Freeform 16">
            <a:extLst>
              <a:ext uri="{FF2B5EF4-FFF2-40B4-BE49-F238E27FC236}">
                <a16:creationId xmlns:a16="http://schemas.microsoft.com/office/drawing/2014/main" id="{9FCEFA11-EB46-EC20-AA16-22BD604A3B4C}"/>
              </a:ext>
            </a:extLst>
          </p:cNvPr>
          <p:cNvSpPr/>
          <p:nvPr/>
        </p:nvSpPr>
        <p:spPr>
          <a:xfrm>
            <a:off x="2454965" y="1539986"/>
            <a:ext cx="7484165" cy="765892"/>
          </a:xfrm>
          <a:custGeom>
            <a:avLst/>
            <a:gdLst>
              <a:gd name="csX0" fmla="*/ 0 w 7484165"/>
              <a:gd name="csY0" fmla="*/ 765892 h 765892"/>
              <a:gd name="csX1" fmla="*/ 3955774 w 7484165"/>
              <a:gd name="csY1" fmla="*/ 579 h 765892"/>
              <a:gd name="csX2" fmla="*/ 7484165 w 7484165"/>
              <a:gd name="csY2" fmla="*/ 666501 h 76589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484165" h="765892">
                <a:moveTo>
                  <a:pt x="0" y="765892"/>
                </a:moveTo>
                <a:cubicBezTo>
                  <a:pt x="1354206" y="391518"/>
                  <a:pt x="2708413" y="17144"/>
                  <a:pt x="3955774" y="579"/>
                </a:cubicBezTo>
                <a:cubicBezTo>
                  <a:pt x="5203135" y="-15986"/>
                  <a:pt x="6343650" y="325257"/>
                  <a:pt x="7484165" y="666501"/>
                </a:cubicBezTo>
              </a:path>
            </a:pathLst>
          </a:custGeom>
          <a:noFill/>
          <a:ln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 Same Side Corner Rectangle 15">
            <a:extLst>
              <a:ext uri="{FF2B5EF4-FFF2-40B4-BE49-F238E27FC236}">
                <a16:creationId xmlns:a16="http://schemas.microsoft.com/office/drawing/2014/main" id="{2D21B358-EB61-C8FD-0CFC-22AA0EFC607D}"/>
              </a:ext>
            </a:extLst>
          </p:cNvPr>
          <p:cNvSpPr/>
          <p:nvPr/>
        </p:nvSpPr>
        <p:spPr>
          <a:xfrm>
            <a:off x="9713194" y="4087965"/>
            <a:ext cx="894521" cy="751196"/>
          </a:xfrm>
          <a:prstGeom prst="round2Same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$$</a:t>
            </a:r>
          </a:p>
        </p:txBody>
      </p:sp>
      <p:pic>
        <p:nvPicPr>
          <p:cNvPr id="23" name="Graphic 22" descr="Key outline">
            <a:extLst>
              <a:ext uri="{FF2B5EF4-FFF2-40B4-BE49-F238E27FC236}">
                <a16:creationId xmlns:a16="http://schemas.microsoft.com/office/drawing/2014/main" id="{766EBD08-CC20-EDFF-37FF-18CE518FAE0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641008" y="3415969"/>
            <a:ext cx="751196" cy="751196"/>
          </a:xfrm>
          <a:prstGeom prst="rect">
            <a:avLst/>
          </a:prstGeom>
        </p:spPr>
      </p:pic>
      <p:pic>
        <p:nvPicPr>
          <p:cNvPr id="29" name="Graphic 28" descr="Key outline">
            <a:extLst>
              <a:ext uri="{FF2B5EF4-FFF2-40B4-BE49-F238E27FC236}">
                <a16:creationId xmlns:a16="http://schemas.microsoft.com/office/drawing/2014/main" id="{70844586-889E-1A35-213B-7C6D9D4E3A6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888258" y="4167165"/>
            <a:ext cx="914400" cy="914400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19EDD391-07B4-8E79-8FC0-53CE61607C63}"/>
              </a:ext>
            </a:extLst>
          </p:cNvPr>
          <p:cNvSpPr txBox="1"/>
          <p:nvPr/>
        </p:nvSpPr>
        <p:spPr>
          <a:xfrm>
            <a:off x="11076667" y="3909565"/>
            <a:ext cx="5375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Key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AAADD21-CAA7-FF3E-6B86-6F9FC1E996FA}"/>
              </a:ext>
            </a:extLst>
          </p:cNvPr>
          <p:cNvSpPr txBox="1"/>
          <p:nvPr/>
        </p:nvSpPr>
        <p:spPr>
          <a:xfrm>
            <a:off x="7342739" y="3244334"/>
            <a:ext cx="2002011" cy="12003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Bob unlocks the box with his key and gets the money.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896828-DB5C-D91B-2BAD-9B66FDFC4C24}"/>
              </a:ext>
            </a:extLst>
          </p:cNvPr>
          <p:cNvSpPr txBox="1"/>
          <p:nvPr/>
        </p:nvSpPr>
        <p:spPr>
          <a:xfrm>
            <a:off x="10681219" y="5110224"/>
            <a:ext cx="1410454" cy="73866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He protects the key and keeps it secret.</a:t>
            </a:r>
          </a:p>
        </p:txBody>
      </p:sp>
    </p:spTree>
    <p:extLst>
      <p:ext uri="{BB962C8B-B14F-4D97-AF65-F5344CB8AC3E}">
        <p14:creationId xmlns:p14="http://schemas.microsoft.com/office/powerpoint/2010/main" val="16960219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750798-52FB-8340-057E-E28EF9EEF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Graphic 35" descr="Lock outline">
            <a:extLst>
              <a:ext uri="{FF2B5EF4-FFF2-40B4-BE49-F238E27FC236}">
                <a16:creationId xmlns:a16="http://schemas.microsoft.com/office/drawing/2014/main" id="{49FAB0BA-CF83-82E4-7509-886F74137F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93504" y="4921819"/>
            <a:ext cx="914400" cy="914400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020206FE-12EF-F1FC-21BF-884AC6D81B17}"/>
              </a:ext>
            </a:extLst>
          </p:cNvPr>
          <p:cNvGrpSpPr/>
          <p:nvPr/>
        </p:nvGrpSpPr>
        <p:grpSpPr>
          <a:xfrm>
            <a:off x="855929" y="1422398"/>
            <a:ext cx="1637270" cy="2006602"/>
            <a:chOff x="1005016" y="2324099"/>
            <a:chExt cx="1637270" cy="2006602"/>
          </a:xfrm>
        </p:grpSpPr>
        <p:pic>
          <p:nvPicPr>
            <p:cNvPr id="7" name="Graphic 6" descr="Office worker female with solid fill">
              <a:extLst>
                <a:ext uri="{FF2B5EF4-FFF2-40B4-BE49-F238E27FC236}">
                  <a16:creationId xmlns:a16="http://schemas.microsoft.com/office/drawing/2014/main" id="{C447BAF5-73EC-5FB4-22E8-09BE1DF5EF7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005016" y="2324099"/>
              <a:ext cx="1637270" cy="163727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73BCAD7-977F-C555-70F8-109DF27DBCB8}"/>
                </a:ext>
              </a:extLst>
            </p:cNvPr>
            <p:cNvSpPr txBox="1"/>
            <p:nvPr/>
          </p:nvSpPr>
          <p:spPr>
            <a:xfrm>
              <a:off x="1484455" y="3961369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Alice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A820A57-82A8-795D-3463-71EDC873C185}"/>
              </a:ext>
            </a:extLst>
          </p:cNvPr>
          <p:cNvGrpSpPr/>
          <p:nvPr/>
        </p:nvGrpSpPr>
        <p:grpSpPr>
          <a:xfrm>
            <a:off x="9739900" y="1517804"/>
            <a:ext cx="1466336" cy="1835668"/>
            <a:chOff x="9073978" y="1946189"/>
            <a:chExt cx="1466336" cy="1835668"/>
          </a:xfrm>
        </p:grpSpPr>
        <p:pic>
          <p:nvPicPr>
            <p:cNvPr id="5" name="Graphic 4" descr="Office worker male with solid fill">
              <a:extLst>
                <a:ext uri="{FF2B5EF4-FFF2-40B4-BE49-F238E27FC236}">
                  <a16:creationId xmlns:a16="http://schemas.microsoft.com/office/drawing/2014/main" id="{EF9769F2-1C85-25D0-91F5-AFFEE500234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073978" y="1946189"/>
              <a:ext cx="1466336" cy="1466336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7DC6C8F-3909-DCA2-DA94-F229256C1A11}"/>
                </a:ext>
              </a:extLst>
            </p:cNvPr>
            <p:cNvSpPr txBox="1"/>
            <p:nvPr/>
          </p:nvSpPr>
          <p:spPr>
            <a:xfrm>
              <a:off x="9516842" y="3412525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Bob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9524F39-3859-DBDC-4B3D-9F5F9FB24149}"/>
              </a:ext>
            </a:extLst>
          </p:cNvPr>
          <p:cNvGrpSpPr/>
          <p:nvPr/>
        </p:nvGrpSpPr>
        <p:grpSpPr>
          <a:xfrm>
            <a:off x="5748130" y="5106564"/>
            <a:ext cx="914400" cy="1283732"/>
            <a:chOff x="5638800" y="4738816"/>
            <a:chExt cx="914400" cy="1283732"/>
          </a:xfrm>
        </p:grpSpPr>
        <p:pic>
          <p:nvPicPr>
            <p:cNvPr id="13" name="Graphic 12" descr="Devil face outline with solid fill">
              <a:extLst>
                <a:ext uri="{FF2B5EF4-FFF2-40B4-BE49-F238E27FC236}">
                  <a16:creationId xmlns:a16="http://schemas.microsoft.com/office/drawing/2014/main" id="{1718D9BA-0853-CF6B-BD30-61971E4419F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5638800" y="4738816"/>
              <a:ext cx="914400" cy="914400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F804E398-270E-F75B-34C5-839769A24B4C}"/>
                </a:ext>
              </a:extLst>
            </p:cNvPr>
            <p:cNvSpPr txBox="1"/>
            <p:nvPr/>
          </p:nvSpPr>
          <p:spPr>
            <a:xfrm>
              <a:off x="5827368" y="5653216"/>
              <a:ext cx="5372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Eve</a:t>
              </a:r>
            </a:p>
          </p:txBody>
        </p:sp>
      </p:grpSp>
      <p:sp>
        <p:nvSpPr>
          <p:cNvPr id="17" name="Freeform 16">
            <a:extLst>
              <a:ext uri="{FF2B5EF4-FFF2-40B4-BE49-F238E27FC236}">
                <a16:creationId xmlns:a16="http://schemas.microsoft.com/office/drawing/2014/main" id="{538AF927-E287-C092-19D1-3943E081A58C}"/>
              </a:ext>
            </a:extLst>
          </p:cNvPr>
          <p:cNvSpPr/>
          <p:nvPr/>
        </p:nvSpPr>
        <p:spPr>
          <a:xfrm>
            <a:off x="2454965" y="1539986"/>
            <a:ext cx="7484165" cy="765892"/>
          </a:xfrm>
          <a:custGeom>
            <a:avLst/>
            <a:gdLst>
              <a:gd name="csX0" fmla="*/ 0 w 7484165"/>
              <a:gd name="csY0" fmla="*/ 765892 h 765892"/>
              <a:gd name="csX1" fmla="*/ 3955774 w 7484165"/>
              <a:gd name="csY1" fmla="*/ 579 h 765892"/>
              <a:gd name="csX2" fmla="*/ 7484165 w 7484165"/>
              <a:gd name="csY2" fmla="*/ 666501 h 76589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484165" h="765892">
                <a:moveTo>
                  <a:pt x="0" y="765892"/>
                </a:moveTo>
                <a:cubicBezTo>
                  <a:pt x="1354206" y="391518"/>
                  <a:pt x="2708413" y="17144"/>
                  <a:pt x="3955774" y="579"/>
                </a:cubicBezTo>
                <a:cubicBezTo>
                  <a:pt x="5203135" y="-15986"/>
                  <a:pt x="6343650" y="325257"/>
                  <a:pt x="7484165" y="666501"/>
                </a:cubicBezTo>
              </a:path>
            </a:pathLst>
          </a:custGeom>
          <a:noFill/>
          <a:ln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 Same Side Corner Rectangle 15">
            <a:extLst>
              <a:ext uri="{FF2B5EF4-FFF2-40B4-BE49-F238E27FC236}">
                <a16:creationId xmlns:a16="http://schemas.microsoft.com/office/drawing/2014/main" id="{7A9115B0-F9FA-D083-50B2-A9B66834B0DA}"/>
              </a:ext>
            </a:extLst>
          </p:cNvPr>
          <p:cNvSpPr/>
          <p:nvPr/>
        </p:nvSpPr>
        <p:spPr>
          <a:xfrm>
            <a:off x="9713194" y="4087965"/>
            <a:ext cx="894521" cy="751196"/>
          </a:xfrm>
          <a:prstGeom prst="round2Same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$$</a:t>
            </a:r>
          </a:p>
        </p:txBody>
      </p:sp>
      <p:pic>
        <p:nvPicPr>
          <p:cNvPr id="23" name="Graphic 22" descr="Key outline">
            <a:extLst>
              <a:ext uri="{FF2B5EF4-FFF2-40B4-BE49-F238E27FC236}">
                <a16:creationId xmlns:a16="http://schemas.microsoft.com/office/drawing/2014/main" id="{A7875050-AE01-5B6B-8F83-632B50DF42A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641008" y="3415969"/>
            <a:ext cx="751196" cy="751196"/>
          </a:xfrm>
          <a:prstGeom prst="rect">
            <a:avLst/>
          </a:prstGeom>
        </p:spPr>
      </p:pic>
      <p:pic>
        <p:nvPicPr>
          <p:cNvPr id="29" name="Graphic 28" descr="Key outline">
            <a:extLst>
              <a:ext uri="{FF2B5EF4-FFF2-40B4-BE49-F238E27FC236}">
                <a16:creationId xmlns:a16="http://schemas.microsoft.com/office/drawing/2014/main" id="{431E8D17-70D7-DD86-95CD-2E086A0FD5B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888258" y="4167165"/>
            <a:ext cx="914400" cy="914400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16ECF288-ACBD-633A-86E7-2E5EB819E5C9}"/>
              </a:ext>
            </a:extLst>
          </p:cNvPr>
          <p:cNvSpPr txBox="1"/>
          <p:nvPr/>
        </p:nvSpPr>
        <p:spPr>
          <a:xfrm>
            <a:off x="11076667" y="3909565"/>
            <a:ext cx="5375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Key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0A0A32C-1D1A-80B3-5187-DFB736E97BBC}"/>
              </a:ext>
            </a:extLst>
          </p:cNvPr>
          <p:cNvSpPr txBox="1"/>
          <p:nvPr/>
        </p:nvSpPr>
        <p:spPr>
          <a:xfrm>
            <a:off x="4888606" y="1876144"/>
            <a:ext cx="2836434" cy="12003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This is the basic idea of </a:t>
            </a:r>
            <a:r>
              <a:rPr lang="en-US" b="1" dirty="0"/>
              <a:t>public key cryptography</a:t>
            </a:r>
            <a:r>
              <a:rPr lang="en-US" dirty="0"/>
              <a:t>. It lets us securely share information on the web.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125CC90-59FF-AA0D-DB74-001A81844981}"/>
              </a:ext>
            </a:extLst>
          </p:cNvPr>
          <p:cNvSpPr txBox="1"/>
          <p:nvPr/>
        </p:nvSpPr>
        <p:spPr>
          <a:xfrm>
            <a:off x="10681219" y="5110224"/>
            <a:ext cx="1410454" cy="73866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He protects the key and keeps it secret.</a:t>
            </a:r>
          </a:p>
        </p:txBody>
      </p:sp>
    </p:spTree>
    <p:extLst>
      <p:ext uri="{BB962C8B-B14F-4D97-AF65-F5344CB8AC3E}">
        <p14:creationId xmlns:p14="http://schemas.microsoft.com/office/powerpoint/2010/main" val="8361934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236BF-BAE9-981E-38CC-4C7837B5C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Graphic 35" descr="Lock outline">
            <a:extLst>
              <a:ext uri="{FF2B5EF4-FFF2-40B4-BE49-F238E27FC236}">
                <a16:creationId xmlns:a16="http://schemas.microsoft.com/office/drawing/2014/main" id="{3B013E5D-4AB9-82DB-FEA3-25A0A05A07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93504" y="4921819"/>
            <a:ext cx="914400" cy="914400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7812747B-A803-B045-339D-95D4D5C7B69B}"/>
              </a:ext>
            </a:extLst>
          </p:cNvPr>
          <p:cNvGrpSpPr/>
          <p:nvPr/>
        </p:nvGrpSpPr>
        <p:grpSpPr>
          <a:xfrm>
            <a:off x="855929" y="1422398"/>
            <a:ext cx="1637270" cy="2006602"/>
            <a:chOff x="1005016" y="2324099"/>
            <a:chExt cx="1637270" cy="2006602"/>
          </a:xfrm>
        </p:grpSpPr>
        <p:pic>
          <p:nvPicPr>
            <p:cNvPr id="7" name="Graphic 6" descr="Office worker female with solid fill">
              <a:extLst>
                <a:ext uri="{FF2B5EF4-FFF2-40B4-BE49-F238E27FC236}">
                  <a16:creationId xmlns:a16="http://schemas.microsoft.com/office/drawing/2014/main" id="{83F1E057-455F-546A-E0E7-5674E1F237C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005016" y="2324099"/>
              <a:ext cx="1637270" cy="163727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4343468-F895-9590-7DB3-C32F0DF25032}"/>
                </a:ext>
              </a:extLst>
            </p:cNvPr>
            <p:cNvSpPr txBox="1"/>
            <p:nvPr/>
          </p:nvSpPr>
          <p:spPr>
            <a:xfrm>
              <a:off x="1484455" y="3961369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Alice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F2628A5-93EA-1FEF-7BDE-DB6EBC552CBD}"/>
              </a:ext>
            </a:extLst>
          </p:cNvPr>
          <p:cNvGrpSpPr/>
          <p:nvPr/>
        </p:nvGrpSpPr>
        <p:grpSpPr>
          <a:xfrm>
            <a:off x="9739900" y="1517804"/>
            <a:ext cx="1466336" cy="1835668"/>
            <a:chOff x="9073978" y="1946189"/>
            <a:chExt cx="1466336" cy="1835668"/>
          </a:xfrm>
        </p:grpSpPr>
        <p:pic>
          <p:nvPicPr>
            <p:cNvPr id="5" name="Graphic 4" descr="Office worker male with solid fill">
              <a:extLst>
                <a:ext uri="{FF2B5EF4-FFF2-40B4-BE49-F238E27FC236}">
                  <a16:creationId xmlns:a16="http://schemas.microsoft.com/office/drawing/2014/main" id="{23650273-48BB-F77D-ABF0-EC6693FD268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073978" y="1946189"/>
              <a:ext cx="1466336" cy="1466336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54DD9C6-78E1-AF28-3EFB-E865D8DEE5F5}"/>
                </a:ext>
              </a:extLst>
            </p:cNvPr>
            <p:cNvSpPr txBox="1"/>
            <p:nvPr/>
          </p:nvSpPr>
          <p:spPr>
            <a:xfrm>
              <a:off x="9516842" y="3412525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Bob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0DDAF84-B91C-FB2B-BB0C-DFAD84ACFFD3}"/>
              </a:ext>
            </a:extLst>
          </p:cNvPr>
          <p:cNvGrpSpPr/>
          <p:nvPr/>
        </p:nvGrpSpPr>
        <p:grpSpPr>
          <a:xfrm>
            <a:off x="5748130" y="5106564"/>
            <a:ext cx="914400" cy="1283732"/>
            <a:chOff x="5638800" y="4738816"/>
            <a:chExt cx="914400" cy="1283732"/>
          </a:xfrm>
        </p:grpSpPr>
        <p:pic>
          <p:nvPicPr>
            <p:cNvPr id="13" name="Graphic 12" descr="Devil face outline with solid fill">
              <a:extLst>
                <a:ext uri="{FF2B5EF4-FFF2-40B4-BE49-F238E27FC236}">
                  <a16:creationId xmlns:a16="http://schemas.microsoft.com/office/drawing/2014/main" id="{3F30C07E-7528-1414-D888-FA5B97B4C31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5638800" y="4738816"/>
              <a:ext cx="914400" cy="914400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382465B-A2F8-60BD-9DDA-1F73FC8DD250}"/>
                </a:ext>
              </a:extLst>
            </p:cNvPr>
            <p:cNvSpPr txBox="1"/>
            <p:nvPr/>
          </p:nvSpPr>
          <p:spPr>
            <a:xfrm>
              <a:off x="5827368" y="5653216"/>
              <a:ext cx="5372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Eve</a:t>
              </a:r>
            </a:p>
          </p:txBody>
        </p:sp>
      </p:grpSp>
      <p:sp>
        <p:nvSpPr>
          <p:cNvPr id="17" name="Freeform 16">
            <a:extLst>
              <a:ext uri="{FF2B5EF4-FFF2-40B4-BE49-F238E27FC236}">
                <a16:creationId xmlns:a16="http://schemas.microsoft.com/office/drawing/2014/main" id="{BB4D69E8-CEE9-D0A3-D537-4DE32CEDD007}"/>
              </a:ext>
            </a:extLst>
          </p:cNvPr>
          <p:cNvSpPr/>
          <p:nvPr/>
        </p:nvSpPr>
        <p:spPr>
          <a:xfrm>
            <a:off x="2454965" y="1539986"/>
            <a:ext cx="7484165" cy="765892"/>
          </a:xfrm>
          <a:custGeom>
            <a:avLst/>
            <a:gdLst>
              <a:gd name="csX0" fmla="*/ 0 w 7484165"/>
              <a:gd name="csY0" fmla="*/ 765892 h 765892"/>
              <a:gd name="csX1" fmla="*/ 3955774 w 7484165"/>
              <a:gd name="csY1" fmla="*/ 579 h 765892"/>
              <a:gd name="csX2" fmla="*/ 7484165 w 7484165"/>
              <a:gd name="csY2" fmla="*/ 666501 h 76589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484165" h="765892">
                <a:moveTo>
                  <a:pt x="0" y="765892"/>
                </a:moveTo>
                <a:cubicBezTo>
                  <a:pt x="1354206" y="391518"/>
                  <a:pt x="2708413" y="17144"/>
                  <a:pt x="3955774" y="579"/>
                </a:cubicBezTo>
                <a:cubicBezTo>
                  <a:pt x="5203135" y="-15986"/>
                  <a:pt x="6343650" y="325257"/>
                  <a:pt x="7484165" y="666501"/>
                </a:cubicBezTo>
              </a:path>
            </a:pathLst>
          </a:custGeom>
          <a:noFill/>
          <a:ln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 Same Side Corner Rectangle 15">
            <a:extLst>
              <a:ext uri="{FF2B5EF4-FFF2-40B4-BE49-F238E27FC236}">
                <a16:creationId xmlns:a16="http://schemas.microsoft.com/office/drawing/2014/main" id="{51A1CAE7-E5D2-6041-5029-2EA6541D4783}"/>
              </a:ext>
            </a:extLst>
          </p:cNvPr>
          <p:cNvSpPr/>
          <p:nvPr/>
        </p:nvSpPr>
        <p:spPr>
          <a:xfrm>
            <a:off x="9713194" y="4087965"/>
            <a:ext cx="894521" cy="751196"/>
          </a:xfrm>
          <a:prstGeom prst="round2Same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$$</a:t>
            </a:r>
          </a:p>
        </p:txBody>
      </p:sp>
      <p:pic>
        <p:nvPicPr>
          <p:cNvPr id="23" name="Graphic 22" descr="Key outline">
            <a:extLst>
              <a:ext uri="{FF2B5EF4-FFF2-40B4-BE49-F238E27FC236}">
                <a16:creationId xmlns:a16="http://schemas.microsoft.com/office/drawing/2014/main" id="{51CA2C55-6C4A-6709-F58F-A97B61D789B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641008" y="3415969"/>
            <a:ext cx="751196" cy="751196"/>
          </a:xfrm>
          <a:prstGeom prst="rect">
            <a:avLst/>
          </a:prstGeom>
        </p:spPr>
      </p:pic>
      <p:pic>
        <p:nvPicPr>
          <p:cNvPr id="29" name="Graphic 28" descr="Key outline">
            <a:extLst>
              <a:ext uri="{FF2B5EF4-FFF2-40B4-BE49-F238E27FC236}">
                <a16:creationId xmlns:a16="http://schemas.microsoft.com/office/drawing/2014/main" id="{6DAF62B1-A989-1070-DE3E-203C05E4AAC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888258" y="4167165"/>
            <a:ext cx="914400" cy="914400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7B782087-53B8-A756-CE32-448C9EFBB1D0}"/>
              </a:ext>
            </a:extLst>
          </p:cNvPr>
          <p:cNvSpPr txBox="1"/>
          <p:nvPr/>
        </p:nvSpPr>
        <p:spPr>
          <a:xfrm>
            <a:off x="11076667" y="3909565"/>
            <a:ext cx="5375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Key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7AB83CF-D55F-E1C2-887C-B6C528784B0E}"/>
              </a:ext>
            </a:extLst>
          </p:cNvPr>
          <p:cNvSpPr txBox="1"/>
          <p:nvPr/>
        </p:nvSpPr>
        <p:spPr>
          <a:xfrm>
            <a:off x="10681219" y="5110224"/>
            <a:ext cx="1410454" cy="73866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He protects the key and keeps it secret.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281D9A-87E6-194F-B14F-001A5696620E}"/>
              </a:ext>
            </a:extLst>
          </p:cNvPr>
          <p:cNvSpPr txBox="1"/>
          <p:nvPr/>
        </p:nvSpPr>
        <p:spPr>
          <a:xfrm>
            <a:off x="4888606" y="3540233"/>
            <a:ext cx="2836434" cy="147732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RSA</a:t>
            </a:r>
            <a:r>
              <a:rPr lang="en-US" dirty="0"/>
              <a:t> is one of the first and most famous public key cryptography systems. And one step of it is of interest to use …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48D748-CF97-7CE4-FC43-81702AA7A56B}"/>
              </a:ext>
            </a:extLst>
          </p:cNvPr>
          <p:cNvSpPr txBox="1"/>
          <p:nvPr/>
        </p:nvSpPr>
        <p:spPr>
          <a:xfrm>
            <a:off x="4888606" y="1876144"/>
            <a:ext cx="2836434" cy="12003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This is the basic idea of </a:t>
            </a:r>
            <a:r>
              <a:rPr lang="en-US" b="1" dirty="0"/>
              <a:t>public key cryptography</a:t>
            </a:r>
            <a:r>
              <a:rPr lang="en-US" dirty="0"/>
              <a:t>. It lets us securely share information on the web.</a:t>
            </a:r>
          </a:p>
        </p:txBody>
      </p:sp>
    </p:spTree>
    <p:extLst>
      <p:ext uri="{BB962C8B-B14F-4D97-AF65-F5344CB8AC3E}">
        <p14:creationId xmlns:p14="http://schemas.microsoft.com/office/powerpoint/2010/main" val="31725951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7E4A8-E9EF-9B1D-EC99-FD5411395F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RSA Public Key Cryptography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8F71CE-91ED-B89D-34A7-D914E87BAE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b="1" dirty="0"/>
                  <a:t>One step </a:t>
                </a:r>
                <a:r>
                  <a:rPr lang="en-US" dirty="0"/>
                  <a:t>of the RSA public key cryptography algorithm is to calculate this: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60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6000" b="0" i="1" dirty="0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6000" b="0" i="1" dirty="0" smtClean="0">
                              <a:latin typeface="Cambria Math" panose="02040503050406030204" pitchFamily="18" charset="0"/>
                            </a:rPr>
                            <m:t>65537</m:t>
                          </m:r>
                        </m:sup>
                      </m:sSup>
                    </m:oMath>
                  </m:oMathPara>
                </a14:m>
                <a:endParaRPr lang="en-CA" sz="6000" dirty="0"/>
              </a:p>
              <a:p>
                <a:pPr marL="0" indent="0">
                  <a:buNone/>
                </a:pPr>
                <a:r>
                  <a:rPr lang="en-US" dirty="0"/>
                  <a:t>This is a huge a power calculation! </a:t>
                </a:r>
              </a:p>
              <a:p>
                <a:pPr marL="0" indent="0">
                  <a:buNone/>
                </a:pPr>
                <a:r>
                  <a:rPr lang="en-US" dirty="0"/>
                  <a:t>For RSA to be practical this calculation must be done as efficiently as possible.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8F71CE-91ED-B89D-34A7-D914E87BAE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8B1F7A6-CF5A-7584-47AF-572F5C8B2624}"/>
                  </a:ext>
                </a:extLst>
              </p:cNvPr>
              <p:cNvSpPr txBox="1"/>
              <p:nvPr/>
            </p:nvSpPr>
            <p:spPr>
              <a:xfrm>
                <a:off x="8203998" y="3167390"/>
                <a:ext cx="1410454" cy="52322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400" dirty="0"/>
                  <a:t> is an integer greater than 1.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8B1F7A6-CF5A-7584-47AF-572F5C8B26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3998" y="3167390"/>
                <a:ext cx="1410454" cy="523220"/>
              </a:xfrm>
              <a:prstGeom prst="rect">
                <a:avLst/>
              </a:prstGeom>
              <a:blipFill>
                <a:blip r:embed="rId3"/>
                <a:stretch>
                  <a:fillRect t="-2381" b="-119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912797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BAFB3-0A59-2EE5-A679-840531A53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Calculating Big Powers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5233D3-E092-2A90-AA40-414E89DC3A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“obvious” method</a:t>
            </a:r>
          </a:p>
          <a:p>
            <a:pPr lvl="1"/>
            <a:r>
              <a:rPr lang="en-US" dirty="0"/>
              <a:t>With a loop</a:t>
            </a:r>
          </a:p>
          <a:p>
            <a:pPr lvl="1"/>
            <a:r>
              <a:rPr lang="en-US" dirty="0"/>
              <a:t>Using recursion</a:t>
            </a:r>
          </a:p>
          <a:p>
            <a:r>
              <a:rPr lang="en-US" dirty="0"/>
              <a:t>A faster method (using recursion)</a:t>
            </a:r>
          </a:p>
        </p:txBody>
      </p:sp>
    </p:spTree>
    <p:extLst>
      <p:ext uri="{BB962C8B-B14F-4D97-AF65-F5344CB8AC3E}">
        <p14:creationId xmlns:p14="http://schemas.microsoft.com/office/powerpoint/2010/main" val="20381094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3898C1-029C-1FC5-DFA3-1A693A433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Obvious Method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A2F291-5131-4363-30F5-D8012464A8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CA" sz="6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6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6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𝑎</m:t>
                      </m:r>
                    </m:oMath>
                  </m:oMathPara>
                </a14:m>
                <a:endParaRPr lang="en-US" sz="60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A2F291-5131-4363-30F5-D8012464A8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14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DAD1FB00-BDA2-41F1-3122-EA010CE3D828}"/>
              </a:ext>
            </a:extLst>
          </p:cNvPr>
          <p:cNvSpPr txBox="1"/>
          <p:nvPr/>
        </p:nvSpPr>
        <p:spPr>
          <a:xfrm>
            <a:off x="5763249" y="3631962"/>
            <a:ext cx="2078725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 multiplications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B8A23C6-85B6-86BE-30A7-111C1C7BED8F}"/>
              </a:ext>
            </a:extLst>
          </p:cNvPr>
          <p:cNvCxnSpPr/>
          <p:nvPr/>
        </p:nvCxnSpPr>
        <p:spPr>
          <a:xfrm flipH="1" flipV="1">
            <a:off x="5546035" y="2474843"/>
            <a:ext cx="447261" cy="10535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12C548C-0F1A-1BFF-FC53-B81E7251D104}"/>
              </a:ext>
            </a:extLst>
          </p:cNvPr>
          <p:cNvCxnSpPr>
            <a:cxnSpLocks/>
          </p:cNvCxnSpPr>
          <p:nvPr/>
        </p:nvCxnSpPr>
        <p:spPr>
          <a:xfrm flipV="1">
            <a:off x="6440557" y="2488200"/>
            <a:ext cx="0" cy="10088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3670C48-4DB4-2B8C-013C-E4D8A42919C7}"/>
              </a:ext>
            </a:extLst>
          </p:cNvPr>
          <p:cNvCxnSpPr>
            <a:cxnSpLocks/>
          </p:cNvCxnSpPr>
          <p:nvPr/>
        </p:nvCxnSpPr>
        <p:spPr>
          <a:xfrm flipV="1">
            <a:off x="7106478" y="2488200"/>
            <a:ext cx="377687" cy="10088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35196D1-B2E1-0653-8895-7F85A64C6D13}"/>
              </a:ext>
            </a:extLst>
          </p:cNvPr>
          <p:cNvCxnSpPr>
            <a:cxnSpLocks/>
          </p:cNvCxnSpPr>
          <p:nvPr/>
        </p:nvCxnSpPr>
        <p:spPr>
          <a:xfrm flipV="1">
            <a:off x="7732643" y="2474843"/>
            <a:ext cx="655983" cy="10535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08DABD3-DFDD-0C74-6AAD-4192005CE3D0}"/>
                  </a:ext>
                </a:extLst>
              </p:cNvPr>
              <p:cNvSpPr txBox="1"/>
              <p:nvPr/>
            </p:nvSpPr>
            <p:spPr>
              <a:xfrm>
                <a:off x="667789" y="4887605"/>
                <a:ext cx="2443159" cy="120032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Question</a:t>
                </a:r>
                <a:br>
                  <a:rPr lang="en-US" b="1" dirty="0"/>
                </a:br>
                <a:r>
                  <a:rPr lang="en-US" dirty="0"/>
                  <a:t>In general, how many multiplications to calculate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 this way?</a:t>
                </a:r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08DABD3-DFDD-0C74-6AAD-4192005CE3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789" y="4887605"/>
                <a:ext cx="2443159" cy="1200329"/>
              </a:xfrm>
              <a:prstGeom prst="rect">
                <a:avLst/>
              </a:prstGeom>
              <a:blipFill>
                <a:blip r:embed="rId3"/>
                <a:stretch>
                  <a:fillRect l="-518" t="-2083" r="-518" b="-72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2368043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5940BE-2FA3-931B-D202-E40E1E84E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9F2E57-C584-EE9E-37F8-BB8219168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Obvious Method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E4B367-F3A8-0EEB-2476-CC20D7C43F8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CA" sz="6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6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6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𝑎</m:t>
                      </m:r>
                    </m:oMath>
                  </m:oMathPara>
                </a14:m>
                <a:endParaRPr lang="en-US" sz="60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E4B367-F3A8-0EEB-2476-CC20D7C43F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14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1FB7B040-C7CF-417E-8816-F8B6B8A85D65}"/>
              </a:ext>
            </a:extLst>
          </p:cNvPr>
          <p:cNvSpPr txBox="1"/>
          <p:nvPr/>
        </p:nvSpPr>
        <p:spPr>
          <a:xfrm>
            <a:off x="5763249" y="3631962"/>
            <a:ext cx="2078725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 multiplications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FE8E5D8-06EC-A740-9E4E-99B9A6F1E9E6}"/>
              </a:ext>
            </a:extLst>
          </p:cNvPr>
          <p:cNvCxnSpPr/>
          <p:nvPr/>
        </p:nvCxnSpPr>
        <p:spPr>
          <a:xfrm flipH="1" flipV="1">
            <a:off x="5546035" y="2474843"/>
            <a:ext cx="447261" cy="10535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7E42DF8-2C1E-1FED-40C4-6CA864F8915C}"/>
              </a:ext>
            </a:extLst>
          </p:cNvPr>
          <p:cNvCxnSpPr>
            <a:cxnSpLocks/>
          </p:cNvCxnSpPr>
          <p:nvPr/>
        </p:nvCxnSpPr>
        <p:spPr>
          <a:xfrm flipV="1">
            <a:off x="6440557" y="2488200"/>
            <a:ext cx="0" cy="10088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6CE80DC-8FC4-DF37-E6F5-9400A2DE7A7A}"/>
              </a:ext>
            </a:extLst>
          </p:cNvPr>
          <p:cNvCxnSpPr>
            <a:cxnSpLocks/>
          </p:cNvCxnSpPr>
          <p:nvPr/>
        </p:nvCxnSpPr>
        <p:spPr>
          <a:xfrm flipV="1">
            <a:off x="7106478" y="2488200"/>
            <a:ext cx="377687" cy="10088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D8927CF-976E-3F9E-FD00-4D1BDBD0E84F}"/>
              </a:ext>
            </a:extLst>
          </p:cNvPr>
          <p:cNvCxnSpPr>
            <a:cxnSpLocks/>
          </p:cNvCxnSpPr>
          <p:nvPr/>
        </p:nvCxnSpPr>
        <p:spPr>
          <a:xfrm flipV="1">
            <a:off x="7732643" y="2474843"/>
            <a:ext cx="655983" cy="10535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F17662C-6207-CCBB-EFFE-9CAE93AACCB3}"/>
                  </a:ext>
                </a:extLst>
              </p:cNvPr>
              <p:cNvSpPr txBox="1"/>
              <p:nvPr/>
            </p:nvSpPr>
            <p:spPr>
              <a:xfrm>
                <a:off x="667789" y="4887605"/>
                <a:ext cx="2443159" cy="120032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Question</a:t>
                </a:r>
                <a:br>
                  <a:rPr lang="en-US" b="1" dirty="0"/>
                </a:br>
                <a:r>
                  <a:rPr lang="en-US" dirty="0"/>
                  <a:t>In general, how many multiplications to calculate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 this way?</a:t>
                </a:r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F17662C-6207-CCBB-EFFE-9CAE93AACC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789" y="4887605"/>
                <a:ext cx="2443159" cy="1200329"/>
              </a:xfrm>
              <a:prstGeom prst="rect">
                <a:avLst/>
              </a:prstGeom>
              <a:blipFill>
                <a:blip r:embed="rId3"/>
                <a:stretch>
                  <a:fillRect l="-518" t="-2083" r="-518" b="-72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2FBCBA2-71A2-E81B-30DE-BB91D188E993}"/>
                  </a:ext>
                </a:extLst>
              </p:cNvPr>
              <p:cNvSpPr txBox="1"/>
              <p:nvPr/>
            </p:nvSpPr>
            <p:spPr>
              <a:xfrm>
                <a:off x="5417489" y="4675584"/>
                <a:ext cx="2443159" cy="369332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/>
                  <a:t> multiplications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2FBCBA2-71A2-E81B-30DE-BB91D188E9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7489" y="4675584"/>
                <a:ext cx="2443159" cy="369332"/>
              </a:xfrm>
              <a:prstGeom prst="rect">
                <a:avLst/>
              </a:prstGeom>
              <a:blipFill>
                <a:blip r:embed="rId4"/>
                <a:stretch>
                  <a:fillRect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EFF4917-900E-0984-C804-134358A4C395}"/>
                  </a:ext>
                </a:extLst>
              </p:cNvPr>
              <p:cNvSpPr txBox="1"/>
              <p:nvPr/>
            </p:nvSpPr>
            <p:spPr>
              <a:xfrm>
                <a:off x="3531320" y="5182603"/>
                <a:ext cx="4923951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CA" sz="4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⋅…⋅</m:t>
                      </m:r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𝑎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EFF4917-900E-0984-C804-134358A4C3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1320" y="5182603"/>
                <a:ext cx="4923951" cy="70788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Left Brace 8">
            <a:extLst>
              <a:ext uri="{FF2B5EF4-FFF2-40B4-BE49-F238E27FC236}">
                <a16:creationId xmlns:a16="http://schemas.microsoft.com/office/drawing/2014/main" id="{823229A2-BE6F-1C9C-F0EB-FF923DE64569}"/>
              </a:ext>
            </a:extLst>
          </p:cNvPr>
          <p:cNvSpPr/>
          <p:nvPr/>
        </p:nvSpPr>
        <p:spPr>
          <a:xfrm rot="5400000">
            <a:off x="6560939" y="4151072"/>
            <a:ext cx="156261" cy="218714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52878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11523C-1C4F-EF40-1A21-53701045E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04982-2C2C-BC55-CA4A-4A9F98247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Obvious Method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3E8362-93BE-38D5-82EC-07EA2EF256A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CA" sz="6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6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6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𝑎</m:t>
                      </m:r>
                    </m:oMath>
                  </m:oMathPara>
                </a14:m>
                <a:endParaRPr lang="en-US" sz="60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3E8362-93BE-38D5-82EC-07EA2EF256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14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0B766209-0A99-3EEA-1216-5770B2481907}"/>
              </a:ext>
            </a:extLst>
          </p:cNvPr>
          <p:cNvSpPr txBox="1"/>
          <p:nvPr/>
        </p:nvSpPr>
        <p:spPr>
          <a:xfrm>
            <a:off x="5763249" y="3631962"/>
            <a:ext cx="2078725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 multiplications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20FAECC-6532-F1F7-1336-FAE93980DE1E}"/>
              </a:ext>
            </a:extLst>
          </p:cNvPr>
          <p:cNvCxnSpPr/>
          <p:nvPr/>
        </p:nvCxnSpPr>
        <p:spPr>
          <a:xfrm flipH="1" flipV="1">
            <a:off x="5546035" y="2474843"/>
            <a:ext cx="447261" cy="10535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C94CDC3-9596-2973-06B6-38297347AEF9}"/>
              </a:ext>
            </a:extLst>
          </p:cNvPr>
          <p:cNvCxnSpPr>
            <a:cxnSpLocks/>
          </p:cNvCxnSpPr>
          <p:nvPr/>
        </p:nvCxnSpPr>
        <p:spPr>
          <a:xfrm flipV="1">
            <a:off x="6440557" y="2488200"/>
            <a:ext cx="0" cy="10088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D866AE8-D604-31EB-0060-BEDBB3388E2C}"/>
              </a:ext>
            </a:extLst>
          </p:cNvPr>
          <p:cNvCxnSpPr>
            <a:cxnSpLocks/>
          </p:cNvCxnSpPr>
          <p:nvPr/>
        </p:nvCxnSpPr>
        <p:spPr>
          <a:xfrm flipV="1">
            <a:off x="7106478" y="2488200"/>
            <a:ext cx="377687" cy="10088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DB5EDD5-6850-69E1-758F-6C9D40B177D5}"/>
              </a:ext>
            </a:extLst>
          </p:cNvPr>
          <p:cNvCxnSpPr>
            <a:cxnSpLocks/>
          </p:cNvCxnSpPr>
          <p:nvPr/>
        </p:nvCxnSpPr>
        <p:spPr>
          <a:xfrm flipV="1">
            <a:off x="7732643" y="2474843"/>
            <a:ext cx="655983" cy="10535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9D259B8-976D-5865-DB0A-66A90211D0DC}"/>
                  </a:ext>
                </a:extLst>
              </p:cNvPr>
              <p:cNvSpPr txBox="1"/>
              <p:nvPr/>
            </p:nvSpPr>
            <p:spPr>
              <a:xfrm>
                <a:off x="667789" y="4887605"/>
                <a:ext cx="2443159" cy="120032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Question</a:t>
                </a:r>
                <a:br>
                  <a:rPr lang="en-US" b="1" dirty="0"/>
                </a:br>
                <a:r>
                  <a:rPr lang="en-US" dirty="0"/>
                  <a:t>In general, how many multiplications to calculate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 this way?</a:t>
                </a:r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9D259B8-976D-5865-DB0A-66A90211D0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789" y="4887605"/>
                <a:ext cx="2443159" cy="1200329"/>
              </a:xfrm>
              <a:prstGeom prst="rect">
                <a:avLst/>
              </a:prstGeom>
              <a:blipFill>
                <a:blip r:embed="rId3"/>
                <a:stretch>
                  <a:fillRect l="-518" t="-2083" r="-518" b="-72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5FBFB6A-5DEB-2363-6129-40BA1FBCF8DA}"/>
                  </a:ext>
                </a:extLst>
              </p:cNvPr>
              <p:cNvSpPr txBox="1"/>
              <p:nvPr/>
            </p:nvSpPr>
            <p:spPr>
              <a:xfrm>
                <a:off x="5417489" y="4675584"/>
                <a:ext cx="2443159" cy="369332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/>
                  <a:t> multiplications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5FBFB6A-5DEB-2363-6129-40BA1FBCF8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7489" y="4675584"/>
                <a:ext cx="2443159" cy="369332"/>
              </a:xfrm>
              <a:prstGeom prst="rect">
                <a:avLst/>
              </a:prstGeom>
              <a:blipFill>
                <a:blip r:embed="rId4"/>
                <a:stretch>
                  <a:fillRect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B02A116-F37B-F2D9-4E26-BA647EFE1057}"/>
                  </a:ext>
                </a:extLst>
              </p:cNvPr>
              <p:cNvSpPr txBox="1"/>
              <p:nvPr/>
            </p:nvSpPr>
            <p:spPr>
              <a:xfrm>
                <a:off x="3531320" y="5182603"/>
                <a:ext cx="4923951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CA" sz="4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⋅…⋅</m:t>
                      </m:r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𝑎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B02A116-F37B-F2D9-4E26-BA647EFE10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1320" y="5182603"/>
                <a:ext cx="4923951" cy="70788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Left Brace 8">
            <a:extLst>
              <a:ext uri="{FF2B5EF4-FFF2-40B4-BE49-F238E27FC236}">
                <a16:creationId xmlns:a16="http://schemas.microsoft.com/office/drawing/2014/main" id="{975FD13B-BFE2-FE2B-BEC4-BD4BEE900679}"/>
              </a:ext>
            </a:extLst>
          </p:cNvPr>
          <p:cNvSpPr/>
          <p:nvPr/>
        </p:nvSpPr>
        <p:spPr>
          <a:xfrm rot="5400000">
            <a:off x="6560939" y="4151072"/>
            <a:ext cx="156261" cy="218714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9F13717-1070-BB59-CEC5-4287D85B844A}"/>
                  </a:ext>
                </a:extLst>
              </p:cNvPr>
              <p:cNvSpPr txBox="1"/>
              <p:nvPr/>
            </p:nvSpPr>
            <p:spPr>
              <a:xfrm>
                <a:off x="8965096" y="4443939"/>
                <a:ext cx="3011556" cy="1477328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dirty="0"/>
                  <a:t>Practically speaking, we sat the obvious method does about </a:t>
                </a:r>
                <a14:m>
                  <m:oMath xmlns:m="http://schemas.openxmlformats.org/officeDocument/2006/math">
                    <m:r>
                      <a:rPr lang="en-CA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CA" dirty="0"/>
                  <a:t> multiplications. The -1 doesn’t matter much when </a:t>
                </a:r>
                <a14:m>
                  <m:oMath xmlns:m="http://schemas.openxmlformats.org/officeDocument/2006/math">
                    <m:r>
                      <a:rPr lang="en-CA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CA" dirty="0"/>
                  <a:t> is big.</a:t>
                </a:r>
                <a:endParaRPr lang="en-US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9F13717-1070-BB59-CEC5-4287D85B84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65096" y="4443939"/>
                <a:ext cx="3011556" cy="1477328"/>
              </a:xfrm>
              <a:prstGeom prst="rect">
                <a:avLst/>
              </a:prstGeom>
              <a:blipFill>
                <a:blip r:embed="rId6"/>
                <a:stretch>
                  <a:fillRect l="-420" t="-847" r="-1681" b="-50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920749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28EA07-AC60-CE71-E7D6-A3D338291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679BC-B2E8-04D0-BBE7-3C6578EAB1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Obvious Method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7386D3-5806-FA1D-200C-A61C531BAA8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CA" sz="6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6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6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𝑎</m:t>
                      </m:r>
                    </m:oMath>
                  </m:oMathPara>
                </a14:m>
                <a:endParaRPr lang="en-US" sz="60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7386D3-5806-FA1D-200C-A61C531BAA8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14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3FC30A36-8BF3-A347-B0C1-EFBF616B128C}"/>
              </a:ext>
            </a:extLst>
          </p:cNvPr>
          <p:cNvSpPr txBox="1"/>
          <p:nvPr/>
        </p:nvSpPr>
        <p:spPr>
          <a:xfrm>
            <a:off x="5763249" y="3631962"/>
            <a:ext cx="2078725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 multiplications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8A3F3D2-FCA8-943E-73B6-2963CF2DA8B3}"/>
              </a:ext>
            </a:extLst>
          </p:cNvPr>
          <p:cNvCxnSpPr/>
          <p:nvPr/>
        </p:nvCxnSpPr>
        <p:spPr>
          <a:xfrm flipH="1" flipV="1">
            <a:off x="5546035" y="2474843"/>
            <a:ext cx="447261" cy="10535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6CE7C54-8ACE-65C2-9086-E9BACEC3F2FF}"/>
              </a:ext>
            </a:extLst>
          </p:cNvPr>
          <p:cNvCxnSpPr>
            <a:cxnSpLocks/>
          </p:cNvCxnSpPr>
          <p:nvPr/>
        </p:nvCxnSpPr>
        <p:spPr>
          <a:xfrm flipV="1">
            <a:off x="6440557" y="2488200"/>
            <a:ext cx="0" cy="10088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BEC2C78-6CF4-9AF3-C792-6DE4A92798C3}"/>
              </a:ext>
            </a:extLst>
          </p:cNvPr>
          <p:cNvCxnSpPr>
            <a:cxnSpLocks/>
          </p:cNvCxnSpPr>
          <p:nvPr/>
        </p:nvCxnSpPr>
        <p:spPr>
          <a:xfrm flipV="1">
            <a:off x="7106478" y="2488200"/>
            <a:ext cx="377687" cy="10088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C32FFF5-F3DA-A67E-8ED6-D8DA5ACC7D3F}"/>
              </a:ext>
            </a:extLst>
          </p:cNvPr>
          <p:cNvCxnSpPr>
            <a:cxnSpLocks/>
          </p:cNvCxnSpPr>
          <p:nvPr/>
        </p:nvCxnSpPr>
        <p:spPr>
          <a:xfrm flipV="1">
            <a:off x="7732643" y="2474843"/>
            <a:ext cx="655983" cy="10535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02B3B99-425E-04F8-1AEE-405DCB87C85D}"/>
                  </a:ext>
                </a:extLst>
              </p:cNvPr>
              <p:cNvSpPr txBox="1"/>
              <p:nvPr/>
            </p:nvSpPr>
            <p:spPr>
              <a:xfrm>
                <a:off x="667789" y="4887605"/>
                <a:ext cx="2443159" cy="120032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Question</a:t>
                </a:r>
                <a:br>
                  <a:rPr lang="en-US" b="1" dirty="0"/>
                </a:br>
                <a:r>
                  <a:rPr lang="en-US" dirty="0"/>
                  <a:t>In general, how many multiplications to calculate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 this way?</a:t>
                </a:r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02B3B99-425E-04F8-1AEE-405DCB87C8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789" y="4887605"/>
                <a:ext cx="2443159" cy="1200329"/>
              </a:xfrm>
              <a:prstGeom prst="rect">
                <a:avLst/>
              </a:prstGeom>
              <a:blipFill>
                <a:blip r:embed="rId3"/>
                <a:stretch>
                  <a:fillRect l="-518" t="-2083" r="-518" b="-72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1BCFECD-A806-B118-873D-6D36FFA621B4}"/>
                  </a:ext>
                </a:extLst>
              </p:cNvPr>
              <p:cNvSpPr txBox="1"/>
              <p:nvPr/>
            </p:nvSpPr>
            <p:spPr>
              <a:xfrm>
                <a:off x="5417489" y="4675584"/>
                <a:ext cx="2443159" cy="369332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/>
                  <a:t> multiplications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1BCFECD-A806-B118-873D-6D36FFA621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7489" y="4675584"/>
                <a:ext cx="2443159" cy="369332"/>
              </a:xfrm>
              <a:prstGeom prst="rect">
                <a:avLst/>
              </a:prstGeom>
              <a:blipFill>
                <a:blip r:embed="rId4"/>
                <a:stretch>
                  <a:fillRect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5FD56E4-AD46-5D56-E64B-E1606737D923}"/>
                  </a:ext>
                </a:extLst>
              </p:cNvPr>
              <p:cNvSpPr txBox="1"/>
              <p:nvPr/>
            </p:nvSpPr>
            <p:spPr>
              <a:xfrm>
                <a:off x="3531320" y="5182603"/>
                <a:ext cx="4923951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CA" sz="4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⋅…⋅</m:t>
                      </m:r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𝑎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5FD56E4-AD46-5D56-E64B-E1606737D9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1320" y="5182603"/>
                <a:ext cx="4923951" cy="70788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Left Brace 8">
            <a:extLst>
              <a:ext uri="{FF2B5EF4-FFF2-40B4-BE49-F238E27FC236}">
                <a16:creationId xmlns:a16="http://schemas.microsoft.com/office/drawing/2014/main" id="{19685211-3705-D6EE-DA04-F6180DD13B7F}"/>
              </a:ext>
            </a:extLst>
          </p:cNvPr>
          <p:cNvSpPr/>
          <p:nvPr/>
        </p:nvSpPr>
        <p:spPr>
          <a:xfrm rot="5400000">
            <a:off x="6560939" y="4151072"/>
            <a:ext cx="156261" cy="218714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DE590AB-50AD-78E0-6433-9DAAF77CE1E9}"/>
                  </a:ext>
                </a:extLst>
              </p:cNvPr>
              <p:cNvSpPr txBox="1"/>
              <p:nvPr/>
            </p:nvSpPr>
            <p:spPr>
              <a:xfrm>
                <a:off x="8965096" y="4443939"/>
                <a:ext cx="3011556" cy="1477328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dirty="0"/>
                  <a:t>Practically speaking, we sat the obvious method does about </a:t>
                </a:r>
                <a14:m>
                  <m:oMath xmlns:m="http://schemas.openxmlformats.org/officeDocument/2006/math">
                    <m:r>
                      <a:rPr lang="en-CA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CA" dirty="0"/>
                  <a:t> multiplications. The -1 doesn’t matter much when </a:t>
                </a:r>
                <a14:m>
                  <m:oMath xmlns:m="http://schemas.openxmlformats.org/officeDocument/2006/math">
                    <m:r>
                      <a:rPr lang="en-CA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CA" dirty="0"/>
                  <a:t> is big.</a:t>
                </a:r>
                <a:endParaRPr lang="en-US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DE590AB-50AD-78E0-6433-9DAAF77CE1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65096" y="4443939"/>
                <a:ext cx="3011556" cy="1477328"/>
              </a:xfrm>
              <a:prstGeom prst="rect">
                <a:avLst/>
              </a:prstGeom>
              <a:blipFill>
                <a:blip r:embed="rId6"/>
                <a:stretch>
                  <a:fillRect l="-420" t="-847" r="-1681" b="-50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5C4EE45-4DCF-5E0C-30D5-BCA280B23423}"/>
                  </a:ext>
                </a:extLst>
              </p:cNvPr>
              <p:cNvSpPr txBox="1"/>
              <p:nvPr/>
            </p:nvSpPr>
            <p:spPr>
              <a:xfrm>
                <a:off x="4965562" y="6028176"/>
                <a:ext cx="1595373" cy="646331"/>
              </a:xfrm>
              <a:prstGeom prst="rect">
                <a:avLst/>
              </a:prstGeom>
              <a:noFill/>
              <a:ln>
                <a:solidFill>
                  <a:srgbClr val="92D050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0  </m:t>
                          </m:r>
                        </m:sup>
                      </m:sSup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CA" b="0" dirty="0">
                  <a:latin typeface="Cambria Math" panose="02040503050406030204" pitchFamily="18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5C4EE45-4DCF-5E0C-30D5-BCA280B234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5562" y="6028176"/>
                <a:ext cx="1595373" cy="646331"/>
              </a:xfrm>
              <a:prstGeom prst="rect">
                <a:avLst/>
              </a:prstGeom>
              <a:blipFill>
                <a:blip r:embed="rId7"/>
                <a:stretch>
                  <a:fillRect l="-1575"/>
                </a:stretch>
              </a:blipFill>
              <a:ln>
                <a:solidFill>
                  <a:srgbClr val="92D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160112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5BBA2C-7934-2076-5A99-2C47713065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Obvious Method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805D86C-4A4F-EE07-B7CB-8CE59197B55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Implement two version of the obvious method to calculate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: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loop-based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recursive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For simplicity, assume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805D86C-4A4F-EE07-B7CB-8CE59197B5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022765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075C93-EB6F-5B5F-8281-2C3FC3565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Obvious Method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8DED732-9392-3E8B-E4A3-2A6E87AD040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So to calculate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i="1" dirty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i="1" dirty="0">
                            <a:latin typeface="Cambria Math" panose="02040503050406030204" pitchFamily="18" charset="0"/>
                          </a:rPr>
                          <m:t>65537</m:t>
                        </m:r>
                      </m:sup>
                    </m:sSup>
                  </m:oMath>
                </a14:m>
                <a:r>
                  <a:rPr lang="en-US" dirty="0"/>
                  <a:t> the obvious method does 65536 multiplications.</a:t>
                </a:r>
              </a:p>
              <a:p>
                <a:pPr marL="0" indent="0">
                  <a:buNone/>
                </a:pPr>
                <a:r>
                  <a:rPr lang="en-US" dirty="0"/>
                  <a:t>If one multiplication takes </a:t>
                </a:r>
                <a:r>
                  <a:rPr lang="en-US" dirty="0">
                    <a:highlight>
                      <a:srgbClr val="FFFF00"/>
                    </a:highlight>
                  </a:rPr>
                  <a:t>0.0001</a:t>
                </a:r>
                <a:r>
                  <a:rPr lang="en-US" dirty="0"/>
                  <a:t> seconds, then this would take 65536 * 0.0001 = </a:t>
                </a:r>
                <a:r>
                  <a:rPr lang="en-US" dirty="0">
                    <a:highlight>
                      <a:srgbClr val="FFFF00"/>
                    </a:highlight>
                  </a:rPr>
                  <a:t>6.6 seconds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8DED732-9392-3E8B-E4A3-2A6E87AD04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31061E46-4BDE-0626-E58B-402C5BBC7343}"/>
              </a:ext>
            </a:extLst>
          </p:cNvPr>
          <p:cNvSpPr txBox="1"/>
          <p:nvPr/>
        </p:nvSpPr>
        <p:spPr>
          <a:xfrm>
            <a:off x="6096000" y="3323849"/>
            <a:ext cx="3465443" cy="12003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Of course, modern computers are faster than this. But suppose this is special-purpose hardware that is cheap and slow.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06E88E-0DC6-E55C-9D60-B21C1F03B7A6}"/>
              </a:ext>
            </a:extLst>
          </p:cNvPr>
          <p:cNvSpPr txBox="1"/>
          <p:nvPr/>
        </p:nvSpPr>
        <p:spPr>
          <a:xfrm>
            <a:off x="6095999" y="4976634"/>
            <a:ext cx="3465443" cy="12003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Question</a:t>
            </a:r>
          </a:p>
          <a:p>
            <a:pPr algn="ctr"/>
            <a:r>
              <a:rPr lang="en-US" dirty="0"/>
              <a:t>How can we make this faster without spending more money to buy a faster computer?</a:t>
            </a:r>
          </a:p>
        </p:txBody>
      </p:sp>
    </p:spTree>
    <p:extLst>
      <p:ext uri="{BB962C8B-B14F-4D97-AF65-F5344CB8AC3E}">
        <p14:creationId xmlns:p14="http://schemas.microsoft.com/office/powerpoint/2010/main" val="18605461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925C55-D5D1-E607-16E2-38ACED972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D5E6F-27B6-6EB1-5A2F-6349BF8A7B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926496" cy="1325563"/>
          </a:xfrm>
        </p:spPr>
        <p:txBody>
          <a:bodyPr/>
          <a:lstStyle/>
          <a:p>
            <a:r>
              <a:rPr lang="en-US" dirty="0"/>
              <a:t>The Obvious Method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437AE47-4C3C-82EB-99CA-D594A71507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So to calculate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i="1" dirty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i="1" dirty="0">
                            <a:latin typeface="Cambria Math" panose="02040503050406030204" pitchFamily="18" charset="0"/>
                          </a:rPr>
                          <m:t>65537</m:t>
                        </m:r>
                      </m:sup>
                    </m:sSup>
                  </m:oMath>
                </a14:m>
                <a:r>
                  <a:rPr lang="en-US" dirty="0"/>
                  <a:t> the obvious method does 65536 multiplications.</a:t>
                </a:r>
              </a:p>
              <a:p>
                <a:pPr marL="0" indent="0">
                  <a:buNone/>
                </a:pPr>
                <a:r>
                  <a:rPr lang="en-US" dirty="0"/>
                  <a:t>If one multiplication takes </a:t>
                </a:r>
                <a:r>
                  <a:rPr lang="en-US" dirty="0">
                    <a:highlight>
                      <a:srgbClr val="FFFF00"/>
                    </a:highlight>
                  </a:rPr>
                  <a:t>0.0001</a:t>
                </a:r>
                <a:r>
                  <a:rPr lang="en-US" dirty="0"/>
                  <a:t> seconds, then this would take 65536 * 0.0001 = </a:t>
                </a:r>
                <a:r>
                  <a:rPr lang="en-US" dirty="0">
                    <a:highlight>
                      <a:srgbClr val="FFFF00"/>
                    </a:highlight>
                  </a:rPr>
                  <a:t>6.6 seconds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437AE47-4C3C-82EB-99CA-D594A71507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46D541E5-4B11-56C8-A676-420EC4E7035A}"/>
              </a:ext>
            </a:extLst>
          </p:cNvPr>
          <p:cNvSpPr txBox="1"/>
          <p:nvPr/>
        </p:nvSpPr>
        <p:spPr>
          <a:xfrm>
            <a:off x="6096000" y="3323849"/>
            <a:ext cx="3465443" cy="12003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Of course, modern computers are faster than this. But suppose this is special-purpose hardware that is cheap and slow.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65CCE7-8682-4AD1-A3BD-962AEE0ADE30}"/>
              </a:ext>
            </a:extLst>
          </p:cNvPr>
          <p:cNvSpPr txBox="1"/>
          <p:nvPr/>
        </p:nvSpPr>
        <p:spPr>
          <a:xfrm>
            <a:off x="6095999" y="4976634"/>
            <a:ext cx="3465443" cy="12003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Question</a:t>
            </a:r>
          </a:p>
          <a:p>
            <a:pPr algn="ctr"/>
            <a:r>
              <a:rPr lang="en-US" dirty="0"/>
              <a:t>How can we make this faster without spending more money to buy a faster computer?</a:t>
            </a:r>
          </a:p>
        </p:txBody>
      </p:sp>
    </p:spTree>
    <p:extLst>
      <p:ext uri="{BB962C8B-B14F-4D97-AF65-F5344CB8AC3E}">
        <p14:creationId xmlns:p14="http://schemas.microsoft.com/office/powerpoint/2010/main" val="22718782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0EB61B-DA2B-6641-6CF0-B4404FCE7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4D472-7C42-1D2B-2D01-AD56A5B648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Obvious Method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B0851D3-752B-D84A-6D01-347F258858D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So to calculate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i="1" dirty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i="1" dirty="0">
                            <a:latin typeface="Cambria Math" panose="02040503050406030204" pitchFamily="18" charset="0"/>
                          </a:rPr>
                          <m:t>65537</m:t>
                        </m:r>
                      </m:sup>
                    </m:sSup>
                  </m:oMath>
                </a14:m>
                <a:r>
                  <a:rPr lang="en-US" dirty="0"/>
                  <a:t> the obvious method does 65536 multiplications.</a:t>
                </a:r>
              </a:p>
              <a:p>
                <a:pPr marL="0" indent="0">
                  <a:buNone/>
                </a:pPr>
                <a:endParaRPr lang="en-US" dirty="0">
                  <a:highlight>
                    <a:srgbClr val="FFFF00"/>
                  </a:highlight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B0851D3-752B-D84A-6D01-347F258858D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1589F970-E953-1670-CB63-89053B237BC7}"/>
              </a:ext>
            </a:extLst>
          </p:cNvPr>
          <p:cNvSpPr txBox="1"/>
          <p:nvPr/>
        </p:nvSpPr>
        <p:spPr>
          <a:xfrm>
            <a:off x="7579436" y="2447366"/>
            <a:ext cx="2407597" cy="12003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Question</a:t>
            </a:r>
          </a:p>
          <a:p>
            <a:pPr algn="ctr"/>
            <a:r>
              <a:rPr lang="en-US" dirty="0"/>
              <a:t>Is there any way to do fewer multiplications?</a:t>
            </a:r>
          </a:p>
          <a:p>
            <a:pPr algn="ctr"/>
            <a:r>
              <a:rPr lang="en-US" b="1" dirty="0"/>
              <a:t>Hint</a:t>
            </a:r>
            <a:r>
              <a:rPr lang="en-US" dirty="0"/>
              <a:t>: Yes!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B117658-8365-C900-EBF9-4678E5590161}"/>
              </a:ext>
            </a:extLst>
          </p:cNvPr>
          <p:cNvSpPr/>
          <p:nvPr/>
        </p:nvSpPr>
        <p:spPr>
          <a:xfrm>
            <a:off x="8249477" y="1825625"/>
            <a:ext cx="1067517" cy="4373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38486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57506-B2DC-388E-F9E9-D3D5CCD7E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3B112-A416-E48A-93D6-2C5D49168D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Squaring Method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7EFAE7-B788-404E-9177-B82ACF33E59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So to calculate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i="1" dirty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i="1" dirty="0">
                            <a:latin typeface="Cambria Math" panose="02040503050406030204" pitchFamily="18" charset="0"/>
                          </a:rPr>
                          <m:t>65537</m:t>
                        </m:r>
                      </m:sup>
                    </m:sSup>
                  </m:oMath>
                </a14:m>
                <a:r>
                  <a:rPr lang="en-US" dirty="0"/>
                  <a:t> the obvious method does 65536 multiplications.</a:t>
                </a:r>
              </a:p>
              <a:p>
                <a:pPr marL="0" indent="0">
                  <a:buNone/>
                </a:pPr>
                <a:endParaRPr lang="en-US" dirty="0">
                  <a:highlight>
                    <a:srgbClr val="FFFF00"/>
                  </a:highlight>
                </a:endParaRPr>
              </a:p>
              <a:p>
                <a:pPr marL="0" indent="0">
                  <a:buNone/>
                </a:pPr>
                <a:r>
                  <a:rPr lang="en-US" dirty="0"/>
                  <a:t>Repeated squaring!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sup>
                    </m:sSup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16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dirty="0"/>
                  <a:t>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32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→ …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dirty="0"/>
                  <a:t>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7EFAE7-B788-404E-9177-B82ACF33E5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D2F6F6FB-D3C4-6CB6-C23C-9203FEBD7888}"/>
              </a:ext>
            </a:extLst>
          </p:cNvPr>
          <p:cNvSpPr txBox="1"/>
          <p:nvPr/>
        </p:nvSpPr>
        <p:spPr>
          <a:xfrm>
            <a:off x="7579436" y="2447366"/>
            <a:ext cx="2407597" cy="12003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Question</a:t>
            </a:r>
          </a:p>
          <a:p>
            <a:pPr algn="ctr"/>
            <a:r>
              <a:rPr lang="en-US" dirty="0"/>
              <a:t>Is there any way to do fewer multiplications?</a:t>
            </a:r>
          </a:p>
          <a:p>
            <a:pPr algn="ctr"/>
            <a:r>
              <a:rPr lang="en-US" b="1" dirty="0"/>
              <a:t>Hint</a:t>
            </a:r>
            <a:r>
              <a:rPr lang="en-US" dirty="0"/>
              <a:t>: Yes!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9691CD-0E57-438F-703E-55842D62CE04}"/>
              </a:ext>
            </a:extLst>
          </p:cNvPr>
          <p:cNvSpPr/>
          <p:nvPr/>
        </p:nvSpPr>
        <p:spPr>
          <a:xfrm>
            <a:off x="8249477" y="1825625"/>
            <a:ext cx="1067517" cy="4373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830797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C2EFDA-8A7C-7A96-92AD-C48561B1F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27CA95-9FBD-8DA5-B94C-0C62F0F84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Squaring Method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EC7C6F-F3D4-9AD5-AC28-35D8D1A2A5C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Repeated squaring!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sup>
                    </m:sSup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16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32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→ …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dirty="0"/>
                  <a:t>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EC7C6F-F3D4-9AD5-AC28-35D8D1A2A5C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0F49A88D-4E26-9D45-636F-8EC42CA855F0}"/>
              </a:ext>
            </a:extLst>
          </p:cNvPr>
          <p:cNvSpPr txBox="1"/>
          <p:nvPr/>
        </p:nvSpPr>
        <p:spPr>
          <a:xfrm>
            <a:off x="6823708" y="1449204"/>
            <a:ext cx="2407597" cy="12003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Repeated squaring quickly calculates any exponent that is a power of 2.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D2F561B-F62A-E1B8-9A33-2073BF06B4F0}"/>
              </a:ext>
            </a:extLst>
          </p:cNvPr>
          <p:cNvSpPr/>
          <p:nvPr/>
        </p:nvSpPr>
        <p:spPr>
          <a:xfrm>
            <a:off x="1197799" y="2385123"/>
            <a:ext cx="377687" cy="347869"/>
          </a:xfrm>
          <a:prstGeom prst="ellipse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F599133-D9B8-9FBF-76EC-A09E97FA818D}"/>
              </a:ext>
            </a:extLst>
          </p:cNvPr>
          <p:cNvSpPr/>
          <p:nvPr/>
        </p:nvSpPr>
        <p:spPr>
          <a:xfrm>
            <a:off x="2079247" y="2385122"/>
            <a:ext cx="377687" cy="347869"/>
          </a:xfrm>
          <a:prstGeom prst="ellipse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21EDDC6-3A29-63A9-366A-4EE5670EFD69}"/>
              </a:ext>
            </a:extLst>
          </p:cNvPr>
          <p:cNvSpPr/>
          <p:nvPr/>
        </p:nvSpPr>
        <p:spPr>
          <a:xfrm>
            <a:off x="2960695" y="2385121"/>
            <a:ext cx="377687" cy="347869"/>
          </a:xfrm>
          <a:prstGeom prst="ellipse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135F3E3-A0ED-79A5-1AD0-E2AD636E4703}"/>
              </a:ext>
            </a:extLst>
          </p:cNvPr>
          <p:cNvSpPr/>
          <p:nvPr/>
        </p:nvSpPr>
        <p:spPr>
          <a:xfrm>
            <a:off x="3831844" y="2385120"/>
            <a:ext cx="377687" cy="347869"/>
          </a:xfrm>
          <a:prstGeom prst="ellipse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6C22784-FD7D-FC92-714F-4BCD057574FF}"/>
              </a:ext>
            </a:extLst>
          </p:cNvPr>
          <p:cNvSpPr/>
          <p:nvPr/>
        </p:nvSpPr>
        <p:spPr>
          <a:xfrm>
            <a:off x="4914091" y="2385120"/>
            <a:ext cx="377687" cy="347869"/>
          </a:xfrm>
          <a:prstGeom prst="ellipse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AE10B55A-BE8D-C707-B3C5-23B6E32110BB}"/>
              </a:ext>
            </a:extLst>
          </p:cNvPr>
          <p:cNvSpPr/>
          <p:nvPr/>
        </p:nvSpPr>
        <p:spPr>
          <a:xfrm>
            <a:off x="5816799" y="2391298"/>
            <a:ext cx="377687" cy="347869"/>
          </a:xfrm>
          <a:prstGeom prst="ellipse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415D34C-C7FB-1952-A912-1C7F3147C579}"/>
              </a:ext>
            </a:extLst>
          </p:cNvPr>
          <p:cNvSpPr txBox="1"/>
          <p:nvPr/>
        </p:nvSpPr>
        <p:spPr>
          <a:xfrm>
            <a:off x="2993081" y="3429000"/>
            <a:ext cx="2815112" cy="9233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Each arrow corresponds to one “squaring”, which takes one multiplication.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6F53955-AE9B-63D8-9284-738D5C0DE66E}"/>
              </a:ext>
            </a:extLst>
          </p:cNvPr>
          <p:cNvCxnSpPr>
            <a:cxnSpLocks/>
          </p:cNvCxnSpPr>
          <p:nvPr/>
        </p:nvCxnSpPr>
        <p:spPr>
          <a:xfrm flipH="1" flipV="1">
            <a:off x="1575486" y="2732989"/>
            <a:ext cx="1364233" cy="6960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7C65633-3CCA-B745-8FA2-57086F0CFFB6}"/>
              </a:ext>
            </a:extLst>
          </p:cNvPr>
          <p:cNvCxnSpPr>
            <a:cxnSpLocks/>
          </p:cNvCxnSpPr>
          <p:nvPr/>
        </p:nvCxnSpPr>
        <p:spPr>
          <a:xfrm flipH="1" flipV="1">
            <a:off x="2362512" y="2732988"/>
            <a:ext cx="919213" cy="6960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F595EF8-B982-99D0-BA07-A0AF1F01A430}"/>
              </a:ext>
            </a:extLst>
          </p:cNvPr>
          <p:cNvCxnSpPr>
            <a:cxnSpLocks/>
          </p:cNvCxnSpPr>
          <p:nvPr/>
        </p:nvCxnSpPr>
        <p:spPr>
          <a:xfrm flipH="1" flipV="1">
            <a:off x="3281725" y="2732987"/>
            <a:ext cx="151078" cy="6960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DB71073-A0AD-F68F-C48D-11D544995E84}"/>
              </a:ext>
            </a:extLst>
          </p:cNvPr>
          <p:cNvCxnSpPr>
            <a:cxnSpLocks/>
          </p:cNvCxnSpPr>
          <p:nvPr/>
        </p:nvCxnSpPr>
        <p:spPr>
          <a:xfrm flipV="1">
            <a:off x="4020687" y="2732986"/>
            <a:ext cx="0" cy="6960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4B716296-570B-26DA-4C8F-29FB1971DEE4}"/>
              </a:ext>
            </a:extLst>
          </p:cNvPr>
          <p:cNvCxnSpPr>
            <a:cxnSpLocks/>
          </p:cNvCxnSpPr>
          <p:nvPr/>
        </p:nvCxnSpPr>
        <p:spPr>
          <a:xfrm flipV="1">
            <a:off x="4666934" y="2732986"/>
            <a:ext cx="247157" cy="6960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98F3C90-4196-007E-8E79-42A7CA013846}"/>
              </a:ext>
            </a:extLst>
          </p:cNvPr>
          <p:cNvCxnSpPr>
            <a:cxnSpLocks/>
          </p:cNvCxnSpPr>
          <p:nvPr/>
        </p:nvCxnSpPr>
        <p:spPr>
          <a:xfrm flipV="1">
            <a:off x="5484149" y="2732986"/>
            <a:ext cx="332650" cy="6960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7EE4E79-1D20-378A-2381-7E7B62204589}"/>
                  </a:ext>
                </a:extLst>
              </p:cNvPr>
              <p:cNvSpPr txBox="1"/>
              <p:nvPr/>
            </p:nvSpPr>
            <p:spPr>
              <a:xfrm>
                <a:off x="7963074" y="3528390"/>
                <a:ext cx="2815110" cy="120032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Question</a:t>
                </a:r>
              </a:p>
              <a:p>
                <a:pPr algn="ctr"/>
                <a:r>
                  <a:rPr lang="en-US" dirty="0"/>
                  <a:t>How many multiplications does this method do to calculate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16</m:t>
                        </m:r>
                      </m:sup>
                    </m:sSup>
                  </m:oMath>
                </a14:m>
                <a:r>
                  <a:rPr lang="en-US" dirty="0"/>
                  <a:t>?</a:t>
                </a:r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7EE4E79-1D20-378A-2381-7E7B622045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63074" y="3528390"/>
                <a:ext cx="2815110" cy="1200329"/>
              </a:xfrm>
              <a:prstGeom prst="rect">
                <a:avLst/>
              </a:prstGeom>
              <a:blipFill>
                <a:blip r:embed="rId3"/>
                <a:stretch>
                  <a:fillRect l="-448" t="-2083" r="-2242" b="-72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6300014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99DFD5-A90E-F058-080F-87C5E05DE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E1D696-983B-FA2C-A8C3-45CC1D4743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Squaring Method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17D392C-4585-AEEB-A7AF-756FF4CE2F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Repeated squaring!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sup>
                    </m:sSup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16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dirty="0"/>
                  <a:t>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32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→ …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dirty="0"/>
                  <a:t>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17D392C-4585-AEEB-A7AF-756FF4CE2F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B4F6676D-1A39-8A14-9B73-F5DEDD9EAB97}"/>
              </a:ext>
            </a:extLst>
          </p:cNvPr>
          <p:cNvSpPr txBox="1"/>
          <p:nvPr/>
        </p:nvSpPr>
        <p:spPr>
          <a:xfrm>
            <a:off x="6823708" y="1449204"/>
            <a:ext cx="2407597" cy="12003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Repeated squaring quickly calculates any exponent that is a power of 2.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F8FFCC4-52E9-1B07-6E83-C72DB438893A}"/>
              </a:ext>
            </a:extLst>
          </p:cNvPr>
          <p:cNvSpPr/>
          <p:nvPr/>
        </p:nvSpPr>
        <p:spPr>
          <a:xfrm>
            <a:off x="1197799" y="2385123"/>
            <a:ext cx="377687" cy="347869"/>
          </a:xfrm>
          <a:prstGeom prst="ellipse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A5F2F4DD-7D53-2651-6580-08C00224A296}"/>
              </a:ext>
            </a:extLst>
          </p:cNvPr>
          <p:cNvSpPr/>
          <p:nvPr/>
        </p:nvSpPr>
        <p:spPr>
          <a:xfrm>
            <a:off x="2079247" y="2385122"/>
            <a:ext cx="377687" cy="347869"/>
          </a:xfrm>
          <a:prstGeom prst="ellipse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D33E199-BE27-156F-6FB4-C1E3C47D54BD}"/>
              </a:ext>
            </a:extLst>
          </p:cNvPr>
          <p:cNvSpPr/>
          <p:nvPr/>
        </p:nvSpPr>
        <p:spPr>
          <a:xfrm>
            <a:off x="2960695" y="2385121"/>
            <a:ext cx="377687" cy="347869"/>
          </a:xfrm>
          <a:prstGeom prst="ellipse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D22DAB4-D11A-497E-7833-FCBA55DF21AB}"/>
              </a:ext>
            </a:extLst>
          </p:cNvPr>
          <p:cNvSpPr/>
          <p:nvPr/>
        </p:nvSpPr>
        <p:spPr>
          <a:xfrm>
            <a:off x="3831844" y="2385120"/>
            <a:ext cx="377687" cy="347869"/>
          </a:xfrm>
          <a:prstGeom prst="ellipse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43C9947-42E5-D10C-3665-8C9380F1917B}"/>
              </a:ext>
            </a:extLst>
          </p:cNvPr>
          <p:cNvSpPr/>
          <p:nvPr/>
        </p:nvSpPr>
        <p:spPr>
          <a:xfrm>
            <a:off x="4914091" y="2385120"/>
            <a:ext cx="377687" cy="347869"/>
          </a:xfrm>
          <a:prstGeom prst="ellipse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2DF572F-4C11-0F40-4937-FE9ACC17FFCA}"/>
              </a:ext>
            </a:extLst>
          </p:cNvPr>
          <p:cNvSpPr/>
          <p:nvPr/>
        </p:nvSpPr>
        <p:spPr>
          <a:xfrm>
            <a:off x="5816799" y="2391298"/>
            <a:ext cx="377687" cy="347869"/>
          </a:xfrm>
          <a:prstGeom prst="ellipse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55F841-3256-F6C3-38D3-6FEA8EF1E093}"/>
              </a:ext>
            </a:extLst>
          </p:cNvPr>
          <p:cNvSpPr txBox="1"/>
          <p:nvPr/>
        </p:nvSpPr>
        <p:spPr>
          <a:xfrm>
            <a:off x="2993081" y="3429000"/>
            <a:ext cx="2815112" cy="9233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Each arrow corresponds to one “squaring”, which takes one multiplication.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BC69759-222A-E112-BBCE-768FB36B8AB9}"/>
              </a:ext>
            </a:extLst>
          </p:cNvPr>
          <p:cNvCxnSpPr>
            <a:cxnSpLocks/>
          </p:cNvCxnSpPr>
          <p:nvPr/>
        </p:nvCxnSpPr>
        <p:spPr>
          <a:xfrm flipH="1" flipV="1">
            <a:off x="1575486" y="2732989"/>
            <a:ext cx="1364233" cy="6960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4E28047-4AF7-225F-3D40-1A2728E3A903}"/>
              </a:ext>
            </a:extLst>
          </p:cNvPr>
          <p:cNvCxnSpPr>
            <a:cxnSpLocks/>
          </p:cNvCxnSpPr>
          <p:nvPr/>
        </p:nvCxnSpPr>
        <p:spPr>
          <a:xfrm flipH="1" flipV="1">
            <a:off x="2362512" y="2732988"/>
            <a:ext cx="919213" cy="6960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A9813A5-2023-9371-1175-2347ACB770B1}"/>
              </a:ext>
            </a:extLst>
          </p:cNvPr>
          <p:cNvCxnSpPr>
            <a:cxnSpLocks/>
          </p:cNvCxnSpPr>
          <p:nvPr/>
        </p:nvCxnSpPr>
        <p:spPr>
          <a:xfrm flipH="1" flipV="1">
            <a:off x="3281725" y="2732987"/>
            <a:ext cx="151078" cy="6960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B9834B6-2499-8BF6-5226-A82CBA3B9EEF}"/>
              </a:ext>
            </a:extLst>
          </p:cNvPr>
          <p:cNvCxnSpPr>
            <a:cxnSpLocks/>
          </p:cNvCxnSpPr>
          <p:nvPr/>
        </p:nvCxnSpPr>
        <p:spPr>
          <a:xfrm flipV="1">
            <a:off x="4020687" y="2732986"/>
            <a:ext cx="0" cy="6960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F37AF8E-950B-719D-4AEB-D3BD90737013}"/>
              </a:ext>
            </a:extLst>
          </p:cNvPr>
          <p:cNvCxnSpPr>
            <a:cxnSpLocks/>
          </p:cNvCxnSpPr>
          <p:nvPr/>
        </p:nvCxnSpPr>
        <p:spPr>
          <a:xfrm flipV="1">
            <a:off x="4666934" y="2732986"/>
            <a:ext cx="247157" cy="6960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5E3EA63-B577-339C-FE03-DE4B9786E69D}"/>
              </a:ext>
            </a:extLst>
          </p:cNvPr>
          <p:cNvCxnSpPr>
            <a:cxnSpLocks/>
          </p:cNvCxnSpPr>
          <p:nvPr/>
        </p:nvCxnSpPr>
        <p:spPr>
          <a:xfrm flipV="1">
            <a:off x="5484149" y="2732986"/>
            <a:ext cx="332650" cy="6960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73A71A70-EE81-4E09-BF80-A605B32B4F25}"/>
                  </a:ext>
                </a:extLst>
              </p:cNvPr>
              <p:cNvSpPr txBox="1"/>
              <p:nvPr/>
            </p:nvSpPr>
            <p:spPr>
              <a:xfrm>
                <a:off x="7963074" y="3528390"/>
                <a:ext cx="2815110" cy="120032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Question</a:t>
                </a:r>
              </a:p>
              <a:p>
                <a:pPr algn="ctr"/>
                <a:r>
                  <a:rPr lang="en-US" dirty="0"/>
                  <a:t>How many multiplications does this method do to calculate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16</m:t>
                        </m:r>
                      </m:sup>
                    </m:sSup>
                  </m:oMath>
                </a14:m>
                <a:r>
                  <a:rPr lang="en-US" dirty="0"/>
                  <a:t>?</a:t>
                </a:r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73A71A70-EE81-4E09-BF80-A605B32B4F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63074" y="3528390"/>
                <a:ext cx="2815110" cy="1200329"/>
              </a:xfrm>
              <a:prstGeom prst="rect">
                <a:avLst/>
              </a:prstGeom>
              <a:blipFill>
                <a:blip r:embed="rId3"/>
                <a:stretch>
                  <a:fillRect l="-448" t="-2083" r="-2242" b="-72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9F774687-667E-4980-0293-84520508517D}"/>
              </a:ext>
            </a:extLst>
          </p:cNvPr>
          <p:cNvSpPr txBox="1"/>
          <p:nvPr/>
        </p:nvSpPr>
        <p:spPr>
          <a:xfrm>
            <a:off x="7850857" y="5015547"/>
            <a:ext cx="3039543" cy="147732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4 multiplications</a:t>
            </a:r>
            <a:br>
              <a:rPr lang="en-US" dirty="0"/>
            </a:br>
            <a:r>
              <a:rPr lang="en-US" dirty="0"/>
              <a:t>Compared to 15 for the obvious method.</a:t>
            </a:r>
          </a:p>
          <a:p>
            <a:pPr algn="ctr"/>
            <a:r>
              <a:rPr lang="en-US" dirty="0"/>
              <a:t>The squaring method does 4 times less work in this case.</a:t>
            </a:r>
          </a:p>
        </p:txBody>
      </p:sp>
    </p:spTree>
    <p:extLst>
      <p:ext uri="{BB962C8B-B14F-4D97-AF65-F5344CB8AC3E}">
        <p14:creationId xmlns:p14="http://schemas.microsoft.com/office/powerpoint/2010/main" val="49081200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CAEEF-8A2E-1CD7-5B87-9CA92F8CB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13F9F8-9786-27D5-D7C1-C8D0B711E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Squaring Method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79E5ED8-36B5-C1B6-F7D5-3660E650676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Repeated squaring!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sup>
                    </m:sSup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16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dirty="0"/>
                  <a:t>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32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→ …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dirty="0"/>
                  <a:t>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79E5ED8-36B5-C1B6-F7D5-3660E650676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A768934-4521-8575-9804-8B4E97717E02}"/>
                  </a:ext>
                </a:extLst>
              </p:cNvPr>
              <p:cNvSpPr txBox="1"/>
              <p:nvPr/>
            </p:nvSpPr>
            <p:spPr>
              <a:xfrm>
                <a:off x="7777866" y="1439265"/>
                <a:ext cx="2210962" cy="120032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But what about exponents that are not powers of 2? </a:t>
                </a:r>
                <a:br>
                  <a:rPr lang="en-US" dirty="0"/>
                </a:br>
                <a:r>
                  <a:rPr lang="en-US" dirty="0"/>
                  <a:t>Such as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sup>
                    </m:sSup>
                  </m:oMath>
                </a14:m>
                <a:r>
                  <a:rPr lang="en-US" dirty="0"/>
                  <a:t>?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A768934-4521-8575-9804-8B4E97717E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7866" y="1439265"/>
                <a:ext cx="2210962" cy="1200329"/>
              </a:xfrm>
              <a:prstGeom prst="rect">
                <a:avLst/>
              </a:prstGeom>
              <a:blipFill>
                <a:blip r:embed="rId3"/>
                <a:stretch>
                  <a:fillRect t="-2105" b="-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1501517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14978-A660-14AC-E524-283DFD60E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C0527-14CA-F3AB-3F90-953DC4DEC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Squaring Method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F9D5A61-1CDE-822D-796F-5029020C15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Repeated squaring!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sup>
                    </m:sSup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16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dirty="0"/>
                  <a:t>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32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→ …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dirty="0"/>
                  <a:t>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F9D5A61-1CDE-822D-796F-5029020C15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F4AAD9A-A30A-31BA-4441-195A73227361}"/>
                  </a:ext>
                </a:extLst>
              </p:cNvPr>
              <p:cNvSpPr txBox="1"/>
              <p:nvPr/>
            </p:nvSpPr>
            <p:spPr>
              <a:xfrm>
                <a:off x="7777866" y="1439265"/>
                <a:ext cx="2210962" cy="120032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But what about exponents that are not powers of 2? </a:t>
                </a:r>
                <a:br>
                  <a:rPr lang="en-US" dirty="0"/>
                </a:br>
                <a:r>
                  <a:rPr lang="en-US" dirty="0"/>
                  <a:t>Such as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sup>
                    </m:sSup>
                  </m:oMath>
                </a14:m>
                <a:r>
                  <a:rPr lang="en-US" dirty="0"/>
                  <a:t>?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F4AAD9A-A30A-31BA-4441-195A732273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7866" y="1439265"/>
                <a:ext cx="2210962" cy="1200329"/>
              </a:xfrm>
              <a:prstGeom prst="rect">
                <a:avLst/>
              </a:prstGeom>
              <a:blipFill>
                <a:blip r:embed="rId3"/>
                <a:stretch>
                  <a:fillRect t="-2105" b="-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E396177-3000-9973-72C5-551DEB0715AC}"/>
                  </a:ext>
                </a:extLst>
              </p:cNvPr>
              <p:cNvSpPr txBox="1"/>
              <p:nvPr/>
            </p:nvSpPr>
            <p:spPr>
              <a:xfrm>
                <a:off x="7603435" y="3061252"/>
                <a:ext cx="2259721" cy="52809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p>
                      </m:sSup>
                      <m:r>
                        <a:rPr lang="en-CA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  <m:r>
                        <a:rPr lang="en-CA" sz="2800" b="0" i="1" smtClean="0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</m:oMathPara>
                </a14:m>
                <a:endParaRPr lang="en-CA" sz="2800" b="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E396177-3000-9973-72C5-551DEB0715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3435" y="3061252"/>
                <a:ext cx="2259721" cy="52809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587BB5B-FB84-5DA7-BE00-1C6D86F1AD60}"/>
                  </a:ext>
                </a:extLst>
              </p:cNvPr>
              <p:cNvSpPr txBox="1"/>
              <p:nvPr/>
            </p:nvSpPr>
            <p:spPr>
              <a:xfrm>
                <a:off x="9988828" y="3063752"/>
                <a:ext cx="2068500" cy="525593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sz="1400" dirty="0"/>
                  <a:t>If we calculate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</m:oMath>
                </a14:m>
                <a:r>
                  <a:rPr lang="en-CA" sz="1400" dirty="0"/>
                  <a:t>, we can square it to get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sup>
                    </m:sSup>
                  </m:oMath>
                </a14:m>
                <a:r>
                  <a:rPr lang="en-CA" sz="1400" dirty="0"/>
                  <a:t>.</a:t>
                </a:r>
                <a:endParaRPr lang="en-US" sz="14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587BB5B-FB84-5DA7-BE00-1C6D86F1AD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8828" y="3063752"/>
                <a:ext cx="2068500" cy="525593"/>
              </a:xfrm>
              <a:prstGeom prst="rect">
                <a:avLst/>
              </a:prstGeom>
              <a:blipFill>
                <a:blip r:embed="rId5"/>
                <a:stretch>
                  <a:fillRect t="-2381" b="-119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5017058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6D4FD-6F7B-4B56-ACE8-1ED99F99E4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CF1E07-F213-B368-C4FB-9BC3C61E4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Squaring Method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D7AB3CC-4D32-0923-CC62-E008EA3CE4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Repeated squaring!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sup>
                    </m:sSup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16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dirty="0"/>
                  <a:t>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32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→ …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dirty="0"/>
                  <a:t>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D7AB3CC-4D32-0923-CC62-E008EA3CE4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6CE9274-6B0E-51FE-BD43-3A70B4D697BC}"/>
                  </a:ext>
                </a:extLst>
              </p:cNvPr>
              <p:cNvSpPr txBox="1"/>
              <p:nvPr/>
            </p:nvSpPr>
            <p:spPr>
              <a:xfrm>
                <a:off x="7777866" y="1439265"/>
                <a:ext cx="2210962" cy="120032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But what about exponents that are not powers of 2? </a:t>
                </a:r>
                <a:br>
                  <a:rPr lang="en-US" dirty="0"/>
                </a:br>
                <a:r>
                  <a:rPr lang="en-US" dirty="0"/>
                  <a:t>Such as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sup>
                    </m:sSup>
                  </m:oMath>
                </a14:m>
                <a:r>
                  <a:rPr lang="en-US" dirty="0"/>
                  <a:t>?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6CE9274-6B0E-51FE-BD43-3A70B4D697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7866" y="1439265"/>
                <a:ext cx="2210962" cy="1200329"/>
              </a:xfrm>
              <a:prstGeom prst="rect">
                <a:avLst/>
              </a:prstGeom>
              <a:blipFill>
                <a:blip r:embed="rId3"/>
                <a:stretch>
                  <a:fillRect t="-2105" b="-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680046C-828D-654B-C2E2-F4B7089D27DB}"/>
                  </a:ext>
                </a:extLst>
              </p:cNvPr>
              <p:cNvSpPr txBox="1"/>
              <p:nvPr/>
            </p:nvSpPr>
            <p:spPr>
              <a:xfrm>
                <a:off x="7603435" y="3061252"/>
                <a:ext cx="2259721" cy="52809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p>
                      </m:sSup>
                      <m:r>
                        <a:rPr lang="en-CA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  <m:r>
                        <a:rPr lang="en-CA" sz="2800" b="0" i="1" smtClean="0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</m:oMathPara>
                </a14:m>
                <a:endParaRPr lang="en-CA" sz="2800" b="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680046C-828D-654B-C2E2-F4B7089D27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3435" y="3061252"/>
                <a:ext cx="2259721" cy="52809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CA08AAC-5129-26A0-D41B-8E6F69AF8892}"/>
                  </a:ext>
                </a:extLst>
              </p:cNvPr>
              <p:cNvSpPr txBox="1"/>
              <p:nvPr/>
            </p:nvSpPr>
            <p:spPr>
              <a:xfrm>
                <a:off x="9988828" y="3063752"/>
                <a:ext cx="2068500" cy="525593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sz="1400" dirty="0"/>
                  <a:t>If we calculate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</m:oMath>
                </a14:m>
                <a:r>
                  <a:rPr lang="en-CA" sz="1400" dirty="0"/>
                  <a:t>, we can square it to get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sup>
                    </m:sSup>
                  </m:oMath>
                </a14:m>
                <a:r>
                  <a:rPr lang="en-CA" sz="1400" dirty="0"/>
                  <a:t>.</a:t>
                </a:r>
                <a:endParaRPr lang="en-US" sz="14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CA08AAC-5129-26A0-D41B-8E6F69AF88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8828" y="3063752"/>
                <a:ext cx="2068500" cy="525593"/>
              </a:xfrm>
              <a:prstGeom prst="rect">
                <a:avLst/>
              </a:prstGeom>
              <a:blipFill>
                <a:blip r:embed="rId5"/>
                <a:stretch>
                  <a:fillRect t="-2381" b="-119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C87CBBE-3528-0C57-9D66-EDD9C63B5554}"/>
                  </a:ext>
                </a:extLst>
              </p:cNvPr>
              <p:cNvSpPr txBox="1"/>
              <p:nvPr/>
            </p:nvSpPr>
            <p:spPr>
              <a:xfrm>
                <a:off x="5534934" y="4299516"/>
                <a:ext cx="2068500" cy="307777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sz="1400" dirty="0"/>
                  <a:t>How can we get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</m:oMath>
                </a14:m>
                <a:r>
                  <a:rPr lang="en-CA" sz="1400" dirty="0"/>
                  <a:t>?</a:t>
                </a:r>
                <a:endParaRPr lang="en-US" sz="14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C87CBBE-3528-0C57-9D66-EDD9C63B55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4934" y="4299516"/>
                <a:ext cx="2068500" cy="307777"/>
              </a:xfrm>
              <a:prstGeom prst="rect">
                <a:avLst/>
              </a:prstGeom>
              <a:blipFill>
                <a:blip r:embed="rId6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9304476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11EAB-865F-1ADD-F11C-052E543BB8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478E5F-6E38-C595-7DDA-9E3DE41A9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Squaring Method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6CA02D-A86E-7982-D36D-D3EB65A8538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Repeated squaring!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sup>
                    </m:sSup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16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dirty="0"/>
                  <a:t>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32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→ …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dirty="0"/>
                  <a:t>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6CA02D-A86E-7982-D36D-D3EB65A8538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7027109-2B07-F4FA-94B4-176FC4220053}"/>
                  </a:ext>
                </a:extLst>
              </p:cNvPr>
              <p:cNvSpPr txBox="1"/>
              <p:nvPr/>
            </p:nvSpPr>
            <p:spPr>
              <a:xfrm>
                <a:off x="7777866" y="1439265"/>
                <a:ext cx="2210962" cy="120032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But what about exponents that are not powers of 2? </a:t>
                </a:r>
                <a:br>
                  <a:rPr lang="en-US" dirty="0"/>
                </a:br>
                <a:r>
                  <a:rPr lang="en-US" dirty="0"/>
                  <a:t>Such as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sup>
                    </m:sSup>
                  </m:oMath>
                </a14:m>
                <a:r>
                  <a:rPr lang="en-US" dirty="0"/>
                  <a:t>?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7027109-2B07-F4FA-94B4-176FC42200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7866" y="1439265"/>
                <a:ext cx="2210962" cy="1200329"/>
              </a:xfrm>
              <a:prstGeom prst="rect">
                <a:avLst/>
              </a:prstGeom>
              <a:blipFill>
                <a:blip r:embed="rId3"/>
                <a:stretch>
                  <a:fillRect t="-2105" b="-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7E351A1-8097-6061-3784-4948DE651710}"/>
                  </a:ext>
                </a:extLst>
              </p:cNvPr>
              <p:cNvSpPr txBox="1"/>
              <p:nvPr/>
            </p:nvSpPr>
            <p:spPr>
              <a:xfrm>
                <a:off x="7603435" y="3061252"/>
                <a:ext cx="2259721" cy="52809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p>
                      </m:sSup>
                      <m:r>
                        <a:rPr lang="en-CA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  <m:r>
                        <a:rPr lang="en-CA" sz="2800" b="0" i="1" smtClean="0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</m:oMathPara>
                </a14:m>
                <a:endParaRPr lang="en-CA" sz="2800" b="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7E351A1-8097-6061-3784-4948DE6517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3435" y="3061252"/>
                <a:ext cx="2259721" cy="52809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09CF1A4-25E2-364D-355C-49AE0D1E6F7E}"/>
                  </a:ext>
                </a:extLst>
              </p:cNvPr>
              <p:cNvSpPr txBox="1"/>
              <p:nvPr/>
            </p:nvSpPr>
            <p:spPr>
              <a:xfrm>
                <a:off x="9988828" y="3063752"/>
                <a:ext cx="2068500" cy="525593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sz="1400" dirty="0"/>
                  <a:t>If we calculate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</m:oMath>
                </a14:m>
                <a:r>
                  <a:rPr lang="en-CA" sz="1400" dirty="0"/>
                  <a:t>, we can square it to get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sup>
                    </m:sSup>
                  </m:oMath>
                </a14:m>
                <a:r>
                  <a:rPr lang="en-CA" sz="1400" dirty="0"/>
                  <a:t>.</a:t>
                </a:r>
                <a:endParaRPr lang="en-US" sz="14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09CF1A4-25E2-364D-355C-49AE0D1E6F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8828" y="3063752"/>
                <a:ext cx="2068500" cy="525593"/>
              </a:xfrm>
              <a:prstGeom prst="rect">
                <a:avLst/>
              </a:prstGeom>
              <a:blipFill>
                <a:blip r:embed="rId5"/>
                <a:stretch>
                  <a:fillRect t="-2381" b="-119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8B735C1-D44F-A826-B992-EA587EFFDCC8}"/>
                  </a:ext>
                </a:extLst>
              </p:cNvPr>
              <p:cNvSpPr txBox="1"/>
              <p:nvPr/>
            </p:nvSpPr>
            <p:spPr>
              <a:xfrm>
                <a:off x="5534934" y="4299516"/>
                <a:ext cx="2068500" cy="307777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sz="1400" dirty="0"/>
                  <a:t>How can we get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</m:oMath>
                </a14:m>
                <a:r>
                  <a:rPr lang="en-CA" sz="1400" dirty="0"/>
                  <a:t>?</a:t>
                </a:r>
                <a:endParaRPr lang="en-US" sz="14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8B735C1-D44F-A826-B992-EA587EFFDC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4934" y="4299516"/>
                <a:ext cx="2068500" cy="307777"/>
              </a:xfrm>
              <a:prstGeom prst="rect">
                <a:avLst/>
              </a:prstGeom>
              <a:blipFill>
                <a:blip r:embed="rId6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AA4F9C1-E74B-1A5D-EB03-286EEF13693C}"/>
                  </a:ext>
                </a:extLst>
              </p:cNvPr>
              <p:cNvSpPr txBox="1"/>
              <p:nvPr/>
            </p:nvSpPr>
            <p:spPr>
              <a:xfrm>
                <a:off x="7603434" y="4189358"/>
                <a:ext cx="3898054" cy="52809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  <m:r>
                        <a:rPr lang="en-CA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p>
                            <m:sSupPr>
                              <m:ctrlPr>
                                <a:rPr lang="en-CA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CA" sz="28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CA" sz="28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p>
                          </m:s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CA" sz="2800" b="0" i="1" smtClean="0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CA" sz="2800" b="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AA4F9C1-E74B-1A5D-EB03-286EEF1369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3434" y="4189358"/>
                <a:ext cx="3898054" cy="52809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2137837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98B8B-8368-8A18-B9C0-AFFDB529E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9BAE79-629F-647D-4306-0A91EDAD1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Squaring Method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66DB26D-0FA8-DE0A-93BE-30F8D87B5CC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Repeated squaring!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sup>
                    </m:sSup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16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dirty="0"/>
                  <a:t>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32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→ …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dirty="0"/>
                  <a:t>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66DB26D-0FA8-DE0A-93BE-30F8D87B5CC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A989F63-FC58-9A24-1DB5-163154D4B427}"/>
                  </a:ext>
                </a:extLst>
              </p:cNvPr>
              <p:cNvSpPr txBox="1"/>
              <p:nvPr/>
            </p:nvSpPr>
            <p:spPr>
              <a:xfrm>
                <a:off x="7777866" y="1439265"/>
                <a:ext cx="2210962" cy="120032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But what about exponents that are not powers of 2? </a:t>
                </a:r>
                <a:br>
                  <a:rPr lang="en-US" dirty="0"/>
                </a:br>
                <a:r>
                  <a:rPr lang="en-US" dirty="0"/>
                  <a:t>Such as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sup>
                    </m:sSup>
                  </m:oMath>
                </a14:m>
                <a:r>
                  <a:rPr lang="en-US" dirty="0"/>
                  <a:t>?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A989F63-FC58-9A24-1DB5-163154D4B4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7866" y="1439265"/>
                <a:ext cx="2210962" cy="1200329"/>
              </a:xfrm>
              <a:prstGeom prst="rect">
                <a:avLst/>
              </a:prstGeom>
              <a:blipFill>
                <a:blip r:embed="rId3"/>
                <a:stretch>
                  <a:fillRect t="-2105" b="-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F80C03D-09E3-F0B4-FE81-ED3D5E6A882F}"/>
                  </a:ext>
                </a:extLst>
              </p:cNvPr>
              <p:cNvSpPr txBox="1"/>
              <p:nvPr/>
            </p:nvSpPr>
            <p:spPr>
              <a:xfrm>
                <a:off x="7603435" y="3061252"/>
                <a:ext cx="2259721" cy="52809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p>
                      </m:sSup>
                      <m:r>
                        <a:rPr lang="en-CA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  <m:r>
                        <a:rPr lang="en-CA" sz="2800" b="0" i="1" smtClean="0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</m:oMathPara>
                </a14:m>
                <a:endParaRPr lang="en-CA" sz="2800" b="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F80C03D-09E3-F0B4-FE81-ED3D5E6A88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3435" y="3061252"/>
                <a:ext cx="2259721" cy="52809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966D72E-C245-4527-B775-08CAA0410198}"/>
                  </a:ext>
                </a:extLst>
              </p:cNvPr>
              <p:cNvSpPr txBox="1"/>
              <p:nvPr/>
            </p:nvSpPr>
            <p:spPr>
              <a:xfrm>
                <a:off x="9988828" y="3063752"/>
                <a:ext cx="2068500" cy="525593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sz="1400" dirty="0"/>
                  <a:t>If we calculate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</m:oMath>
                </a14:m>
                <a:r>
                  <a:rPr lang="en-CA" sz="1400" dirty="0"/>
                  <a:t>, we can square it to get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sup>
                    </m:sSup>
                  </m:oMath>
                </a14:m>
                <a:r>
                  <a:rPr lang="en-CA" sz="1400" dirty="0"/>
                  <a:t>.</a:t>
                </a:r>
                <a:endParaRPr lang="en-US" sz="14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966D72E-C245-4527-B775-08CAA04101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8828" y="3063752"/>
                <a:ext cx="2068500" cy="525593"/>
              </a:xfrm>
              <a:prstGeom prst="rect">
                <a:avLst/>
              </a:prstGeom>
              <a:blipFill>
                <a:blip r:embed="rId5"/>
                <a:stretch>
                  <a:fillRect t="-2381" b="-119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12BBE8-CF82-BC9D-B343-C0C13AB62F54}"/>
                  </a:ext>
                </a:extLst>
              </p:cNvPr>
              <p:cNvSpPr txBox="1"/>
              <p:nvPr/>
            </p:nvSpPr>
            <p:spPr>
              <a:xfrm>
                <a:off x="5534934" y="4299516"/>
                <a:ext cx="2068500" cy="307777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sz="1400" dirty="0"/>
                  <a:t>How can we get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</m:oMath>
                </a14:m>
                <a:r>
                  <a:rPr lang="en-CA" sz="1400" dirty="0"/>
                  <a:t>?</a:t>
                </a:r>
                <a:endParaRPr lang="en-US" sz="14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12BBE8-CF82-BC9D-B343-C0C13AB62F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4934" y="4299516"/>
                <a:ext cx="2068500" cy="307777"/>
              </a:xfrm>
              <a:prstGeom prst="rect">
                <a:avLst/>
              </a:prstGeom>
              <a:blipFill>
                <a:blip r:embed="rId6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5913AE5-47FC-D263-B34B-CE9F4F2E72C2}"/>
                  </a:ext>
                </a:extLst>
              </p:cNvPr>
              <p:cNvSpPr txBox="1"/>
              <p:nvPr/>
            </p:nvSpPr>
            <p:spPr>
              <a:xfrm>
                <a:off x="7603434" y="4189358"/>
                <a:ext cx="3898054" cy="52809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  <m:r>
                        <a:rPr lang="en-CA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p>
                            <m:sSupPr>
                              <m:ctrlPr>
                                <a:rPr lang="en-CA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CA" sz="28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CA" sz="28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p>
                          </m:s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CA" sz="2800" b="0" i="1" smtClean="0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CA" sz="2800" b="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5913AE5-47FC-D263-B34B-CE9F4F2E72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3434" y="4189358"/>
                <a:ext cx="3898054" cy="52809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4176A46-F56B-98FD-FD18-3915FA615F9E}"/>
                  </a:ext>
                </a:extLst>
              </p:cNvPr>
              <p:cNvSpPr txBox="1"/>
              <p:nvPr/>
            </p:nvSpPr>
            <p:spPr>
              <a:xfrm>
                <a:off x="8147601" y="4852388"/>
                <a:ext cx="1659459" cy="738664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sz="1400" dirty="0"/>
                  <a:t>5 is odd, so we “take out” one </a:t>
                </a:r>
                <a14:m>
                  <m:oMath xmlns:m="http://schemas.openxmlformats.org/officeDocument/2006/math">
                    <m:r>
                      <a:rPr lang="en-CA" sz="14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CA" sz="1400" dirty="0"/>
                  <a:t> to get </a:t>
                </a:r>
                <a14:m>
                  <m:oMath xmlns:m="http://schemas.openxmlformats.org/officeDocument/2006/math">
                    <m:r>
                      <a:rPr lang="en-CA" sz="14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CA" sz="1400" dirty="0"/>
                  <a:t> times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  <a:r>
                  <a:rPr lang="en-CA" sz="1400" dirty="0"/>
                  <a:t>.</a:t>
                </a:r>
                <a:endParaRPr lang="en-US" sz="140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4176A46-F56B-98FD-FD18-3915FA615F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47601" y="4852388"/>
                <a:ext cx="1659459" cy="738664"/>
              </a:xfrm>
              <a:prstGeom prst="rect">
                <a:avLst/>
              </a:prstGeom>
              <a:blipFill>
                <a:blip r:embed="rId8"/>
                <a:stretch>
                  <a:fillRect t="-1695" r="-1515" b="-8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0E1320B-3E79-C61D-39FD-CC79E0D8C23D}"/>
                  </a:ext>
                </a:extLst>
              </p:cNvPr>
              <p:cNvSpPr txBox="1"/>
              <p:nvPr/>
            </p:nvSpPr>
            <p:spPr>
              <a:xfrm>
                <a:off x="10055540" y="4852388"/>
                <a:ext cx="1659459" cy="52322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sz="1400" dirty="0"/>
                  <a:t>We calculate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  <a:r>
                  <a:rPr lang="en-CA" sz="1400" dirty="0"/>
                  <a:t> by square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CA" sz="1400" dirty="0"/>
                  <a:t>.</a:t>
                </a:r>
                <a:endParaRPr lang="en-US" sz="14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0E1320B-3E79-C61D-39FD-CC79E0D8C2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5540" y="4852388"/>
                <a:ext cx="1659459" cy="523220"/>
              </a:xfrm>
              <a:prstGeom prst="rect">
                <a:avLst/>
              </a:prstGeom>
              <a:blipFill>
                <a:blip r:embed="rId9"/>
                <a:stretch>
                  <a:fillRect l="-763" t="-2381" r="-2290" b="-119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940037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227DA0-ECF6-A151-8DFE-4695F48C85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A427F6-8027-C7C0-15EA-D130B450F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Squaring Method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522D7DF-B0E2-EFAA-CADC-E7FC859B57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Repeated squaring!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sup>
                    </m:sSup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16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dirty="0"/>
                  <a:t>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32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→ …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dirty="0"/>
                  <a:t>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522D7DF-B0E2-EFAA-CADC-E7FC859B57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E25DBC7-9738-D700-C501-CB478C1B4C7B}"/>
                  </a:ext>
                </a:extLst>
              </p:cNvPr>
              <p:cNvSpPr txBox="1"/>
              <p:nvPr/>
            </p:nvSpPr>
            <p:spPr>
              <a:xfrm>
                <a:off x="7777866" y="1439265"/>
                <a:ext cx="2210962" cy="120032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But what about exponents that are not powers of 2? </a:t>
                </a:r>
                <a:br>
                  <a:rPr lang="en-US" dirty="0"/>
                </a:br>
                <a:r>
                  <a:rPr lang="en-US" dirty="0"/>
                  <a:t>Such as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sup>
                    </m:sSup>
                  </m:oMath>
                </a14:m>
                <a:r>
                  <a:rPr lang="en-US" dirty="0"/>
                  <a:t>?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E25DBC7-9738-D700-C501-CB478C1B4C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7866" y="1439265"/>
                <a:ext cx="2210962" cy="1200329"/>
              </a:xfrm>
              <a:prstGeom prst="rect">
                <a:avLst/>
              </a:prstGeom>
              <a:blipFill>
                <a:blip r:embed="rId3"/>
                <a:stretch>
                  <a:fillRect t="-2105" b="-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5733457-BD7F-B88A-D1F6-FF6310CE5E38}"/>
                  </a:ext>
                </a:extLst>
              </p:cNvPr>
              <p:cNvSpPr txBox="1"/>
              <p:nvPr/>
            </p:nvSpPr>
            <p:spPr>
              <a:xfrm>
                <a:off x="7603435" y="3061252"/>
                <a:ext cx="2259721" cy="52809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p>
                      </m:sSup>
                      <m:r>
                        <a:rPr lang="en-CA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  <m:r>
                        <a:rPr lang="en-CA" sz="2800" b="0" i="1" smtClean="0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</m:oMathPara>
                </a14:m>
                <a:endParaRPr lang="en-CA" sz="2800" b="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5733457-BD7F-B88A-D1F6-FF6310CE5E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3435" y="3061252"/>
                <a:ext cx="2259721" cy="52809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B1779A8-24A0-0415-7C04-8CEFA3401DBC}"/>
                  </a:ext>
                </a:extLst>
              </p:cNvPr>
              <p:cNvSpPr txBox="1"/>
              <p:nvPr/>
            </p:nvSpPr>
            <p:spPr>
              <a:xfrm>
                <a:off x="9988828" y="3063752"/>
                <a:ext cx="2068500" cy="525593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sz="1400" dirty="0"/>
                  <a:t>If we calculate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</m:oMath>
                </a14:m>
                <a:r>
                  <a:rPr lang="en-CA" sz="1400" dirty="0"/>
                  <a:t>, we can square it to get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sup>
                    </m:sSup>
                  </m:oMath>
                </a14:m>
                <a:r>
                  <a:rPr lang="en-CA" sz="1400" dirty="0"/>
                  <a:t>.</a:t>
                </a:r>
                <a:endParaRPr lang="en-US" sz="14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B1779A8-24A0-0415-7C04-8CEFA3401D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8828" y="3063752"/>
                <a:ext cx="2068500" cy="525593"/>
              </a:xfrm>
              <a:prstGeom prst="rect">
                <a:avLst/>
              </a:prstGeom>
              <a:blipFill>
                <a:blip r:embed="rId5"/>
                <a:stretch>
                  <a:fillRect t="-2381" b="-119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485D4C9-DCC8-9747-9C4C-2A1C13688225}"/>
                  </a:ext>
                </a:extLst>
              </p:cNvPr>
              <p:cNvSpPr txBox="1"/>
              <p:nvPr/>
            </p:nvSpPr>
            <p:spPr>
              <a:xfrm>
                <a:off x="5534934" y="4299516"/>
                <a:ext cx="2068500" cy="307777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sz="1400" dirty="0"/>
                  <a:t>How can we get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</m:oMath>
                </a14:m>
                <a:r>
                  <a:rPr lang="en-CA" sz="1400" dirty="0"/>
                  <a:t>?</a:t>
                </a:r>
                <a:endParaRPr lang="en-US" sz="1400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485D4C9-DCC8-9747-9C4C-2A1C136882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4934" y="4299516"/>
                <a:ext cx="2068500" cy="307777"/>
              </a:xfrm>
              <a:prstGeom prst="rect">
                <a:avLst/>
              </a:prstGeom>
              <a:blipFill>
                <a:blip r:embed="rId6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18D1122-6AD2-6B49-4D5C-59F0993FB85C}"/>
                  </a:ext>
                </a:extLst>
              </p:cNvPr>
              <p:cNvSpPr txBox="1"/>
              <p:nvPr/>
            </p:nvSpPr>
            <p:spPr>
              <a:xfrm>
                <a:off x="7603434" y="4189358"/>
                <a:ext cx="3898054" cy="52809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  <m:r>
                        <a:rPr lang="en-CA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p>
                            <m:sSupPr>
                              <m:ctrlPr>
                                <a:rPr lang="en-CA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CA" sz="28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CA" sz="28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p>
                          </m:s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CA" sz="2800" b="0" i="1" smtClean="0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CA" sz="2800" b="0" dirty="0"/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18D1122-6AD2-6B49-4D5C-59F0993FB8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3434" y="4189358"/>
                <a:ext cx="3898054" cy="52809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7F78D47-09D2-11CB-9EDE-9DD597BDA16D}"/>
                  </a:ext>
                </a:extLst>
              </p:cNvPr>
              <p:cNvSpPr txBox="1"/>
              <p:nvPr/>
            </p:nvSpPr>
            <p:spPr>
              <a:xfrm>
                <a:off x="8147601" y="4852388"/>
                <a:ext cx="1659459" cy="738664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sz="1400" dirty="0"/>
                  <a:t>5 is odd, so we “take out” one </a:t>
                </a:r>
                <a14:m>
                  <m:oMath xmlns:m="http://schemas.openxmlformats.org/officeDocument/2006/math">
                    <m:r>
                      <a:rPr lang="en-CA" sz="14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CA" sz="1400" dirty="0"/>
                  <a:t> to get </a:t>
                </a:r>
                <a14:m>
                  <m:oMath xmlns:m="http://schemas.openxmlformats.org/officeDocument/2006/math">
                    <m:r>
                      <a:rPr lang="en-CA" sz="14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CA" sz="1400" dirty="0"/>
                  <a:t> times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  <a:r>
                  <a:rPr lang="en-CA" sz="1400" dirty="0"/>
                  <a:t>.</a:t>
                </a:r>
                <a:endParaRPr lang="en-US" sz="1400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7F78D47-09D2-11CB-9EDE-9DD597BDA1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47601" y="4852388"/>
                <a:ext cx="1659459" cy="738664"/>
              </a:xfrm>
              <a:prstGeom prst="rect">
                <a:avLst/>
              </a:prstGeom>
              <a:blipFill>
                <a:blip r:embed="rId8"/>
                <a:stretch>
                  <a:fillRect t="-1695" r="-1515" b="-8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ED9012F-BC7A-6B0A-3170-F0DF4C576E43}"/>
                  </a:ext>
                </a:extLst>
              </p:cNvPr>
              <p:cNvSpPr txBox="1"/>
              <p:nvPr/>
            </p:nvSpPr>
            <p:spPr>
              <a:xfrm>
                <a:off x="10055540" y="4852388"/>
                <a:ext cx="1659459" cy="52322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sz="1400" dirty="0"/>
                  <a:t>We calculate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  <a:r>
                  <a:rPr lang="en-CA" sz="1400" dirty="0"/>
                  <a:t> by square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CA" sz="1400" dirty="0"/>
                  <a:t>.</a:t>
                </a:r>
                <a:endParaRPr lang="en-US" sz="1400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ED9012F-BC7A-6B0A-3170-F0DF4C576E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5540" y="4852388"/>
                <a:ext cx="1659459" cy="523220"/>
              </a:xfrm>
              <a:prstGeom prst="rect">
                <a:avLst/>
              </a:prstGeom>
              <a:blipFill>
                <a:blip r:embed="rId9"/>
                <a:stretch>
                  <a:fillRect l="-763" t="-2381" r="-2290" b="-119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C962B11-2429-728B-DFF4-FE8F7B24C614}"/>
                  </a:ext>
                </a:extLst>
              </p:cNvPr>
              <p:cNvSpPr txBox="1"/>
              <p:nvPr/>
            </p:nvSpPr>
            <p:spPr>
              <a:xfrm>
                <a:off x="7603435" y="5912916"/>
                <a:ext cx="209974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CA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CA" sz="2800" b="0" i="1" smtClean="0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</m:oMath>
                  </m:oMathPara>
                </a14:m>
                <a:endParaRPr lang="en-CA" sz="2800" b="0" dirty="0"/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C962B11-2429-728B-DFF4-FE8F7B24C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3435" y="5912916"/>
                <a:ext cx="2099741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3F4A46D2-97BA-E244-4927-15002B3C739D}"/>
              </a:ext>
            </a:extLst>
          </p:cNvPr>
          <p:cNvSpPr txBox="1"/>
          <p:nvPr/>
        </p:nvSpPr>
        <p:spPr>
          <a:xfrm>
            <a:off x="6389461" y="6020637"/>
            <a:ext cx="1213973" cy="30777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sz="1400" dirty="0"/>
              <a:t>Final case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24615435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E00945-69BB-5560-8BA8-5ADA55E62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FB6E2C-79ED-2D9A-3FF5-F89A307B4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Squaring Method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22A52A2-5575-1E46-4AD5-AABF9DEC59BA}"/>
                  </a:ext>
                </a:extLst>
              </p:cNvPr>
              <p:cNvSpPr txBox="1"/>
              <p:nvPr/>
            </p:nvSpPr>
            <p:spPr>
              <a:xfrm>
                <a:off x="7777866" y="1439265"/>
                <a:ext cx="2210962" cy="120032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But what about exponents that are not powers of 2? </a:t>
                </a:r>
                <a:br>
                  <a:rPr lang="en-US" dirty="0"/>
                </a:br>
                <a:r>
                  <a:rPr lang="en-US" dirty="0"/>
                  <a:t>Such as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sup>
                    </m:sSup>
                  </m:oMath>
                </a14:m>
                <a:r>
                  <a:rPr lang="en-US" dirty="0"/>
                  <a:t>?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22A52A2-5575-1E46-4AD5-AABF9DEC59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7866" y="1439265"/>
                <a:ext cx="2210962" cy="1200329"/>
              </a:xfrm>
              <a:prstGeom prst="rect">
                <a:avLst/>
              </a:prstGeom>
              <a:blipFill>
                <a:blip r:embed="rId2"/>
                <a:stretch>
                  <a:fillRect t="-2105" b="-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6D0E84D-0727-5E7F-A248-28B29BC2DD59}"/>
                  </a:ext>
                </a:extLst>
              </p:cNvPr>
              <p:cNvSpPr txBox="1"/>
              <p:nvPr/>
            </p:nvSpPr>
            <p:spPr>
              <a:xfrm>
                <a:off x="7603435" y="3061252"/>
                <a:ext cx="2259721" cy="52809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p>
                      </m:sSup>
                      <m:r>
                        <a:rPr lang="en-CA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  <m:r>
                        <a:rPr lang="en-CA" sz="2800" b="0" i="1" smtClean="0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</m:oMathPara>
                </a14:m>
                <a:endParaRPr lang="en-CA" sz="2800" b="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6D0E84D-0727-5E7F-A248-28B29BC2DD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3435" y="3061252"/>
                <a:ext cx="2259721" cy="52809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797A6E1-480B-59B1-4643-04C259478E81}"/>
                  </a:ext>
                </a:extLst>
              </p:cNvPr>
              <p:cNvSpPr txBox="1"/>
              <p:nvPr/>
            </p:nvSpPr>
            <p:spPr>
              <a:xfrm>
                <a:off x="9988828" y="3063752"/>
                <a:ext cx="2068500" cy="525593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sz="1400" dirty="0"/>
                  <a:t>If we calculate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</m:oMath>
                </a14:m>
                <a:r>
                  <a:rPr lang="en-CA" sz="1400" dirty="0"/>
                  <a:t>, we can square it to get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sup>
                    </m:sSup>
                  </m:oMath>
                </a14:m>
                <a:r>
                  <a:rPr lang="en-CA" sz="1400" dirty="0"/>
                  <a:t>.</a:t>
                </a:r>
                <a:endParaRPr lang="en-US" sz="14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797A6E1-480B-59B1-4643-04C259478E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8828" y="3063752"/>
                <a:ext cx="2068500" cy="525593"/>
              </a:xfrm>
              <a:prstGeom prst="rect">
                <a:avLst/>
              </a:prstGeom>
              <a:blipFill>
                <a:blip r:embed="rId4"/>
                <a:stretch>
                  <a:fillRect t="-2381" b="-119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355E875-7F82-3637-EDE9-7CFD8F009CA3}"/>
                  </a:ext>
                </a:extLst>
              </p:cNvPr>
              <p:cNvSpPr txBox="1"/>
              <p:nvPr/>
            </p:nvSpPr>
            <p:spPr>
              <a:xfrm>
                <a:off x="5534934" y="4299516"/>
                <a:ext cx="2068500" cy="307777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sz="1400" dirty="0"/>
                  <a:t>How can we get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</m:oMath>
                </a14:m>
                <a:r>
                  <a:rPr lang="en-CA" sz="1400" dirty="0"/>
                  <a:t>?</a:t>
                </a:r>
                <a:endParaRPr lang="en-US" sz="1400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355E875-7F82-3637-EDE9-7CFD8F009C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4934" y="4299516"/>
                <a:ext cx="2068500" cy="307777"/>
              </a:xfrm>
              <a:prstGeom prst="rect">
                <a:avLst/>
              </a:prstGeom>
              <a:blipFill>
                <a:blip r:embed="rId5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3B95E3F-B666-FE07-BCBE-E37F7E396F8E}"/>
                  </a:ext>
                </a:extLst>
              </p:cNvPr>
              <p:cNvSpPr txBox="1"/>
              <p:nvPr/>
            </p:nvSpPr>
            <p:spPr>
              <a:xfrm>
                <a:off x="7603434" y="4189358"/>
                <a:ext cx="3898054" cy="52809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  <m:r>
                        <a:rPr lang="en-CA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p>
                            <m:sSupPr>
                              <m:ctrlPr>
                                <a:rPr lang="en-CA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CA" sz="28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CA" sz="28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p>
                          </m:s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CA" sz="2800" b="0" i="1" smtClean="0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CA" sz="2800" b="0" dirty="0"/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3B95E3F-B666-FE07-BCBE-E37F7E396F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3434" y="4189358"/>
                <a:ext cx="3898054" cy="52809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40E858C-1AE6-19B2-3AC0-1CF11ECA3C56}"/>
                  </a:ext>
                </a:extLst>
              </p:cNvPr>
              <p:cNvSpPr txBox="1"/>
              <p:nvPr/>
            </p:nvSpPr>
            <p:spPr>
              <a:xfrm>
                <a:off x="8147601" y="4852388"/>
                <a:ext cx="1659459" cy="738664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sz="1400" dirty="0"/>
                  <a:t>5 is odd, so we “take out” one </a:t>
                </a:r>
                <a14:m>
                  <m:oMath xmlns:m="http://schemas.openxmlformats.org/officeDocument/2006/math">
                    <m:r>
                      <a:rPr lang="en-CA" sz="14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CA" sz="1400" dirty="0"/>
                  <a:t> to get </a:t>
                </a:r>
                <a14:m>
                  <m:oMath xmlns:m="http://schemas.openxmlformats.org/officeDocument/2006/math">
                    <m:r>
                      <a:rPr lang="en-CA" sz="14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CA" sz="1400" dirty="0"/>
                  <a:t> times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  <a:r>
                  <a:rPr lang="en-CA" sz="1400" dirty="0"/>
                  <a:t>.</a:t>
                </a:r>
                <a:endParaRPr lang="en-US" sz="1400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40E858C-1AE6-19B2-3AC0-1CF11ECA3C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47601" y="4852388"/>
                <a:ext cx="1659459" cy="738664"/>
              </a:xfrm>
              <a:prstGeom prst="rect">
                <a:avLst/>
              </a:prstGeom>
              <a:blipFill>
                <a:blip r:embed="rId7"/>
                <a:stretch>
                  <a:fillRect t="-1695" r="-1515" b="-8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2B83333-247A-5A6C-5D95-B54ADD01238A}"/>
                  </a:ext>
                </a:extLst>
              </p:cNvPr>
              <p:cNvSpPr txBox="1"/>
              <p:nvPr/>
            </p:nvSpPr>
            <p:spPr>
              <a:xfrm>
                <a:off x="10055540" y="4852388"/>
                <a:ext cx="1659459" cy="52322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sz="1400" dirty="0"/>
                  <a:t>We calculate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  <a:r>
                  <a:rPr lang="en-CA" sz="1400" dirty="0"/>
                  <a:t> by square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CA" sz="1400" dirty="0"/>
                  <a:t>.</a:t>
                </a:r>
                <a:endParaRPr lang="en-US" sz="1400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2B83333-247A-5A6C-5D95-B54ADD0123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5540" y="4852388"/>
                <a:ext cx="1659459" cy="523220"/>
              </a:xfrm>
              <a:prstGeom prst="rect">
                <a:avLst/>
              </a:prstGeom>
              <a:blipFill>
                <a:blip r:embed="rId8"/>
                <a:stretch>
                  <a:fillRect l="-763" t="-2381" r="-2290" b="-119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BE62CBB-AE99-7CC9-13FB-E568B4B907A6}"/>
                  </a:ext>
                </a:extLst>
              </p:cNvPr>
              <p:cNvSpPr txBox="1"/>
              <p:nvPr/>
            </p:nvSpPr>
            <p:spPr>
              <a:xfrm>
                <a:off x="7603435" y="5912916"/>
                <a:ext cx="209974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CA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CA" sz="2800" b="0" i="1" smtClean="0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</m:oMath>
                  </m:oMathPara>
                </a14:m>
                <a:endParaRPr lang="en-CA" sz="2800" b="0" dirty="0"/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BE62CBB-AE99-7CC9-13FB-E568B4B907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3435" y="5912916"/>
                <a:ext cx="2099741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520EFD7C-6B01-BF9C-8CF0-76A94819F3E9}"/>
              </a:ext>
            </a:extLst>
          </p:cNvPr>
          <p:cNvSpPr txBox="1"/>
          <p:nvPr/>
        </p:nvSpPr>
        <p:spPr>
          <a:xfrm>
            <a:off x="6389461" y="6020637"/>
            <a:ext cx="1213973" cy="30777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sz="1400" dirty="0"/>
              <a:t>Final case</a:t>
            </a:r>
            <a:endParaRPr lang="en-US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8FF6484-78FD-BC02-A948-8007F0733FA1}"/>
                  </a:ext>
                </a:extLst>
              </p:cNvPr>
              <p:cNvSpPr txBox="1"/>
              <p:nvPr/>
            </p:nvSpPr>
            <p:spPr>
              <a:xfrm>
                <a:off x="402278" y="2344837"/>
                <a:ext cx="4372992" cy="1960921"/>
              </a:xfrm>
              <a:prstGeom prst="rect">
                <a:avLst/>
              </a:prstGeom>
              <a:noFill/>
              <a:ln>
                <a:solidFill>
                  <a:srgbClr val="92D050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CA" sz="4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      =1</m:t>
                      </m:r>
                    </m:oMath>
                  </m:oMathPara>
                </a14:m>
                <a:endParaRPr lang="en-CA" sz="4000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CA" sz="4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    =</m:t>
                      </m:r>
                      <m:sSup>
                        <m:sSupPr>
                          <m:ctrlPr>
                            <a:rPr lang="en-CA" sz="4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CA" sz="4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</m:oMath>
                  </m:oMathPara>
                </a14:m>
                <a:endParaRPr lang="en-CA" sz="4000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CA" sz="4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p>
                      </m:sSup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CA" sz="4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CA" sz="4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</m:oMath>
                  </m:oMathPara>
                </a14:m>
                <a:endParaRPr lang="en-US" sz="400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8FF6484-78FD-BC02-A948-8007F0733F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278" y="2344837"/>
                <a:ext cx="4372992" cy="1960921"/>
              </a:xfrm>
              <a:prstGeom prst="rect">
                <a:avLst/>
              </a:prstGeom>
              <a:blipFill>
                <a:blip r:embed="rId10"/>
                <a:stretch>
                  <a:fillRect l="-578" t="-641"/>
                </a:stretch>
              </a:blipFill>
              <a:ln>
                <a:solidFill>
                  <a:srgbClr val="92D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0CF4BE4-35EF-C77B-633F-E0A87F5351B5}"/>
                  </a:ext>
                </a:extLst>
              </p:cNvPr>
              <p:cNvSpPr txBox="1"/>
              <p:nvPr/>
            </p:nvSpPr>
            <p:spPr>
              <a:xfrm>
                <a:off x="690512" y="4660633"/>
                <a:ext cx="2769380" cy="92333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dirty="0"/>
                  <a:t>This way of calculating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CA" dirty="0"/>
                  <a:t> can be written as a recurrence relation.</a:t>
                </a:r>
                <a:endParaRPr lang="en-US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0CF4BE4-35EF-C77B-633F-E0A87F5351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512" y="4660633"/>
                <a:ext cx="2769380" cy="923330"/>
              </a:xfrm>
              <a:prstGeom prst="rect">
                <a:avLst/>
              </a:prstGeom>
              <a:blipFill>
                <a:blip r:embed="rId11"/>
                <a:stretch>
                  <a:fillRect l="-457" t="-4110" b="-95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8206089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3E1702-8494-D48C-1109-661D550AB0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202436-058F-FBC2-6F56-BF63A1A4AC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Squaring Method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D7E099A-C1F1-D62A-077C-41F7270A7033}"/>
                  </a:ext>
                </a:extLst>
              </p:cNvPr>
              <p:cNvSpPr txBox="1"/>
              <p:nvPr/>
            </p:nvSpPr>
            <p:spPr>
              <a:xfrm>
                <a:off x="402278" y="2344837"/>
                <a:ext cx="4372992" cy="1960921"/>
              </a:xfrm>
              <a:prstGeom prst="rect">
                <a:avLst/>
              </a:prstGeom>
              <a:noFill/>
              <a:ln>
                <a:solidFill>
                  <a:srgbClr val="92D050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CA" sz="4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      =1</m:t>
                      </m:r>
                    </m:oMath>
                  </m:oMathPara>
                </a14:m>
                <a:endParaRPr lang="en-CA" sz="4000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CA" sz="4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    =</m:t>
                      </m:r>
                      <m:sSup>
                        <m:sSupPr>
                          <m:ctrlPr>
                            <a:rPr lang="en-CA" sz="4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CA" sz="4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</m:oMath>
                  </m:oMathPara>
                </a14:m>
                <a:endParaRPr lang="en-CA" sz="4000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CA" sz="4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p>
                      </m:sSup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CA" sz="4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CA" sz="4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</m:oMath>
                  </m:oMathPara>
                </a14:m>
                <a:endParaRPr lang="en-US" sz="400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D7E099A-C1F1-D62A-077C-41F7270A70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278" y="2344837"/>
                <a:ext cx="4372992" cy="1960921"/>
              </a:xfrm>
              <a:prstGeom prst="rect">
                <a:avLst/>
              </a:prstGeom>
              <a:blipFill>
                <a:blip r:embed="rId2"/>
                <a:stretch>
                  <a:fillRect l="-578" t="-641"/>
                </a:stretch>
              </a:blipFill>
              <a:ln>
                <a:solidFill>
                  <a:srgbClr val="92D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AEDBDF1-362E-75B3-37B6-242E65A7607B}"/>
                  </a:ext>
                </a:extLst>
              </p:cNvPr>
              <p:cNvSpPr txBox="1"/>
              <p:nvPr/>
            </p:nvSpPr>
            <p:spPr>
              <a:xfrm>
                <a:off x="5365217" y="1421507"/>
                <a:ext cx="2605966" cy="92333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b="1" dirty="0"/>
                  <a:t>Base case</a:t>
                </a:r>
                <a:r>
                  <a:rPr lang="en-CA" dirty="0"/>
                  <a:t>, i.e. stopping rule. We could also include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AEDBDF1-362E-75B3-37B6-242E65A760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65217" y="1421507"/>
                <a:ext cx="2605966" cy="923330"/>
              </a:xfrm>
              <a:prstGeom prst="rect">
                <a:avLst/>
              </a:prstGeom>
              <a:blipFill>
                <a:blip r:embed="rId3"/>
                <a:stretch>
                  <a:fillRect l="-971" t="-2703" r="-485" b="-94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C7C71B2-E5C5-8F2C-3F13-1B656EE2DA8A}"/>
              </a:ext>
            </a:extLst>
          </p:cNvPr>
          <p:cNvCxnSpPr>
            <a:cxnSpLocks/>
            <a:stCxn id="3" idx="1"/>
          </p:cNvCxnSpPr>
          <p:nvPr/>
        </p:nvCxnSpPr>
        <p:spPr>
          <a:xfrm flipH="1">
            <a:off x="2683565" y="1883172"/>
            <a:ext cx="2681652" cy="7407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5231E5CA-7075-9F09-A587-0F47CDB70F5D}"/>
              </a:ext>
            </a:extLst>
          </p:cNvPr>
          <p:cNvSpPr txBox="1"/>
          <p:nvPr/>
        </p:nvSpPr>
        <p:spPr>
          <a:xfrm>
            <a:off x="5754757" y="2813985"/>
            <a:ext cx="2605966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Even exponent </a:t>
            </a:r>
            <a:r>
              <a:rPr lang="en-CA" dirty="0"/>
              <a:t>case</a:t>
            </a:r>
            <a:br>
              <a:rPr lang="en-CA" b="1" dirty="0"/>
            </a:br>
            <a:r>
              <a:rPr lang="en-CA" dirty="0"/>
              <a:t>A recursive case.</a:t>
            </a:r>
            <a:endParaRPr lang="en-US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D9DEBFF-8D18-AE1C-E576-08E496A28A5F}"/>
              </a:ext>
            </a:extLst>
          </p:cNvPr>
          <p:cNvCxnSpPr>
            <a:cxnSpLocks/>
          </p:cNvCxnSpPr>
          <p:nvPr/>
        </p:nvCxnSpPr>
        <p:spPr>
          <a:xfrm flipH="1" flipV="1">
            <a:off x="3856383" y="3275650"/>
            <a:ext cx="1898374" cy="24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CCBFCDAC-302E-49EC-9224-88D95BD07345}"/>
              </a:ext>
            </a:extLst>
          </p:cNvPr>
          <p:cNvSpPr txBox="1"/>
          <p:nvPr/>
        </p:nvSpPr>
        <p:spPr>
          <a:xfrm>
            <a:off x="5754757" y="4014302"/>
            <a:ext cx="2605966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Odd exponent </a:t>
            </a:r>
            <a:r>
              <a:rPr lang="en-CA" dirty="0"/>
              <a:t>case</a:t>
            </a:r>
            <a:br>
              <a:rPr lang="en-CA" b="1" dirty="0"/>
            </a:br>
            <a:r>
              <a:rPr lang="en-CA" dirty="0"/>
              <a:t>A recursive case.</a:t>
            </a:r>
            <a:endParaRPr lang="en-US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B6AE0F9-AD5D-D722-FA80-2A2F382BBABE}"/>
              </a:ext>
            </a:extLst>
          </p:cNvPr>
          <p:cNvCxnSpPr>
            <a:cxnSpLocks/>
            <a:stCxn id="17" idx="1"/>
          </p:cNvCxnSpPr>
          <p:nvPr/>
        </p:nvCxnSpPr>
        <p:spPr>
          <a:xfrm flipH="1" flipV="1">
            <a:off x="4522304" y="4028487"/>
            <a:ext cx="1232453" cy="3089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400690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F207A6-FC5E-FC90-01DB-AE645C83B4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F4DDA3-06D4-7B7C-8006-22C26F0BC4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Squaring Method Performance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6FF740-93BB-BBC7-D742-5A1BB04C1C5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711687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It’s not obvious how many multiplications the squaring method does to calculate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, so lets look at some data …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6FF740-93BB-BBC7-D742-5A1BB04C1C5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711687" cy="4351338"/>
              </a:xfrm>
              <a:blipFill>
                <a:blip r:embed="rId2"/>
                <a:stretch>
                  <a:fillRect l="-2222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E008191F-57D3-EE1F-A22A-5B2DEE2A192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02251054"/>
                  </p:ext>
                </p:extLst>
              </p:nvPr>
            </p:nvGraphicFramePr>
            <p:xfrm>
              <a:off x="7678795" y="1299370"/>
              <a:ext cx="4115998" cy="44500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85172">
                      <a:extLst>
                        <a:ext uri="{9D8B030D-6E8A-4147-A177-3AD203B41FA5}">
                          <a16:colId xmlns:a16="http://schemas.microsoft.com/office/drawing/2014/main" val="892898959"/>
                        </a:ext>
                      </a:extLst>
                    </a:gridCol>
                    <a:gridCol w="815008">
                      <a:extLst>
                        <a:ext uri="{9D8B030D-6E8A-4147-A177-3AD203B41FA5}">
                          <a16:colId xmlns:a16="http://schemas.microsoft.com/office/drawing/2014/main" val="828841577"/>
                        </a:ext>
                      </a:extLst>
                    </a:gridCol>
                    <a:gridCol w="2315818">
                      <a:extLst>
                        <a:ext uri="{9D8B030D-6E8A-4147-A177-3AD203B41FA5}">
                          <a16:colId xmlns:a16="http://schemas.microsoft.com/office/drawing/2014/main" val="250553920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Power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Value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# multiplications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803071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3496018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2130515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4969278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621542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3371061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32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5869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64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4567601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7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128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547017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256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821588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512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1378832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1024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7125170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E008191F-57D3-EE1F-A22A-5B2DEE2A192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02251054"/>
                  </p:ext>
                </p:extLst>
              </p:nvPr>
            </p:nvGraphicFramePr>
            <p:xfrm>
              <a:off x="7678795" y="1299370"/>
              <a:ext cx="4115998" cy="44500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85172">
                      <a:extLst>
                        <a:ext uri="{9D8B030D-6E8A-4147-A177-3AD203B41FA5}">
                          <a16:colId xmlns:a16="http://schemas.microsoft.com/office/drawing/2014/main" val="892898959"/>
                        </a:ext>
                      </a:extLst>
                    </a:gridCol>
                    <a:gridCol w="815008">
                      <a:extLst>
                        <a:ext uri="{9D8B030D-6E8A-4147-A177-3AD203B41FA5}">
                          <a16:colId xmlns:a16="http://schemas.microsoft.com/office/drawing/2014/main" val="828841577"/>
                        </a:ext>
                      </a:extLst>
                    </a:gridCol>
                    <a:gridCol w="2315818">
                      <a:extLst>
                        <a:ext uri="{9D8B030D-6E8A-4147-A177-3AD203B41FA5}">
                          <a16:colId xmlns:a16="http://schemas.microsoft.com/office/drawing/2014/main" val="250553920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Power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Value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# multiplications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803071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282" t="-103333" r="-320513" b="-10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3496018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282" t="-210345" r="-320513" b="-9344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2130515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282" t="-310345" r="-320513" b="-8344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4969278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282" t="-410345" r="-320513" b="-7344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621542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282" t="-493333" r="-320513" b="-61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3371061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282" t="-613793" r="-320513" b="-53103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32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5869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282" t="-713793" r="-320513" b="-43103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64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4567601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282" t="-813793" r="-320513" b="-33103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128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547017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282" t="-883333" r="-320513" b="-22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256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821588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282" t="-1017241" r="-320513" b="-1275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512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1378832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282" t="-1117241" r="-320513" b="-275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1024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7125170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419207561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27B6E-EE82-AAC5-5BB7-F75D07672C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Squaring Method Performance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795738A-D6EA-D424-C62F-2A0372295F1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711687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It’s not obvious how many multiplications the squaring method does to calculate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, so lets look at some data …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795738A-D6EA-D424-C62F-2A0372295F1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711687" cy="4351338"/>
              </a:xfrm>
              <a:blipFill>
                <a:blip r:embed="rId2"/>
                <a:stretch>
                  <a:fillRect l="-2222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9" name="Table 8">
                <a:extLst>
                  <a:ext uri="{FF2B5EF4-FFF2-40B4-BE49-F238E27FC236}">
                    <a16:creationId xmlns:a16="http://schemas.microsoft.com/office/drawing/2014/main" id="{D27607C8-F4C5-77F5-DFF6-1F5FD44AE2D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87343566"/>
                  </p:ext>
                </p:extLst>
              </p:nvPr>
            </p:nvGraphicFramePr>
            <p:xfrm>
              <a:off x="7678795" y="1299370"/>
              <a:ext cx="4115998" cy="44500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85172">
                      <a:extLst>
                        <a:ext uri="{9D8B030D-6E8A-4147-A177-3AD203B41FA5}">
                          <a16:colId xmlns:a16="http://schemas.microsoft.com/office/drawing/2014/main" val="892898959"/>
                        </a:ext>
                      </a:extLst>
                    </a:gridCol>
                    <a:gridCol w="815008">
                      <a:extLst>
                        <a:ext uri="{9D8B030D-6E8A-4147-A177-3AD203B41FA5}">
                          <a16:colId xmlns:a16="http://schemas.microsoft.com/office/drawing/2014/main" val="828841577"/>
                        </a:ext>
                      </a:extLst>
                    </a:gridCol>
                    <a:gridCol w="2315818">
                      <a:extLst>
                        <a:ext uri="{9D8B030D-6E8A-4147-A177-3AD203B41FA5}">
                          <a16:colId xmlns:a16="http://schemas.microsoft.com/office/drawing/2014/main" val="250553920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Power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Value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# multiplications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803071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3496018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2130515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4969278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621542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3371061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32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5869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64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4567601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7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128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547017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256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821588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512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1378832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1024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7125170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9" name="Table 8">
                <a:extLst>
                  <a:ext uri="{FF2B5EF4-FFF2-40B4-BE49-F238E27FC236}">
                    <a16:creationId xmlns:a16="http://schemas.microsoft.com/office/drawing/2014/main" id="{D27607C8-F4C5-77F5-DFF6-1F5FD44AE2D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87343566"/>
                  </p:ext>
                </p:extLst>
              </p:nvPr>
            </p:nvGraphicFramePr>
            <p:xfrm>
              <a:off x="7678795" y="1299370"/>
              <a:ext cx="4115998" cy="44500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85172">
                      <a:extLst>
                        <a:ext uri="{9D8B030D-6E8A-4147-A177-3AD203B41FA5}">
                          <a16:colId xmlns:a16="http://schemas.microsoft.com/office/drawing/2014/main" val="892898959"/>
                        </a:ext>
                      </a:extLst>
                    </a:gridCol>
                    <a:gridCol w="815008">
                      <a:extLst>
                        <a:ext uri="{9D8B030D-6E8A-4147-A177-3AD203B41FA5}">
                          <a16:colId xmlns:a16="http://schemas.microsoft.com/office/drawing/2014/main" val="828841577"/>
                        </a:ext>
                      </a:extLst>
                    </a:gridCol>
                    <a:gridCol w="2315818">
                      <a:extLst>
                        <a:ext uri="{9D8B030D-6E8A-4147-A177-3AD203B41FA5}">
                          <a16:colId xmlns:a16="http://schemas.microsoft.com/office/drawing/2014/main" val="250553920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Power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Value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# multiplications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803071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282" t="-103333" r="-320513" b="-10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3496018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282" t="-210345" r="-320513" b="-9344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2130515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282" t="-310345" r="-320513" b="-8344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4969278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282" t="-410345" r="-320513" b="-7344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621542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282" t="-493333" r="-320513" b="-61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3371061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282" t="-613793" r="-320513" b="-53103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32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5869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282" t="-713793" r="-320513" b="-43103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64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4567601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282" t="-813793" r="-320513" b="-33103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128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547017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282" t="-883333" r="-320513" b="-22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256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821588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282" t="-1017241" r="-320513" b="-1275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512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1378832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282" t="-1117241" r="-320513" b="-275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1024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7125170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1A4307A9-4D7A-ABC5-26F0-A86A02BB0088}"/>
              </a:ext>
            </a:extLst>
          </p:cNvPr>
          <p:cNvSpPr/>
          <p:nvPr/>
        </p:nvSpPr>
        <p:spPr>
          <a:xfrm>
            <a:off x="10284582" y="1690688"/>
            <a:ext cx="695739" cy="40237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5EED0E-21C8-D0CF-6463-59AE32FC3AC6}"/>
              </a:ext>
            </a:extLst>
          </p:cNvPr>
          <p:cNvSpPr txBox="1"/>
          <p:nvPr/>
        </p:nvSpPr>
        <p:spPr>
          <a:xfrm>
            <a:off x="9469573" y="5763923"/>
            <a:ext cx="2325755" cy="9233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Can you see a pattern in the number of multiplications?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523621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ED142E-29AF-A64F-F083-2A95608D8F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Squaring Method Performance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717FD9-50D3-1656-15BE-817CC1644F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pattern doesn’t seem obvious (to me!).</a:t>
            </a:r>
          </a:p>
          <a:p>
            <a:pPr marL="0" indent="0">
              <a:buNone/>
            </a:pPr>
            <a:r>
              <a:rPr lang="en-US" dirty="0"/>
              <a:t>So lets try printing out other information …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… maybe we should print which recursive rule we call, i.e. either the even exponent or the odd exponent …</a:t>
            </a:r>
          </a:p>
        </p:txBody>
      </p:sp>
    </p:spTree>
    <p:extLst>
      <p:ext uri="{BB962C8B-B14F-4D97-AF65-F5344CB8AC3E}">
        <p14:creationId xmlns:p14="http://schemas.microsoft.com/office/powerpoint/2010/main" val="151864909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64FBCF-48DF-AC5A-2E9D-8E830F1640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Squaring Method Performance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7CFCEF-4308-3E75-80F7-5393EAAA95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Try running the code on the previous slide before continuing …</a:t>
            </a:r>
          </a:p>
          <a:p>
            <a:pPr marL="0" indent="0">
              <a:buNone/>
            </a:pPr>
            <a:r>
              <a:rPr lang="en-US" dirty="0"/>
              <a:t>There is a surprise that you can find in the code for fast powers …</a:t>
            </a:r>
          </a:p>
        </p:txBody>
      </p:sp>
    </p:spTree>
    <p:extLst>
      <p:ext uri="{BB962C8B-B14F-4D97-AF65-F5344CB8AC3E}">
        <p14:creationId xmlns:p14="http://schemas.microsoft.com/office/powerpoint/2010/main" val="324392116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99125-631A-E91E-FBAB-5BA7BC8C08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Squaring Method Performance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CB35DC-3D6B-9939-9204-14ECDA8A838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The fast power algorithm secretly calculates the binary representation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when it calculates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!</a:t>
                </a:r>
              </a:p>
              <a:p>
                <a:pPr marL="0" indent="0">
                  <a:buNone/>
                </a:pPr>
                <a:r>
                  <a:rPr lang="en-US" dirty="0"/>
                  <a:t>While surprising, it also the key to understanding it’s performance.</a:t>
                </a:r>
              </a:p>
              <a:p>
                <a:pPr marL="0" indent="0">
                  <a:buNone/>
                </a:pPr>
                <a:r>
                  <a:rPr lang="en-US" dirty="0"/>
                  <a:t>Each bit in the binary expansion corresponds to 1 or 2 multiplications</a:t>
                </a:r>
              </a:p>
              <a:p>
                <a:r>
                  <a:rPr lang="en-US" dirty="0"/>
                  <a:t>A 0-bit means 1 multiplication was done (the even case)</a:t>
                </a:r>
              </a:p>
              <a:p>
                <a:r>
                  <a:rPr lang="en-US" dirty="0"/>
                  <a:t>A 1-bit means 2 multiplications were done (the odd case)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CB35DC-3D6B-9939-9204-14ECDA8A838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3077092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131D1-25A9-C15E-D866-126B5ECE39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FF4C43-F0E5-F5F4-9E69-C7408961CB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Squaring Method Performance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9821DDA-AD79-7F9F-E065-04B6B99390E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The fast power algorithm secretly calculates the binary representation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when it calculates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!</a:t>
                </a:r>
              </a:p>
              <a:p>
                <a:pPr marL="0" indent="0">
                  <a:buNone/>
                </a:pPr>
                <a:r>
                  <a:rPr lang="en-US" dirty="0"/>
                  <a:t>While surprising, it also the key to understanding it’s performance.</a:t>
                </a:r>
              </a:p>
              <a:p>
                <a:pPr marL="0" indent="0">
                  <a:buNone/>
                </a:pPr>
                <a:r>
                  <a:rPr lang="en-US" dirty="0"/>
                  <a:t>Each bit in the binary expansion corresponds to 1 or 2 multiplications</a:t>
                </a:r>
              </a:p>
              <a:p>
                <a:r>
                  <a:rPr lang="en-US" dirty="0"/>
                  <a:t>A 0-bit means 1 multiplication was done (the even case)</a:t>
                </a:r>
              </a:p>
              <a:p>
                <a:r>
                  <a:rPr lang="en-US" dirty="0"/>
                  <a:t>A 1-bit means 2 multiplications were done (the odd case)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9821DDA-AD79-7F9F-E065-04B6B99390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DC42E693-939E-9237-32AE-0F1E7FC7D4E7}"/>
              </a:ext>
            </a:extLst>
          </p:cNvPr>
          <p:cNvSpPr txBox="1"/>
          <p:nvPr/>
        </p:nvSpPr>
        <p:spPr>
          <a:xfrm>
            <a:off x="198784" y="5292546"/>
            <a:ext cx="2740780" cy="12003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Question</a:t>
            </a:r>
            <a:br>
              <a:rPr lang="en-CA" dirty="0"/>
            </a:br>
            <a:r>
              <a:rPr lang="en-CA" dirty="0"/>
              <a:t>Assuming the </a:t>
            </a:r>
            <a:r>
              <a:rPr lang="en-CA" i="1" dirty="0"/>
              <a:t>worst case</a:t>
            </a:r>
            <a:r>
              <a:rPr lang="en-CA" dirty="0"/>
              <a:t>, how many multiplications are done?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58331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A2798E-874D-7A3A-2316-579180AD26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8CCEA4-36D3-94BD-AE4A-CBF893922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Squaring Method Performance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C70C45-CF44-8F85-1C00-17CCD9C119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The fast power algorithm secretly calculates the binary representation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when it calculates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!</a:t>
                </a:r>
              </a:p>
              <a:p>
                <a:pPr marL="0" indent="0">
                  <a:buNone/>
                </a:pPr>
                <a:r>
                  <a:rPr lang="en-US" dirty="0"/>
                  <a:t>While surprising, it also the key to understanding it’s performance.</a:t>
                </a:r>
              </a:p>
              <a:p>
                <a:pPr marL="0" indent="0">
                  <a:buNone/>
                </a:pPr>
                <a:r>
                  <a:rPr lang="en-US" dirty="0"/>
                  <a:t>Each bit in the binary expansion corresponds to 1 or 2 multiplications</a:t>
                </a:r>
              </a:p>
              <a:p>
                <a:r>
                  <a:rPr lang="en-US" dirty="0"/>
                  <a:t>A 0-bit means 1 multiplication was done (the even case)</a:t>
                </a:r>
              </a:p>
              <a:p>
                <a:r>
                  <a:rPr lang="en-US" dirty="0"/>
                  <a:t>A 1-bit means 2 multiplications were done (the odd case)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C70C45-CF44-8F85-1C00-17CCD9C119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126CD8FE-1439-4CFA-FF3A-AC4EEA297AB0}"/>
              </a:ext>
            </a:extLst>
          </p:cNvPr>
          <p:cNvSpPr txBox="1"/>
          <p:nvPr/>
        </p:nvSpPr>
        <p:spPr>
          <a:xfrm>
            <a:off x="198784" y="5292546"/>
            <a:ext cx="2740780" cy="12003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Question</a:t>
            </a:r>
            <a:br>
              <a:rPr lang="en-CA" dirty="0"/>
            </a:br>
            <a:r>
              <a:rPr lang="en-CA" dirty="0"/>
              <a:t>Assuming the </a:t>
            </a:r>
            <a:r>
              <a:rPr lang="en-CA" i="1" dirty="0"/>
              <a:t>worst case</a:t>
            </a:r>
            <a:r>
              <a:rPr lang="en-CA" dirty="0"/>
              <a:t>, how many multiplications are done?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D61213-0607-DDF3-471E-1EAD4001E555}"/>
              </a:ext>
            </a:extLst>
          </p:cNvPr>
          <p:cNvSpPr txBox="1"/>
          <p:nvPr/>
        </p:nvSpPr>
        <p:spPr>
          <a:xfrm>
            <a:off x="3171986" y="5569545"/>
            <a:ext cx="3028120" cy="6463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At worst</a:t>
            </a:r>
            <a:r>
              <a:rPr lang="en-CA" dirty="0"/>
              <a:t>, 2 multiplications for each bit.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672212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0148E-E1B3-6F44-12DB-C1596946A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F4AA79-835B-347A-A544-964EBB9216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Squaring Method Performance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C3158A1-B656-AC73-22DB-877B5F4915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The fast power algorithm secretly calculates the binary representation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when it calculates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!</a:t>
                </a:r>
              </a:p>
              <a:p>
                <a:pPr marL="0" indent="0">
                  <a:buNone/>
                </a:pPr>
                <a:r>
                  <a:rPr lang="en-US" dirty="0"/>
                  <a:t>While surprising, it also the key to understanding it’s performance.</a:t>
                </a:r>
              </a:p>
              <a:p>
                <a:pPr marL="0" indent="0">
                  <a:buNone/>
                </a:pPr>
                <a:r>
                  <a:rPr lang="en-US" dirty="0"/>
                  <a:t>Each bit in the binary expansion corresponds to 1 or 2 multiplications</a:t>
                </a:r>
              </a:p>
              <a:p>
                <a:r>
                  <a:rPr lang="en-US" dirty="0"/>
                  <a:t>A 0-bit means 1 multiplication was done (the even case)</a:t>
                </a:r>
              </a:p>
              <a:p>
                <a:r>
                  <a:rPr lang="en-US" dirty="0"/>
                  <a:t>A 1-bit means 2 multiplications were done (the odd case)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C3158A1-B656-AC73-22DB-877B5F4915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5CBC928F-8272-C2CE-0B21-E47948919B10}"/>
              </a:ext>
            </a:extLst>
          </p:cNvPr>
          <p:cNvSpPr txBox="1"/>
          <p:nvPr/>
        </p:nvSpPr>
        <p:spPr>
          <a:xfrm>
            <a:off x="198784" y="5292546"/>
            <a:ext cx="2740780" cy="12003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Question</a:t>
            </a:r>
            <a:br>
              <a:rPr lang="en-CA" dirty="0"/>
            </a:br>
            <a:r>
              <a:rPr lang="en-CA" dirty="0"/>
              <a:t>Assuming the </a:t>
            </a:r>
            <a:r>
              <a:rPr lang="en-CA" i="1" dirty="0"/>
              <a:t>worst case</a:t>
            </a:r>
            <a:r>
              <a:rPr lang="en-CA" dirty="0"/>
              <a:t>, how many multiplications are done?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43CBCD-30CB-BB94-BAD2-1739EBBE3B06}"/>
              </a:ext>
            </a:extLst>
          </p:cNvPr>
          <p:cNvSpPr txBox="1"/>
          <p:nvPr/>
        </p:nvSpPr>
        <p:spPr>
          <a:xfrm>
            <a:off x="3171986" y="5569545"/>
            <a:ext cx="3028120" cy="6463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At worst</a:t>
            </a:r>
            <a:r>
              <a:rPr lang="en-CA" dirty="0"/>
              <a:t>, 2 multiplications for each bit.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A5A5333-E5B7-942B-1DC6-F0285ADFE650}"/>
                  </a:ext>
                </a:extLst>
              </p:cNvPr>
              <p:cNvSpPr txBox="1"/>
              <p:nvPr/>
            </p:nvSpPr>
            <p:spPr>
              <a:xfrm>
                <a:off x="6432528" y="5431045"/>
                <a:ext cx="2740780" cy="92333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b="1" dirty="0"/>
                  <a:t>Question</a:t>
                </a:r>
                <a:br>
                  <a:rPr lang="en-CA" dirty="0"/>
                </a:br>
                <a:r>
                  <a:rPr lang="en-CA" dirty="0"/>
                  <a:t>How many bits are in the binary expansion of </a:t>
                </a:r>
                <a14:m>
                  <m:oMath xmlns:m="http://schemas.openxmlformats.org/officeDocument/2006/math">
                    <m:r>
                      <a:rPr lang="en-CA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CA" dirty="0"/>
                  <a:t>?</a:t>
                </a:r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A5A5333-E5B7-942B-1DC6-F0285ADFE6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2528" y="5431045"/>
                <a:ext cx="2740780" cy="923330"/>
              </a:xfrm>
              <a:prstGeom prst="rect">
                <a:avLst/>
              </a:prstGeom>
              <a:blipFill>
                <a:blip r:embed="rId3"/>
                <a:stretch>
                  <a:fillRect t="-2703" r="-922" b="-94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2659003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45D484-061C-13D4-466C-DCCAAE979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2FB850-D870-1C50-74F9-D64D06B0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Squaring Method Performance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3E1E0B5-4863-378F-DC2A-98DE7003A2D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The fast power algorithm secretly calculates the binary representation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when it calculates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!</a:t>
                </a:r>
              </a:p>
              <a:p>
                <a:pPr marL="0" indent="0">
                  <a:buNone/>
                </a:pPr>
                <a:r>
                  <a:rPr lang="en-US" dirty="0"/>
                  <a:t>While surprising, it also the key to understanding it’s performance.</a:t>
                </a:r>
              </a:p>
              <a:p>
                <a:pPr marL="0" indent="0">
                  <a:buNone/>
                </a:pPr>
                <a:r>
                  <a:rPr lang="en-US" dirty="0"/>
                  <a:t>Each bit in the binary expansion corresponds to 1 or 2 multiplications</a:t>
                </a:r>
              </a:p>
              <a:p>
                <a:r>
                  <a:rPr lang="en-US" dirty="0"/>
                  <a:t>A 0-bit means 1 multiplication was done (the even case)</a:t>
                </a:r>
              </a:p>
              <a:p>
                <a:r>
                  <a:rPr lang="en-US" dirty="0"/>
                  <a:t>A 1-bit means 2 multiplications were done (the odd case)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3E1E0B5-4863-378F-DC2A-98DE7003A2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E7ACDD12-23CC-16E1-DE85-60D19A90C8E4}"/>
              </a:ext>
            </a:extLst>
          </p:cNvPr>
          <p:cNvSpPr txBox="1"/>
          <p:nvPr/>
        </p:nvSpPr>
        <p:spPr>
          <a:xfrm>
            <a:off x="198784" y="5292546"/>
            <a:ext cx="2740780" cy="12003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Question</a:t>
            </a:r>
            <a:br>
              <a:rPr lang="en-CA" dirty="0"/>
            </a:br>
            <a:r>
              <a:rPr lang="en-CA" dirty="0"/>
              <a:t>Assuming the </a:t>
            </a:r>
            <a:r>
              <a:rPr lang="en-CA" i="1" dirty="0"/>
              <a:t>worst case</a:t>
            </a:r>
            <a:r>
              <a:rPr lang="en-CA" dirty="0"/>
              <a:t>, how many multiplications are done?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7EB2F4-614D-0534-B7B1-94B91EF89542}"/>
              </a:ext>
            </a:extLst>
          </p:cNvPr>
          <p:cNvSpPr txBox="1"/>
          <p:nvPr/>
        </p:nvSpPr>
        <p:spPr>
          <a:xfrm>
            <a:off x="3171986" y="5569545"/>
            <a:ext cx="3028120" cy="6463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At worst</a:t>
            </a:r>
            <a:r>
              <a:rPr lang="en-CA" dirty="0"/>
              <a:t>, 2 multiplications for each bit.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D2DBCE7-9A8F-23D8-75BF-0E91AAC7C6D9}"/>
                  </a:ext>
                </a:extLst>
              </p:cNvPr>
              <p:cNvSpPr txBox="1"/>
              <p:nvPr/>
            </p:nvSpPr>
            <p:spPr>
              <a:xfrm>
                <a:off x="6432528" y="5431045"/>
                <a:ext cx="2740780" cy="92333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b="1" dirty="0"/>
                  <a:t>Question</a:t>
                </a:r>
                <a:br>
                  <a:rPr lang="en-CA" dirty="0"/>
                </a:br>
                <a:r>
                  <a:rPr lang="en-CA" dirty="0"/>
                  <a:t>How many bits are in the binary expansion of </a:t>
                </a:r>
                <a14:m>
                  <m:oMath xmlns:m="http://schemas.openxmlformats.org/officeDocument/2006/math">
                    <m:r>
                      <a:rPr lang="en-CA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CA" dirty="0"/>
                  <a:t>?</a:t>
                </a:r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D2DBCE7-9A8F-23D8-75BF-0E91AAC7C6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2528" y="5431045"/>
                <a:ext cx="2740780" cy="923330"/>
              </a:xfrm>
              <a:prstGeom prst="rect">
                <a:avLst/>
              </a:prstGeom>
              <a:blipFill>
                <a:blip r:embed="rId3"/>
                <a:stretch>
                  <a:fillRect t="-2703" r="-922" b="-94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5829340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8480DD-A2FE-74D2-C281-46F7E5B62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A7A88-814F-ECCC-18CC-9174F6DE9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Squaring Method Performance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7A6FBB3-E7BB-A82D-94E6-0E11AC9F08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The fast power algorithm secretly calculates the binary representation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when it calculates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!</a:t>
                </a:r>
              </a:p>
              <a:p>
                <a:pPr marL="0" indent="0">
                  <a:buNone/>
                </a:pPr>
                <a:r>
                  <a:rPr lang="en-US" dirty="0"/>
                  <a:t>While surprising, it also the key to understanding it’s performance.</a:t>
                </a:r>
              </a:p>
              <a:p>
                <a:pPr marL="0" indent="0">
                  <a:buNone/>
                </a:pPr>
                <a:r>
                  <a:rPr lang="en-US" dirty="0"/>
                  <a:t>Each bit in the binary expansion corresponds to 1 or 2 multiplications</a:t>
                </a:r>
              </a:p>
              <a:p>
                <a:r>
                  <a:rPr lang="en-US" dirty="0"/>
                  <a:t>A 0-bit means 1 multiplication was done (the even case)</a:t>
                </a:r>
              </a:p>
              <a:p>
                <a:r>
                  <a:rPr lang="en-US" dirty="0"/>
                  <a:t>A 1-bit means 2 multiplications were done (the odd case)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7A6FBB3-E7BB-A82D-94E6-0E11AC9F08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0320A304-C50E-5327-1E3B-E0B3978ED664}"/>
              </a:ext>
            </a:extLst>
          </p:cNvPr>
          <p:cNvSpPr txBox="1"/>
          <p:nvPr/>
        </p:nvSpPr>
        <p:spPr>
          <a:xfrm>
            <a:off x="198784" y="5292546"/>
            <a:ext cx="2740780" cy="12003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Question</a:t>
            </a:r>
            <a:br>
              <a:rPr lang="en-CA" dirty="0"/>
            </a:br>
            <a:r>
              <a:rPr lang="en-CA" dirty="0"/>
              <a:t>Assuming the </a:t>
            </a:r>
            <a:r>
              <a:rPr lang="en-CA" i="1" dirty="0"/>
              <a:t>worst case</a:t>
            </a:r>
            <a:r>
              <a:rPr lang="en-CA" dirty="0"/>
              <a:t>, how many multiplications are done?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E57100-CC6E-E2CE-9F52-4846C51BC94E}"/>
              </a:ext>
            </a:extLst>
          </p:cNvPr>
          <p:cNvSpPr txBox="1"/>
          <p:nvPr/>
        </p:nvSpPr>
        <p:spPr>
          <a:xfrm>
            <a:off x="3171986" y="5569545"/>
            <a:ext cx="3028120" cy="6463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At worst</a:t>
            </a:r>
            <a:r>
              <a:rPr lang="en-CA" dirty="0"/>
              <a:t>, 2 multiplications for each bit.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91B64F1-1472-19BA-6018-C73E0C1622FB}"/>
                  </a:ext>
                </a:extLst>
              </p:cNvPr>
              <p:cNvSpPr txBox="1"/>
              <p:nvPr/>
            </p:nvSpPr>
            <p:spPr>
              <a:xfrm>
                <a:off x="6432528" y="5431045"/>
                <a:ext cx="2740780" cy="92333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b="1" dirty="0"/>
                  <a:t>Question</a:t>
                </a:r>
                <a:br>
                  <a:rPr lang="en-CA" dirty="0"/>
                </a:br>
                <a:r>
                  <a:rPr lang="en-CA" dirty="0"/>
                  <a:t>How many bits are in the binary expansion of </a:t>
                </a:r>
                <a14:m>
                  <m:oMath xmlns:m="http://schemas.openxmlformats.org/officeDocument/2006/math">
                    <m:r>
                      <a:rPr lang="en-CA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CA" dirty="0"/>
                  <a:t>?</a:t>
                </a:r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91B64F1-1472-19BA-6018-C73E0C1622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2528" y="5431045"/>
                <a:ext cx="2740780" cy="923330"/>
              </a:xfrm>
              <a:prstGeom prst="rect">
                <a:avLst/>
              </a:prstGeom>
              <a:blipFill>
                <a:blip r:embed="rId3"/>
                <a:stretch>
                  <a:fillRect t="-2703" r="-922" b="-94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43ECA53-F0F1-16DA-466D-2A68748E62F6}"/>
                  </a:ext>
                </a:extLst>
              </p:cNvPr>
              <p:cNvSpPr txBox="1"/>
              <p:nvPr/>
            </p:nvSpPr>
            <p:spPr>
              <a:xfrm>
                <a:off x="9405731" y="5569545"/>
                <a:ext cx="2587485" cy="646331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CA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CA" dirty="0"/>
                  <a:t> has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CA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CA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CA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CA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</m:oMath>
                </a14:m>
                <a:r>
                  <a:rPr lang="en-US" dirty="0"/>
                  <a:t> bits in its binary expansion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43ECA53-F0F1-16DA-466D-2A68748E62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05731" y="5569545"/>
                <a:ext cx="2587485" cy="646331"/>
              </a:xfrm>
              <a:prstGeom prst="rect">
                <a:avLst/>
              </a:prstGeom>
              <a:blipFill>
                <a:blip r:embed="rId4"/>
                <a:stretch>
                  <a:fillRect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EF6489E-5E44-EA71-B27D-6CBF5D63C4E2}"/>
                  </a:ext>
                </a:extLst>
              </p:cNvPr>
              <p:cNvSpPr txBox="1"/>
              <p:nvPr/>
            </p:nvSpPr>
            <p:spPr>
              <a:xfrm>
                <a:off x="10137913" y="4410628"/>
                <a:ext cx="1616763" cy="52322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sz="1400" dirty="0"/>
                  <a:t>Precisely:</a:t>
                </a:r>
                <a:br>
                  <a:rPr lang="en-CA" sz="1400" dirty="0"/>
                </a:br>
                <a:r>
                  <a:rPr lang="en-CA" sz="1400" dirty="0"/>
                  <a:t>1 + floor(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CA" sz="140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CA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CA" sz="140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CA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</m:oMath>
                </a14:m>
                <a:r>
                  <a:rPr lang="en-US" sz="1400" dirty="0"/>
                  <a:t>)</a:t>
                </a: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EF6489E-5E44-EA71-B27D-6CBF5D63C4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37913" y="4410628"/>
                <a:ext cx="1616763" cy="523220"/>
              </a:xfrm>
              <a:prstGeom prst="rect">
                <a:avLst/>
              </a:prstGeom>
              <a:blipFill>
                <a:blip r:embed="rId5"/>
                <a:stretch>
                  <a:fillRect t="-2381" b="-119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8FF8255-4D73-E5F6-8255-2C4BAF223AE6}"/>
              </a:ext>
            </a:extLst>
          </p:cNvPr>
          <p:cNvCxnSpPr/>
          <p:nvPr/>
        </p:nvCxnSpPr>
        <p:spPr>
          <a:xfrm>
            <a:off x="10455965" y="4929809"/>
            <a:ext cx="0" cy="7156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036726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C5A89-0AEF-F878-FCA9-0660B5E1E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Squaring Method Performance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5DC21E62-1695-159C-A0B1-6C18927930D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70040622"/>
                  </p:ext>
                </p:extLst>
              </p:nvPr>
            </p:nvGraphicFramePr>
            <p:xfrm>
              <a:off x="484918" y="1711602"/>
              <a:ext cx="1749287" cy="44500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18296">
                      <a:extLst>
                        <a:ext uri="{9D8B030D-6E8A-4147-A177-3AD203B41FA5}">
                          <a16:colId xmlns:a16="http://schemas.microsoft.com/office/drawing/2014/main" val="892898959"/>
                        </a:ext>
                      </a:extLst>
                    </a:gridCol>
                    <a:gridCol w="1230991">
                      <a:extLst>
                        <a:ext uri="{9D8B030D-6E8A-4147-A177-3AD203B41FA5}">
                          <a16:colId xmlns:a16="http://schemas.microsoft.com/office/drawing/2014/main" val="332766527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dirty="0"/>
                            <a:t>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CA" b="0" dirty="0"/>
                            <a:t>binary</a:t>
                          </a:r>
                          <a:endParaRPr lang="en-US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803071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3496018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CA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2130515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CA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4969278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CA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621542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CA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3371061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CA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101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5869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CA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4567601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CA" b="0" i="1" smtClean="0"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111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547017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CA" b="0" i="1" smtClean="0"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1000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821588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CA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1001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1378832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CA" b="0" i="1" smtClean="0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1010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7125170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5DC21E62-1695-159C-A0B1-6C18927930D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70040622"/>
                  </p:ext>
                </p:extLst>
              </p:nvPr>
            </p:nvGraphicFramePr>
            <p:xfrm>
              <a:off x="484918" y="1711602"/>
              <a:ext cx="1749287" cy="44500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18296">
                      <a:extLst>
                        <a:ext uri="{9D8B030D-6E8A-4147-A177-3AD203B41FA5}">
                          <a16:colId xmlns:a16="http://schemas.microsoft.com/office/drawing/2014/main" val="892898959"/>
                        </a:ext>
                      </a:extLst>
                    </a:gridCol>
                    <a:gridCol w="1230991">
                      <a:extLst>
                        <a:ext uri="{9D8B030D-6E8A-4147-A177-3AD203B41FA5}">
                          <a16:colId xmlns:a16="http://schemas.microsoft.com/office/drawing/2014/main" val="332766527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dirty="0"/>
                            <a:t>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CA" b="0" dirty="0"/>
                            <a:t>binary</a:t>
                          </a:r>
                          <a:endParaRPr lang="en-US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803071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439" t="-103333" r="-243902" b="-10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3496018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439" t="-210345" r="-243902" b="-9344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2130515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439" t="-310345" r="-243902" b="-8344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4969278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439" t="-396667" r="-243902" b="-70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621542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439" t="-513793" r="-243902" b="-63103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3371061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439" t="-613793" r="-243902" b="-53103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101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5869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439" t="-690000" r="-243902" b="-41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4567601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439" t="-817241" r="-243902" b="-3275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111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547017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439" t="-917241" r="-243902" b="-2275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1000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821588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439" t="-983333" r="-243902" b="-12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1001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1378832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439" t="-1120690" r="-243902" b="-2413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1010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71251700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2276FCC-5988-745D-908D-1A95AFB9978D}"/>
                  </a:ext>
                </a:extLst>
              </p:cNvPr>
              <p:cNvSpPr txBox="1"/>
              <p:nvPr/>
            </p:nvSpPr>
            <p:spPr>
              <a:xfrm>
                <a:off x="3234525" y="3915728"/>
                <a:ext cx="7772833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4000" i="1" smtClean="0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=1⋅</m:t>
                      </m:r>
                      <m:sSup>
                        <m:sSupPr>
                          <m:ctrlPr>
                            <a:rPr lang="en-CA" sz="4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+0⋅</m:t>
                      </m:r>
                      <m:sSup>
                        <m:sSupPr>
                          <m:ctrlPr>
                            <a:rPr lang="en-CA" sz="4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+0⋅</m:t>
                      </m:r>
                      <m:sSup>
                        <m:sSupPr>
                          <m:ctrlPr>
                            <a:rPr lang="en-CA" sz="4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+1⋅</m:t>
                      </m:r>
                      <m:sSup>
                        <m:sSupPr>
                          <m:ctrlPr>
                            <a:rPr lang="en-CA" sz="4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</m:oMath>
                  </m:oMathPara>
                </a14:m>
                <a:endParaRPr lang="en-CA" sz="4000" b="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2276FCC-5988-745D-908D-1A95AFB997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4525" y="3915728"/>
                <a:ext cx="7772833" cy="7078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CB758C8D-8A73-327D-5432-9B80018444E8}"/>
              </a:ext>
            </a:extLst>
          </p:cNvPr>
          <p:cNvSpPr/>
          <p:nvPr/>
        </p:nvSpPr>
        <p:spPr>
          <a:xfrm>
            <a:off x="4264927" y="4009950"/>
            <a:ext cx="471706" cy="51944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067D652-450F-5699-41A4-7488C9D7915A}"/>
              </a:ext>
            </a:extLst>
          </p:cNvPr>
          <p:cNvSpPr/>
          <p:nvPr/>
        </p:nvSpPr>
        <p:spPr>
          <a:xfrm>
            <a:off x="9555236" y="4018120"/>
            <a:ext cx="471706" cy="51944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7755F6-D34A-7C4B-1B80-A0C98BF374AF}"/>
              </a:ext>
            </a:extLst>
          </p:cNvPr>
          <p:cNvSpPr/>
          <p:nvPr/>
        </p:nvSpPr>
        <p:spPr>
          <a:xfrm>
            <a:off x="7800935" y="4018120"/>
            <a:ext cx="471706" cy="51944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F89C92B-86BF-3584-709B-3D93178E2063}"/>
              </a:ext>
            </a:extLst>
          </p:cNvPr>
          <p:cNvSpPr/>
          <p:nvPr/>
        </p:nvSpPr>
        <p:spPr>
          <a:xfrm>
            <a:off x="6046634" y="4015914"/>
            <a:ext cx="471706" cy="51944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F16CA0E-EDD1-756E-3424-3756B012B787}"/>
              </a:ext>
            </a:extLst>
          </p:cNvPr>
          <p:cNvSpPr txBox="1"/>
          <p:nvPr/>
        </p:nvSpPr>
        <p:spPr>
          <a:xfrm>
            <a:off x="2767601" y="1633657"/>
            <a:ext cx="2740780" cy="9233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In </a:t>
            </a:r>
            <a:r>
              <a:rPr lang="en-CA" b="1" dirty="0"/>
              <a:t>binary </a:t>
            </a:r>
            <a:r>
              <a:rPr lang="en-CA" dirty="0"/>
              <a:t>(</a:t>
            </a:r>
            <a:r>
              <a:rPr lang="en-CA" b="1" dirty="0"/>
              <a:t>base 2</a:t>
            </a:r>
            <a:r>
              <a:rPr lang="en-CA" dirty="0"/>
              <a:t>), the place values of the bits are powers of 2.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C9536AE-0BE6-E85E-E9A2-EE414C7A1589}"/>
                  </a:ext>
                </a:extLst>
              </p:cNvPr>
              <p:cNvSpPr txBox="1"/>
              <p:nvPr/>
            </p:nvSpPr>
            <p:spPr>
              <a:xfrm>
                <a:off x="3234525" y="4726006"/>
                <a:ext cx="7528920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40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   =1⋅8  +0⋅4  +0⋅2  +1⋅1</m:t>
                      </m:r>
                    </m:oMath>
                  </m:oMathPara>
                </a14:m>
                <a:endParaRPr lang="en-CA" sz="4000" b="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C9536AE-0BE6-E85E-E9A2-EE414C7A15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4525" y="4726006"/>
                <a:ext cx="7528920" cy="707886"/>
              </a:xfrm>
              <a:prstGeom prst="rect">
                <a:avLst/>
              </a:prstGeom>
              <a:blipFill>
                <a:blip r:embed="rId4"/>
                <a:stretch>
                  <a:fillRect l="-1010" t="-1786" b="-26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EDBBB71-4356-A7B7-899D-53233004CFB3}"/>
                  </a:ext>
                </a:extLst>
              </p:cNvPr>
              <p:cNvSpPr txBox="1"/>
              <p:nvPr/>
            </p:nvSpPr>
            <p:spPr>
              <a:xfrm>
                <a:off x="3234525" y="5432882"/>
                <a:ext cx="7597913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40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   =      8  +      0  +      0  +      1</m:t>
                      </m:r>
                    </m:oMath>
                  </m:oMathPara>
                </a14:m>
                <a:endParaRPr lang="en-CA" sz="4000" b="0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EDBBB71-4356-A7B7-899D-53233004CF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4525" y="5432882"/>
                <a:ext cx="7597913" cy="707886"/>
              </a:xfrm>
              <a:prstGeom prst="rect">
                <a:avLst/>
              </a:prstGeom>
              <a:blipFill>
                <a:blip r:embed="rId5"/>
                <a:stretch>
                  <a:fillRect l="-1002" b="-245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ctangle 17">
            <a:extLst>
              <a:ext uri="{FF2B5EF4-FFF2-40B4-BE49-F238E27FC236}">
                <a16:creationId xmlns:a16="http://schemas.microsoft.com/office/drawing/2014/main" id="{E978286E-6D5B-4CAE-6A57-EC962CE21717}"/>
              </a:ext>
            </a:extLst>
          </p:cNvPr>
          <p:cNvSpPr/>
          <p:nvPr/>
        </p:nvSpPr>
        <p:spPr>
          <a:xfrm>
            <a:off x="4264927" y="4815639"/>
            <a:ext cx="471706" cy="51944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DD790F5-F2B8-5934-8069-D423008078FC}"/>
              </a:ext>
            </a:extLst>
          </p:cNvPr>
          <p:cNvSpPr/>
          <p:nvPr/>
        </p:nvSpPr>
        <p:spPr>
          <a:xfrm>
            <a:off x="9555236" y="4823809"/>
            <a:ext cx="471706" cy="51944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B6818E9-B0C2-3F84-8E47-D599EA7C6AB3}"/>
              </a:ext>
            </a:extLst>
          </p:cNvPr>
          <p:cNvSpPr/>
          <p:nvPr/>
        </p:nvSpPr>
        <p:spPr>
          <a:xfrm>
            <a:off x="7800935" y="4823809"/>
            <a:ext cx="471706" cy="51944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A5DB050-DC40-9482-219B-724D69A143B7}"/>
              </a:ext>
            </a:extLst>
          </p:cNvPr>
          <p:cNvSpPr/>
          <p:nvPr/>
        </p:nvSpPr>
        <p:spPr>
          <a:xfrm>
            <a:off x="6046634" y="4821603"/>
            <a:ext cx="471706" cy="51944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4E5B37E-5F5C-FCE8-9337-7ECCC1CC7E22}"/>
                  </a:ext>
                </a:extLst>
              </p:cNvPr>
              <p:cNvSpPr txBox="1"/>
              <p:nvPr/>
            </p:nvSpPr>
            <p:spPr>
              <a:xfrm>
                <a:off x="3234525" y="6041956"/>
                <a:ext cx="1547026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40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   =9</m:t>
                      </m:r>
                    </m:oMath>
                  </m:oMathPara>
                </a14:m>
                <a:endParaRPr lang="en-CA" sz="4000" b="0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4E5B37E-5F5C-FCE8-9337-7ECCC1CC7E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4525" y="6041956"/>
                <a:ext cx="1547026" cy="707886"/>
              </a:xfrm>
              <a:prstGeom prst="rect">
                <a:avLst/>
              </a:prstGeom>
              <a:blipFill>
                <a:blip r:embed="rId6"/>
                <a:stretch>
                  <a:fillRect l="-6504" r="-1626" b="-245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7" name="Group 26">
            <a:extLst>
              <a:ext uri="{FF2B5EF4-FFF2-40B4-BE49-F238E27FC236}">
                <a16:creationId xmlns:a16="http://schemas.microsoft.com/office/drawing/2014/main" id="{28358248-C923-AEBE-F6C1-0BD7941C99D8}"/>
              </a:ext>
            </a:extLst>
          </p:cNvPr>
          <p:cNvGrpSpPr/>
          <p:nvPr/>
        </p:nvGrpSpPr>
        <p:grpSpPr>
          <a:xfrm>
            <a:off x="8359186" y="1711602"/>
            <a:ext cx="2130426" cy="707886"/>
            <a:chOff x="7571545" y="1514750"/>
            <a:chExt cx="2130426" cy="707886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AA1D4FA-4E31-327C-985D-A743D344CDAF}"/>
                </a:ext>
              </a:extLst>
            </p:cNvPr>
            <p:cNvSpPr txBox="1"/>
            <p:nvPr/>
          </p:nvSpPr>
          <p:spPr>
            <a:xfrm>
              <a:off x="7571545" y="1514750"/>
              <a:ext cx="458780" cy="707886"/>
            </a:xfrm>
            <a:prstGeom prst="rect">
              <a:avLst/>
            </a:prstGeom>
            <a:noFill/>
            <a:ln>
              <a:solidFill>
                <a:srgbClr val="00206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4000" dirty="0"/>
                <a:t>1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8F7CA2FC-692E-44A1-0F08-F566441744FA}"/>
                </a:ext>
              </a:extLst>
            </p:cNvPr>
            <p:cNvSpPr txBox="1"/>
            <p:nvPr/>
          </p:nvSpPr>
          <p:spPr>
            <a:xfrm>
              <a:off x="8144075" y="1514750"/>
              <a:ext cx="458780" cy="707886"/>
            </a:xfrm>
            <a:prstGeom prst="rect">
              <a:avLst/>
            </a:prstGeom>
            <a:noFill/>
            <a:ln>
              <a:solidFill>
                <a:srgbClr val="00206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4000" dirty="0"/>
                <a:t>0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195A3C3F-C71D-FBA1-C78A-014DE8DAAFC9}"/>
                </a:ext>
              </a:extLst>
            </p:cNvPr>
            <p:cNvSpPr txBox="1"/>
            <p:nvPr/>
          </p:nvSpPr>
          <p:spPr>
            <a:xfrm>
              <a:off x="8696788" y="1514750"/>
              <a:ext cx="458780" cy="707886"/>
            </a:xfrm>
            <a:prstGeom prst="rect">
              <a:avLst/>
            </a:prstGeom>
            <a:noFill/>
            <a:ln>
              <a:solidFill>
                <a:srgbClr val="00206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4000" dirty="0"/>
                <a:t>0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C21D311D-8EFE-DD2C-88FE-5236023345DF}"/>
                </a:ext>
              </a:extLst>
            </p:cNvPr>
            <p:cNvSpPr txBox="1"/>
            <p:nvPr/>
          </p:nvSpPr>
          <p:spPr>
            <a:xfrm>
              <a:off x="9243191" y="1514750"/>
              <a:ext cx="458780" cy="707886"/>
            </a:xfrm>
            <a:prstGeom prst="rect">
              <a:avLst/>
            </a:prstGeom>
            <a:noFill/>
            <a:ln>
              <a:solidFill>
                <a:srgbClr val="00206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4000" dirty="0"/>
                <a:t>1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0B746AE-E96E-BF91-0450-A6A042A1FEB0}"/>
                  </a:ext>
                </a:extLst>
              </p:cNvPr>
              <p:cNvSpPr txBox="1"/>
              <p:nvPr/>
            </p:nvSpPr>
            <p:spPr>
              <a:xfrm>
                <a:off x="8350317" y="2421231"/>
                <a:ext cx="55970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CA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0B746AE-E96E-BF91-0450-A6A042A1FE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0317" y="2421231"/>
                <a:ext cx="559704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7467314-9BDA-C3EB-A974-8C223015D34F}"/>
                  </a:ext>
                </a:extLst>
              </p:cNvPr>
              <p:cNvSpPr txBox="1"/>
              <p:nvPr/>
            </p:nvSpPr>
            <p:spPr>
              <a:xfrm>
                <a:off x="8909192" y="2421231"/>
                <a:ext cx="55970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CA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7467314-9BDA-C3EB-A974-8C223015D3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9192" y="2421231"/>
                <a:ext cx="559704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EBFCB77F-9D01-F82A-8BE0-DC9CD326E47F}"/>
                  </a:ext>
                </a:extLst>
              </p:cNvPr>
              <p:cNvSpPr txBox="1"/>
              <p:nvPr/>
            </p:nvSpPr>
            <p:spPr>
              <a:xfrm>
                <a:off x="9468067" y="2421231"/>
                <a:ext cx="55310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CA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EBFCB77F-9D01-F82A-8BE0-DC9CD326E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68067" y="2421231"/>
                <a:ext cx="553100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5087EEF5-9046-FFE4-A29C-BDB602FC457C}"/>
                  </a:ext>
                </a:extLst>
              </p:cNvPr>
              <p:cNvSpPr txBox="1"/>
              <p:nvPr/>
            </p:nvSpPr>
            <p:spPr>
              <a:xfrm>
                <a:off x="10026942" y="2421231"/>
                <a:ext cx="55970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CA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5087EEF5-9046-FFE4-A29C-BDB602FC45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26942" y="2421231"/>
                <a:ext cx="559704" cy="4616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TextBox 31">
            <a:extLst>
              <a:ext uri="{FF2B5EF4-FFF2-40B4-BE49-F238E27FC236}">
                <a16:creationId xmlns:a16="http://schemas.microsoft.com/office/drawing/2014/main" id="{01071B27-0647-7777-B439-36C6AE633474}"/>
              </a:ext>
            </a:extLst>
          </p:cNvPr>
          <p:cNvSpPr txBox="1"/>
          <p:nvPr/>
        </p:nvSpPr>
        <p:spPr>
          <a:xfrm>
            <a:off x="7366355" y="1712638"/>
            <a:ext cx="83708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9 =</a:t>
            </a:r>
          </a:p>
        </p:txBody>
      </p:sp>
    </p:spTree>
    <p:extLst>
      <p:ext uri="{BB962C8B-B14F-4D97-AF65-F5344CB8AC3E}">
        <p14:creationId xmlns:p14="http://schemas.microsoft.com/office/powerpoint/2010/main" val="397764291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7690D7-B2C1-FA58-2368-6F068BB27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1A112-7C82-65AE-8021-493AFA1863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Squaring Method Performance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2B7D5E-0C77-874E-DC17-83815326FDE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827104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So, to calculate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 the fast power algorithm should do, at worst, two times the number of bits in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The actual number of multiplications is the number of bits in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plus the number 1s.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2B7D5E-0C77-874E-DC17-83815326FDE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827104" cy="4351338"/>
              </a:xfrm>
              <a:blipFill>
                <a:blip r:embed="rId2"/>
                <a:stretch>
                  <a:fillRect l="-2632" t="-2326" r="-23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840C8945-5471-9873-D481-883AC9156CB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69818470"/>
                  </p:ext>
                </p:extLst>
              </p:nvPr>
            </p:nvGraphicFramePr>
            <p:xfrm>
              <a:off x="5864086" y="1690688"/>
              <a:ext cx="6162261" cy="44500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44827">
                      <a:extLst>
                        <a:ext uri="{9D8B030D-6E8A-4147-A177-3AD203B41FA5}">
                          <a16:colId xmlns:a16="http://schemas.microsoft.com/office/drawing/2014/main" val="892898959"/>
                        </a:ext>
                      </a:extLst>
                    </a:gridCol>
                    <a:gridCol w="1858617">
                      <a:extLst>
                        <a:ext uri="{9D8B030D-6E8A-4147-A177-3AD203B41FA5}">
                          <a16:colId xmlns:a16="http://schemas.microsoft.com/office/drawing/2014/main" val="2505539208"/>
                        </a:ext>
                      </a:extLst>
                    </a:gridCol>
                    <a:gridCol w="2007705">
                      <a:extLst>
                        <a:ext uri="{9D8B030D-6E8A-4147-A177-3AD203B41FA5}">
                          <a16:colId xmlns:a16="http://schemas.microsoft.com/office/drawing/2014/main" val="3327665270"/>
                        </a:ext>
                      </a:extLst>
                    </a:gridCol>
                    <a:gridCol w="1451112">
                      <a:extLst>
                        <a:ext uri="{9D8B030D-6E8A-4147-A177-3AD203B41FA5}">
                          <a16:colId xmlns:a16="http://schemas.microsoft.com/office/drawing/2014/main" val="34416831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dirty="0"/>
                            <a:t>Power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dirty="0"/>
                            <a:t># multiplications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CA" b="0" dirty="0"/>
                            <a:t>Exponent in binary</a:t>
                          </a:r>
                          <a:endParaRPr lang="en-US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dirty="0"/>
                            <a:t>#bits * 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803071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CA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3496018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CA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2130515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CA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4969278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CA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621542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CA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3371061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CA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101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5869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CA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4567601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CA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7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111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547017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CA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1000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821588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CA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1001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1378832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CA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1010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7125170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840C8945-5471-9873-D481-883AC9156CB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69818470"/>
                  </p:ext>
                </p:extLst>
              </p:nvPr>
            </p:nvGraphicFramePr>
            <p:xfrm>
              <a:off x="5864086" y="1690688"/>
              <a:ext cx="6162261" cy="44500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44827">
                      <a:extLst>
                        <a:ext uri="{9D8B030D-6E8A-4147-A177-3AD203B41FA5}">
                          <a16:colId xmlns:a16="http://schemas.microsoft.com/office/drawing/2014/main" val="892898959"/>
                        </a:ext>
                      </a:extLst>
                    </a:gridCol>
                    <a:gridCol w="1858617">
                      <a:extLst>
                        <a:ext uri="{9D8B030D-6E8A-4147-A177-3AD203B41FA5}">
                          <a16:colId xmlns:a16="http://schemas.microsoft.com/office/drawing/2014/main" val="2505539208"/>
                        </a:ext>
                      </a:extLst>
                    </a:gridCol>
                    <a:gridCol w="2007705">
                      <a:extLst>
                        <a:ext uri="{9D8B030D-6E8A-4147-A177-3AD203B41FA5}">
                          <a16:colId xmlns:a16="http://schemas.microsoft.com/office/drawing/2014/main" val="3327665270"/>
                        </a:ext>
                      </a:extLst>
                    </a:gridCol>
                    <a:gridCol w="1451112">
                      <a:extLst>
                        <a:ext uri="{9D8B030D-6E8A-4147-A177-3AD203B41FA5}">
                          <a16:colId xmlns:a16="http://schemas.microsoft.com/office/drawing/2014/main" val="34416831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dirty="0"/>
                            <a:t>Power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dirty="0"/>
                            <a:t># multiplications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CA" b="0" dirty="0"/>
                            <a:t>Exponent in binary</a:t>
                          </a:r>
                          <a:endParaRPr lang="en-US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dirty="0"/>
                            <a:t>#bits * 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803071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493" t="-103333" r="-628358" b="-10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3496018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493" t="-210345" r="-628358" b="-9344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2130515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493" t="-310345" r="-628358" b="-8344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4969278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493" t="-410345" r="-628358" b="-7344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621542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493" t="-493333" r="-628358" b="-61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3371061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493" t="-613793" r="-628358" b="-53103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101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5869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493" t="-713793" r="-628358" b="-43103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4567601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493" t="-813793" r="-628358" b="-33103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111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547017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493" t="-883333" r="-628358" b="-22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1000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821588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493" t="-1017241" r="-628358" b="-1275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1001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1378832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493" t="-1117241" r="-628358" b="-275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1010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71251700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265345D-0399-8F0C-EA16-A5A7F869C8D6}"/>
                  </a:ext>
                </a:extLst>
              </p:cNvPr>
              <p:cNvSpPr txBox="1"/>
              <p:nvPr/>
            </p:nvSpPr>
            <p:spPr>
              <a:xfrm>
                <a:off x="993913" y="5665569"/>
                <a:ext cx="3871290" cy="92333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dirty="0"/>
                  <a:t>In general, we say the fast multiplication algorithm does about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CA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CA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</m:oMath>
                </a14:m>
                <a:r>
                  <a:rPr lang="en-CA" dirty="0"/>
                  <a:t> multiplications.</a:t>
                </a:r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265345D-0399-8F0C-EA16-A5A7F869C8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3913" y="5665569"/>
                <a:ext cx="3871290" cy="923330"/>
              </a:xfrm>
              <a:prstGeom prst="rect">
                <a:avLst/>
              </a:prstGeom>
              <a:blipFill>
                <a:blip r:embed="rId4"/>
                <a:stretch>
                  <a:fillRect t="-1351" b="-108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4664625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541AB1B-3999-1D4A-E129-B9995A9B284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Calculating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541AB1B-3999-1D4A-E129-B9995A9B28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4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2DBEF8-23A3-41E1-EEBF-6153D8A528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3674165" cy="2726497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dirty="0"/>
                  <a:t>Obvious algorithm </a:t>
                </a:r>
                <a:r>
                  <a:rPr lang="en-US" dirty="0"/>
                  <a:t>does about n multiplications</a:t>
                </a:r>
              </a:p>
              <a:p>
                <a:pPr marL="0" indent="0">
                  <a:buNone/>
                </a:pPr>
                <a:r>
                  <a:rPr lang="en-US" b="1" dirty="0"/>
                  <a:t>Square algorithm </a:t>
                </a:r>
                <a:r>
                  <a:rPr lang="en-US" dirty="0"/>
                  <a:t>does about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</m:oMath>
                </a14:m>
                <a:r>
                  <a:rPr lang="en-US" dirty="0"/>
                  <a:t> multiplications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2DBEF8-23A3-41E1-EEBF-6153D8A528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3674165" cy="2726497"/>
              </a:xfrm>
              <a:blipFill>
                <a:blip r:embed="rId3"/>
                <a:stretch>
                  <a:fillRect l="-3448" t="-37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D91B4A3B-F3A7-281C-A186-0ED45C696A35}"/>
              </a:ext>
            </a:extLst>
          </p:cNvPr>
          <p:cNvGrpSpPr/>
          <p:nvPr/>
        </p:nvGrpSpPr>
        <p:grpSpPr>
          <a:xfrm>
            <a:off x="5301220" y="133635"/>
            <a:ext cx="6460084" cy="6359240"/>
            <a:chOff x="5162072" y="365125"/>
            <a:chExt cx="6460084" cy="6359240"/>
          </a:xfrm>
        </p:grpSpPr>
        <p:pic>
          <p:nvPicPr>
            <p:cNvPr id="5" name="Picture 4" descr="A graph with a red line&#10;&#10;AI-generated content may be incorrect.">
              <a:extLst>
                <a:ext uri="{FF2B5EF4-FFF2-40B4-BE49-F238E27FC236}">
                  <a16:creationId xmlns:a16="http://schemas.microsoft.com/office/drawing/2014/main" id="{27448993-8962-C826-2F87-9279EE1B51C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953" r="11146"/>
            <a:stretch>
              <a:fillRect/>
            </a:stretch>
          </p:blipFill>
          <p:spPr>
            <a:xfrm>
              <a:off x="5162072" y="365125"/>
              <a:ext cx="6460084" cy="6359240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F475B1A9-CD28-0C4A-7560-027A1FAB0773}"/>
                    </a:ext>
                  </a:extLst>
                </p:cNvPr>
                <p:cNvSpPr txBox="1"/>
                <p:nvPr/>
              </p:nvSpPr>
              <p:spPr>
                <a:xfrm>
                  <a:off x="7791500" y="2884072"/>
                  <a:ext cx="600614" cy="70788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00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oMath>
                    </m:oMathPara>
                  </a14:m>
                </a:p>
              </p:txBody>
            </p:sp>
          </mc:Choice>
          <mc:Fallback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F475B1A9-CD28-0C4A-7560-027A1FAB07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91500" y="2884072"/>
                  <a:ext cx="600614" cy="707886"/>
                </a:xfrm>
                <a:prstGeom prst="rect">
                  <a:avLst/>
                </a:prstGeom>
                <a:blipFill>
                  <a:blip r:embed="rId5"/>
                  <a:stretch>
                    <a:fillRect t="-14035" r="-45833" b="-350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11B8A4A4-1245-3C3B-2102-BAD477954D30}"/>
                    </a:ext>
                  </a:extLst>
                </p:cNvPr>
                <p:cNvSpPr txBox="1"/>
                <p:nvPr/>
              </p:nvSpPr>
              <p:spPr>
                <a:xfrm>
                  <a:off x="8292723" y="5493228"/>
                  <a:ext cx="1351332" cy="70788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unc>
                          <m:funcPr>
                            <m:ctrlPr>
                              <a:rPr lang="en-US" sz="4000" i="1" dirty="0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4000" i="0" dirty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CA" sz="4000" b="0" i="1" dirty="0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oMath>
                    </m:oMathPara>
                  </a14:m>
                </a:p>
              </p:txBody>
            </p:sp>
          </mc:Choice>
          <mc:Fallback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11B8A4A4-1245-3C3B-2102-BAD477954D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2723" y="5493228"/>
                  <a:ext cx="1351332" cy="707886"/>
                </a:xfrm>
                <a:prstGeom prst="rect">
                  <a:avLst/>
                </a:prstGeom>
                <a:blipFill>
                  <a:blip r:embed="rId6"/>
                  <a:stretch>
                    <a:fillRect l="-5556" t="-16071" r="-19444" b="-3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F9EF1F6-9D8D-9019-1237-9F97C2EB1617}"/>
                  </a:ext>
                </a:extLst>
              </p:cNvPr>
              <p:cNvSpPr txBox="1"/>
              <p:nvPr/>
            </p:nvSpPr>
            <p:spPr>
              <a:xfrm>
                <a:off x="2675282" y="5048238"/>
                <a:ext cx="2072541" cy="646331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CA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CA" dirty="0"/>
                  <a:t> is always much bigger than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F9EF1F6-9D8D-9019-1237-9F97C2EB16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5282" y="5048238"/>
                <a:ext cx="2072541" cy="646331"/>
              </a:xfrm>
              <a:prstGeom prst="rect">
                <a:avLst/>
              </a:prstGeom>
              <a:blipFill>
                <a:blip r:embed="rId7"/>
                <a:stretch>
                  <a:fillRect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BE0DBD2-DC49-693F-D74A-3816C1407445}"/>
                  </a:ext>
                </a:extLst>
              </p:cNvPr>
              <p:cNvSpPr txBox="1"/>
              <p:nvPr/>
            </p:nvSpPr>
            <p:spPr>
              <a:xfrm>
                <a:off x="8358808" y="6488668"/>
                <a:ext cx="115544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Value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BE0DBD2-DC49-693F-D74A-3816C14074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8808" y="6488668"/>
                <a:ext cx="1155445" cy="369332"/>
              </a:xfrm>
              <a:prstGeom prst="rect">
                <a:avLst/>
              </a:prstGeom>
              <a:blipFill>
                <a:blip r:embed="rId8"/>
                <a:stretch>
                  <a:fillRect l="-4348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D41043C2-7FDF-DB94-3A26-7693C2913607}"/>
              </a:ext>
            </a:extLst>
          </p:cNvPr>
          <p:cNvSpPr txBox="1"/>
          <p:nvPr/>
        </p:nvSpPr>
        <p:spPr>
          <a:xfrm rot="16200000">
            <a:off x="4019738" y="3004207"/>
            <a:ext cx="20920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# of multiplications</a:t>
            </a:r>
          </a:p>
        </p:txBody>
      </p:sp>
    </p:spTree>
    <p:extLst>
      <p:ext uri="{BB962C8B-B14F-4D97-AF65-F5344CB8AC3E}">
        <p14:creationId xmlns:p14="http://schemas.microsoft.com/office/powerpoint/2010/main" val="153623908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90590-BD8F-DD6A-C048-600721E706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63D44-39A3-13C8-A781-12A18212F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RSA Public Key Cryptography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3ACFED-4713-85CC-F1E8-9B66EE20CE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b="1" dirty="0"/>
                  <a:t>One step </a:t>
                </a:r>
                <a:r>
                  <a:rPr lang="en-US" dirty="0"/>
                  <a:t>of the RSA public key cryptography algorithm is to calculate this: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60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6000" b="0" i="1" dirty="0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6000" b="0" i="1" dirty="0" smtClean="0">
                              <a:latin typeface="Cambria Math" panose="02040503050406030204" pitchFamily="18" charset="0"/>
                            </a:rPr>
                            <m:t>65537</m:t>
                          </m:r>
                        </m:sup>
                      </m:sSup>
                    </m:oMath>
                  </m:oMathPara>
                </a14:m>
                <a:endParaRPr lang="en-CA" sz="60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3ACFED-4713-85CC-F1E8-9B66EE20CE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130E568-F0AA-CD3C-7548-5BFA31FD9B7E}"/>
                  </a:ext>
                </a:extLst>
              </p:cNvPr>
              <p:cNvSpPr txBox="1"/>
              <p:nvPr/>
            </p:nvSpPr>
            <p:spPr>
              <a:xfrm>
                <a:off x="8203998" y="3167390"/>
                <a:ext cx="1410454" cy="52322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400" dirty="0"/>
                  <a:t> is an integer greater than 1.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130E568-F0AA-CD3C-7548-5BFA31FD9B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3998" y="3167390"/>
                <a:ext cx="1410454" cy="523220"/>
              </a:xfrm>
              <a:prstGeom prst="rect">
                <a:avLst/>
              </a:prstGeom>
              <a:blipFill>
                <a:blip r:embed="rId3"/>
                <a:stretch>
                  <a:fillRect t="-2381" b="-119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4272546F-C5EC-2E33-60D5-300B82BAA4D8}"/>
              </a:ext>
            </a:extLst>
          </p:cNvPr>
          <p:cNvSpPr txBox="1"/>
          <p:nvPr/>
        </p:nvSpPr>
        <p:spPr>
          <a:xfrm>
            <a:off x="1489911" y="3167390"/>
            <a:ext cx="23437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Obvious algorithm</a:t>
            </a:r>
            <a:br>
              <a:rPr lang="en-US" b="1" dirty="0"/>
            </a:br>
            <a:r>
              <a:rPr lang="en-US" dirty="0"/>
              <a:t>65536 multiplications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1910A65-0257-28EE-8011-8A238492E605}"/>
              </a:ext>
            </a:extLst>
          </p:cNvPr>
          <p:cNvSpPr txBox="1"/>
          <p:nvPr/>
        </p:nvSpPr>
        <p:spPr>
          <a:xfrm>
            <a:off x="234182" y="4555321"/>
            <a:ext cx="485517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/>
              <a:t>Squaring </a:t>
            </a:r>
            <a:r>
              <a:rPr lang="en-US" b="1" dirty="0"/>
              <a:t>algorithm</a:t>
            </a:r>
          </a:p>
          <a:p>
            <a:pPr algn="ctr"/>
            <a:r>
              <a:rPr lang="en-US" dirty="0"/>
              <a:t>65537 = 10000000000000001 in binary (17 bits)</a:t>
            </a:r>
            <a:br>
              <a:rPr lang="en-US" dirty="0"/>
            </a:br>
            <a:r>
              <a:rPr lang="en-US" dirty="0"/>
              <a:t>Therefore, no more than 34 multiplications(!).</a:t>
            </a:r>
          </a:p>
          <a:p>
            <a:pPr algn="ctr"/>
            <a:r>
              <a:rPr lang="en-US" dirty="0"/>
              <a:t>(exactly 17 + 2 = </a:t>
            </a:r>
            <a:r>
              <a:rPr lang="en-US" b="1" dirty="0">
                <a:solidFill>
                  <a:srgbClr val="FF0000"/>
                </a:solidFill>
              </a:rPr>
              <a:t>19 multiplications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877084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4e8677e-c989-47b9-8619-d83d5a5f6c67}" enabled="0" method="" siteId="{04e8677e-c989-47b9-8619-d83d5a5f6c67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428</TotalTime>
  <Words>2765</Words>
  <Application>Microsoft Macintosh PowerPoint</Application>
  <PresentationFormat>Widescreen</PresentationFormat>
  <Paragraphs>526</Paragraphs>
  <Slides>53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58" baseType="lpstr">
      <vt:lpstr>Aptos</vt:lpstr>
      <vt:lpstr>Aptos Display</vt:lpstr>
      <vt:lpstr>Arial</vt:lpstr>
      <vt:lpstr>Cambria Math</vt:lpstr>
      <vt:lpstr>Office Theme</vt:lpstr>
      <vt:lpstr>Big Powers</vt:lpstr>
      <vt:lpstr>Algorithms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RSA Public Key Cryptography</vt:lpstr>
      <vt:lpstr>Calculating Big Powers</vt:lpstr>
      <vt:lpstr>The Obvious Method</vt:lpstr>
      <vt:lpstr>The Obvious Method</vt:lpstr>
      <vt:lpstr>The Obvious Method</vt:lpstr>
      <vt:lpstr>The Obvious Method</vt:lpstr>
      <vt:lpstr>The Obvious Method</vt:lpstr>
      <vt:lpstr>The Obvious Method</vt:lpstr>
      <vt:lpstr>The Obvious Method</vt:lpstr>
      <vt:lpstr>The Obvious Method</vt:lpstr>
      <vt:lpstr>The Squaring Method</vt:lpstr>
      <vt:lpstr>The Squaring Method</vt:lpstr>
      <vt:lpstr>The Squaring Method</vt:lpstr>
      <vt:lpstr>The Squaring Method</vt:lpstr>
      <vt:lpstr>The Squaring Method</vt:lpstr>
      <vt:lpstr>The Squaring Method</vt:lpstr>
      <vt:lpstr>The Squaring Method</vt:lpstr>
      <vt:lpstr>The Squaring Method</vt:lpstr>
      <vt:lpstr>The Squaring Method</vt:lpstr>
      <vt:lpstr>The Squaring Method</vt:lpstr>
      <vt:lpstr>The Squaring Method</vt:lpstr>
      <vt:lpstr>Squaring Method Performance</vt:lpstr>
      <vt:lpstr>Squaring Method Performance</vt:lpstr>
      <vt:lpstr>Squaring Method Performance</vt:lpstr>
      <vt:lpstr>Squaring Method Performance</vt:lpstr>
      <vt:lpstr>Squaring Method Performance</vt:lpstr>
      <vt:lpstr>Squaring Method Performance</vt:lpstr>
      <vt:lpstr>Squaring Method Performance</vt:lpstr>
      <vt:lpstr>Squaring Method Performance</vt:lpstr>
      <vt:lpstr>Squaring Method Performance</vt:lpstr>
      <vt:lpstr>Squaring Method Performance</vt:lpstr>
      <vt:lpstr>Squaring Method Performance</vt:lpstr>
      <vt:lpstr>Squaring Method Performance</vt:lpstr>
      <vt:lpstr>Calculating a^n</vt:lpstr>
      <vt:lpstr>RSA Public Key Cryptography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Toby Donaldson</dc:creator>
  <cp:lastModifiedBy>Toby Donaldson</cp:lastModifiedBy>
  <cp:revision>1</cp:revision>
  <dcterms:created xsi:type="dcterms:W3CDTF">2026-03-07T21:22:02Z</dcterms:created>
  <dcterms:modified xsi:type="dcterms:W3CDTF">2026-03-08T04:30:17Z</dcterms:modified>
</cp:coreProperties>
</file>