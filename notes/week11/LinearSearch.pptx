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ink/ink4.xml" ContentType="application/inkml+xml"/>
  <Override PartName="/ppt/notesSlides/notesSlide9.xml" ContentType="application/vnd.openxmlformats-officedocument.presentationml.notesSlide+xml"/>
  <Override PartName="/ppt/ink/ink5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rts/chart1.xml" ContentType="application/vnd.openxmlformats-officedocument.drawingml.chart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77" r:id="rId4"/>
    <p:sldId id="278" r:id="rId5"/>
    <p:sldId id="279" r:id="rId6"/>
    <p:sldId id="258" r:id="rId7"/>
    <p:sldId id="306" r:id="rId8"/>
    <p:sldId id="259" r:id="rId9"/>
    <p:sldId id="262" r:id="rId10"/>
    <p:sldId id="263" r:id="rId11"/>
    <p:sldId id="261" r:id="rId12"/>
    <p:sldId id="260" r:id="rId13"/>
    <p:sldId id="264" r:id="rId14"/>
    <p:sldId id="265" r:id="rId15"/>
    <p:sldId id="281" r:id="rId16"/>
    <p:sldId id="280" r:id="rId17"/>
    <p:sldId id="282" r:id="rId18"/>
    <p:sldId id="266" r:id="rId19"/>
    <p:sldId id="267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83" r:id="rId30"/>
    <p:sldId id="268" r:id="rId31"/>
    <p:sldId id="269" r:id="rId32"/>
    <p:sldId id="295" r:id="rId33"/>
    <p:sldId id="270" r:id="rId34"/>
    <p:sldId id="297" r:id="rId35"/>
    <p:sldId id="298" r:id="rId36"/>
    <p:sldId id="271" r:id="rId37"/>
    <p:sldId id="272" r:id="rId38"/>
    <p:sldId id="299" r:id="rId39"/>
    <p:sldId id="302" r:id="rId40"/>
    <p:sldId id="301" r:id="rId41"/>
    <p:sldId id="303" r:id="rId42"/>
    <p:sldId id="304" r:id="rId43"/>
    <p:sldId id="300" r:id="rId44"/>
    <p:sldId id="305" r:id="rId45"/>
    <p:sldId id="273" r:id="rId46"/>
    <p:sldId id="274" r:id="rId47"/>
    <p:sldId id="275" r:id="rId48"/>
    <p:sldId id="276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D3FA55-28A5-0641-A87D-6553D318B4FC}" v="2" dt="2026-03-16T19:52:04.057"/>
    <p1510:client id="{AF5A2C89-C11A-1E4E-AB5E-7373A28A7B37}" v="33" dt="2026-03-15T23:33:14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27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modSld sldOrd">
      <pc:chgData name="Toby Donaldson" userId="2e6e5431-bb17-4c41-9985-d39c50d83c73" providerId="ADAL" clId="{F31BC264-820E-54C4-A6D1-F92AF9CC222E}" dt="2026-03-16T19:52:04.054" v="234"/>
      <pc:docMkLst>
        <pc:docMk/>
      </pc:docMkLst>
      <pc:sldChg chg="addSp delSp mod">
        <pc:chgData name="Toby Donaldson" userId="2e6e5431-bb17-4c41-9985-d39c50d83c73" providerId="ADAL" clId="{F31BC264-820E-54C4-A6D1-F92AF9CC222E}" dt="2026-03-16T19:52:04.054" v="234"/>
        <pc:sldMkLst>
          <pc:docMk/>
          <pc:sldMk cId="0" sldId="258"/>
        </pc:sldMkLst>
        <pc:spChg chg="del">
          <ac:chgData name="Toby Donaldson" userId="2e6e5431-bb17-4c41-9985-d39c50d83c73" providerId="ADAL" clId="{F31BC264-820E-54C4-A6D1-F92AF9CC222E}" dt="2026-03-16T18:13:07.193" v="2" actId="21"/>
          <ac:spMkLst>
            <pc:docMk/>
            <pc:sldMk cId="0" sldId="258"/>
            <ac:spMk id="7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1.389" v="1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1.389" v="1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1.389" v="1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1.389" v="1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1.389" v="1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1.389" v="1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1.389" v="1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1.389" v="1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7.193" v="2" actId="21"/>
          <ac:spMkLst>
            <pc:docMk/>
            <pc:sldMk cId="0" sldId="258"/>
            <ac:spMk id="24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1.389" v="1" actId="478"/>
          <ac:spMkLst>
            <pc:docMk/>
            <pc:sldMk cId="0" sldId="258"/>
            <ac:spMk id="28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16T18:13:01.389" v="1" actId="478"/>
          <ac:spMkLst>
            <pc:docMk/>
            <pc:sldMk cId="0" sldId="258"/>
            <ac:spMk id="31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6T19:52:04.054" v="234"/>
          <ac:inkMkLst>
            <pc:docMk/>
            <pc:sldMk cId="0" sldId="258"/>
            <ac:inkMk id="34" creationId="{E22CB5F1-2AE3-66E4-9AA7-BA9F99ABC5EF}"/>
          </ac:inkMkLst>
        </pc:inkChg>
      </pc:sldChg>
      <pc:sldChg chg="addSp">
        <pc:chgData name="Toby Donaldson" userId="2e6e5431-bb17-4c41-9985-d39c50d83c73" providerId="ADAL" clId="{F31BC264-820E-54C4-A6D1-F92AF9CC222E}" dt="2026-03-16T19:52:04.054" v="234"/>
        <pc:sldMkLst>
          <pc:docMk/>
          <pc:sldMk cId="0" sldId="259"/>
        </pc:sldMkLst>
        <pc:inkChg chg="add">
          <ac:chgData name="Toby Donaldson" userId="2e6e5431-bb17-4c41-9985-d39c50d83c73" providerId="ADAL" clId="{F31BC264-820E-54C4-A6D1-F92AF9CC222E}" dt="2026-03-16T19:52:04.054" v="234"/>
          <ac:inkMkLst>
            <pc:docMk/>
            <pc:sldMk cId="0" sldId="259"/>
            <ac:inkMk id="52" creationId="{6B35C11F-4CF1-03A2-3378-31BA6EA72949}"/>
          </ac:inkMkLst>
        </pc:inkChg>
      </pc:sldChg>
      <pc:sldChg chg="modSp mod ord">
        <pc:chgData name="Toby Donaldson" userId="2e6e5431-bb17-4c41-9985-d39c50d83c73" providerId="ADAL" clId="{F31BC264-820E-54C4-A6D1-F92AF9CC222E}" dt="2026-03-16T18:22:47.449" v="209" actId="20577"/>
        <pc:sldMkLst>
          <pc:docMk/>
          <pc:sldMk cId="0" sldId="261"/>
        </pc:sldMkLst>
        <pc:spChg chg="mod">
          <ac:chgData name="Toby Donaldson" userId="2e6e5431-bb17-4c41-9985-d39c50d83c73" providerId="ADAL" clId="{F31BC264-820E-54C4-A6D1-F92AF9CC222E}" dt="2026-03-16T18:21:28.479" v="16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18:22:47.449" v="209" actId="20577"/>
          <ac:spMkLst>
            <pc:docMk/>
            <pc:sldMk cId="0" sldId="261"/>
            <ac:spMk id="5" creationId="{00000000-0000-0000-0000-000000000000}"/>
          </ac:spMkLst>
        </pc:spChg>
      </pc:sldChg>
      <pc:sldChg chg="addSp ord">
        <pc:chgData name="Toby Donaldson" userId="2e6e5431-bb17-4c41-9985-d39c50d83c73" providerId="ADAL" clId="{F31BC264-820E-54C4-A6D1-F92AF9CC222E}" dt="2026-03-16T19:52:04.054" v="234"/>
        <pc:sldMkLst>
          <pc:docMk/>
          <pc:sldMk cId="0" sldId="262"/>
        </pc:sldMkLst>
        <pc:inkChg chg="add">
          <ac:chgData name="Toby Donaldson" userId="2e6e5431-bb17-4c41-9985-d39c50d83c73" providerId="ADAL" clId="{F31BC264-820E-54C4-A6D1-F92AF9CC222E}" dt="2026-03-16T19:52:04.054" v="234"/>
          <ac:inkMkLst>
            <pc:docMk/>
            <pc:sldMk cId="0" sldId="262"/>
            <ac:inkMk id="13" creationId="{BB442E20-3024-8FA0-261F-1826D5E25614}"/>
          </ac:inkMkLst>
        </pc:inkChg>
      </pc:sldChg>
      <pc:sldChg chg="ord">
        <pc:chgData name="Toby Donaldson" userId="2e6e5431-bb17-4c41-9985-d39c50d83c73" providerId="ADAL" clId="{F31BC264-820E-54C4-A6D1-F92AF9CC222E}" dt="2026-03-16T18:20:51.671" v="9" actId="20578"/>
        <pc:sldMkLst>
          <pc:docMk/>
          <pc:sldMk cId="0" sldId="263"/>
        </pc:sldMkLst>
      </pc:sldChg>
      <pc:sldChg chg="addSp">
        <pc:chgData name="Toby Donaldson" userId="2e6e5431-bb17-4c41-9985-d39c50d83c73" providerId="ADAL" clId="{F31BC264-820E-54C4-A6D1-F92AF9CC222E}" dt="2026-03-16T19:52:04.054" v="234"/>
        <pc:sldMkLst>
          <pc:docMk/>
          <pc:sldMk cId="3637366666" sldId="277"/>
        </pc:sldMkLst>
        <pc:inkChg chg="add">
          <ac:chgData name="Toby Donaldson" userId="2e6e5431-bb17-4c41-9985-d39c50d83c73" providerId="ADAL" clId="{F31BC264-820E-54C4-A6D1-F92AF9CC222E}" dt="2026-03-16T19:52:04.054" v="234"/>
          <ac:inkMkLst>
            <pc:docMk/>
            <pc:sldMk cId="3637366666" sldId="277"/>
            <ac:inkMk id="7" creationId="{9D4CCAD8-3D7F-77C7-7EA5-48A469295D40}"/>
          </ac:inkMkLst>
        </pc:inkChg>
      </pc:sldChg>
      <pc:sldChg chg="modSp mod">
        <pc:chgData name="Toby Donaldson" userId="2e6e5431-bb17-4c41-9985-d39c50d83c73" providerId="ADAL" clId="{F31BC264-820E-54C4-A6D1-F92AF9CC222E}" dt="2026-03-16T18:54:30.899" v="225" actId="20577"/>
        <pc:sldMkLst>
          <pc:docMk/>
          <pc:sldMk cId="3301147922" sldId="300"/>
        </pc:sldMkLst>
        <pc:spChg chg="mod">
          <ac:chgData name="Toby Donaldson" userId="2e6e5431-bb17-4c41-9985-d39c50d83c73" providerId="ADAL" clId="{F31BC264-820E-54C4-A6D1-F92AF9CC222E}" dt="2026-03-16T18:54:30.899" v="225" actId="20577"/>
          <ac:spMkLst>
            <pc:docMk/>
            <pc:sldMk cId="3301147922" sldId="300"/>
            <ac:spMk id="23" creationId="{36C3FC43-415A-9CE3-B4B5-7A7A29196806}"/>
          </ac:spMkLst>
        </pc:spChg>
      </pc:sldChg>
      <pc:sldChg chg="modSp mod">
        <pc:chgData name="Toby Donaldson" userId="2e6e5431-bb17-4c41-9985-d39c50d83c73" providerId="ADAL" clId="{F31BC264-820E-54C4-A6D1-F92AF9CC222E}" dt="2026-03-16T18:54:23.556" v="217" actId="20577"/>
        <pc:sldMkLst>
          <pc:docMk/>
          <pc:sldMk cId="2906352930" sldId="304"/>
        </pc:sldMkLst>
        <pc:spChg chg="mod">
          <ac:chgData name="Toby Donaldson" userId="2e6e5431-bb17-4c41-9985-d39c50d83c73" providerId="ADAL" clId="{F31BC264-820E-54C4-A6D1-F92AF9CC222E}" dt="2026-03-16T18:54:23.556" v="217" actId="20577"/>
          <ac:spMkLst>
            <pc:docMk/>
            <pc:sldMk cId="2906352930" sldId="304"/>
            <ac:spMk id="23" creationId="{31301B91-CA97-7F2D-4416-1875EC01D83B}"/>
          </ac:spMkLst>
        </pc:spChg>
      </pc:sldChg>
      <pc:sldChg chg="modSp mod">
        <pc:chgData name="Toby Donaldson" userId="2e6e5431-bb17-4c41-9985-d39c50d83c73" providerId="ADAL" clId="{F31BC264-820E-54C4-A6D1-F92AF9CC222E}" dt="2026-03-16T18:54:38.035" v="233" actId="20577"/>
        <pc:sldMkLst>
          <pc:docMk/>
          <pc:sldMk cId="1784630396" sldId="305"/>
        </pc:sldMkLst>
        <pc:spChg chg="mod">
          <ac:chgData name="Toby Donaldson" userId="2e6e5431-bb17-4c41-9985-d39c50d83c73" providerId="ADAL" clId="{F31BC264-820E-54C4-A6D1-F92AF9CC222E}" dt="2026-03-16T18:54:38.035" v="233" actId="20577"/>
          <ac:spMkLst>
            <pc:docMk/>
            <pc:sldMk cId="1784630396" sldId="305"/>
            <ac:spMk id="23" creationId="{A7F4FD2A-5AF0-DB5F-575B-2994C752B5F4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3-16T19:52:04.054" v="234"/>
        <pc:sldMkLst>
          <pc:docMk/>
          <pc:sldMk cId="488673067" sldId="306"/>
        </pc:sldMkLst>
        <pc:spChg chg="mod">
          <ac:chgData name="Toby Donaldson" userId="2e6e5431-bb17-4c41-9985-d39c50d83c73" providerId="ADAL" clId="{F31BC264-820E-54C4-A6D1-F92AF9CC222E}" dt="2026-03-16T18:14:12.248" v="6" actId="1076"/>
          <ac:spMkLst>
            <pc:docMk/>
            <pc:sldMk cId="488673067" sldId="306"/>
            <ac:spMk id="7" creationId="{BE685077-75BD-AE06-231C-360D314D3791}"/>
          </ac:spMkLst>
        </pc:spChg>
        <pc:spChg chg="del">
          <ac:chgData name="Toby Donaldson" userId="2e6e5431-bb17-4c41-9985-d39c50d83c73" providerId="ADAL" clId="{F31BC264-820E-54C4-A6D1-F92AF9CC222E}" dt="2026-03-16T18:14:00.298" v="4" actId="21"/>
          <ac:spMkLst>
            <pc:docMk/>
            <pc:sldMk cId="488673067" sldId="306"/>
            <ac:spMk id="23" creationId="{9AB9CB44-C44C-1001-C726-4F8553976B8B}"/>
          </ac:spMkLst>
        </pc:spChg>
        <pc:spChg chg="del">
          <ac:chgData name="Toby Donaldson" userId="2e6e5431-bb17-4c41-9985-d39c50d83c73" providerId="ADAL" clId="{F31BC264-820E-54C4-A6D1-F92AF9CC222E}" dt="2026-03-16T18:14:00.298" v="4" actId="21"/>
          <ac:spMkLst>
            <pc:docMk/>
            <pc:sldMk cId="488673067" sldId="306"/>
            <ac:spMk id="24" creationId="{9BB2FCFE-8E84-7AA6-1C5D-80695A707570}"/>
          </ac:spMkLst>
        </pc:spChg>
        <pc:spChg chg="mod">
          <ac:chgData name="Toby Donaldson" userId="2e6e5431-bb17-4c41-9985-d39c50d83c73" providerId="ADAL" clId="{F31BC264-820E-54C4-A6D1-F92AF9CC222E}" dt="2026-03-16T18:13:52.956" v="3" actId="1076"/>
          <ac:spMkLst>
            <pc:docMk/>
            <pc:sldMk cId="488673067" sldId="306"/>
            <ac:spMk id="25" creationId="{ADAEB992-412B-7267-8FAB-DABCE426ED0C}"/>
          </ac:spMkLst>
        </pc:spChg>
        <pc:inkChg chg="add">
          <ac:chgData name="Toby Donaldson" userId="2e6e5431-bb17-4c41-9985-d39c50d83c73" providerId="ADAL" clId="{F31BC264-820E-54C4-A6D1-F92AF9CC222E}" dt="2026-03-16T19:52:04.054" v="234"/>
          <ac:inkMkLst>
            <pc:docMk/>
            <pc:sldMk cId="488673067" sldId="306"/>
            <ac:inkMk id="34" creationId="{65797FB9-F54B-FA12-AE14-7E23190A39A5}"/>
          </ac:inkMkLst>
        </pc:ink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Comparisons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86-2A49-B48C-2C80AA86A85D}"/>
              </c:ext>
            </c:extLst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86-2A49-B48C-2C80AA86A85D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86-2A49-B48C-2C80AA86A8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Best (1)</c:v>
                </c:pt>
                <c:pt idx="1">
                  <c:v>Average (7-8)</c:v>
                </c:pt>
                <c:pt idx="2">
                  <c:v>Worst (10)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7.5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86-2A49-B48C-2C80AA86A8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9:39:48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12872 10954 24575,'-32'12'0,"15"8"0,10 2 0,1 7 0,2 1-1093,2 3 1,3 2 0,0 1 890,-1-7 1,0 1 0,0 2 0,0-1 0,0 0 201,0 6 0,0 0 0,0 0 0,0-1 0,0-1 0,0 0 0,0 0 0,0-2 77,0-3 0,0-2 1,0 0-1,0 0-77,0 3 0,0 0 0,0-1 0,-1 1 0,0-1 0,3-1 0,6 5 0,1 1 0,-4-5 0,-1 1 0,4-2 0,7-6 0,3 0 0,-1 0 0,-7 2 0,-1 2 0,2-1 0,8-3 0,3-2 0,-1 1 0,-4-2 0,-2 0 0,2 0 0,2 2 0,1-1 0,1 1 0,0-2 0,1 1 0,0-2 274,-2-3 0,1 0 0,-2 0-274,5 10 0,0-2 0,6-8 0,2-4 0,-3-1 0,2-1-482,0-1 1,2-1-1,2-2 482,-5-3 0,1-2 0,1-2 0,1 1-135,-2 1 1,0 0 0,1 0-1,1-2 1,-1-1 134,3-2 0,-1-1 0,1-2 0,0-1 0,0 0 0,-2 0 0,0-1 0,-1-1 0,0-1 0,-1 0-81,-2 0 1,0-1 0,-1 0 0,-1 0 0,-2-1 80,11-5 0,-3 1 0,-3-1 39,2-2 1,-4 1-40,-5 3 0,-2-1 677,-3 1 0,-3 0-677,1-12 1414,-7 9 1,-1 0-1415,4-9 0,-10 4 0,-1-2 0,5-4 0,0 0 0,-5-4 0,-2-1 129,1 6 1,0-2 0,0 1-130,0-1 0,0 1 0,0-2 0,0 5 0,0-1 0,0-1 0,0 0 0,1-1 0,0 1 0,-1-2 0,-2 1-583,-5-5 0,-3-1 1,-2 0-1,0 0 583,3 7 0,0 1 0,-1-1 0,-1 1 0,-2 1 0,-3 0 0,-2 1 0,-2 0 0,0 1 0,2 0 0,-3-7 0,2 0 0,-1 1 0,-1 4-119,-5 1 0,-1 4 0,2 0 119,8 3 0,2-1 0,-2 2 0,-13-3 0,-1 4 0,6 3 0,1 0 0,-5-2 0,-2 0 0,-1-1 0,-1 1 0,2 3 0,2-2 0,5-2 0,-1 2 0,-5 6 0,-1 3 0,7 1 0,-1-1 0,-7-4 0,-2 2 0,9 6 0,-2 1 0,1-1 0,-1-3 0,0-2 0,0 2 0,1 4 0,-1 1 0,-1 1 121,-1-1 0,-1 0 0,0 0-121,3 0 0,0 0 0,0 0 0,0 0 0,0 0 0,0 0 0,-3 0 0,-1 0 0,2 0 1165,3 0 1,1 0-1166,-8-2 0,4 4 415,13 15-415,-13-12 0,26 13 0,-9-18 598,0 11-598,9-8 0,-8 21 0,11-21 0,0 26 0,0-24 0,0 24 0,0-14 0,0-1 0,0 16 0,0-26 0,0 14 0</inkml:trace>
  <inkml:trace contextRef="#ctx0" brushRef="#br0" timeOffset="16966">19328 9816 24575,'-34'-15'0,"9"1"0,0-1 0,-6-1 0,9 5 0,0 1 0,-10-2 0,16 12 0,-2 0 0,36 0 0,9 0 0,-6 0 0,0 0 0,-1 6 0,-1 0 0,14-3 0,-1 9 0,-4-12 0,-7 18 0,-10-14 0,-11 14 0,0-18 0,0 0 0,0 0 0</inkml:trace>
  <inkml:trace contextRef="#ctx0" brushRef="#br0" timeOffset="36733">23045 10544 24575,'27'0'0,"-13"0"0,-2 0 0,6 0 0,-14 0 0,26 0 0,-16 0 0,19 0 0,-5 0 0,-8 0 0,10 11 0,-14-8 0,16 9 0,-17-12 0,14 0 0,-24 18 0,12-14 0,-17 14 0,0-18 0,0 0 0,12 12 0,-9-10 0,9 10 0,-1 0 0,10-9 0,-5 9 0,2 5 0,-6-12 0,-10 12 0,10-17 0,-12 12 0,18-9 0,-14 9 0,26 5 0,-27-12 0,7 10 0,3-1 0,8-11 0,-5 9 0,2-12 0,-18 0 0</inkml:trace>
  <inkml:trace contextRef="#ctx0" brushRef="#br0" timeOffset="38497">14129 7117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9:44:47.8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4657 4564 24575,'22'0'0,"0"0"0,7 0 0,2 0 0,3 0 0,1 0-486,-6 0 0,2 0 0,-1 0 486,-3 0 0,0 0 0,0 0 0,0 0 0,0 0 0,-1 0 237,9 0 0,-3 0-237,-9 0 0,-1 0 241,11 0-241,-1 0 0,-4 0 0,4 0 743,0 0-743,-4 0 0,-8 0 0,-1 0 0,9 0 0,4 0 0,0 0 0,-16 0 0,14 0 0,-16 0 0,19 0 0,-5 0 0,-10 0 0,2 0 0,8 0 0,1 0 0,0 0 0,0 0 0,6 0 0,2 0 0,-4 0 0,-2 0 0,-9 0 0,-1 0 0,5 0 0,-2 0 0,4 0 0,-8 0 0,10 0 0,-26 0 0,14 0 0,-6 0 0,-9 0 0,20 0 0,-20 0 0,9 0 0,5 0 0,0 0 0,3 0 0,4 0 0,-21 0 0,26 0 0,-13 0 0,3 0 0,0 0 0,9 0 0,-7 0 0,2 0 0,-2 0 0,7 0 0,-7 0 0,2 0 0,-2 0 0,7 0 0,-4 0 0,2 0 0,4 0 0,-5 0 0,0 0 0,-1 0 0,-2 0 0,15 0 0,-15 0 0,0 0 0,10 0 0,-16 0 0,14 0 0,-16 0 0,1 0 0,-3 0 0,5 0 0,0 0 0,3 0 0,10 0 0,-14 0 0,16 0 0,-17 0 0,14 0 0,-13 0 0,17 0 0,-19 0 0,16 0 0,-14 0 0,3 0 0,0 0 0,-3 0 0,14 0 0,-27 0 0,9 12 0,-12-9 0,0 9 0,0-12 0,11 0 0,-8 0 0,9 0 0</inkml:trace>
  <inkml:trace contextRef="#ctx0" brushRef="#br0" timeOffset="9949">10014 4683 24575,'15'0'0,"-3"0"0,0 0 0,8 0 0,-4 0 0,5 0 0,0 0 0,2 0 0,5 0 0,1 0 0,-26 0 0,9 0 0,6 0 0,-14 0 0,14 0 0,-6 0 0,-9 0 0,8 0 0,1 0 0,-9 0 0,9 0 0,-12 0 0,0 0 0,0 0 0</inkml:trace>
  <inkml:trace contextRef="#ctx0" brushRef="#br0" timeOffset="18582">11549 4630 24575,'22'0'0,"8"0"0,2 0 0,-4 0 0,4 0-505,-6 0 0,1 0 0,1 0 505,3 0 0,0 0 0,0 0 0,-4 0 0,0 0 0,-1 0 164,1 0 0,0 0 0,-3 0-164,1 0 0,-1 0 125,-1 0 1,-2 0-126,-6 0 0,14 0 0,-25 0 772,26 0-772,2 0 0,-1 0 0,-1 6 0,2 0 0,-8-5 0,0 1 0,9 4 0,0 0 0,-2-6 0,-1 0 0,3 0 0,-2 0 0,-9 0 0,-1 0 0,10 0 0,0 0 0,5 0 0,-12 0 0,-2 0 0,-1 0 0,-10 0 0,1 0 0,-9 0 0,26 0 0,-24 0 0,24 0 0,-26 0 0,9 0 0,0 0 0,-9 0 0,8 0 0,-11 0 0,0 0 0,-11 0 0,8 0 0,-9 0 0</inkml:trace>
  <inkml:trace contextRef="#ctx0" brushRef="#br0" timeOffset="20599">15134 4723 8191,'0'15'0,"30"-4"1092,-8-9 0,4-3 0,3 0-1076,5 1 1,2 0-1,3 0 1,-1 0-17,-3 0 0,0 0 0,1 0 0,0 0 0,0 0 129,-4 0 1,0 0 0,0 0 0,0 0 0,0 0 0,-1 0-130,4 0 0,0 0 0,-1 0 0,-1 0 0,1 0 0,-2 0 0,0 0 0,0 0 0,0 0 0,-1 0 280,5 0 0,-1 0 0,0 0 1,0 0-281,1 0 0,0 0 0,0 0 0,-2 0 0,4 0 0,-2 0 0,-1 0 1092,-2 0 0,0 0 0,0 0-817,-2 0 0,-1 0 1,-2 0 461,-2 0 0,0 0-737,11-1 0,-1 2 1457,-11 8 0,-1 0-1457,0-7 0,0 0 942,0 8 0,-4-2-942,-5-8 768,14 0-768,-24 0 0,12 0 0,-5 0 0,21 0 0,-4 0 0,2 0 0,-6 0 0,1 0 0,13 0 0,-4 0 0,-16 0 0,6 0 0,-3 0 0,-18 0 0,14 0 0,-18-18 0,-18 14 0,14-14 0,-14 18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9:46:32.1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5040 7051 24575,'15'0'0,"9"0"0,8 0 0,-8 0 0,0 0 0,1 0 0,-1 0 0,2 0 0,-2 0 0,4 0 0,-3 0 0,0 0 0,6 0 0,0 0 0,-1 0 0,1 0 0,-1 0 0,2 0 0,-8 1 0,0-2 0,9-7 0,1-1 0,-4 6 0,0 1 0,3-7 0,-1 0 0,-8 9 0,0 0 0,-1 0 0,0 0 0,9 0 0,-17 0 0,-4 0 0,-11 0 0,0 0 0</inkml:trace>
  <inkml:trace contextRef="#ctx0" brushRef="#br0" timeOffset="2667">1574 8652 24575,'15'0'0,"14"0"0,-1 0 0,-3 0 0,3 0 0,2 0 0,0 0 0,4 0 0,-1 0 0,-9 0 0,0 0 0,2 0 0,-2 0 0,4 0 0,-3 0 0,0 0 0,6 0 0,-8 0 0,-2 0 0,-6 0 0,14 0 0,-13 0 0,5 0 0,-9 0 0,-12 0 0</inkml:trace>
  <inkml:trace contextRef="#ctx0" brushRef="#br0" timeOffset="5550">3559 8652 24575,'30'0'0,"0"0"0,2 0 0,1 0 0,-3 0 0,0 0 0,-5 0 0,-2 0 0,10 0 0,-22 0 0,7 0 0,-2 0 0,8 0 0,2 0 0,-1 0 0,-1 0 0,0 0 0,0 0 0,0 0 0,-4 0 0,-5 0 0,-3 0 0,-12-12 0,0 9 0,0-9 0</inkml:trace>
  <inkml:trace contextRef="#ctx0" brushRef="#br0" timeOffset="7135">5384 8533 24575,'15'0'0,"-3"0"0,5 0 0,-12 0 0,12 0 0,-5 0 0,-9 0 0,21 0 0,-21 0 0,26 0 0,-13 0 0,16 0 0,-17 0 0,15 0 0,-26 0 0,14 0 0,-18 12 0,0-9 0,0 8 0,0-11 0</inkml:trace>
  <inkml:trace contextRef="#ctx0" brushRef="#br0" timeOffset="17783">7329 8493 24575,'34'0'0,"-2"0"0,0 0 0,-9 0 0,0 0 0,14 0 0,-14 0 0,-2 0 0,-6 0 0,14 0 0,-25 0 0,14 0 0,-18 0 0</inkml:trace>
  <inkml:trace contextRef="#ctx0" brushRef="#br0" timeOffset="19585">9062 8625 24575,'22'0'0,"7"0"0,-26 0 0,21 0 0,-21 0 0,15 0 0,5 0 0,-4 0 0,6 0 0,0 0 0,3 0 0,-9 0 0,0 0 0,9 0 0,-7 0 0,-10 0 0,-11 0 0,0 12 0,0-9 0,12 9 0,-9-12 0,27 0 0,-26 18 0,25-14 0,-8 25 0,7-26 0,-8 9 0,-8-12 0,-12 0 0</inkml:trace>
  <inkml:trace contextRef="#ctx0" brushRef="#br0" timeOffset="38433">14975 4815 24575,'-14'0'0,"43"0"0,-5 0 0,4 0 0,-3 0 0,2 0 0,1 0-423,2 0 0,0 0 0,0 0 423,-3 0 0,0 0 0,0 0 0,5 1 0,1-1 0,0-1 0,-1-2 0,-1-2 0,0 2 0,2 1 0,0 2 0,0-1 0,-2-3 0,-1-1 0,2 2-457,2 2 1,1 1 0,0 1 456,-7-1 0,0 0 0,0 0 0,1 0-268,5 0 0,1 0 0,0 0 1,-1 0 267,-1 0 0,-1 0 0,0 0 0,1 0 0,2 0 0,2 0 0,-1 0 0,-2 0 0,4 0 0,-3 0 0,1 0-295,1 1 1,0-1 0,-1-1 294,-4-4 0,-1-2 0,-1 1 153,-2 5 0,-1 0 0,-1-1-153,5-7 0,-2 0 605,-3 8 0,-2 2-605,4-1 888,-8 0 1,-2 0-889,-2 0 1073,14 0-1073,-16 0 73,1 0-73,-3 0 0,5 0 0,-12 0 0,12 0 0,-5 0 0,9 0 0,7 0 0,4 0 0,0 0 0,-15 0 0,12 0 0,-26 0 0,20 0 0,-20 0 0,27 0 0,-26 0 0,26 0 0,-27 0 0,26 0 0,-25 0 0,14 0 0,-6 0 0,-9 0 0,8 0 0</inkml:trace>
  <inkml:trace contextRef="#ctx0" brushRef="#br0" timeOffset="73217">21021 11139 24575,'34'0'0,"-10"0"0,2 0 0,-2 0 0,0 0 0,1 0 0,-1 0 0,-1 0 0,-2 0 0,11 0 0,-15 0 0,12 0 0,-14 0 0,17 0 0,-16 0 0,7 0 0,1 0 0,-5 0 0,14 0 0,-22 0 0,1 0 0,-9 0 0,9 0 0</inkml:trace>
  <inkml:trace contextRef="#ctx0" brushRef="#br0" timeOffset="79166">4749 4749 24575,'26'0'0,"0"0"0,0 0 0,1 0 0,0 0 0,0 0 0,3 0 0,1 0 0,1 0-629,0 0 0,1 0 0,0 0 629,-1 0 0,-1 0 0,0 0 0,-3 0 0,-2 0 0,1 0 177,-1 0 0,0 0 1,-2 0-178,7 0 0,-1 0 0,3 0 0,0 0 165,-9 0 0,0 0-165,7 0 0,0 0 0,-1 0 0,0 0 0,4 0 0,1 0 0,-5 0 0,1 0 0,-2 0 0,6-1 0,-1 2 0,-5 4 0,2 2 0,-1-1-185,-3-4 1,0-2 0,0 2 184,0 4 0,0 1 0,0-2 0,9-5 0,0 0 0,-9 3 0,1 2 0,-1-1 0,2-3 0,1 1 0,-4 1 0,2 2 0,0-2 0,8-3 0,0 0 0,-2 6 0,1 0 0,-9-5 0,1 0 0,-2 0 467,0 5 1,-1 0-468,7-5 0,-1-2 60,1 1-60,-6 0 0,0 0 0,-5-1 0,0 2 0,6 7 0,1 2 291,2-8 1,2 0-292,3 7 0,-2 0 0,-7-9 0,-1 0 0,-2 0 0,0 0 0,10 0 0,-4 0 0,-9 0 0,0 0 0,9 0 0,-7 0 0,2 0 0,-20 0 0,9 0 0,-12 0 0</inkml:trace>
  <inkml:trace contextRef="#ctx0" brushRef="#br0" timeOffset="102801">14975 12528 24575,'34'0'0,"-14"0"0,-2 0 0,10 0 0,-3 0 0,0 0 0,-1 0 0,1 0 0,4 0 0,2 0 0,1 0 0,1 0 0,-3 0 0,0 0 0,3 0 0,0 0 0,-2 0 0,-2 0 0,-1 0 0,-3 0 0,-4 0 0,-2 0 0,13 0 0,1 0 0,-5 0 0,-10 0 0,2 0 0,0 0 0,0 0 0,0 0 0,1 0 0,4 0 0,1 0 0,-5 0 0,-1 0 0,0 0 0,0 0 0,0-1 0,-2 2 0,10 11 0,5-9 0,-1 8 0,-16-11 0,13 18 0,-8-13 0,-2 4 0,2-1 0,-1-7 0,1-2 0,5 7 0,-1 0 0,-4-5 0,-1 1 0,9 3 0,0 2 0,-5-1 0,0-1 0,3-4 0,-1 1 0,0 13 0,0 0 0,-6-13 0,1 0 0,-1 6 0,-1 2 0,1-3 0,-1-2 0,9-3 0,4 10 0,0-12 0,-16 0 0,14 12 0,2-9 0,-1 9 0,1 5 0,-2-12 0,-14 12 0,16-17 0,1 0 0,-5 0 0,-8 0 0,10 0 0,-14 0 0,16 12 0,0-9 0,-4 9 0,5-12 0,-1 0 0,-4 17 0,-7-12 0,8 13 0,-13-18 0,16 0 0,-17 0 0,5 0 0,1 0 0,-2 0 0,11 0 0,2 0 0,5 0 0,-9 0 0,1 0 0,-8 0 0,-1 0 0,1 0 0,-2 0 0,13 0 0,1 0 0,-17 0 0,13 0 0,-8 0 0,7 0 0,-8 0 0,4 0 0,-4 0 0,2 0 0,2 0 0,13 0 0,-6 0 0,0 0 0,-1 0 0,0 0 0,2 0 0,-7 0 0,-1 0 0,0 0 0,0 0 0,8 0 0,-2 0 0,1 0 0,0 0 0,-1 0 0,1 0 0,0 0 0,0 0 0,0 0 0,-1 0 0,2 0 0,-8 1 0,0-2 0,0-8 0,1 0 0,1 7 0,-2-1 0,4-14 0,-4 15 0,2 4 0,4-2 0,-4 0 0,-2 0 0,4 0 0,5 0 0,-1 0 0,-4 0 0,4-12 0,1 9 0,-5-9 0,-9 12 0,0 0 0,9 0 0,4 0 0,0 0 0,-12 0 0,0 0 0,0 1 0,1-2 0,8-7 0,0-1 0,7 4 0,-14-9 0,0-1 0,1 13 0,-1 1 0,-7-11 0,0 0 0,11 11 0,-2 0 0,-9-14 0,-2 0 0,7 13 0,-1 0 0,-3-16 0,13 18 0,-26 0 0,21 0 0,-4 0 0,-4 0 0,14 0 0,-10 0 0,8 0 0,5 0 0,-11 0 0,0 0 0,8 0 0,1 1 0,0-2 0,-6-5 0,-1 0 0,0 5 0,0-1 0,7-4 0,0 1 0,-7 4 0,0 2 0,9-1 0,1 0 0,-9 0 0,2 0 0,-1 0 0,5 0 0,1 0 0,-7-4 0,1 0 0,-1 0 0,6 2 0,-2 1 0,4-5 0,1 0 0,-1 7 0,0-2 0,-9-7 0,0-1 0,7 6 0,0 1 0,-10-7 0,1 0 0,3 8 0,3 2 0,1-1 0,-1 0 0,9 0 0,-6 0 0,-1 0 0,1 0 0,0 0 0,0 0 0,0 0 0,-6 0 0,0 0 0,3 0 0,4 0 0,0 0 0,-4 0 0,5 0 0,-1-11 0,-9 9 0,0 1 0,-5-5 0,0 0 0,5 6 0,-2 0 0,12-18 0,-5 14 0,4-14 0,-10 11 0,0 3 0,15 1 0,-9-9 0,1 0 0,-2 10 0,-1 1 0,-1-4 0,-1-2 0,-1-2 0,-1 1 0,11 3 0,-1-12 0,-4 17 0,4 0 0,0-12 0,-9 10 0,0 1 0,-5-5 0,1 0 0,3 6 0,0 0 0,10-11 0,-4 8 0,4-9 0,1 12 0,-5 0 0,-8 0 0,10 0 0,-26 0 0,14 0 0,-6 0 0,-10 0 0,10 0 0,0 12 0,9-9 0,-5 8 0,13-11 0,-26 0 0,9 0 0,0 0 0,-9 0 0,26 0 0,5 0 0,2 0 0,-12 0 0,-3 0 0,-7 0 0,16 0 0,-14 0 0,4 0 0,10 0 0,-26 0 0,14 0 0,-18 0 0</inkml:trace>
  <inkml:trace contextRef="#ctx0" brushRef="#br0" timeOffset="107933">23389 3149 24575,'0'29'0,"0"1"0,0 0 0,0 0 0,0 0 0,0 2 0,0 1 0,0-2 0,0 1 0,0 1 0,0 0 0,0 0-656,0 1 1,0 1-1,0 1 1,0-1 0,0 0 301,0-1 1,0 1 0,0-1 0,0 0-1,0-1 354,0 4 0,0 0 0,0-1 0,0 0 0,0 1 0,0 0 0,0 0 0,0 2 0,0-5 0,0 1 0,0 0 0,0 1 0,0 0-454,0-5 0,0 0 0,0 0 0,0 1 1,0 0-1,0 1 454,0-1 0,0 1 0,0 1 0,0 0 0,0 0 0,0 0 0,0 0 0,0 3 0,0 1 0,0-1 0,0 0 0,0-1 0,0 1 0,0-2 0,0 1 0,-1-1 0,1-1 0,0 0 0,1-1 120,1 1 0,1-1 0,-1-2 1,1 0-1,-1-1-120,-1 9 0,-1-1 0,2-5 0,4 0 0,0-6 0,-6 6-765,-12-51 1,9 11-1,-9-23 1</inkml:trace>
  <inkml:trace contextRef="#ctx0" brushRef="#br0" timeOffset="115750">9062 7805 24575,'34'0'0,"-9"0"0,0 0 0,6 0 0,-1 0 0,1 0 0,-6 0 0,-1 0 0,0 0 0,0 0 0,7 0 0,0 0 0,-6 0 0,-1 0 0,0 0 0,0 0 0,-1 0 0,-2 0 0,12 0 0,-6 0 0,4 0 0,0 0 0,-11 0 0,0 0 0,3 0 0,-1 0 0,8 0 0,-27 0 0,9 0 0,-12 12 0,-12-9 0,9 26 0,-27-24 0,14 24 0,-4-14 0,-10 0 0,26 14 0,-25-13 0,21 3 0,1 0 0,-26-3 0,19-1 0,1 0 0,-8 0 0,9 1 0,0 0 0,-8 0 0,4 13 0,-2-8 0,6 7 0,9-7 0,-8-10 0,11-11 0,0 0 0,-18 12 0,2 9 0,-5 7 0,9-13 0,1 2 0,1 6 0,-1-2 0,-17-2 0,17 6 0,2-3 0,-3-17 0,12 24 0,0-26 0,0 9 0,0-12 0</inkml:trace>
  <inkml:trace contextRef="#ctx0" brushRef="#br0" timeOffset="136983">11139 4789 24575,'34'0'0,"-10"0"0,2 0 0,-2 0 0,0 0 0,6 0 0,1 0 0,2 0 0,-2 0 0,-9 0 0,-1 0 0,10 0 0,0 0 0,5 0 0,-13 0 0,0 0 0,2 0 0,0 0 0,-4 0 0,0 0 0,11 0 0,1 0 0,-3 0 0,0 0 0,4 0 0,-1 0 0,-9 0 0,0 0 0,-1 1 0,-2-2 0,12-17 0,-6 14 0,-7-5 0,-1 0 0,9 9 0,4 0 0,0 0 0,-4 0 0,-9 0 0,0 0 0,9 0 0,5 0 0,-19 0 0,16 0 0,-14 0 0,16 18 0,1-14 0,-20 11 0,2 0 0,4-13 0,0-1 0,-3 10 0,13-11 0,4 0 0,-2 12 0,-1-10 0,1-1 0,0 11 0,-6-11 0,0-2 0,-5 0 0,0 2 0,0 7 0,1 2 0,4-9 0,1 2 0,1 12 0,-1-1 0,4-12 0,1-1 0,2 11 0,0 0 0,-3-11 0,0 1 0,-3 12 0,-1 1 0,3-12 0,-1-1 0,-9 6 0,-1 1 0,12-2 0,2-2 0,-8-4 0,0 1 0,1 3 0,-1 2 0,-2 2 0,0-1 0,0-6 0,0 1 0,9 14 0,-6-15 0,0-4 0,3 2 0,-8 0 0,10 0 0,-26 0 0,25 0 0,-26 0 0,9 0 0,-12 0 0,12 0 0,-9 0 0,26 0 0,-13 0 0,5 0 0,3 0 0,-4 0 0,-4 0 0,14 0 0,-27 0 0,26 0 0,-25 0 0,26 0 0,-15 0 0,-1 0 0,16 0 0,-14 0 0,4 0 0,4 0 0,-4 0 0,8 0 0,-3 0 0,0 0 0,6 0 0,-6-8 0,0-1 0,3 4 0,-9-10 0,0 1 0,9 11 0,-12-12 0,1 1 0,15 9 0,-16-13 0,14 18 0,-28 0 0,10 0 0,0-11 0,9 8 0,-5-9 0,13 12 0,-26 0 0,9 0 0,-12 0 0,17 0 0,-12 0 0,24 0 0,-26 0 0,9 12 0,-12-9 0,0 8 0,0-11 0,0 0 0,12 0 0,-9 0 0,8 18 0,-11-13 0,0 12 0,0-17 0,0 0 0,0 12 0,0-9 0,0 9 0,0-12 0,0 0 0</inkml:trace>
  <inkml:trace contextRef="#ctx0" brushRef="#br0" timeOffset="193183">14975 13467 24575,'33'0'0,"1"0"0,-9 0 0,1 0 0,0 0 0,6 0 0,2 0 0,-1 0-814,-1 0 1,0 0 0,1 0 813,-4 0 0,2 0 0,0 0 0,0 0-432,0 0 0,0 0 1,0 0-1,1 0 432,3 0 0,0 0 0,0 0 0,1 0 0,0 0 0,1 0 0,0 0 0,0 0 0,-6 0 0,0 0 0,1 0 0,-1 0 0,0 0 0,5 1 0,-1-1 0,0 0 0,0-1 0,1-1 0,0-1 0,1-1 0,-1 2 0,2 0 0,-1 2 0,1 0 0,-1-1 0,0-2 0,0 0 0,-1-1 0,1 2-243,-5 1 1,-1 1 0,1 0 0,0 1-1,0-1 243,0 0 0,0 1 0,0-1 0,-1 0 0,1-1 0,-1-2 0,-1-1 0,1 0 0,-1 0 0,1 1-351,6 2 0,-1 0 0,0 1 0,0-2 351,-2-2 0,-1-1 0,0 0 0,0 1 0,-3 3 0,0 2 0,0 0 0,-1-2 115,7-2 1,-1-2-1,-1 1-115,0 3 0,-2 1 0,1-2 0,-2-1 0,0-2 0,0 2 0,-1 2 0,1 2 0,0-1 0,0-4 0,0 0 0,0 0 0,0 3 0,-1 0 0,1 0 0,2-3 0,0 0 0,0 0 0,2 4 0,0 1 0,1-2 56,-7-2 0,1-2 0,0-1 0,0 3-56,0 1 0,-1 1 0,1 1 0,1-2 0,4-2 0,1-1 0,0 0 0,0 2 0,-4 2 0,1 1 0,-1 1 0,0-1 0,3-3 0,-1 0 0,1-1 0,-1 2 0,0 1 0,-1 2 0,0-2 0,-2-1 0,-3-4 0,-1-3 0,-1 1 0,2 1 296,2 5 0,1 2 0,0 0 0,-1-2-296,3-4 0,-2-1 0,1 2 0,2 4 0,2 2 0,-2-1 383,-6 0 0,-2 0 1,1 0-384,-1 1 0,0-1 0,0-1 0,7-4 0,0-1 280,0 4 0,0 1-280,-3-5 0,0 0 821,-3 5 0,-1 2-821,0-1 0,0 0 525,0 0 0,0 0-525,-1 0 0,-1 0 260,4 0 0,1 0-260,-2 0 0,-1 0 53,4 0 1,0 0-54,4 0 0,-1 0 0,-4 0 0,2 0 0,-6 0 0,1 0 0,-1 0 0,7 0 0,0 0 0,-6 0 0,1 0 0,-3 0 0,1 0 0,-1 0 0,2 0 0,-2 0 0,4 0 0,-9 6 0,0 0 0,9-3 0,-7 8 0,-10-11 0,-11 0 0,0 0 0,0 0 0</inkml:trace>
  <inkml:trace contextRef="#ctx0" brushRef="#br0" timeOffset="205219">6641 4498 24575,'22'0'0,"0"0"0,2 0 0,1 0 0,7 0 0,2 0 0,-4 0 0,0 0 0,2 0 0,1 0 0,-3 0 0,0 0 0,4 0 0,-2 0 0,-7 0 0,-1 0 0,-2 0 0,0 0 0,10 0 0,-4 0 0,-9 0 0,0 0 0,9 0 0,5 0 0,-1 0 0,-4 0 0,4 0 0,0 0 0,-15 0 0,0 0 0,-17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9:50:15.7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2051 4749 24575,'14'0'0,"-2"0"0,0 0 0,8 0 0,8 0 0,-9 0 0,0 0 0,9 0 0,-3 0 0,0 0 0,-3 0 0,-1 0 0,6 0 0,-1 0 0,-6 0 0,0 0 0,5 0 0,0 0 0,5 0 0,3 0 0,-4 0 0,-13 0 0,5 0 0,2 0 0,-2 0 0,7 0 0,-7 0 0,8 0 0,-25 0 0,26 0 0,-27 0 0,20 0 0,-2 0 0,-5 0 0,13 0 0,-26 0 0,27 0 0,-14 0 0,16 0 0,-10 0 0,0 0 0,9 0 0,-6 0 0,0 0 0,3 0 0,-8 0 0,-2 0 0,-2 0 0,14 0 0,-15 0 0,-1 0 0,16 0 0,-26 0 0,25 0 0,-14 0 0,17 0 0,-4 0 0,-8 1 0,-1-2 0,9-10 0,4 8 0,-11-3 0,2 0 0,1 5 0,1 2 0,7-1 0,2 0 0,-4 0 0,0 0 0,-3 0 0,-1 0 0,-6 0 0,0 0 0,-1 0 0,0 0 0,9 0 0,4-18 0,0 14 0,-4-14 0,-7 18 0,2 0 0,-2 0 0,-5 0 0,14 0 0,-10 0 0,8-12 0,4 9 0,1-8 0,-5 11 0,4 0 0,-17 0 0,14 0 0,-25 0 0,14 0 0,-6 0 0,-9 0 0,9 0 0,5 0 0,-12 0 0,12 0 0,-5 0 0,-9 0 0,20 0 0,-20 0 0,27 0 0,-26 0 0,26 0 0,-27 0 0,20 0 0,-20 0 0,9 0 0,-12 0 0,17 0 0,-12 0 0,24 0 0,-26 0 0,27 0 0,-26 0 0,14 0 0,-7 0 0,-8 0 0,21 0 0,-21 0 0,9 0 0,5 0 0,-12 0 0,12 0 0,-5 0 0,-9 0 0,20 0 0,-2 0 0,-5 0 0,14 0 0,-27 0 0,26 0 0,-25 0 0,26 0 0,-27 0 0,8 0 0,-22-12 0,8 9 0,-9-9 0</inkml:trace>
  <inkml:trace contextRef="#ctx0" brushRef="#br0" timeOffset="11249">1191 4432 24575,'0'22'0,"0"1"0,0 1 0,0 7 0,0-5 0,0 1 0,0-7 0,0-1 0,0 7 0,0-2 0,0 7 0,0-1 0,0 2 0,0-8 0,0 0 0,0 6 0,0 1 0,0 1 0,0 0 0,0-1 0,0-1 0,0-6 0,0 0 0,0 2 0,0-2 0,0 4 0,0-9 0,0 0 0,0 9 0,0 5 0,0-1 0,0-4 0,0 4 0,0-10 0,0 0 0,0 15 0,0-1 0,0 3 0,0-5 0,0 1-269,-1-5 0,0 2 0,3-1 269,3-4 0,2 0 0,-2-1 0,-3 11 0,1-2 0,6-8 0,-1-1 0,-7 4 0,-2-2 0,1 8 0,-1-4 0,2-2 0,11 1 0,-10 0 0,-1 0 807,11 0-807,-11-1 0,-2 1 0,1 0 0,0 2 0,0-4 0,0-25 0,17 14 0,-12-6 0,12-9 0,-17 9 0,0-12 0,0 0 0,0 17 0,0-12 0,0 12 0,12-17 0,-9 12 0,9-9 0,-12 9 0,0-12 0,0 0 0</inkml:trace>
  <inkml:trace contextRef="#ctx0" brushRef="#br0" timeOffset="13832">2606 7276 8191,'0'15'0,"18"-3"3276,-2-12-2383,2 0 1,2 0 1924,8 0-2818,4 0 1719,-17 0-1719,15 0 3276,-26 0 0,25 0-3160,-7 0 0,0 0-116,3 0 0,2 0 0,1 0 0,4 0 0,-2 0 0,4 0 0,1 0 0,-9 0 0,1 0 0,-2 0 0,0 0 0,-2 0 0,1 0 0,-4 0 0,-5 0 0,14 0 0,-24 0 0,12 0 0,-17 0 0,0 0 0,0 0 0</inkml:trace>
  <inkml:trace contextRef="#ctx0" brushRef="#br0" timeOffset="21666">3810 11642 24575,'30'0'0,"0"0"0,0 0 0,-2 0 0,2 0 0,1 0 0,1 0 0,1 0 0,-3 0 0,1 0 0,1 0 0,0 0 0,1 0 0,2 0-410,-4 0 0,2 0 1,0 0-1,1 0 1,1 0-1,-1 0 0,1 0 1,-1 0-1,-1 0 0,0 0 1,1 0-1,-1 0 1,0 0-1,1 0 0,-1 0 1,1 0 104,1 0 1,0 0-1,1 0 1,-1 0 0,1 0-1,-1 0 1,1 0 0,0 0 4,0 0 0,1 0 0,0 0 0,0 0 0,0 0 1,0 0-1,0 0 0,0 0 300,-1 0 0,1 0 0,-1 0 0,0 0 0,0 0 0,-1 0 0,1 0 0,0 0 0,0 0 0,0 0 0,1 0 0,-1 0 0,0 0 0,-1 0 0,0 0 0,-1 0 51,1 0 0,-2 0 0,0 0 0,0 0 0,-1 0 0,-1 0 1,0 0-52,7-1 0,0 1 0,-2-1 0,0 1 0,-1 2-145,2 1 0,0 2 1,-2 0-1,-2-1 145,-1-2 0,-3-2 0,1 3 0,-2 3 0,2 3 0,-2-1 0,-2-2 1486,4-4 0,-1-1-1486,6 4 0,0 2 1638,-8-1 0,-2 0-1042,-4-5 0,-1 1 2320,8 9-2916,1-11 1253,-8 0-1253,-3 0 0,4 0 0,9 0 0,2 0 0,-2 0 0,1 0-227,-3 0 1,2 0 0,-1 0 226,-3 0 0,0 0 0,0 0 0,0 0 0,0 0 0,0 0 0,3 0 0,0 0 0,-1 0 0,6 0 0,0 0 0,-10 0 0,1 0 0,0 0 0,1 0 0,-1 0 0,-1 0 0,10 0 0,-1 0 0,-7 0 0,0 0 0,-3 0 0,1 0 0,-1 0 0,7 0 0,0 0 0,-10 1 0,0-2 0,5-4 0,1-1 0,2 4 0,-1 1 339,-8-6 1,-3 2-340,16 5 0,-10 0 0,-20 0 0,9 12 0,-12-9 0,-12 8 0,9 7 0,-9-14 0,12-4 0,0-4 0,0-14 0</inkml:trace>
  <inkml:trace contextRef="#ctx0" brushRef="#br0" timeOffset="49481">9194 4498 24575,'-22'0'0,"5"18"0,15 2 0,4 5 0,-2 4 0,0 5 0,0 2-656,0-8 1,0 1-1,0 2 1,0 1 0,0 0 198,0-1 1,0 0 0,0 1-1,0 0 1,0 2 0,0 1 456,0-2 0,0 2 0,0 1 0,0 1 0,0-1 0,0 1 0,0-2 0,0-1 0,0 3 0,0-1 0,0-2 0,0 0 0,0 1 0,0 1 0,0-2 0,0 2 0,0 0 0,0-1 0,0 0 0,0-1 0,0-3 0,0 6 0,0-2 0,0-2 0,0 0-84,0 0 0,0 0 0,0-1 1,0 1 83,0 1 0,0 0 0,0 1 0,0 0 0,-2-4 0,0 0 0,-1 1 0,1 0 0,-1 1-167,0 1 1,1 1 0,-1 0 0,0 0 0,-1-1 166,-1 1 0,-2 0 0,0 0 0,0 0 0,1-1 0,0-2 0,0 1 0,1-1 0,-1-1 0,1-1-171,-1 3 0,1 0 0,0-2 1,0-1 170,0 4 0,1 0 0,2-4 1197,1 2 1,2-3-1198,-1-5 0,0-4 1654,0-6-1654,0-2 2763,0 6-2763,0-14 263,0 14 0,0-18 0,0 0 0</inkml:trace>
  <inkml:trace contextRef="#ctx0" brushRef="#br0" timeOffset="57114">13123 5292 24575,'33'0'0,"-5"0"0,-4 0 0,2 0 0,-3 0 0,2 0 0,8 0 0,0 0 0,-3 0 0,0 0 0,-4 0 0,0 0 0,-1 0 0,6 0 0,1 0 0,-6 0 0,0 0 0,0 0 0,8 0 0,-2 0 0,-2 0 0,0 0 0,3 0 0,-1 0 0,-7 0 0,-1 0 0,5 0 0,-1 0 0,-7 0 0,-1 0 0,0 0 0,0 0 0,5-1 0,0 2 0,6 10 0,-6-9 0,0-1 0,3 11 0,4-12 0,0 12 0,-16-9 0,2 9 0,-18-12 0,0 0 0,0 0 0</inkml:trace>
  <inkml:trace contextRef="#ctx0" brushRef="#br0" timeOffset="58732">15042 7117 24575,'22'0'0,"7"0"0,3 0 0,-1 0 0,5 0 0,2 0 0,-13 0 0,1 0 0,-1 0 0,1 0 0,1 0 0,-1 0 0,0 0 0,0 0 0,9 0 0,-1 0 0,2 0 0,0 0 0,-3 0 0,-1 0 0,-2 0 0,0 0 0,3 0 0,0 0 0,-3 0 0,0 0 0,3 0 0,-1 0 0,-7 0 0,-1 0 0,-1 6 0,-1 0 0,11-3 0,-19 9-820,-2-12 1,-12 0 0,0 0 0</inkml:trace>
  <inkml:trace contextRef="#ctx0" brushRef="#br0" timeOffset="60265">17092 9062 24575,'32'0'0,"-4"0"0,-4 0 0,2 0 0,-2 0 0,1 0 0,4 0 0,2 0 0,-6 0 0,1 0 0,0 0 0,4 0 0,3 0-460,1 0 1,3 0-1,-1 0 460,-7 0 0,-2 0 0,2 0 0,1 0 0,1 0 0,0 0 0,-1 0 0,5 0 0,-1 0 0,-1 0 0,-3 0 0,-1 0 0,0 0 168,8 0 0,-4 0-168,-12 0 0,-2 0 0,14 0 0,-19 0 0,16 0 0,-26 0 260,14 0 1,-18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9:51:59.5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5569 11642 24575,'12'-33'0,"-9"5"0,10 4 0,4-2 0,-2-2 0,3-4-820,-1 7 1,3-2 0,1-2 0,-1 0 507,-3 4 0,-2-1 0,1 0 1,1 0-1,2 0-26,1 0 1,3-1 0,0 0-1,1 1 1,-1-1 0,-2 1 337,0-3 0,-1 0 0,-1 1 0,0 0 0,2 1 0,0 1 0,2 0 0,0 2 0,-1-1 0,-1 1 193,0-3 0,-1 0 0,-1 1 0,-1 1-193,0 1 0,-2 2 0,-2-1 0,3-7 0,-1 3 0,0 10 0,-3 2 2075,-8-18-2075,9 20 0,1-2 1538,-13-3 0,-1-2-1538,10 0 0,1 0 468,-1 0 1,-1-1-469,3-4 0,2-1 0,1-1 0,0 1 0,1 1 0,-1 1 0,-3 1 0,2 1 0,4 4 0,0 4 0,-3-1 0,-1 0 0,-1 0 0,1-1 0,1-2 0,0-2 0,-2 1 0,0-2 0,11-5 0,0-1 0,-10 6 0,1 0 0,4 4 0,2 1 0,-2-1 0,-5-7 0,1 2 0,9 10 0,0-1 0,-11-9 0,0 3 0,5 17 0,0 1 0,-3-11 0,13 1 0,-26 8 0,9-9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35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0577-1B25-BBEC-8BD2-B1C8F41E2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7F299-ED36-696F-4BB5-3EE839F7A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75B05-AA88-90FB-7FF8-78F19D5E6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23F38-DEAD-3782-9F5A-480259ADD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6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30C0-82B6-675E-8A92-1EAE9651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6D451-5317-12E2-FE0F-21162671F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0A804-D4F5-850B-5163-5C075D280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A70FE-4176-0649-CA74-4FF442ADD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85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1CE5D-1855-4945-A7C7-182BB9C52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A8CAA-CE63-19C0-5AC3-53894E690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E466E-0E4F-15CF-4A46-39B0BCE61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EA375-4C48-1E0D-A483-67D6EAFAC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13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8E829-4903-58D9-87D4-A5843AE08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0B198-D4A7-081E-6D33-716C2B625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D6476-8DE3-641D-49E0-7BAD4AF32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5340A-F61B-0325-D1EE-EB91C4309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68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B110-B10D-A334-B661-1CBE30E6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573D2-ED4A-229D-FEDF-E4F941165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74DC5-C4B3-CEE1-645D-708ACEC58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5AEDB-2378-F635-7624-84286FA96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55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8AFEC-9F68-7E23-CB76-7195ACC6C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5B2A9-7784-BBB1-8933-7EDD2C21A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B3614-F48A-8025-36C1-382BE8F49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B9485-64C8-2B1F-C34B-7732EB4D1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73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9F293-075D-2632-B230-D1A61627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82A39-D2EC-8F57-1745-7C3461F5F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263CD-EBCC-C209-425F-C1FCADECF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5D7E7-9229-06A8-5DDB-9C27C7759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96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AD7B8-30CB-EFB0-B2D5-7143580E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597C5-AE92-FBB9-8BB1-D98F9184F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7387A-6530-1C65-DED8-2624EE4FB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06931-8E9D-EF44-9F8C-D9C6178622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472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9301-DAE0-2028-8A7A-54A36B384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DE67B-4BBF-45B3-714B-FB0FA6E07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A054E-FC6C-CEF5-BF54-EDA2B65EA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DA58E-02D9-C4D9-0DD8-3B84A69AC5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768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A638F-0B2A-BDEC-5F86-2EE96AC9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943B9-EB37-F339-32AA-2851C2681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353E3-1197-EF66-CA7F-B1974C847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7F9D0-D233-2D34-F47F-832A0D0D7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758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F4606-F5ED-7E80-FF17-D25B12B57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56C97-BA8C-2691-9050-BC6CA3D5C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1FA3B-1950-0937-D5B5-42A31E7D9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7BB58-F08E-2530-1B50-8D0E3B977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205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08C1-2F21-ED7D-DC52-C85E2CE8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2CA07-755E-E905-68F5-6772D0621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B0A92-B517-265F-D3D5-2773DDDC1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69E63-3DCB-209F-E69D-26A4D7825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321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54FA-683E-91F7-752C-CFDB52CE5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EA0C9-E3A9-FFE4-75DB-49919307D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DCE61-8107-29BC-7183-9627226FD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7A0DD-4968-9F78-C510-E45C2DBE26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486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74EE-6410-B606-BA0E-88D61230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7A233-0CE8-06C0-E10A-70D36D1AE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AB547-E3C6-55C8-BC71-3509FD35B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7B88F-F51A-D907-CD56-3C423ECF9E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869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B359F-4D75-A656-4A5C-7CA98A88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E9BFC-AA51-CDA1-4008-8A77A441E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3C0C2-6DEC-5C85-EB27-A82814D85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F6F06-66D7-26A5-5A5A-2F2A2485A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453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8E84-5C1D-B02B-3015-099BB9BC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1F0C7-5AE7-3273-485A-61AEADAB5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C8D76-6870-3CCA-88A6-15B2AC2F2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8141E-5113-11FC-C84D-32322F1575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708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4976-6B7D-B15A-D516-B76752F9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61CA95-A6C2-FF92-B8CA-A91A2C2AB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17A12-F553-5470-8221-1D6FE9A31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69514-4286-513E-22E0-69D717A5D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425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EDEC8-5378-63E9-B66D-E2D6FA2E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E0FAD-B0B8-7551-B642-B73E34023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42D82-761E-9682-BD5C-819CE4456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9971A-6671-E1EA-F3CE-38CDA2257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116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F9340-C594-5532-F447-230309440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52F23-B051-B39F-B717-36CF25B95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82EE5-A8EA-01A2-40A6-27AD71700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85CF5-7AC3-7D84-259F-0649D25DD6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483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0B9FE-F623-F255-4B5C-60675375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14AD7-4609-4A30-7A9D-60BDE8817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B4B3D-7A73-EB54-FA8B-315FD4CCA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823DD-5F74-7154-9088-0CA8F3429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4228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902F-8A6A-8DF3-8E75-8E16EA6C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F12AE-E45D-7B5B-1C6F-00F1FDA3D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0EF74-BF4D-C3E7-C1DA-1850517A8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24A7C-025A-478C-09BC-39ADCE619B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11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5CCA6-4ACA-0B7F-BCB6-92B805C0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068E1-B2E6-B1D6-E422-0648BA81C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A200D-E673-0536-4862-833017690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AAD8C-C2A4-F46F-85E4-43AB92DB0A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401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0A3E6-9AFC-60D2-A55D-6D39FF39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D82C5-D5F4-7559-AF75-84F00EB68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5A372-8010-76FF-3749-7620E60C3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7A26A-CBCC-D833-C7C9-D351300E2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223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27BB-90FB-39A8-1EED-0AEA8B11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5F496-E030-303C-7512-AE4039A9D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A35C7-4874-7F73-094B-CAFEC11F5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59C9-DD91-18F7-645C-5F8AC4C20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817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BFE6-EFF3-2382-322E-755258A77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E1945-A255-7338-E340-F13B4A50E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413BE-5A6A-BD3A-BE3A-48DFE7587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0520B-18B1-DD67-9EC7-F15E7C1D6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82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D8A5-999A-038B-5D91-C20C267A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42BCD-71FE-3B13-DD83-0F5FF4830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85078-3667-8ECD-DAF5-57628AC77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C6413-07B1-EAD0-0D56-0C99B6B77D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562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7C66-F73B-E6F9-817C-62C8C120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3ED26-B4F5-0B27-72F6-EDE5CC56F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CAB83-043E-74B4-D9A3-D153C4A82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4DAC5-7688-DB93-4F10-3763D8AFC8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092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Linear Search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Implementation  ·  Performance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475488" cy="475488"/>
          </a:xfrm>
          <a:prstGeom prst="rect">
            <a:avLst/>
          </a:prstGeom>
          <a:solidFill>
            <a:srgbClr val="2D4B7A"/>
          </a:solidFill>
          <a:ln w="12700">
            <a:solidFill>
              <a:srgbClr val="3D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B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953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3383280"/>
            <a:ext cx="475488" cy="475488"/>
          </a:xfrm>
          <a:prstGeom prst="rect">
            <a:avLst/>
          </a:prstGeom>
          <a:solidFill>
            <a:srgbClr val="2D4B7A"/>
          </a:solidFill>
          <a:ln w="12700">
            <a:solidFill>
              <a:srgbClr val="3D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B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953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54480" y="3383280"/>
            <a:ext cx="475488" cy="475488"/>
          </a:xfrm>
          <a:prstGeom prst="rect">
            <a:avLst/>
          </a:prstGeom>
          <a:solidFill>
            <a:srgbClr val="0EA5E9"/>
          </a:solidFill>
          <a:ln w="25400">
            <a:solidFill>
              <a:srgbClr val="0AB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8953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03120" y="3383280"/>
            <a:ext cx="475488" cy="475488"/>
          </a:xfrm>
          <a:prstGeom prst="rect">
            <a:avLst/>
          </a:prstGeom>
          <a:solidFill>
            <a:srgbClr val="2D4B7A"/>
          </a:solidFill>
          <a:ln w="12700">
            <a:solidFill>
              <a:srgbClr val="3D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0312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B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38953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51760" y="3383280"/>
            <a:ext cx="475488" cy="475488"/>
          </a:xfrm>
          <a:prstGeom prst="rect">
            <a:avLst/>
          </a:prstGeom>
          <a:solidFill>
            <a:srgbClr val="2D4B7A"/>
          </a:solidFill>
          <a:ln w="12700">
            <a:solidFill>
              <a:srgbClr val="3D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5176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B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38953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3383280"/>
            <a:ext cx="475488" cy="475488"/>
          </a:xfrm>
          <a:prstGeom prst="rect">
            <a:avLst/>
          </a:prstGeom>
          <a:solidFill>
            <a:srgbClr val="2D4B7A"/>
          </a:solidFill>
          <a:ln w="12700">
            <a:solidFill>
              <a:srgbClr val="3D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B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38953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3383280"/>
            <a:ext cx="475488" cy="475488"/>
          </a:xfrm>
          <a:prstGeom prst="rect">
            <a:avLst/>
          </a:prstGeom>
          <a:solidFill>
            <a:srgbClr val="2D4B7A"/>
          </a:solidFill>
          <a:ln w="12700">
            <a:solidFill>
              <a:srgbClr val="3D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4904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B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38953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3383280"/>
            <a:ext cx="475488" cy="475488"/>
          </a:xfrm>
          <a:prstGeom prst="rect">
            <a:avLst/>
          </a:prstGeom>
          <a:solidFill>
            <a:srgbClr val="2D4B7A"/>
          </a:solidFill>
          <a:ln w="12700">
            <a:solidFill>
              <a:srgbClr val="3D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B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38953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91640" y="3136392"/>
            <a:ext cx="0" cy="219456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5840" y="29077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E36"/>
          </a:solidFill>
          <a:ln w="12700">
            <a:solidFill>
              <a:srgbClr val="13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Data Structures &amp;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Algorithm?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658368"/>
          </a:xfrm>
          <a:prstGeom prst="rect">
            <a:avLst/>
          </a:prstGeom>
          <a:solidFill>
            <a:srgbClr val="EFF6FF"/>
          </a:solidFill>
          <a:ln w="25400">
            <a:solidFill>
              <a:srgbClr val="0284C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precise, step-by-step description of a process for solving a problem.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3611508" cy="1261872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 Addition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3776" y="227685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elementary-school algorithm for adding multi-digit numbers, step by step.</a:t>
            </a:r>
            <a:endParaRPr lang="en-US" sz="1200" dirty="0"/>
          </a:p>
        </p:txBody>
      </p:sp>
      <p:pic>
        <p:nvPicPr>
          <p:cNvPr id="21" name="Picture 20" descr="A poster with numbers and a few figures&#10;&#10;AI-generated content may be incorrect.">
            <a:extLst>
              <a:ext uri="{FF2B5EF4-FFF2-40B4-BE49-F238E27FC236}">
                <a16:creationId xmlns:a16="http://schemas.microsoft.com/office/drawing/2014/main" id="{B5990359-7ABD-565B-A245-42502CA81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217" y="1764792"/>
            <a:ext cx="2552212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D686F-96A4-DB0B-250D-7A3AB29F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939C46-9E5D-0A0B-9BB4-4FDDFEC3D47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4C0960-C501-745F-E342-F21C301B0D30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B26804-206D-9A34-0271-527A635C6D1E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Algorithm?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DCED9D9-8105-1A0C-2F8A-8E1072472268}"/>
              </a:ext>
            </a:extLst>
          </p:cNvPr>
          <p:cNvSpPr/>
          <p:nvPr/>
        </p:nvSpPr>
        <p:spPr>
          <a:xfrm>
            <a:off x="365760" y="1024128"/>
            <a:ext cx="8412480" cy="658368"/>
          </a:xfrm>
          <a:prstGeom prst="rect">
            <a:avLst/>
          </a:prstGeom>
          <a:solidFill>
            <a:srgbClr val="EFF6FF"/>
          </a:solidFill>
          <a:ln w="25400">
            <a:solidFill>
              <a:srgbClr val="0284C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1130D8-5993-6725-7FA1-55A8A4CA2961}"/>
              </a:ext>
            </a:extLst>
          </p:cNvPr>
          <p:cNvSpPr/>
          <p:nvPr/>
        </p:nvSpPr>
        <p:spPr>
          <a:xfrm>
            <a:off x="502920" y="10241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precise, step-by-step description of a process for solving a problem.</a:t>
            </a:r>
            <a:endParaRPr lang="en-US" sz="14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2072850-5703-71B2-0BB9-0EC1AD6ACE55}"/>
              </a:ext>
            </a:extLst>
          </p:cNvPr>
          <p:cNvSpPr/>
          <p:nvPr/>
        </p:nvSpPr>
        <p:spPr>
          <a:xfrm>
            <a:off x="365760" y="2035469"/>
            <a:ext cx="3827616" cy="1261872"/>
          </a:xfrm>
          <a:prstGeom prst="rect">
            <a:avLst/>
          </a:prstGeom>
          <a:solidFill>
            <a:srgbClr val="FEF9C3"/>
          </a:solidFill>
          <a:ln w="19050">
            <a:solidFill>
              <a:srgbClr val="EAB30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BBEFAD9-842E-10C5-FCCF-0B2A0254D036}"/>
              </a:ext>
            </a:extLst>
          </p:cNvPr>
          <p:cNvSpPr/>
          <p:nvPr/>
        </p:nvSpPr>
        <p:spPr>
          <a:xfrm>
            <a:off x="493776" y="2126909"/>
            <a:ext cx="3617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Bresenham's Line</a:t>
            </a:r>
            <a:endParaRPr lang="en-US" sz="13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3FC4A0F-676E-EDFB-6A05-7732F2296B8E}"/>
              </a:ext>
            </a:extLst>
          </p:cNvPr>
          <p:cNvSpPr/>
          <p:nvPr/>
        </p:nvSpPr>
        <p:spPr>
          <a:xfrm>
            <a:off x="493776" y="2437805"/>
            <a:ext cx="361730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clean straight line between two pixels on a screen (no floats needed!).</a:t>
            </a:r>
            <a:endParaRPr lang="en-US" sz="1200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6FDFDDB-6172-1A5A-5C04-3B8F57E6E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228" y="2035469"/>
            <a:ext cx="4157012" cy="2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D4CCAD8-3D7F-77C7-7EA5-48A469295D40}"/>
                  </a:ext>
                </a:extLst>
              </p14:cNvPr>
              <p14:cNvContentPartPr/>
              <p14:nvPr/>
            </p14:nvContentPartPr>
            <p14:xfrm>
              <a:off x="4609440" y="2562120"/>
              <a:ext cx="3901680" cy="1987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D4CCAD8-3D7F-77C7-7EA5-48A469295D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80" y="2552760"/>
                <a:ext cx="3920400" cy="200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736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6BD0C-355E-5233-4121-31FFA8DE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443ADB-CCD4-E8BC-4A4E-E41AB8E6F68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FD9130-7DBF-C5BE-A9BC-5DCC3372CB70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6EA025-19DD-2387-E364-B53F49D42807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Algorithm?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C93C8D5-B433-89F8-860D-193D5CE16F2A}"/>
              </a:ext>
            </a:extLst>
          </p:cNvPr>
          <p:cNvSpPr/>
          <p:nvPr/>
        </p:nvSpPr>
        <p:spPr>
          <a:xfrm>
            <a:off x="365760" y="1024128"/>
            <a:ext cx="8412480" cy="658368"/>
          </a:xfrm>
          <a:prstGeom prst="rect">
            <a:avLst/>
          </a:prstGeom>
          <a:solidFill>
            <a:srgbClr val="EFF6FF"/>
          </a:solidFill>
          <a:ln w="25400">
            <a:solidFill>
              <a:srgbClr val="0284C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394C58-F98B-D4D4-1453-8E1CB2D28866}"/>
              </a:ext>
            </a:extLst>
          </p:cNvPr>
          <p:cNvSpPr/>
          <p:nvPr/>
        </p:nvSpPr>
        <p:spPr>
          <a:xfrm>
            <a:off x="502920" y="10241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precise, step-by-step description of a process for solving a problem.</a:t>
            </a:r>
            <a:endParaRPr lang="en-US" sz="14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5F3D1C6-69DF-CA2B-FCDF-DFF749B1CC2A}"/>
              </a:ext>
            </a:extLst>
          </p:cNvPr>
          <p:cNvSpPr/>
          <p:nvPr/>
        </p:nvSpPr>
        <p:spPr>
          <a:xfrm>
            <a:off x="365760" y="2045505"/>
            <a:ext cx="4160520" cy="1261872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1C546A1-A396-B9C2-71A2-1EF679D0F808}"/>
              </a:ext>
            </a:extLst>
          </p:cNvPr>
          <p:cNvSpPr/>
          <p:nvPr/>
        </p:nvSpPr>
        <p:spPr>
          <a:xfrm>
            <a:off x="493776" y="2136945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Selection Sort</a:t>
            </a: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C4B757F-67AC-820A-DBCC-C8DD6E50C9C6}"/>
              </a:ext>
            </a:extLst>
          </p:cNvPr>
          <p:cNvSpPr/>
          <p:nvPr/>
        </p:nvSpPr>
        <p:spPr>
          <a:xfrm>
            <a:off x="493776" y="2447841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find the smallest remaining element and move it to the front.</a:t>
            </a:r>
            <a:endParaRPr lang="en-US" sz="1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CB64628-EFC6-45A0-A362-28FB37E07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49" y="1935676"/>
            <a:ext cx="737839" cy="274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13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108E7-F9BC-4F44-01F4-11678384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E22A72-EFFB-AA99-8D54-523EEA71BDF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0C07C2D-3080-17FA-2CCB-59CC7B483CA9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E88174-A347-69EB-8961-EDB860CFA0B2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Algorithm?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51DDB8-25F3-6465-C337-79F74670FE5E}"/>
              </a:ext>
            </a:extLst>
          </p:cNvPr>
          <p:cNvSpPr/>
          <p:nvPr/>
        </p:nvSpPr>
        <p:spPr>
          <a:xfrm>
            <a:off x="365760" y="1024128"/>
            <a:ext cx="8412480" cy="658368"/>
          </a:xfrm>
          <a:prstGeom prst="rect">
            <a:avLst/>
          </a:prstGeom>
          <a:solidFill>
            <a:srgbClr val="EFF6FF"/>
          </a:solidFill>
          <a:ln w="25400">
            <a:solidFill>
              <a:srgbClr val="0284C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F03B2C5-67DF-64A0-ADF0-3038B6EE413C}"/>
              </a:ext>
            </a:extLst>
          </p:cNvPr>
          <p:cNvSpPr/>
          <p:nvPr/>
        </p:nvSpPr>
        <p:spPr>
          <a:xfrm>
            <a:off x="502920" y="10241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precise, step-by-step description of a process for solving a problem.</a:t>
            </a:r>
            <a:endParaRPr lang="en-US" sz="14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91F6536-E90C-B403-945F-2B1FE8CB3112}"/>
              </a:ext>
            </a:extLst>
          </p:cNvPr>
          <p:cNvSpPr/>
          <p:nvPr/>
        </p:nvSpPr>
        <p:spPr>
          <a:xfrm>
            <a:off x="365760" y="2199133"/>
            <a:ext cx="3492562" cy="1261872"/>
          </a:xfrm>
          <a:prstGeom prst="rect">
            <a:avLst/>
          </a:prstGeom>
          <a:solidFill>
            <a:srgbClr val="FAE8FF"/>
          </a:solidFill>
          <a:ln w="19050">
            <a:solidFill>
              <a:srgbClr val="A855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7251B4-1E07-5F28-9C97-FDE857CFFD33}"/>
              </a:ext>
            </a:extLst>
          </p:cNvPr>
          <p:cNvSpPr/>
          <p:nvPr/>
        </p:nvSpPr>
        <p:spPr>
          <a:xfrm>
            <a:off x="493776" y="2290573"/>
            <a:ext cx="33006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Backpropagation</a:t>
            </a:r>
            <a:endParaRPr lang="en-US" sz="13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B8B7F96-F912-DC6A-9174-7D4923A72CB7}"/>
              </a:ext>
            </a:extLst>
          </p:cNvPr>
          <p:cNvSpPr/>
          <p:nvPr/>
        </p:nvSpPr>
        <p:spPr>
          <a:xfrm>
            <a:off x="493776" y="2601469"/>
            <a:ext cx="330066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neural network by propagating error signals backwards through layers.</a:t>
            </a:r>
            <a:endParaRPr lang="en-US" sz="1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7A08F4D-2940-F28C-FEF7-C31407D9A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673" y="2034886"/>
            <a:ext cx="4962747" cy="225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577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Linear Search Problem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solidFill>
            <a:srgbClr val="EFF6FF"/>
          </a:solidFill>
          <a:ln w="25400">
            <a:solidFill>
              <a:srgbClr val="0284C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elements  v₀, v₁, …, vₙ₋₁  and a target  </a:t>
            </a:r>
            <a:r>
              <a:rPr lang="en-US" sz="1400" b="1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find index </a:t>
            </a:r>
            <a:r>
              <a:rPr lang="en-US" sz="1400" b="1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such that  </a:t>
            </a:r>
            <a:r>
              <a:rPr lang="en-US" sz="14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v[i] == x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If no such element exists, return </a:t>
            </a: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22CB5F1-2AE3-66E4-9AA7-BA9F99ABC5EF}"/>
                  </a:ext>
                </a:extLst>
              </p14:cNvPr>
              <p14:cNvContentPartPr/>
              <p14:nvPr/>
            </p14:nvContentPartPr>
            <p14:xfrm>
              <a:off x="1676520" y="1643040"/>
              <a:ext cx="4557960" cy="81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22CB5F1-2AE3-66E4-9AA7-BA9F99ABC5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7160" y="1633680"/>
                <a:ext cx="4576680" cy="10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4EFD9-44FD-C01C-9B18-58E532885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922627-2ECB-4DA7-9EFD-361C6023552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82A4651-2D1B-7206-2AEF-CEFF34D3A883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69A461-E736-D9B9-43DA-0ED1ACC295B5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Linear Search Problem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7D47D3-EB6B-940B-7E5C-DE6A8EFE7568}"/>
              </a:ext>
            </a:extLst>
          </p:cNvPr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solidFill>
            <a:srgbClr val="EFF6FF"/>
          </a:solidFill>
          <a:ln w="25400">
            <a:solidFill>
              <a:srgbClr val="0284C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35D7C85-0CF0-1125-7A22-670B1898760A}"/>
              </a:ext>
            </a:extLst>
          </p:cNvPr>
          <p:cNvSpPr/>
          <p:nvPr/>
        </p:nvSpPr>
        <p:spPr>
          <a:xfrm>
            <a:off x="502920" y="105156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elements  v₀, v₁, …, vₙ₋₁  and a target  </a:t>
            </a:r>
            <a:r>
              <a:rPr lang="en-US" sz="1400" b="1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find index </a:t>
            </a:r>
            <a:r>
              <a:rPr lang="en-US" sz="1400" b="1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such that  </a:t>
            </a:r>
            <a:r>
              <a:rPr lang="en-US" sz="14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v[i] == x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If no such element exists, return </a:t>
            </a: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685077-75BD-AE06-231C-360D314D3791}"/>
              </a:ext>
            </a:extLst>
          </p:cNvPr>
          <p:cNvSpPr/>
          <p:nvPr/>
        </p:nvSpPr>
        <p:spPr>
          <a:xfrm>
            <a:off x="440103" y="2226564"/>
            <a:ext cx="1671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searching for 7</a:t>
            </a:r>
            <a:endParaRPr lang="en-US" sz="12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BEB81D9-9603-A2BB-FC0E-98497598C3D9}"/>
              </a:ext>
            </a:extLst>
          </p:cNvPr>
          <p:cNvSpPr/>
          <p:nvPr/>
        </p:nvSpPr>
        <p:spPr>
          <a:xfrm>
            <a:off x="365760" y="2633472"/>
            <a:ext cx="621792" cy="51206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AADB5A6-7D7D-67C9-9970-8B14AA627942}"/>
              </a:ext>
            </a:extLst>
          </p:cNvPr>
          <p:cNvSpPr/>
          <p:nvPr/>
        </p:nvSpPr>
        <p:spPr>
          <a:xfrm>
            <a:off x="365760" y="2633472"/>
            <a:ext cx="621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4527D27-C431-D3EA-DA49-94F0700D7E58}"/>
              </a:ext>
            </a:extLst>
          </p:cNvPr>
          <p:cNvSpPr/>
          <p:nvPr/>
        </p:nvSpPr>
        <p:spPr>
          <a:xfrm>
            <a:off x="365760" y="31821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75803A6-461F-8BEB-5284-ADC31840A330}"/>
              </a:ext>
            </a:extLst>
          </p:cNvPr>
          <p:cNvSpPr/>
          <p:nvPr/>
        </p:nvSpPr>
        <p:spPr>
          <a:xfrm>
            <a:off x="1033272" y="2633472"/>
            <a:ext cx="621792" cy="51206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E4C4EB-FF57-181C-23A6-B0CAC7E96E9D}"/>
              </a:ext>
            </a:extLst>
          </p:cNvPr>
          <p:cNvSpPr/>
          <p:nvPr/>
        </p:nvSpPr>
        <p:spPr>
          <a:xfrm>
            <a:off x="1033272" y="2633472"/>
            <a:ext cx="621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1F69E0-25B1-6AEB-6DBA-95C85ABA6088}"/>
              </a:ext>
            </a:extLst>
          </p:cNvPr>
          <p:cNvSpPr/>
          <p:nvPr/>
        </p:nvSpPr>
        <p:spPr>
          <a:xfrm>
            <a:off x="1033272" y="31821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689878E-D8AE-1B2A-6542-CC1F95E2EEA9}"/>
              </a:ext>
            </a:extLst>
          </p:cNvPr>
          <p:cNvSpPr/>
          <p:nvPr/>
        </p:nvSpPr>
        <p:spPr>
          <a:xfrm>
            <a:off x="1700784" y="2633472"/>
            <a:ext cx="621792" cy="512064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1A5D5E2-C87D-62A7-BA45-3B24E082E8AF}"/>
              </a:ext>
            </a:extLst>
          </p:cNvPr>
          <p:cNvSpPr/>
          <p:nvPr/>
        </p:nvSpPr>
        <p:spPr>
          <a:xfrm>
            <a:off x="1700784" y="2633472"/>
            <a:ext cx="621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6FF7F0-92A3-1B9C-3FBB-0A557D2D607E}"/>
              </a:ext>
            </a:extLst>
          </p:cNvPr>
          <p:cNvSpPr/>
          <p:nvPr/>
        </p:nvSpPr>
        <p:spPr>
          <a:xfrm>
            <a:off x="1700784" y="31821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AF34F85-773A-D8C1-129D-C065C61413FA}"/>
              </a:ext>
            </a:extLst>
          </p:cNvPr>
          <p:cNvSpPr/>
          <p:nvPr/>
        </p:nvSpPr>
        <p:spPr>
          <a:xfrm>
            <a:off x="2368296" y="2633472"/>
            <a:ext cx="621792" cy="51206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ED0091C-E5DF-F832-DA21-7930F3CE969E}"/>
              </a:ext>
            </a:extLst>
          </p:cNvPr>
          <p:cNvSpPr/>
          <p:nvPr/>
        </p:nvSpPr>
        <p:spPr>
          <a:xfrm>
            <a:off x="2368296" y="2633472"/>
            <a:ext cx="621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2C0F1A6-7304-685D-2237-C802432376DD}"/>
              </a:ext>
            </a:extLst>
          </p:cNvPr>
          <p:cNvSpPr/>
          <p:nvPr/>
        </p:nvSpPr>
        <p:spPr>
          <a:xfrm>
            <a:off x="2368296" y="31821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3D85561-1809-57BE-E8D8-3CAFAFBBFF6E}"/>
              </a:ext>
            </a:extLst>
          </p:cNvPr>
          <p:cNvSpPr/>
          <p:nvPr/>
        </p:nvSpPr>
        <p:spPr>
          <a:xfrm>
            <a:off x="3035808" y="2633472"/>
            <a:ext cx="621792" cy="51206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E7EB98A-6368-D420-36C6-58FBBF5B0A58}"/>
              </a:ext>
            </a:extLst>
          </p:cNvPr>
          <p:cNvSpPr/>
          <p:nvPr/>
        </p:nvSpPr>
        <p:spPr>
          <a:xfrm>
            <a:off x="3035808" y="2633472"/>
            <a:ext cx="621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B20CF70-B2D4-CF6C-5736-7D9E3BC41661}"/>
              </a:ext>
            </a:extLst>
          </p:cNvPr>
          <p:cNvSpPr/>
          <p:nvPr/>
        </p:nvSpPr>
        <p:spPr>
          <a:xfrm>
            <a:off x="3035808" y="31821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DAEB992-412B-7267-8FAB-DABCE426ED0C}"/>
              </a:ext>
            </a:extLst>
          </p:cNvPr>
          <p:cNvSpPr/>
          <p:nvPr/>
        </p:nvSpPr>
        <p:spPr>
          <a:xfrm>
            <a:off x="365760" y="34655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index </a:t>
            </a:r>
            <a:r>
              <a:rPr 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because  v[2] == 7</a:t>
            </a:r>
            <a:endParaRPr lang="en-US" sz="13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CA0C780-9AE6-7474-CD58-CF0D0C7C5B7F}"/>
              </a:ext>
            </a:extLst>
          </p:cNvPr>
          <p:cNvSpPr/>
          <p:nvPr/>
        </p:nvSpPr>
        <p:spPr>
          <a:xfrm>
            <a:off x="5029200" y="3749040"/>
            <a:ext cx="256032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382DD2E-7946-6FEF-674C-9F6427FCDAB9}"/>
              </a:ext>
            </a:extLst>
          </p:cNvPr>
          <p:cNvSpPr/>
          <p:nvPr/>
        </p:nvSpPr>
        <p:spPr>
          <a:xfrm>
            <a:off x="5394960" y="37490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type that supports  == </a:t>
            </a:r>
            <a:endParaRPr lang="en-US" sz="11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A1BB353-C97B-9EA9-4117-A62254F55428}"/>
              </a:ext>
            </a:extLst>
          </p:cNvPr>
          <p:cNvSpPr/>
          <p:nvPr/>
        </p:nvSpPr>
        <p:spPr>
          <a:xfrm>
            <a:off x="5029200" y="4014216"/>
            <a:ext cx="256032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337F646-8AB9-006A-C31D-F3496A5A49D2}"/>
              </a:ext>
            </a:extLst>
          </p:cNvPr>
          <p:cNvSpPr/>
          <p:nvPr/>
        </p:nvSpPr>
        <p:spPr>
          <a:xfrm>
            <a:off x="5394960" y="40142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can be in ANY order — not necessarily sorted</a:t>
            </a:r>
            <a:endParaRPr lang="en-US" sz="11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4753E0E-C333-F792-A30E-56C35832C18D}"/>
              </a:ext>
            </a:extLst>
          </p:cNvPr>
          <p:cNvSpPr/>
          <p:nvPr/>
        </p:nvSpPr>
        <p:spPr>
          <a:xfrm>
            <a:off x="5029200" y="4279392"/>
            <a:ext cx="256032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EDF8E7F-1C58-98EA-ED1E-3992C9D58CA8}"/>
              </a:ext>
            </a:extLst>
          </p:cNvPr>
          <p:cNvSpPr/>
          <p:nvPr/>
        </p:nvSpPr>
        <p:spPr>
          <a:xfrm>
            <a:off x="5394960" y="4279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appears twice, either index may be returned</a:t>
            </a:r>
            <a:endParaRPr lang="en-US" sz="11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E96F5DA-249C-072E-AD41-DCC5533AC322}"/>
              </a:ext>
            </a:extLst>
          </p:cNvPr>
          <p:cNvSpPr/>
          <p:nvPr/>
        </p:nvSpPr>
        <p:spPr>
          <a:xfrm>
            <a:off x="5029200" y="4544568"/>
            <a:ext cx="256032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2682ED1-1F69-A228-3901-0EBE103E2FB5}"/>
              </a:ext>
            </a:extLst>
          </p:cNvPr>
          <p:cNvSpPr/>
          <p:nvPr/>
        </p:nvSpPr>
        <p:spPr>
          <a:xfrm>
            <a:off x="5394960" y="4544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vector  →  always returns  -1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5797FB9-F54B-FA12-AE14-7E23190A39A5}"/>
                  </a:ext>
                </a:extLst>
              </p14:cNvPr>
              <p14:cNvContentPartPr/>
              <p14:nvPr/>
            </p14:nvContentPartPr>
            <p14:xfrm>
              <a:off x="566640" y="1133640"/>
              <a:ext cx="7863480" cy="37152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5797FB9-F54B-FA12-AE14-7E23190A39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7280" y="1124280"/>
                <a:ext cx="7882200" cy="373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8673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Basic Algorithm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through each element one at a 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Pseudocode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114800" cy="1920240"/>
          </a:xfrm>
          <a:prstGeom prst="rect">
            <a:avLst/>
          </a:prstGeom>
          <a:solidFill>
            <a:srgbClr val="1A2535"/>
          </a:solidFill>
          <a:ln w="12700">
            <a:solidFill>
              <a:srgbClr val="33446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= 0 to n-1 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v[i] == x then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i     // found!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-1          // not found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Tracing: search for 2 in [5, 3, 2, 4]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566928" cy="420624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41732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8745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21808" y="1417320"/>
            <a:ext cx="566928" cy="42062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21808" y="141732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21808" y="18745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34456" y="1417320"/>
            <a:ext cx="566928" cy="42062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34456" y="141732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34456" y="18745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47104" y="1417320"/>
            <a:ext cx="566928" cy="42062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47104" y="141732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47104" y="18745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51638" y="1470995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i=0:  v[0]=5, 5≠2  </a:t>
            </a:r>
            <a:r>
              <a:rPr lang="en-US" sz="10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09160" y="2167128"/>
            <a:ext cx="566928" cy="42062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21671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2624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21808" y="2167128"/>
            <a:ext cx="566928" cy="420624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21808" y="21671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2624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34456" y="2167128"/>
            <a:ext cx="566928" cy="42062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34456" y="21671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34456" y="2624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47104" y="2167128"/>
            <a:ext cx="566928" cy="42062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47104" y="21671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47104" y="2624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51638" y="2248346"/>
            <a:ext cx="16990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i=1:  v[1]=3, 3≠2  </a:t>
            </a:r>
            <a:r>
              <a:rPr lang="en-US" sz="10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09160" y="2916936"/>
            <a:ext cx="566928" cy="42062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09160" y="291693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09160" y="33741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21808" y="2916936"/>
            <a:ext cx="566928" cy="42062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21808" y="291693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21808" y="33741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34456" y="2916936"/>
            <a:ext cx="566928" cy="420624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934456" y="291693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934456" y="33741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47104" y="2916936"/>
            <a:ext cx="566928" cy="420624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47104" y="291693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47104" y="33741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51638" y="304495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i=2:  v[2]=2, 2=2  ✓  </a:t>
            </a:r>
            <a:b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2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3749040"/>
            <a:ext cx="8412480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" y="37490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as soon as you find </a:t>
            </a:r>
            <a:r>
              <a:rPr lang="en-US" sz="1300" b="1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need to keep searching after the match!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65760" y="442569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assumed about the order of elements — they can be in any arrangement.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B35C11F-4CF1-03A2-3378-31BA6EA72949}"/>
                  </a:ext>
                </a:extLst>
              </p14:cNvPr>
              <p14:cNvContentPartPr/>
              <p14:nvPr/>
            </p14:nvContentPartPr>
            <p14:xfrm>
              <a:off x="428040" y="1595520"/>
              <a:ext cx="6111360" cy="26370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B35C11F-4CF1-03A2-3378-31BA6EA729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680" y="1586160"/>
                <a:ext cx="6130080" cy="265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Cases: Table-Based Testing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correctness before writing the full implementation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5303520" cy="1481328"/>
          </a:xfrm>
          <a:prstGeom prst="rect">
            <a:avLst/>
          </a:prstGeom>
          <a:solidFill>
            <a:srgbClr val="1A2535"/>
          </a:solidFill>
          <a:ln w="12700">
            <a:solidFill>
              <a:srgbClr val="33446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5029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Test_case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     description;   // what are we testing?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vector&lt;int&gt; input_vec;     // the vector to search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     target;        // the value to find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     expected_output;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29987"/>
              </p:ext>
            </p:extLst>
          </p:nvPr>
        </p:nvGraphicFramePr>
        <p:xfrm>
          <a:off x="365760" y="2551176"/>
          <a:ext cx="5303521" cy="2357120"/>
        </p:xfrm>
        <a:graphic>
          <a:graphicData uri="http://schemas.openxmlformats.org/drawingml/2006/table">
            <a:tbl>
              <a:tblPr/>
              <a:tblGrid>
                <a:gridCol w="137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Vector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Expected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single,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{1}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single, not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{1}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many, first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{4,3,2,1,5}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many, last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{4,3,2,1,5}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many, middle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{4,3,2,1,5}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many, not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{4,3,2,1,5}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852159" y="4293108"/>
            <a:ext cx="3091118" cy="688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these test cases do NOT include duplicates, since our definition doesn't specify which index to return when x appears more than once.</a:t>
            </a:r>
            <a:endParaRPr lang="en-US" sz="11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AA4696-D0F3-7AA1-5761-BF8E213511EE}"/>
              </a:ext>
            </a:extLst>
          </p:cNvPr>
          <p:cNvGrpSpPr/>
          <p:nvPr/>
        </p:nvGrpSpPr>
        <p:grpSpPr>
          <a:xfrm>
            <a:off x="5911818" y="1221867"/>
            <a:ext cx="2971800" cy="994410"/>
            <a:chOff x="365760" y="4315968"/>
            <a:chExt cx="5577840" cy="994410"/>
          </a:xfrm>
        </p:grpSpPr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3AC89188-E8FB-98FC-25E9-00B1A2BF921D}"/>
                </a:ext>
              </a:extLst>
            </p:cNvPr>
            <p:cNvSpPr/>
            <p:nvPr/>
          </p:nvSpPr>
          <p:spPr>
            <a:xfrm>
              <a:off x="365760" y="4315968"/>
              <a:ext cx="5577840" cy="994410"/>
            </a:xfrm>
            <a:prstGeom prst="rect">
              <a:avLst/>
            </a:prstGeom>
            <a:solidFill>
              <a:srgbClr val="EFF6FF"/>
            </a:solidFill>
            <a:ln w="12700">
              <a:solidFill>
                <a:srgbClr val="0EA5E9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4">
              <a:extLst>
                <a:ext uri="{FF2B5EF4-FFF2-40B4-BE49-F238E27FC236}">
                  <a16:creationId xmlns:a16="http://schemas.microsoft.com/office/drawing/2014/main" id="{3B4AF9CF-699C-D327-65B1-0A6179B5BD9E}"/>
                </a:ext>
              </a:extLst>
            </p:cNvPr>
            <p:cNvSpPr/>
            <p:nvPr/>
          </p:nvSpPr>
          <p:spPr>
            <a:xfrm>
              <a:off x="493776" y="4407408"/>
              <a:ext cx="5312665" cy="8435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Good practice</a:t>
              </a:r>
              <a:r>
                <a:rPr lang="en-US" sz="1250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write your test cases BEFORE you write the function.</a:t>
              </a:r>
              <a:endParaRPr lang="en-US" sz="1250" dirty="0"/>
            </a:p>
            <a:p>
              <a:pPr marL="0" indent="0">
                <a:buNone/>
              </a:pPr>
              <a:r>
                <a:rPr lang="en-US" sz="1250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This forces you to think about what the function should do.</a:t>
              </a:r>
              <a:endParaRPr lang="en-US" sz="1250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B442E20-3024-8FA0-261F-1826D5E25614}"/>
                  </a:ext>
                </a:extLst>
              </p14:cNvPr>
              <p14:cNvContentPartPr/>
              <p14:nvPr/>
            </p14:nvContentPartPr>
            <p14:xfrm>
              <a:off x="2004840" y="3490920"/>
              <a:ext cx="533880" cy="700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B442E20-3024-8FA0-261F-1826D5E256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5480" y="3481560"/>
                <a:ext cx="552600" cy="719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Running the Tests: The Test Runner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577840" cy="3154680"/>
          </a:xfrm>
          <a:prstGeom prst="rect">
            <a:avLst/>
          </a:prstGeom>
          <a:solidFill>
            <a:srgbClr val="1A2535"/>
          </a:solidFill>
          <a:ln w="12700">
            <a:solidFill>
              <a:srgbClr val="33446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530352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linear_search_test()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failed =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(Test_case tc : all_tests)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actual = </a:t>
            </a:r>
            <a:r>
              <a:rPr lang="en-US" sz="10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linear_search(tc.target, tc.input_vec)</a:t>
            </a: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(actual != tc.expected_output)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failed++;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"FAILED: " &lt;&lt; tc.description &lt;&lt; endl;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  Expected: " &lt;&lt; tc.expected_output &lt;&lt; endl;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       Got: " &lt;&lt; actual &lt;&lt; endl;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 = all_tests.size();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(n - failed) &lt;&lt; "/" &lt;&lt; n &lt;&lt; " tests passed" &lt;&lt; endl;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27432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54496" y="142646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every test case automatically.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27432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54496" y="202082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function and compare to expected output.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578608"/>
            <a:ext cx="27432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54496" y="2633472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 helpful message if a test fails.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27432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54496" y="325526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at the end: how many passed?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In-Class Practice  #1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Linear Search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linear search on a vector&lt;int&gt; using a 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for-loop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linear search on a vector&lt;int&gt; using a 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while-loop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 Implementation</a:t>
            </a:r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CFE723-E106-1F2F-6389-F4FF40AA5DA2}"/>
              </a:ext>
            </a:extLst>
          </p:cNvPr>
          <p:cNvGrpSpPr/>
          <p:nvPr/>
        </p:nvGrpSpPr>
        <p:grpSpPr>
          <a:xfrm>
            <a:off x="365760" y="1700784"/>
            <a:ext cx="5577840" cy="2331720"/>
            <a:chOff x="365760" y="1051560"/>
            <a:chExt cx="5577840" cy="2331720"/>
          </a:xfrm>
        </p:grpSpPr>
        <p:sp>
          <p:nvSpPr>
            <p:cNvPr id="5" name="Shape 3"/>
            <p:cNvSpPr/>
            <p:nvPr/>
          </p:nvSpPr>
          <p:spPr>
            <a:xfrm>
              <a:off x="365760" y="1051560"/>
              <a:ext cx="5577840" cy="2331720"/>
            </a:xfrm>
            <a:prstGeom prst="rect">
              <a:avLst/>
            </a:prstGeom>
            <a:solidFill>
              <a:srgbClr val="1A2535"/>
            </a:solidFill>
            <a:ln w="12700">
              <a:solidFill>
                <a:srgbClr val="334466"/>
              </a:solidFill>
              <a:prstDash val="solid"/>
            </a:ln>
            <a:effectLst>
              <a:outerShdw blurRad="762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502920" y="1161288"/>
              <a:ext cx="5303520" cy="21122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A8D8E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int linear_search(int x, const vector&lt;int&gt;&amp; v) </a:t>
              </a:r>
            </a:p>
            <a:p>
              <a:pPr marL="0" indent="0">
                <a:buNone/>
              </a:pPr>
              <a:r>
                <a:rPr lang="en-US" sz="1050" b="1" dirty="0">
                  <a:solidFill>
                    <a:srgbClr val="A8D8E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</a:t>
              </a:r>
              <a:endParaRPr lang="en-US" sz="1050" b="1" dirty="0"/>
            </a:p>
            <a:p>
              <a:pPr marL="0" indent="0">
                <a:buNone/>
              </a:pPr>
              <a:r>
                <a:rPr lang="en-US" sz="1050" b="1" dirty="0">
                  <a:solidFill>
                    <a:srgbClr val="A8D8E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for (int i = 0; i &lt; v.size(); i++) </a:t>
              </a:r>
            </a:p>
            <a:p>
              <a:pPr marL="0" indent="0">
                <a:buNone/>
              </a:pPr>
              <a:r>
                <a:rPr lang="en-US" sz="1050" b="1" dirty="0">
                  <a:solidFill>
                    <a:srgbClr val="A8D8E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{</a:t>
              </a:r>
              <a:endParaRPr lang="en-US" sz="1050" b="1" dirty="0"/>
            </a:p>
            <a:p>
              <a:pPr marL="0" indent="0">
                <a:buNone/>
              </a:pPr>
              <a:r>
                <a:rPr lang="en-US" sz="1050" b="1" dirty="0">
                  <a:solidFill>
                    <a:srgbClr val="A8D8E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if (v[i] == x) return i;  // found — stop immediately</a:t>
              </a:r>
              <a:endParaRPr lang="en-US" sz="1050" b="1" dirty="0"/>
            </a:p>
            <a:p>
              <a:pPr marL="0" indent="0">
                <a:buNone/>
              </a:pPr>
              <a:r>
                <a:rPr lang="en-US" sz="1050" b="1" dirty="0">
                  <a:solidFill>
                    <a:srgbClr val="A8D8E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}</a:t>
              </a:r>
              <a:endParaRPr lang="en-US" sz="1050" b="1" dirty="0"/>
            </a:p>
            <a:p>
              <a:pPr marL="0" indent="0">
                <a:buNone/>
              </a:pPr>
              <a:r>
                <a:rPr lang="en-US" sz="1050" b="1" dirty="0">
                  <a:solidFill>
                    <a:srgbClr val="A8D8E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return -1;  // x was not in v</a:t>
              </a:r>
              <a:endParaRPr lang="en-US" sz="1050" b="1" dirty="0"/>
            </a:p>
            <a:p>
              <a:pPr marL="0" indent="0">
                <a:buNone/>
              </a:pPr>
              <a:r>
                <a:rPr lang="en-US" sz="1050" b="1" dirty="0">
                  <a:solidFill>
                    <a:srgbClr val="A8D8E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050" b="1" dirty="0"/>
            </a:p>
          </p:txBody>
        </p:sp>
      </p:grpSp>
      <p:sp>
        <p:nvSpPr>
          <p:cNvPr id="7" name="Shape 5"/>
          <p:cNvSpPr/>
          <p:nvPr/>
        </p:nvSpPr>
        <p:spPr>
          <a:xfrm>
            <a:off x="6126480" y="1371600"/>
            <a:ext cx="274320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54496" y="144475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takes the target x and a reference to the vector (no copy made).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2743200" cy="658368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54496" y="222199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immediately when found — no unnecessary comparisons.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54496" y="299923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here means x was never found — return -1.</a:t>
            </a:r>
            <a:endParaRPr lang="en-US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6546DD-7772-3E35-F84E-05AE5C27F299}"/>
              </a:ext>
            </a:extLst>
          </p:cNvPr>
          <p:cNvGrpSpPr/>
          <p:nvPr/>
        </p:nvGrpSpPr>
        <p:grpSpPr>
          <a:xfrm>
            <a:off x="365760" y="978408"/>
            <a:ext cx="5564944" cy="658368"/>
            <a:chOff x="365760" y="3520440"/>
            <a:chExt cx="5633596" cy="658368"/>
          </a:xfrm>
        </p:grpSpPr>
        <p:sp>
          <p:nvSpPr>
            <p:cNvPr id="13" name="Shape 11"/>
            <p:cNvSpPr/>
            <p:nvPr/>
          </p:nvSpPr>
          <p:spPr>
            <a:xfrm>
              <a:off x="365760" y="3520440"/>
              <a:ext cx="5633596" cy="658368"/>
            </a:xfrm>
            <a:prstGeom prst="rect">
              <a:avLst/>
            </a:prstGeom>
            <a:solidFill>
              <a:srgbClr val="FFFBEB"/>
            </a:solidFill>
            <a:ln w="12700">
              <a:solidFill>
                <a:srgbClr val="92400E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493776" y="3611880"/>
              <a:ext cx="4671977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Pre-condition</a:t>
              </a:r>
              <a:r>
                <a:rPr lang="en-US" sz="1200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nothing is assumed (empty vector is valid)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b="1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Post-condition</a:t>
              </a:r>
              <a:r>
                <a:rPr lang="en-US" sz="1200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returns the index of x, or -1 if not found</a:t>
              </a:r>
              <a:endParaRPr lang="en-US" sz="12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vector&lt;int&gt;&amp; v </a:t>
            </a: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we can't modify v inside the function — a safe choice here.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In-Class Practice  #2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Own Test Cases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linear_search declaration for searching a vector&lt;string&gt;. What changes?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 least 4 test cases for searching for a char in a string (think: edge cases first!).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 Search Orders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algorithm goes left-to-right — but not always the best choice!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73152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188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Left → Right (standard)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" y="24688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Simplest. Good default when order is unknown.</a:t>
            </a:r>
            <a:endParaRPr lang="en-US" sz="105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863D37B-5664-C173-0FAC-3FAD3817AFA8}"/>
              </a:ext>
            </a:extLst>
          </p:cNvPr>
          <p:cNvSpPr/>
          <p:nvPr/>
        </p:nvSpPr>
        <p:spPr>
          <a:xfrm>
            <a:off x="548640" y="1655064"/>
            <a:ext cx="2523744" cy="386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289C7CED-24A0-0A88-9CEF-D8DABED2518E}"/>
              </a:ext>
            </a:extLst>
          </p:cNvPr>
          <p:cNvSpPr/>
          <p:nvPr/>
        </p:nvSpPr>
        <p:spPr>
          <a:xfrm>
            <a:off x="548640" y="1711071"/>
            <a:ext cx="2249424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2344F-1987-AD41-43F2-8C8CBA2F4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F33E52-15D1-E0CC-293B-E5F6A2A2F08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314B222-91CB-045A-8783-8F3393628DB0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D13312-A1D8-2229-4C1F-41C8034024FD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 Search Orders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505968-4337-F7A2-DCAB-75D28133A1B7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algorithm goes left-to-right — but not always the best choice!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0E22B3E-A030-F0DB-FF86-39E9E1EA0876}"/>
              </a:ext>
            </a:extLst>
          </p:cNvPr>
          <p:cNvSpPr/>
          <p:nvPr/>
        </p:nvSpPr>
        <p:spPr>
          <a:xfrm>
            <a:off x="320040" y="10972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C20E337-E0C1-3EEF-C110-7BFF87707940}"/>
              </a:ext>
            </a:extLst>
          </p:cNvPr>
          <p:cNvSpPr/>
          <p:nvPr/>
        </p:nvSpPr>
        <p:spPr>
          <a:xfrm>
            <a:off x="320040" y="1097280"/>
            <a:ext cx="73152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B66A38A-8382-BB9E-B224-CE3985BD25D8}"/>
              </a:ext>
            </a:extLst>
          </p:cNvPr>
          <p:cNvSpPr/>
          <p:nvPr/>
        </p:nvSpPr>
        <p:spPr>
          <a:xfrm>
            <a:off x="484632" y="1188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Left → Right (standard)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0BD83B6-2894-08A1-2541-0E14CE6B8744}"/>
              </a:ext>
            </a:extLst>
          </p:cNvPr>
          <p:cNvSpPr/>
          <p:nvPr/>
        </p:nvSpPr>
        <p:spPr>
          <a:xfrm>
            <a:off x="484632" y="24688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Simplest. Good default when order is unknown.</a:t>
            </a:r>
            <a:endParaRPr lang="en-US" sz="10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697BCB1-7A8C-47B6-096C-4896D92E2696}"/>
              </a:ext>
            </a:extLst>
          </p:cNvPr>
          <p:cNvSpPr/>
          <p:nvPr/>
        </p:nvSpPr>
        <p:spPr>
          <a:xfrm>
            <a:off x="4709160" y="10972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F47B4DE-B97B-F7B0-A7E6-D70D04AB36C2}"/>
              </a:ext>
            </a:extLst>
          </p:cNvPr>
          <p:cNvSpPr/>
          <p:nvPr/>
        </p:nvSpPr>
        <p:spPr>
          <a:xfrm>
            <a:off x="4709160" y="1097280"/>
            <a:ext cx="73152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90C0AE0-B9DB-E311-D4E6-654A8956DD84}"/>
              </a:ext>
            </a:extLst>
          </p:cNvPr>
          <p:cNvSpPr/>
          <p:nvPr/>
        </p:nvSpPr>
        <p:spPr>
          <a:xfrm>
            <a:off x="4873752" y="1188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 → Left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DE39A17-42A0-C994-3A92-43E2E98E37D9}"/>
              </a:ext>
            </a:extLst>
          </p:cNvPr>
          <p:cNvSpPr/>
          <p:nvPr/>
        </p:nvSpPr>
        <p:spPr>
          <a:xfrm>
            <a:off x="4873752" y="24688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file extensions: searching "." in "data.csv" starts near the end.</a:t>
            </a:r>
            <a:endParaRPr lang="en-US" sz="105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061BBB8-60E2-E666-6F89-2A01ABB901AC}"/>
              </a:ext>
            </a:extLst>
          </p:cNvPr>
          <p:cNvSpPr/>
          <p:nvPr/>
        </p:nvSpPr>
        <p:spPr>
          <a:xfrm>
            <a:off x="548640" y="1655064"/>
            <a:ext cx="2523744" cy="386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3417EA83-B269-1E52-4A94-5F83B5A7FC80}"/>
              </a:ext>
            </a:extLst>
          </p:cNvPr>
          <p:cNvSpPr/>
          <p:nvPr/>
        </p:nvSpPr>
        <p:spPr>
          <a:xfrm>
            <a:off x="548640" y="1711071"/>
            <a:ext cx="2249424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1CBAB51-91ED-02E2-6D9A-DB37FC83F2C4}"/>
              </a:ext>
            </a:extLst>
          </p:cNvPr>
          <p:cNvSpPr/>
          <p:nvPr/>
        </p:nvSpPr>
        <p:spPr>
          <a:xfrm>
            <a:off x="4992624" y="1655064"/>
            <a:ext cx="2523744" cy="386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BBB1E06B-B950-4442-A9B6-763A32905892}"/>
              </a:ext>
            </a:extLst>
          </p:cNvPr>
          <p:cNvSpPr/>
          <p:nvPr/>
        </p:nvSpPr>
        <p:spPr>
          <a:xfrm rot="10800000">
            <a:off x="5248656" y="1711071"/>
            <a:ext cx="2249424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50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59B0A-DEC9-21C8-9772-775CE464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3FA92C-9626-A644-A954-828F453E221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87F99F0-15D2-0B70-EE77-F881A898F440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FD82F0-80D3-136F-DDC8-947EE47ECDBA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 Search Orders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B78830-826E-247C-5EEF-1D8E1A5082C6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algorithm goes left-to-right — but not always the best choice!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2F6032B-0234-6CE3-60A7-91645F93DF85}"/>
              </a:ext>
            </a:extLst>
          </p:cNvPr>
          <p:cNvSpPr/>
          <p:nvPr/>
        </p:nvSpPr>
        <p:spPr>
          <a:xfrm>
            <a:off x="320040" y="10972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57DA53-611C-8E35-8075-E52C89E31BB8}"/>
              </a:ext>
            </a:extLst>
          </p:cNvPr>
          <p:cNvSpPr/>
          <p:nvPr/>
        </p:nvSpPr>
        <p:spPr>
          <a:xfrm>
            <a:off x="320040" y="1097280"/>
            <a:ext cx="73152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F9B1B5D-1D10-E0F9-8B57-E3783C7B0071}"/>
              </a:ext>
            </a:extLst>
          </p:cNvPr>
          <p:cNvSpPr/>
          <p:nvPr/>
        </p:nvSpPr>
        <p:spPr>
          <a:xfrm>
            <a:off x="484632" y="1188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Left → Right (standard)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7031938-BC21-BDD1-7EAB-DAF6923EE7E5}"/>
              </a:ext>
            </a:extLst>
          </p:cNvPr>
          <p:cNvSpPr/>
          <p:nvPr/>
        </p:nvSpPr>
        <p:spPr>
          <a:xfrm>
            <a:off x="484632" y="24688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Simplest. Good default when order is unknown.</a:t>
            </a:r>
            <a:endParaRPr lang="en-US" sz="10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3C08860-D84F-1700-093E-0C98063E213A}"/>
              </a:ext>
            </a:extLst>
          </p:cNvPr>
          <p:cNvSpPr/>
          <p:nvPr/>
        </p:nvSpPr>
        <p:spPr>
          <a:xfrm>
            <a:off x="4709160" y="10972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99975F7-BAE4-3A97-70BE-18EBFD074D6B}"/>
              </a:ext>
            </a:extLst>
          </p:cNvPr>
          <p:cNvSpPr/>
          <p:nvPr/>
        </p:nvSpPr>
        <p:spPr>
          <a:xfrm>
            <a:off x="4709160" y="1097280"/>
            <a:ext cx="73152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1C26D5F-58A8-F714-FE36-41F87F614806}"/>
              </a:ext>
            </a:extLst>
          </p:cNvPr>
          <p:cNvSpPr/>
          <p:nvPr/>
        </p:nvSpPr>
        <p:spPr>
          <a:xfrm>
            <a:off x="4873752" y="1188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 → Left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784EA01-4384-A941-9252-799B9FF6B8C7}"/>
              </a:ext>
            </a:extLst>
          </p:cNvPr>
          <p:cNvSpPr/>
          <p:nvPr/>
        </p:nvSpPr>
        <p:spPr>
          <a:xfrm>
            <a:off x="4873752" y="24688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file extensions: searching "." in "data.csv" starts near the end.</a:t>
            </a:r>
            <a:endParaRPr lang="en-US" sz="10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8DCCA2B-1507-BF58-C0D0-D4BC3221DAF7}"/>
              </a:ext>
            </a:extLst>
          </p:cNvPr>
          <p:cNvSpPr/>
          <p:nvPr/>
        </p:nvSpPr>
        <p:spPr>
          <a:xfrm>
            <a:off x="32004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13258BB-6766-ACFF-28D8-BBA56AE84BC2}"/>
              </a:ext>
            </a:extLst>
          </p:cNvPr>
          <p:cNvSpPr/>
          <p:nvPr/>
        </p:nvSpPr>
        <p:spPr>
          <a:xfrm>
            <a:off x="320040" y="3063240"/>
            <a:ext cx="73152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669D994-8D4F-C80A-FDC2-BAA544C7D106}"/>
              </a:ext>
            </a:extLst>
          </p:cNvPr>
          <p:cNvSpPr/>
          <p:nvPr/>
        </p:nvSpPr>
        <p:spPr>
          <a:xfrm>
            <a:off x="484632" y="31546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Wrap-around</a:t>
            </a:r>
            <a:endParaRPr lang="en-US" sz="12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7CB16B65-ACAD-4FF3-9531-585027D77F45}"/>
              </a:ext>
            </a:extLst>
          </p:cNvPr>
          <p:cNvSpPr/>
          <p:nvPr/>
        </p:nvSpPr>
        <p:spPr>
          <a:xfrm>
            <a:off x="484632" y="443484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tends to be at either extreme, this finds it faster on average.</a:t>
            </a:r>
            <a:endParaRPr lang="en-US" sz="105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2E538F6-75AC-AA36-2DB8-F81466A40D56}"/>
              </a:ext>
            </a:extLst>
          </p:cNvPr>
          <p:cNvSpPr/>
          <p:nvPr/>
        </p:nvSpPr>
        <p:spPr>
          <a:xfrm>
            <a:off x="548640" y="1655064"/>
            <a:ext cx="2523744" cy="386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4BAD7838-09CE-047B-70E4-3539F33A6594}"/>
              </a:ext>
            </a:extLst>
          </p:cNvPr>
          <p:cNvSpPr/>
          <p:nvPr/>
        </p:nvSpPr>
        <p:spPr>
          <a:xfrm>
            <a:off x="548640" y="1711071"/>
            <a:ext cx="2249424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BD9D99E-9516-CFF3-BB26-03DBE7AB05C4}"/>
              </a:ext>
            </a:extLst>
          </p:cNvPr>
          <p:cNvSpPr/>
          <p:nvPr/>
        </p:nvSpPr>
        <p:spPr>
          <a:xfrm>
            <a:off x="4992624" y="1655064"/>
            <a:ext cx="2523744" cy="386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E10E737C-D04C-2001-2EFC-C9F896056C8A}"/>
              </a:ext>
            </a:extLst>
          </p:cNvPr>
          <p:cNvSpPr/>
          <p:nvPr/>
        </p:nvSpPr>
        <p:spPr>
          <a:xfrm rot="10800000">
            <a:off x="5248656" y="1711071"/>
            <a:ext cx="2249424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B744E94-0A8C-0F36-4185-C63E2A8DD36D}"/>
              </a:ext>
            </a:extLst>
          </p:cNvPr>
          <p:cNvSpPr/>
          <p:nvPr/>
        </p:nvSpPr>
        <p:spPr>
          <a:xfrm>
            <a:off x="557784" y="3659886"/>
            <a:ext cx="2523744" cy="386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ight Arrow 73">
            <a:extLst>
              <a:ext uri="{FF2B5EF4-FFF2-40B4-BE49-F238E27FC236}">
                <a16:creationId xmlns:a16="http://schemas.microsoft.com/office/drawing/2014/main" id="{82B95225-956C-130E-71A1-B8180182F252}"/>
              </a:ext>
            </a:extLst>
          </p:cNvPr>
          <p:cNvSpPr/>
          <p:nvPr/>
        </p:nvSpPr>
        <p:spPr>
          <a:xfrm>
            <a:off x="557784" y="3715893"/>
            <a:ext cx="630936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Arrow 74">
            <a:extLst>
              <a:ext uri="{FF2B5EF4-FFF2-40B4-BE49-F238E27FC236}">
                <a16:creationId xmlns:a16="http://schemas.microsoft.com/office/drawing/2014/main" id="{352229D9-E39D-C9A9-1327-F97F64672323}"/>
              </a:ext>
            </a:extLst>
          </p:cNvPr>
          <p:cNvSpPr/>
          <p:nvPr/>
        </p:nvSpPr>
        <p:spPr>
          <a:xfrm>
            <a:off x="2098548" y="3703320"/>
            <a:ext cx="973836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73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1BD21-C661-C625-CA70-21752895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B1CEC9-C012-84F3-2530-35063220050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7CFEF4-6D11-D207-1538-5B2F7933C215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AB5C0D-6F01-78E0-971C-5332EB2D45FE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 Search Orders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763F73-872D-8AEB-E6B7-7FDBF231C8B3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algorithm goes left-to-right — but not always the best choice!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BF97766-0D93-2E92-15B8-26E65593B947}"/>
              </a:ext>
            </a:extLst>
          </p:cNvPr>
          <p:cNvSpPr/>
          <p:nvPr/>
        </p:nvSpPr>
        <p:spPr>
          <a:xfrm>
            <a:off x="320040" y="10972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12FCF51-615F-7FF9-B825-91C156D51E58}"/>
              </a:ext>
            </a:extLst>
          </p:cNvPr>
          <p:cNvSpPr/>
          <p:nvPr/>
        </p:nvSpPr>
        <p:spPr>
          <a:xfrm>
            <a:off x="320040" y="1097280"/>
            <a:ext cx="73152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50B661-B05F-B729-62C5-29AC43E48ED5}"/>
              </a:ext>
            </a:extLst>
          </p:cNvPr>
          <p:cNvSpPr/>
          <p:nvPr/>
        </p:nvSpPr>
        <p:spPr>
          <a:xfrm>
            <a:off x="484632" y="1188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Left → Right (standard)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7971E99-8E18-2D1A-8A71-E0D1E342655C}"/>
              </a:ext>
            </a:extLst>
          </p:cNvPr>
          <p:cNvSpPr/>
          <p:nvPr/>
        </p:nvSpPr>
        <p:spPr>
          <a:xfrm>
            <a:off x="484632" y="24688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Simplest. Good default when order is unknown.</a:t>
            </a:r>
            <a:endParaRPr lang="en-US" sz="10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6C8943B-21C2-A667-9D14-AEA7313F5E5A}"/>
              </a:ext>
            </a:extLst>
          </p:cNvPr>
          <p:cNvSpPr/>
          <p:nvPr/>
        </p:nvSpPr>
        <p:spPr>
          <a:xfrm>
            <a:off x="4709160" y="10972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45E4F4E-6DF1-DAC0-1DBA-5FEC084B9FD1}"/>
              </a:ext>
            </a:extLst>
          </p:cNvPr>
          <p:cNvSpPr/>
          <p:nvPr/>
        </p:nvSpPr>
        <p:spPr>
          <a:xfrm>
            <a:off x="4709160" y="1097280"/>
            <a:ext cx="73152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E600769-59D4-E442-5659-6945682CB079}"/>
              </a:ext>
            </a:extLst>
          </p:cNvPr>
          <p:cNvSpPr/>
          <p:nvPr/>
        </p:nvSpPr>
        <p:spPr>
          <a:xfrm>
            <a:off x="4873752" y="1188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 → Left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0F26578-4DE0-A486-F242-5B3376552C12}"/>
              </a:ext>
            </a:extLst>
          </p:cNvPr>
          <p:cNvSpPr/>
          <p:nvPr/>
        </p:nvSpPr>
        <p:spPr>
          <a:xfrm>
            <a:off x="4873752" y="24688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file extensions: searching "." in "data.csv" starts near the end.</a:t>
            </a:r>
            <a:endParaRPr lang="en-US" sz="10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41D40B7-4DAB-8B94-8BEE-833F1A5EC31A}"/>
              </a:ext>
            </a:extLst>
          </p:cNvPr>
          <p:cNvSpPr/>
          <p:nvPr/>
        </p:nvSpPr>
        <p:spPr>
          <a:xfrm>
            <a:off x="32004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5895B1F-C9C6-AA42-C7E0-45CDC3615FEB}"/>
              </a:ext>
            </a:extLst>
          </p:cNvPr>
          <p:cNvSpPr/>
          <p:nvPr/>
        </p:nvSpPr>
        <p:spPr>
          <a:xfrm>
            <a:off x="320040" y="3063240"/>
            <a:ext cx="73152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275FCDA-EFEC-08EE-22B7-83052123D80B}"/>
              </a:ext>
            </a:extLst>
          </p:cNvPr>
          <p:cNvSpPr/>
          <p:nvPr/>
        </p:nvSpPr>
        <p:spPr>
          <a:xfrm>
            <a:off x="484632" y="31546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Wrap-around</a:t>
            </a:r>
            <a:endParaRPr lang="en-US" sz="12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C0B4D132-F627-2151-9F82-17FF3599A29B}"/>
              </a:ext>
            </a:extLst>
          </p:cNvPr>
          <p:cNvSpPr/>
          <p:nvPr/>
        </p:nvSpPr>
        <p:spPr>
          <a:xfrm>
            <a:off x="484632" y="443484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tends to be at either extreme, this finds it faster on average.</a:t>
            </a:r>
            <a:endParaRPr lang="en-US" sz="105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68E98FEE-F87E-EF94-D583-9BC460396CFE}"/>
              </a:ext>
            </a:extLst>
          </p:cNvPr>
          <p:cNvSpPr/>
          <p:nvPr/>
        </p:nvSpPr>
        <p:spPr>
          <a:xfrm>
            <a:off x="4709160" y="3063240"/>
            <a:ext cx="73152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75AB56C7-1E26-1771-4D17-DF1B154B7EBA}"/>
              </a:ext>
            </a:extLst>
          </p:cNvPr>
          <p:cNvSpPr/>
          <p:nvPr/>
        </p:nvSpPr>
        <p:spPr>
          <a:xfrm>
            <a:off x="4873752" y="31546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Near a known-likely position</a:t>
            </a:r>
            <a:endParaRPr lang="en-US" sz="12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FDB14DB3-261A-4A79-5969-860EE4DE525E}"/>
              </a:ext>
            </a:extLst>
          </p:cNvPr>
          <p:cNvSpPr/>
          <p:nvPr/>
        </p:nvSpPr>
        <p:spPr>
          <a:xfrm>
            <a:off x="4873752" y="443484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recent searches cluster in the same region, start there.</a:t>
            </a:r>
            <a:endParaRPr lang="en-US" sz="105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6D838DE8-229B-4E9D-1F8D-CA609BF52FD3}"/>
              </a:ext>
            </a:extLst>
          </p:cNvPr>
          <p:cNvSpPr/>
          <p:nvPr/>
        </p:nvSpPr>
        <p:spPr>
          <a:xfrm>
            <a:off x="320040" y="47823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we usually know nothing about where x is, we default to simple left-to-right search.</a:t>
            </a:r>
            <a:endParaRPr lang="en-US" sz="12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9DD921C-D11A-4685-2676-093235D1C2E9}"/>
              </a:ext>
            </a:extLst>
          </p:cNvPr>
          <p:cNvSpPr/>
          <p:nvPr/>
        </p:nvSpPr>
        <p:spPr>
          <a:xfrm>
            <a:off x="548640" y="1655064"/>
            <a:ext cx="2523744" cy="386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41D0EEA2-8623-F852-97DC-2FBA9BD62B26}"/>
              </a:ext>
            </a:extLst>
          </p:cNvPr>
          <p:cNvSpPr/>
          <p:nvPr/>
        </p:nvSpPr>
        <p:spPr>
          <a:xfrm>
            <a:off x="548640" y="1711071"/>
            <a:ext cx="2249424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19E90AB-370B-7817-C532-933B6473F917}"/>
              </a:ext>
            </a:extLst>
          </p:cNvPr>
          <p:cNvSpPr/>
          <p:nvPr/>
        </p:nvSpPr>
        <p:spPr>
          <a:xfrm>
            <a:off x="4992624" y="1655064"/>
            <a:ext cx="2523744" cy="386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B1B44838-8254-2CEB-06D1-5CA525293E54}"/>
              </a:ext>
            </a:extLst>
          </p:cNvPr>
          <p:cNvSpPr/>
          <p:nvPr/>
        </p:nvSpPr>
        <p:spPr>
          <a:xfrm rot="10800000">
            <a:off x="5248656" y="1711071"/>
            <a:ext cx="2249424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3D43021-51AB-D68A-DD7D-BD1CBB3224AA}"/>
              </a:ext>
            </a:extLst>
          </p:cNvPr>
          <p:cNvSpPr/>
          <p:nvPr/>
        </p:nvSpPr>
        <p:spPr>
          <a:xfrm>
            <a:off x="557784" y="3659886"/>
            <a:ext cx="2523744" cy="386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ight Arrow 73">
            <a:extLst>
              <a:ext uri="{FF2B5EF4-FFF2-40B4-BE49-F238E27FC236}">
                <a16:creationId xmlns:a16="http://schemas.microsoft.com/office/drawing/2014/main" id="{709BCA19-3871-A3FF-E0FE-8CCFD5CD934E}"/>
              </a:ext>
            </a:extLst>
          </p:cNvPr>
          <p:cNvSpPr/>
          <p:nvPr/>
        </p:nvSpPr>
        <p:spPr>
          <a:xfrm>
            <a:off x="557784" y="3715893"/>
            <a:ext cx="630936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Arrow 74">
            <a:extLst>
              <a:ext uri="{FF2B5EF4-FFF2-40B4-BE49-F238E27FC236}">
                <a16:creationId xmlns:a16="http://schemas.microsoft.com/office/drawing/2014/main" id="{42715579-69BE-073D-AEAC-B474BCD83125}"/>
              </a:ext>
            </a:extLst>
          </p:cNvPr>
          <p:cNvSpPr/>
          <p:nvPr/>
        </p:nvSpPr>
        <p:spPr>
          <a:xfrm>
            <a:off x="2098548" y="3703320"/>
            <a:ext cx="973836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E6BDF6B-37C7-3884-139B-65373B4A7992}"/>
              </a:ext>
            </a:extLst>
          </p:cNvPr>
          <p:cNvSpPr/>
          <p:nvPr/>
        </p:nvSpPr>
        <p:spPr>
          <a:xfrm>
            <a:off x="4974336" y="3659886"/>
            <a:ext cx="2523744" cy="386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68219F0-7063-E5D1-15CA-21680FE99AEC}"/>
              </a:ext>
            </a:extLst>
          </p:cNvPr>
          <p:cNvGrpSpPr/>
          <p:nvPr/>
        </p:nvGrpSpPr>
        <p:grpSpPr>
          <a:xfrm>
            <a:off x="5500209" y="3714127"/>
            <a:ext cx="1471999" cy="277852"/>
            <a:chOff x="5468223" y="3699788"/>
            <a:chExt cx="1471999" cy="277852"/>
          </a:xfrm>
        </p:grpSpPr>
        <p:sp>
          <p:nvSpPr>
            <p:cNvPr id="77" name="Right Arrow 76">
              <a:extLst>
                <a:ext uri="{FF2B5EF4-FFF2-40B4-BE49-F238E27FC236}">
                  <a16:creationId xmlns:a16="http://schemas.microsoft.com/office/drawing/2014/main" id="{3E1E1A0B-EE7F-6034-32AE-91954CFA3195}"/>
                </a:ext>
              </a:extLst>
            </p:cNvPr>
            <p:cNvSpPr/>
            <p:nvPr/>
          </p:nvSpPr>
          <p:spPr>
            <a:xfrm>
              <a:off x="6236208" y="3699788"/>
              <a:ext cx="704014" cy="27432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ight Arrow 78">
              <a:extLst>
                <a:ext uri="{FF2B5EF4-FFF2-40B4-BE49-F238E27FC236}">
                  <a16:creationId xmlns:a16="http://schemas.microsoft.com/office/drawing/2014/main" id="{833115F8-7756-DE79-874A-9BFB007ED843}"/>
                </a:ext>
              </a:extLst>
            </p:cNvPr>
            <p:cNvSpPr/>
            <p:nvPr/>
          </p:nvSpPr>
          <p:spPr>
            <a:xfrm rot="10800000">
              <a:off x="5468223" y="3703320"/>
              <a:ext cx="704014" cy="27432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1137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location_of  —  When x Is Guaranteed to Be in v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303520" cy="1828800"/>
          </a:xfrm>
          <a:prstGeom prst="rect">
            <a:avLst/>
          </a:prstGeom>
          <a:solidFill>
            <a:srgbClr val="1A2535"/>
          </a:solidFill>
          <a:ln w="12700">
            <a:solidFill>
              <a:srgbClr val="33446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50292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Pre-condition:  x IS in 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Post-condition: returns smallest i such that v[i] == 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location_of(int x, const vector&lt;int&gt;&amp; v)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(v[i] != x) i++;  // only ONE comparison per iteration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57704" y="2631688"/>
            <a:ext cx="2833153" cy="67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we happen to know x is in v 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Arial Black" pitchFamily="34" charset="0"/>
                <a:cs typeface="Arial Black" pitchFamily="34" charset="-120"/>
              </a:rPr>
              <a:t>there’s a more efficient algorithm than linear search.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262126"/>
              </p:ext>
            </p:extLst>
          </p:nvPr>
        </p:nvGraphicFramePr>
        <p:xfrm>
          <a:off x="278780" y="3456333"/>
          <a:ext cx="5609064" cy="744220"/>
        </p:xfrm>
        <a:graphic>
          <a:graphicData uri="http://schemas.openxmlformats.org/drawingml/2006/table">
            <a:tbl>
              <a:tblPr/>
              <a:tblGrid>
                <a:gridCol w="199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linear_search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location_of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Comparisons / iteration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err="1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r>
                        <a:rPr lang="en-US" sz="1050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&lt; size  AND  v[i]==x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v[i] != 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65760" y="2963697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pre-condition must be true before calling the function — it's the caller's responsibility!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searching for x = 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316D71-ACEE-DB7F-6080-AB0AD750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BA772C-734D-27C8-5BE2-4B3629374B1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BA6DDF-29CE-1D8D-0208-2D5D0110FEA5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88D0D0-C122-B96A-A5CF-FCF8AEF0AF14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C1172A-5D20-85AF-5C1A-F5099D4ED69E}"/>
              </a:ext>
            </a:extLst>
          </p:cNvPr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DA949E-3812-B6D4-DE2D-A9215C37279E}"/>
              </a:ext>
            </a:extLst>
          </p:cNvPr>
          <p:cNvSpPr/>
          <p:nvPr/>
        </p:nvSpPr>
        <p:spPr>
          <a:xfrm>
            <a:off x="3657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searching for x = 7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61B7FD6-5B87-5FF4-138A-C867A2B46AE8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6B52F5-A569-3DCF-2A9A-73A26E5D4C02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AA9D26B-489E-A4E5-A4BA-35705A4A6427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31A610F-20AA-7DB6-FF41-775677603141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C5A1091-C17B-B4C2-709D-5501E1C3FED4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CFAE8A-21D7-F9A1-1991-6E664C87E6E7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E2FB0D4-8EC9-7FE3-0DCB-4B70B7E5FD6C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0500BC2-66B7-5DF3-25F2-60C45627AA75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C83256F-7A84-1458-461C-344C179379F3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282CE2F-8904-288A-6CB7-59625CEC737A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1FFBC56-7494-8261-FEAB-3B8C519CCA07}"/>
              </a:ext>
            </a:extLst>
          </p:cNvPr>
          <p:cNvGrpSpPr/>
          <p:nvPr/>
        </p:nvGrpSpPr>
        <p:grpSpPr>
          <a:xfrm>
            <a:off x="4085695" y="3337464"/>
            <a:ext cx="566928" cy="457200"/>
            <a:chOff x="3608832" y="2598273"/>
            <a:chExt cx="566928" cy="457200"/>
          </a:xfrm>
        </p:grpSpPr>
        <p:sp>
          <p:nvSpPr>
            <p:cNvPr id="54" name="Shape 17">
              <a:extLst>
                <a:ext uri="{FF2B5EF4-FFF2-40B4-BE49-F238E27FC236}">
                  <a16:creationId xmlns:a16="http://schemas.microsoft.com/office/drawing/2014/main" id="{0D4754F0-94F5-A161-07CA-D7BEF90BBC12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solidFill>
              <a:srgbClr val="DCE8F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D845308A-AB03-52E0-A14C-14B0013103C3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</a:t>
              </a:r>
              <a:endParaRPr lang="en-US" sz="1300" dirty="0"/>
            </a:p>
          </p:txBody>
        </p:sp>
      </p:grpSp>
      <p:sp>
        <p:nvSpPr>
          <p:cNvPr id="56" name="Text 22">
            <a:extLst>
              <a:ext uri="{FF2B5EF4-FFF2-40B4-BE49-F238E27FC236}">
                <a16:creationId xmlns:a16="http://schemas.microsoft.com/office/drawing/2014/main" id="{7F235EFF-E945-E8DB-2C22-D845CE888A36}"/>
              </a:ext>
            </a:extLst>
          </p:cNvPr>
          <p:cNvSpPr/>
          <p:nvPr/>
        </p:nvSpPr>
        <p:spPr>
          <a:xfrm>
            <a:off x="2239776" y="2773481"/>
            <a:ext cx="1269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original last value</a:t>
            </a:r>
            <a:endParaRPr lang="en-US" sz="1200" dirty="0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6889AFE3-0386-C16E-D690-7DD428495D46}"/>
              </a:ext>
            </a:extLst>
          </p:cNvPr>
          <p:cNvSpPr/>
          <p:nvPr/>
        </p:nvSpPr>
        <p:spPr>
          <a:xfrm rot="3467742">
            <a:off x="3183672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088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37672-4536-1E18-0B27-B6697608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B25D95-5674-F090-2214-E46C2961D0A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5AFC60-F097-0084-A9A5-8B7AEEDD5CE1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91F1C5-662C-FB2B-2F03-4777AF8243A5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D9F49A-A15E-D836-FB6D-599F21A932A1}"/>
              </a:ext>
            </a:extLst>
          </p:cNvPr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B18854-03AD-5FFC-9F1B-16114DD51EA6}"/>
              </a:ext>
            </a:extLst>
          </p:cNvPr>
          <p:cNvSpPr/>
          <p:nvPr/>
        </p:nvSpPr>
        <p:spPr>
          <a:xfrm>
            <a:off x="3657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searching for x = 7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96CF1F2-FB9D-F0B0-C0AE-438D98A085BA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6488B6-F931-20A0-7719-DFF50B323FF2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A4C319B-6F38-B355-0449-6B68F70C0D84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54C8EF7-6553-32C1-C9B5-9F38ABDB40EB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26E6DAF-E1B3-5709-C7F9-12922F622367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CCE5240-3305-F381-18DA-913C3CE56F2F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2E47ED1-86CC-26E4-585A-EB0F61D10639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5C9369A-0A7C-102E-77BA-BC96E1B3D11E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6665ED4-0607-61AC-FBB7-4255945895CD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7AAD87A-4DD6-F80A-1D33-6E764A7B23F4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91BE5E-1889-6814-487C-869BBECE7F01}"/>
              </a:ext>
            </a:extLst>
          </p:cNvPr>
          <p:cNvSpPr/>
          <p:nvPr/>
        </p:nvSpPr>
        <p:spPr>
          <a:xfrm>
            <a:off x="4120338" y="2315718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last value to 7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1205097-AC85-328A-320D-0BDFAFF7D309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ADBF13E-951A-1593-84FB-1CF2E92065FF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E02511E-3E4D-269B-113C-D785B14B54D2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16B4FFA-C29C-B848-E521-832ECEC63ED4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51ED4DE-B078-6CAD-C802-42094BD8C892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01B9A1C-CE2A-A79B-AA93-845CB9D31157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A53AC63-86C5-C919-2EFE-7813F901FB77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AE4D67D-7FC9-8029-B42A-6C5EA5E09F12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7A2297A4-65AD-EACD-76E3-D0D6C01970DE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14765F0-02AC-F910-C4C6-4171279B3B10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36ACCE8C-3585-1AFE-385B-2D50C34763FD}"/>
              </a:ext>
            </a:extLst>
          </p:cNvPr>
          <p:cNvSpPr/>
          <p:nvPr/>
        </p:nvSpPr>
        <p:spPr>
          <a:xfrm rot="18450920">
            <a:off x="4456588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1E07A46-5D95-5D25-3DB2-0D6E8C3BFA4B}"/>
              </a:ext>
            </a:extLst>
          </p:cNvPr>
          <p:cNvGrpSpPr/>
          <p:nvPr/>
        </p:nvGrpSpPr>
        <p:grpSpPr>
          <a:xfrm>
            <a:off x="4085695" y="3337464"/>
            <a:ext cx="566928" cy="457200"/>
            <a:chOff x="3608832" y="2598273"/>
            <a:chExt cx="566928" cy="457200"/>
          </a:xfrm>
        </p:grpSpPr>
        <p:sp>
          <p:nvSpPr>
            <p:cNvPr id="54" name="Shape 17">
              <a:extLst>
                <a:ext uri="{FF2B5EF4-FFF2-40B4-BE49-F238E27FC236}">
                  <a16:creationId xmlns:a16="http://schemas.microsoft.com/office/drawing/2014/main" id="{63B3A04C-CD01-76FF-3C89-10FE34832071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solidFill>
              <a:srgbClr val="DCE8F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0DFC7217-0B5E-FB6B-8B6D-EBDA725E34DB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</a:t>
              </a:r>
              <a:endParaRPr lang="en-US" sz="1300" dirty="0"/>
            </a:p>
          </p:txBody>
        </p:sp>
      </p:grpSp>
      <p:sp>
        <p:nvSpPr>
          <p:cNvPr id="56" name="Text 22">
            <a:extLst>
              <a:ext uri="{FF2B5EF4-FFF2-40B4-BE49-F238E27FC236}">
                <a16:creationId xmlns:a16="http://schemas.microsoft.com/office/drawing/2014/main" id="{4071615A-3F03-B338-C41D-2C5EF6E64736}"/>
              </a:ext>
            </a:extLst>
          </p:cNvPr>
          <p:cNvSpPr/>
          <p:nvPr/>
        </p:nvSpPr>
        <p:spPr>
          <a:xfrm>
            <a:off x="2239776" y="2773481"/>
            <a:ext cx="1269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original last value</a:t>
            </a:r>
            <a:endParaRPr lang="en-US" sz="1200" dirty="0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0ABA7A12-D0CB-0220-F223-4B7D40B2C22B}"/>
              </a:ext>
            </a:extLst>
          </p:cNvPr>
          <p:cNvSpPr/>
          <p:nvPr/>
        </p:nvSpPr>
        <p:spPr>
          <a:xfrm rot="3467742">
            <a:off x="3183672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16653F00-3F4C-34D5-7C93-3CCFAB1CAF50}"/>
              </a:ext>
            </a:extLst>
          </p:cNvPr>
          <p:cNvSpPr/>
          <p:nvPr/>
        </p:nvSpPr>
        <p:spPr>
          <a:xfrm>
            <a:off x="7573124" y="1223024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value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05298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EC4F6-F041-4E71-81BA-832B2EA6B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D59830-1A87-0CB6-7961-DE9ADBAEE7F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6E37D9-93C4-FB49-C5E1-11BD1AB909B5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E2AD42-501A-67A9-204B-8DDE9A2EB522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71A44F1-E54C-6AC7-BFEF-375281E595C6}"/>
              </a:ext>
            </a:extLst>
          </p:cNvPr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5F893B-D0F9-D938-BAB8-F1CEDDB1D76A}"/>
              </a:ext>
            </a:extLst>
          </p:cNvPr>
          <p:cNvSpPr/>
          <p:nvPr/>
        </p:nvSpPr>
        <p:spPr>
          <a:xfrm>
            <a:off x="3657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searching for x = 7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9440593-F487-13C9-7DF2-E580936C2CD6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EE5619-6B3C-D123-B4FA-17BB1BF6B1A5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9BE2EE8-D302-B9F1-5D00-CF113C4D18FA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07D9EDF-2E56-E767-8286-A3360DA418F8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5793550-6306-AFA9-19F8-F14049303621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C5EFD08-ABBB-C780-295A-6EA4B77C7C57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DBA3BF6-E534-4EFE-E00E-35EB3119054C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4048E35-3D9F-0D6A-EDF3-CE8B80BDDD8C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1555CA2-5DF6-A150-9B70-8089CE2211BA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5992A27-1137-6391-0CAE-A2EC3A75246D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FD10E8B-992D-0716-070A-1A91E3FE0991}"/>
              </a:ext>
            </a:extLst>
          </p:cNvPr>
          <p:cNvSpPr/>
          <p:nvPr/>
        </p:nvSpPr>
        <p:spPr>
          <a:xfrm>
            <a:off x="4120338" y="2315718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last value to 7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E8452F7-75C5-C19F-0BCE-80C14C2F833E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2D43EC2-F5D7-FEF6-21AF-43F3225B24B4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CED5E8B-D330-8C7E-5F30-8D309E76609B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302AEBB-99EA-8457-0A46-B9F6528321F6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AFE12F1-D407-7ACA-0029-B5B4C318A336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A252FFA-3388-57DE-0B32-77BC4E0CF666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6406E73-99E7-93D3-8096-F7981D32C7BF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20B144D-8FD3-F890-B7A3-A216973C1C75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DD06ED6-9B85-390E-1DD1-949FF2E7BC88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7F90419-0912-1320-2A0A-54A6D7C27AB9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98DA8258-01B0-DF6C-3963-627ECB229311}"/>
              </a:ext>
            </a:extLst>
          </p:cNvPr>
          <p:cNvSpPr/>
          <p:nvPr/>
        </p:nvSpPr>
        <p:spPr>
          <a:xfrm rot="18450920">
            <a:off x="4456588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09E9899-E705-FF48-ED42-202088F2678D}"/>
              </a:ext>
            </a:extLst>
          </p:cNvPr>
          <p:cNvGrpSpPr/>
          <p:nvPr/>
        </p:nvGrpSpPr>
        <p:grpSpPr>
          <a:xfrm>
            <a:off x="4085695" y="3337464"/>
            <a:ext cx="566928" cy="457200"/>
            <a:chOff x="3608832" y="2598273"/>
            <a:chExt cx="566928" cy="457200"/>
          </a:xfrm>
        </p:grpSpPr>
        <p:sp>
          <p:nvSpPr>
            <p:cNvPr id="54" name="Shape 17">
              <a:extLst>
                <a:ext uri="{FF2B5EF4-FFF2-40B4-BE49-F238E27FC236}">
                  <a16:creationId xmlns:a16="http://schemas.microsoft.com/office/drawing/2014/main" id="{55280E39-0A08-3EC5-0356-9448D787A67C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solidFill>
              <a:srgbClr val="DCE8F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6716531A-3837-8D39-92E8-8B21C3922FC0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</a:t>
              </a:r>
              <a:endParaRPr lang="en-US" sz="1300" dirty="0"/>
            </a:p>
          </p:txBody>
        </p:sp>
      </p:grpSp>
      <p:sp>
        <p:nvSpPr>
          <p:cNvPr id="56" name="Text 22">
            <a:extLst>
              <a:ext uri="{FF2B5EF4-FFF2-40B4-BE49-F238E27FC236}">
                <a16:creationId xmlns:a16="http://schemas.microsoft.com/office/drawing/2014/main" id="{90BDBCA0-43B4-B9C5-5552-F14D7A0E117D}"/>
              </a:ext>
            </a:extLst>
          </p:cNvPr>
          <p:cNvSpPr/>
          <p:nvPr/>
        </p:nvSpPr>
        <p:spPr>
          <a:xfrm>
            <a:off x="2239776" y="2773481"/>
            <a:ext cx="1269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original last value</a:t>
            </a:r>
            <a:endParaRPr lang="en-US" sz="1200" dirty="0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8D2F11C5-9013-00F0-E32A-38347A25C428}"/>
              </a:ext>
            </a:extLst>
          </p:cNvPr>
          <p:cNvSpPr/>
          <p:nvPr/>
        </p:nvSpPr>
        <p:spPr>
          <a:xfrm rot="3467742">
            <a:off x="3183672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09F2927B-BDA6-CE40-F84A-8068CCDEBA20}"/>
              </a:ext>
            </a:extLst>
          </p:cNvPr>
          <p:cNvSpPr/>
          <p:nvPr/>
        </p:nvSpPr>
        <p:spPr>
          <a:xfrm>
            <a:off x="7573124" y="1223024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value</a:t>
            </a:r>
            <a:endParaRPr lang="en-US" sz="120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23F12361-A485-6724-E8BA-513D9834EC1C}"/>
              </a:ext>
            </a:extLst>
          </p:cNvPr>
          <p:cNvSpPr/>
          <p:nvPr/>
        </p:nvSpPr>
        <p:spPr>
          <a:xfrm>
            <a:off x="6544050" y="2315718"/>
            <a:ext cx="2599950" cy="630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location_of</a:t>
            </a: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(7, v) returns 4</a:t>
            </a:r>
            <a:b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the sentinel value, so 7 is </a:t>
            </a:r>
            <a:r>
              <a:rPr lang="en-US" sz="12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the vector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76517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839DF-8160-FF71-E1A5-D3C89576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85C9C8-5ADE-408C-155D-B20CBCF2FF3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EC7B47-6FDB-7223-9731-5409C4BE4F75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D0815C-EF30-BE06-37D8-BE682022801E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661A9F-1987-5E7C-F0C4-181C6708CAF6}"/>
              </a:ext>
            </a:extLst>
          </p:cNvPr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8053A46-9E5B-8B42-672D-BC9DF1542A0A}"/>
              </a:ext>
            </a:extLst>
          </p:cNvPr>
          <p:cNvSpPr/>
          <p:nvPr/>
        </p:nvSpPr>
        <p:spPr>
          <a:xfrm>
            <a:off x="3657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searching for x = 7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7BBAAFE-4497-8FC8-AAC0-095DABD903E7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A5AF0FF-28DA-1E05-AFB6-D3010F4EE55C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ABC4854-5F11-18F4-1961-00F3CB14A269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3851DCE-C246-E417-CD4C-7433EBD9AFAA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B0B2BD3-3C51-D521-AA2D-0EC438E6B6F7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605404E-09A0-E188-268F-A9693D4ACFB1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A2FEB9E-0B57-60AD-666B-63D884CEBFFF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316C5A8-1DCA-2173-5290-4AE9C156A7BB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91BFB86-B0F4-37D5-5D49-29A48185C2E5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D7D9F76-B121-6E8C-AB2F-7424B67FA1C6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947A2F0-18C6-4FFF-DABF-072C2E4D80B9}"/>
              </a:ext>
            </a:extLst>
          </p:cNvPr>
          <p:cNvSpPr/>
          <p:nvPr/>
        </p:nvSpPr>
        <p:spPr>
          <a:xfrm>
            <a:off x="4120338" y="2315718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last value to 7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8398EBE-8AB9-ED3E-698C-F188CBD37F26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F6D3B35-B9E8-66FE-4A0B-A52D3ADC1362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F1A0690-1D28-30D0-15D1-BC2A24D7C8FD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FE057E3-1BF6-63D5-1559-787B900B7C02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B1D6459-875E-F260-75FC-D7C70C6EC490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A142A0E-36BB-0967-C5DA-35EC7B611CA5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F7CCF6B-5874-B9F1-F9AA-7C067457CF71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72DC5CB-A8EA-338B-10ED-C5C1DEB2779B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5ACED01-E37B-5623-7D8E-1C5B21A8E2BE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625751E-B409-7F2C-A7CC-C89F127050DA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50767690-A4E3-AA28-5B5F-1F3512412050}"/>
              </a:ext>
            </a:extLst>
          </p:cNvPr>
          <p:cNvSpPr/>
          <p:nvPr/>
        </p:nvSpPr>
        <p:spPr>
          <a:xfrm rot="18450920">
            <a:off x="4456588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30BCE9C-E4C8-98B5-3970-E170E690C80B}"/>
              </a:ext>
            </a:extLst>
          </p:cNvPr>
          <p:cNvGrpSpPr/>
          <p:nvPr/>
        </p:nvGrpSpPr>
        <p:grpSpPr>
          <a:xfrm>
            <a:off x="4085695" y="3337464"/>
            <a:ext cx="566928" cy="457200"/>
            <a:chOff x="3608832" y="2598273"/>
            <a:chExt cx="566928" cy="457200"/>
          </a:xfrm>
        </p:grpSpPr>
        <p:sp>
          <p:nvSpPr>
            <p:cNvPr id="54" name="Shape 17">
              <a:extLst>
                <a:ext uri="{FF2B5EF4-FFF2-40B4-BE49-F238E27FC236}">
                  <a16:creationId xmlns:a16="http://schemas.microsoft.com/office/drawing/2014/main" id="{83620C67-E9D3-F9DF-2B1F-D91E7B293E4D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solidFill>
              <a:srgbClr val="DCE8F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228BB5DD-1B75-BCEE-B01F-F4AA0AF357D0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</a:t>
              </a:r>
              <a:endParaRPr lang="en-US" sz="1300" dirty="0"/>
            </a:p>
          </p:txBody>
        </p:sp>
      </p:grpSp>
      <p:sp>
        <p:nvSpPr>
          <p:cNvPr id="56" name="Text 22">
            <a:extLst>
              <a:ext uri="{FF2B5EF4-FFF2-40B4-BE49-F238E27FC236}">
                <a16:creationId xmlns:a16="http://schemas.microsoft.com/office/drawing/2014/main" id="{7B12A921-8E0D-6726-CDB2-5822DD78AFF2}"/>
              </a:ext>
            </a:extLst>
          </p:cNvPr>
          <p:cNvSpPr/>
          <p:nvPr/>
        </p:nvSpPr>
        <p:spPr>
          <a:xfrm>
            <a:off x="2239776" y="2773481"/>
            <a:ext cx="1269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original last value</a:t>
            </a:r>
            <a:endParaRPr lang="en-US" sz="1200" dirty="0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9EE46DC4-BFFA-C531-1FE0-82C3489DFEA1}"/>
              </a:ext>
            </a:extLst>
          </p:cNvPr>
          <p:cNvSpPr/>
          <p:nvPr/>
        </p:nvSpPr>
        <p:spPr>
          <a:xfrm rot="3467742">
            <a:off x="3183672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E6B29ED3-7499-12EC-F69A-793EEE4CA152}"/>
              </a:ext>
            </a:extLst>
          </p:cNvPr>
          <p:cNvSpPr/>
          <p:nvPr/>
        </p:nvSpPr>
        <p:spPr>
          <a:xfrm>
            <a:off x="7573124" y="1223024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value</a:t>
            </a:r>
            <a:endParaRPr lang="en-US" sz="120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D3898E5D-3C17-1284-EC45-AA042B31EED2}"/>
              </a:ext>
            </a:extLst>
          </p:cNvPr>
          <p:cNvSpPr/>
          <p:nvPr/>
        </p:nvSpPr>
        <p:spPr>
          <a:xfrm>
            <a:off x="6544050" y="2315718"/>
            <a:ext cx="2599950" cy="630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location_of</a:t>
            </a: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(7, v) returns 4</a:t>
            </a:r>
            <a:b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the sentinel value, so 7 is </a:t>
            </a:r>
            <a:r>
              <a:rPr lang="en-US" sz="12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the vector</a:t>
            </a:r>
            <a:endParaRPr lang="en-US" sz="1200" dirty="0"/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DF406383-88C9-3ADB-9E75-F51D65947229}"/>
              </a:ext>
            </a:extLst>
          </p:cNvPr>
          <p:cNvSpPr/>
          <p:nvPr/>
        </p:nvSpPr>
        <p:spPr>
          <a:xfrm>
            <a:off x="5349240" y="4347971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2554C175-4BA8-4A9B-688F-0BFF6C010974}"/>
              </a:ext>
            </a:extLst>
          </p:cNvPr>
          <p:cNvSpPr/>
          <p:nvPr/>
        </p:nvSpPr>
        <p:spPr>
          <a:xfrm>
            <a:off x="5349240" y="4347971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64" name="Shape 8">
            <a:extLst>
              <a:ext uri="{FF2B5EF4-FFF2-40B4-BE49-F238E27FC236}">
                <a16:creationId xmlns:a16="http://schemas.microsoft.com/office/drawing/2014/main" id="{4E5F0010-45C7-2232-CAE4-414CAF298E4E}"/>
              </a:ext>
            </a:extLst>
          </p:cNvPr>
          <p:cNvSpPr/>
          <p:nvPr/>
        </p:nvSpPr>
        <p:spPr>
          <a:xfrm>
            <a:off x="5961888" y="4347971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62BA1E05-10B2-6943-17F4-F78526C44434}"/>
              </a:ext>
            </a:extLst>
          </p:cNvPr>
          <p:cNvSpPr/>
          <p:nvPr/>
        </p:nvSpPr>
        <p:spPr>
          <a:xfrm>
            <a:off x="5961888" y="4347971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B0C8C594-FEC3-1307-BFCF-F8CBD8682736}"/>
              </a:ext>
            </a:extLst>
          </p:cNvPr>
          <p:cNvSpPr/>
          <p:nvPr/>
        </p:nvSpPr>
        <p:spPr>
          <a:xfrm>
            <a:off x="6574536" y="4347971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08F82DCB-C18A-9E56-888C-F43BAA3B6B2A}"/>
              </a:ext>
            </a:extLst>
          </p:cNvPr>
          <p:cNvSpPr/>
          <p:nvPr/>
        </p:nvSpPr>
        <p:spPr>
          <a:xfrm>
            <a:off x="6574536" y="4347971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68" name="Shape 14">
            <a:extLst>
              <a:ext uri="{FF2B5EF4-FFF2-40B4-BE49-F238E27FC236}">
                <a16:creationId xmlns:a16="http://schemas.microsoft.com/office/drawing/2014/main" id="{B62EB24C-FE64-CF3D-75F1-995DFCDDFA5C}"/>
              </a:ext>
            </a:extLst>
          </p:cNvPr>
          <p:cNvSpPr/>
          <p:nvPr/>
        </p:nvSpPr>
        <p:spPr>
          <a:xfrm>
            <a:off x="7187184" y="4347971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4EF0214B-7038-82E6-CE87-14CD9DD79080}"/>
              </a:ext>
            </a:extLst>
          </p:cNvPr>
          <p:cNvSpPr/>
          <p:nvPr/>
        </p:nvSpPr>
        <p:spPr>
          <a:xfrm>
            <a:off x="7187184" y="4347971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0" name="Shape 17">
            <a:extLst>
              <a:ext uri="{FF2B5EF4-FFF2-40B4-BE49-F238E27FC236}">
                <a16:creationId xmlns:a16="http://schemas.microsoft.com/office/drawing/2014/main" id="{24501DC1-1844-7510-B8F6-7414FCEF923B}"/>
              </a:ext>
            </a:extLst>
          </p:cNvPr>
          <p:cNvSpPr/>
          <p:nvPr/>
        </p:nvSpPr>
        <p:spPr>
          <a:xfrm>
            <a:off x="7799832" y="4347971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6847DB9E-2ADC-0B05-CD58-95CEA926859D}"/>
              </a:ext>
            </a:extLst>
          </p:cNvPr>
          <p:cNvSpPr/>
          <p:nvPr/>
        </p:nvSpPr>
        <p:spPr>
          <a:xfrm>
            <a:off x="7799832" y="4347971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158F5784-B069-AB40-E877-F62A8A9BE8D1}"/>
              </a:ext>
            </a:extLst>
          </p:cNvPr>
          <p:cNvSpPr/>
          <p:nvPr/>
        </p:nvSpPr>
        <p:spPr>
          <a:xfrm rot="5400000">
            <a:off x="7503432" y="3437233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Text 22">
            <a:extLst>
              <a:ext uri="{FF2B5EF4-FFF2-40B4-BE49-F238E27FC236}">
                <a16:creationId xmlns:a16="http://schemas.microsoft.com/office/drawing/2014/main" id="{BD92AA45-AE98-56A9-A08F-C2C7AFB90C7A}"/>
              </a:ext>
            </a:extLst>
          </p:cNvPr>
          <p:cNvSpPr/>
          <p:nvPr/>
        </p:nvSpPr>
        <p:spPr>
          <a:xfrm>
            <a:off x="6544050" y="3223069"/>
            <a:ext cx="1458843" cy="571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cs typeface="Consolas" pitchFamily="34" charset="-120"/>
              </a:rPr>
              <a:t>Restore the actual final value</a:t>
            </a:r>
            <a:endParaRPr lang="en-US" sz="1200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AB687A5-5574-FA7E-59E2-66C65BB924B6}"/>
              </a:ext>
            </a:extLst>
          </p:cNvPr>
          <p:cNvCxnSpPr>
            <a:stCxn id="55" idx="3"/>
          </p:cNvCxnSpPr>
          <p:nvPr/>
        </p:nvCxnSpPr>
        <p:spPr>
          <a:xfrm>
            <a:off x="4652623" y="3566064"/>
            <a:ext cx="3101489" cy="727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089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279C8-0CB2-C869-BED9-F7681CE2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FE7BF0-D676-DD27-26A9-F837F3AC515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DE6ACF-4777-C0D9-F326-D0EF94D28C23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8DBAB7-25BC-6C8F-18C5-EAFAA1720EE2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1BBDEF-EFE1-2A2C-014F-99A98419BBED}"/>
              </a:ext>
            </a:extLst>
          </p:cNvPr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5BB7E3-A3D2-D96B-2EEE-1E76128AC76B}"/>
              </a:ext>
            </a:extLst>
          </p:cNvPr>
          <p:cNvSpPr/>
          <p:nvPr/>
        </p:nvSpPr>
        <p:spPr>
          <a:xfrm>
            <a:off x="3657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searching for x = 2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6ACC14-2CDF-2E4B-2B6B-EB46F44F02C7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3407F20-F2CA-9D45-0E19-E2E5E2423D84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511BB1B-65BD-217F-2AC3-954E81824A42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A8CE3EE-4EEA-E230-A014-A975FB5857B3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7C6644E-C967-2661-73A1-16EF1E6EA8E1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solidFill>
            <a:srgbClr val="92D05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95BAF19-6D7A-9738-B7D3-2176ED7177C6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D443C14-C705-34A2-94FB-C8171278CE71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D7A3D3D-0B33-E407-2905-CC6390CA7BBD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64C9557-688B-F32F-01EC-D0A0EF1C99BC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3785809-0B11-55A3-C6C4-F533B5DF329B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7590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CDF27-1B39-CA8A-63D3-87B1DA50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8981C5-7D5A-C18B-43F0-E61757B649C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3B8BB1-D4CE-4C20-F106-0B003198577D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8EC7F6-6818-DBA4-F25E-89C070C7E12D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1415D0-7E14-63E0-DDBB-5E378A78D0CC}"/>
              </a:ext>
            </a:extLst>
          </p:cNvPr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CE111A-94E6-6A3F-E2CB-E36848A1D1D7}"/>
              </a:ext>
            </a:extLst>
          </p:cNvPr>
          <p:cNvSpPr/>
          <p:nvPr/>
        </p:nvSpPr>
        <p:spPr>
          <a:xfrm>
            <a:off x="3657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searching for x = 2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20F0C3E-7C5A-79C4-CAD5-AD3B9699A6EC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B95DC8F-99CD-7F40-06A7-E311D7CE9383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56D4A38-6BCC-C960-0A8E-08F79D7D3D36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4E762C0-1A37-AEBB-B52A-3A56AD53C252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5F1DAB8-F5B8-5092-6E46-967C6B54A4A2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solidFill>
            <a:srgbClr val="92D05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3C7AD2F-11F2-8BDF-13B4-391E564D436E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4A5E0F9-5AF9-A8B6-F543-8766E4ACA03A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4CB8EB0-98CA-BF03-F7B2-9687A80136F8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4570F3D-5DDE-FB0D-290C-5F37071EC830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DDA52D2-7536-B8E1-47DB-FBEC5631FBAA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13F2646-FB54-0E08-8A7C-B12B37C68F6F}"/>
              </a:ext>
            </a:extLst>
          </p:cNvPr>
          <p:cNvGrpSpPr/>
          <p:nvPr/>
        </p:nvGrpSpPr>
        <p:grpSpPr>
          <a:xfrm>
            <a:off x="4085695" y="3337464"/>
            <a:ext cx="566928" cy="457200"/>
            <a:chOff x="3608832" y="2598273"/>
            <a:chExt cx="566928" cy="457200"/>
          </a:xfrm>
        </p:grpSpPr>
        <p:sp>
          <p:nvSpPr>
            <p:cNvPr id="54" name="Shape 17">
              <a:extLst>
                <a:ext uri="{FF2B5EF4-FFF2-40B4-BE49-F238E27FC236}">
                  <a16:creationId xmlns:a16="http://schemas.microsoft.com/office/drawing/2014/main" id="{06C518E0-4995-0400-05A8-D9C3619C280E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solidFill>
              <a:srgbClr val="DCE8F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F3FDCD78-4C8B-81C5-022A-73CF61BDAFE5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</a:t>
              </a:r>
              <a:endParaRPr lang="en-US" sz="1300" dirty="0"/>
            </a:p>
          </p:txBody>
        </p:sp>
      </p:grpSp>
      <p:sp>
        <p:nvSpPr>
          <p:cNvPr id="56" name="Text 22">
            <a:extLst>
              <a:ext uri="{FF2B5EF4-FFF2-40B4-BE49-F238E27FC236}">
                <a16:creationId xmlns:a16="http://schemas.microsoft.com/office/drawing/2014/main" id="{BFC4A1EB-3860-FC46-B257-809045D831AF}"/>
              </a:ext>
            </a:extLst>
          </p:cNvPr>
          <p:cNvSpPr/>
          <p:nvPr/>
        </p:nvSpPr>
        <p:spPr>
          <a:xfrm>
            <a:off x="2239776" y="2773481"/>
            <a:ext cx="1269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original last value</a:t>
            </a:r>
            <a:endParaRPr lang="en-US" sz="1200" dirty="0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1B9E05ED-5D46-1E64-C919-6E506321F294}"/>
              </a:ext>
            </a:extLst>
          </p:cNvPr>
          <p:cNvSpPr/>
          <p:nvPr/>
        </p:nvSpPr>
        <p:spPr>
          <a:xfrm rot="3467742">
            <a:off x="3183672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152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E0162-EC94-DF46-1169-7363E4CE5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CC10EC-C52D-CC63-628F-9D444D41ED1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9E185B-43AE-D117-A89C-D5F58DA3031E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1FD9B0-B7A9-4A9E-52E3-EB091DE38359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DC941B-EAF7-342F-D1BB-4A77380D2C4A}"/>
              </a:ext>
            </a:extLst>
          </p:cNvPr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CB5E0E0-F871-39DA-3F4C-3592890F41B9}"/>
              </a:ext>
            </a:extLst>
          </p:cNvPr>
          <p:cNvSpPr/>
          <p:nvPr/>
        </p:nvSpPr>
        <p:spPr>
          <a:xfrm>
            <a:off x="3657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searching for x = 2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B7A66EA-3329-C5CF-2C3B-2BC8A7F9FD65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0DE41C7-32BE-5F28-9E96-76D90E3F5AC9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AB87B2A-16E2-0002-1B8B-CCC63283CC0F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CD0BAA4-7582-8773-75BF-6471C8411B37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21085B-33B6-2A1A-AA93-C029B4E26547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solidFill>
            <a:srgbClr val="92D05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A65AD1C-6EC6-CA81-79FE-E884BAE2D63A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5B839FF-9637-1C92-6E3F-17FB45702906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966069-A9BE-4997-7102-0087D436E6DA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BB1A432-A6FD-4305-E128-88B2DE4E540E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F04079C-A78B-66A3-6014-CF9224578FFC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ABD1B84-F39B-1BDE-DFC9-6FBA5B5EF37B}"/>
              </a:ext>
            </a:extLst>
          </p:cNvPr>
          <p:cNvSpPr/>
          <p:nvPr/>
        </p:nvSpPr>
        <p:spPr>
          <a:xfrm>
            <a:off x="4120338" y="2315718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last value to 2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FCCD30D-FBEE-987C-9F75-EE67A3ED4CBA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4937E05-A6DA-57CD-5272-353A73C25F64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833EE3C-AA76-FA97-D927-3CF3953AFD88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1A38963-906E-CEF0-38CA-394321C85329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09BFBD2-6256-210F-27C5-4609907A9ADD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solidFill>
            <a:srgbClr val="92D05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581B508-234B-9276-FF35-5F9089A8BA55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D0287F4-D5A1-DA4D-E5D3-A3845C76EC9D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C3115E7-C7DF-C409-0797-7572781E2D07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E0EC4BB-6A8F-BD89-2A8B-E32EE6A50D43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5CBF5A2-F71B-9BD0-F457-2E613CAB106E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1D5CDA4E-1875-044C-7EAC-06A114E18055}"/>
              </a:ext>
            </a:extLst>
          </p:cNvPr>
          <p:cNvSpPr/>
          <p:nvPr/>
        </p:nvSpPr>
        <p:spPr>
          <a:xfrm rot="18450920">
            <a:off x="4456588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E20436C-8E69-BFC0-251A-CA029A5FBD3F}"/>
              </a:ext>
            </a:extLst>
          </p:cNvPr>
          <p:cNvGrpSpPr/>
          <p:nvPr/>
        </p:nvGrpSpPr>
        <p:grpSpPr>
          <a:xfrm>
            <a:off x="4085695" y="3337464"/>
            <a:ext cx="566928" cy="457200"/>
            <a:chOff x="3608832" y="2598273"/>
            <a:chExt cx="566928" cy="457200"/>
          </a:xfrm>
        </p:grpSpPr>
        <p:sp>
          <p:nvSpPr>
            <p:cNvPr id="54" name="Shape 17">
              <a:extLst>
                <a:ext uri="{FF2B5EF4-FFF2-40B4-BE49-F238E27FC236}">
                  <a16:creationId xmlns:a16="http://schemas.microsoft.com/office/drawing/2014/main" id="{EDB57E7E-B6BE-6FEE-C2D2-501F43E938B4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solidFill>
              <a:srgbClr val="DCE8F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E4B1017D-4770-09A0-EAC9-FC2B1C9B22A8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</a:t>
              </a:r>
              <a:endParaRPr lang="en-US" sz="1300" dirty="0"/>
            </a:p>
          </p:txBody>
        </p:sp>
      </p:grpSp>
      <p:sp>
        <p:nvSpPr>
          <p:cNvPr id="56" name="Text 22">
            <a:extLst>
              <a:ext uri="{FF2B5EF4-FFF2-40B4-BE49-F238E27FC236}">
                <a16:creationId xmlns:a16="http://schemas.microsoft.com/office/drawing/2014/main" id="{200DB3EC-AB8E-58C1-D5CE-0857E8D9B897}"/>
              </a:ext>
            </a:extLst>
          </p:cNvPr>
          <p:cNvSpPr/>
          <p:nvPr/>
        </p:nvSpPr>
        <p:spPr>
          <a:xfrm>
            <a:off x="2239776" y="2773481"/>
            <a:ext cx="1269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original last value</a:t>
            </a:r>
            <a:endParaRPr lang="en-US" sz="1200" dirty="0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4A1611BF-8B6D-8516-8637-41896A932A76}"/>
              </a:ext>
            </a:extLst>
          </p:cNvPr>
          <p:cNvSpPr/>
          <p:nvPr/>
        </p:nvSpPr>
        <p:spPr>
          <a:xfrm rot="3467742">
            <a:off x="3183672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8E6AF661-5582-2B37-36E1-FD473DDBA89D}"/>
              </a:ext>
            </a:extLst>
          </p:cNvPr>
          <p:cNvSpPr/>
          <p:nvPr/>
        </p:nvSpPr>
        <p:spPr>
          <a:xfrm>
            <a:off x="7573124" y="1223024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value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16189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61E80-4608-C3B1-C901-608F66CB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7C69ED-F3BE-F180-5BF8-D7D49DF6515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B7872D-231D-C90B-7914-74195F76A7D0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375AE2-B7AC-1243-2636-6BE333FAF13B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930782-16F0-AAB2-E173-F0E65566E778}"/>
              </a:ext>
            </a:extLst>
          </p:cNvPr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12899F-C634-7322-9156-1D37C47398EC}"/>
              </a:ext>
            </a:extLst>
          </p:cNvPr>
          <p:cNvSpPr/>
          <p:nvPr/>
        </p:nvSpPr>
        <p:spPr>
          <a:xfrm>
            <a:off x="3657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searching for x = 2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8797210-13FF-5671-F4CD-94AB14BDB735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4EC978A-3290-94BC-662E-DE290C42E547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8FFD9B8-11C0-9D64-A52F-2ED6E50C9D25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8C4EC67-EC4B-436C-1C26-75CB63C6F4BC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A6D4FA4-FC0A-A8E4-5ACD-AE355C87A1A2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solidFill>
            <a:srgbClr val="92D05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F7FBCD2-4659-922C-D575-133ECE2E58BC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A46FE31-B7D1-FACF-8C0C-FC98D34ED4A1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DC1F782-BB26-FA05-F9E5-9C0424176AE8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4F0B41D-AE71-07E5-905E-103DEA35FE8C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4EA80D7-50D5-2B27-E9B4-5DAA907A0625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DEEEA7E-EC2A-C0CE-C1BB-09A6F74FB943}"/>
              </a:ext>
            </a:extLst>
          </p:cNvPr>
          <p:cNvSpPr/>
          <p:nvPr/>
        </p:nvSpPr>
        <p:spPr>
          <a:xfrm>
            <a:off x="4120338" y="2315718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last value to 2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E83EB7F-4179-4DBA-FB41-2A04495042A3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D93CA97-B286-A369-EA33-BE627E500F07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170C80E-60DD-355D-7179-CEA112D50758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0C9748F-4EAC-F015-E19E-340CFF700AC9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B0D2CC1-81E5-8A95-71CD-582F20B1881C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solidFill>
            <a:srgbClr val="92D05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EEE75B6-B1FA-8FA7-C093-692105BD782F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196C811-A166-4F9B-8002-AEE55B14D64C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59A05E6-DC23-F35A-DBAA-35C866DAE8EF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9666F3E-CE8F-5D38-80EB-55493E04C433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3447044-70DF-8EA9-9F8A-C96866C45CF0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815F879F-28C4-2DFE-8B92-237BEED900FD}"/>
              </a:ext>
            </a:extLst>
          </p:cNvPr>
          <p:cNvSpPr/>
          <p:nvPr/>
        </p:nvSpPr>
        <p:spPr>
          <a:xfrm rot="18450920">
            <a:off x="4456588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15167A7-FB65-31B8-F3DF-28B55D674825}"/>
              </a:ext>
            </a:extLst>
          </p:cNvPr>
          <p:cNvGrpSpPr/>
          <p:nvPr/>
        </p:nvGrpSpPr>
        <p:grpSpPr>
          <a:xfrm>
            <a:off x="4085695" y="3337464"/>
            <a:ext cx="566928" cy="457200"/>
            <a:chOff x="3608832" y="2598273"/>
            <a:chExt cx="566928" cy="457200"/>
          </a:xfrm>
        </p:grpSpPr>
        <p:sp>
          <p:nvSpPr>
            <p:cNvPr id="54" name="Shape 17">
              <a:extLst>
                <a:ext uri="{FF2B5EF4-FFF2-40B4-BE49-F238E27FC236}">
                  <a16:creationId xmlns:a16="http://schemas.microsoft.com/office/drawing/2014/main" id="{B60E7191-EA3E-2098-B20A-8D1FBBE4CC70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solidFill>
              <a:srgbClr val="DCE8F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C4EB1D84-78EA-753C-1631-30E46E8BEE0B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</a:t>
              </a:r>
              <a:endParaRPr lang="en-US" sz="1300" dirty="0"/>
            </a:p>
          </p:txBody>
        </p:sp>
      </p:grpSp>
      <p:sp>
        <p:nvSpPr>
          <p:cNvPr id="56" name="Text 22">
            <a:extLst>
              <a:ext uri="{FF2B5EF4-FFF2-40B4-BE49-F238E27FC236}">
                <a16:creationId xmlns:a16="http://schemas.microsoft.com/office/drawing/2014/main" id="{159526A4-8E59-7ADA-1EA8-00D3C04D7487}"/>
              </a:ext>
            </a:extLst>
          </p:cNvPr>
          <p:cNvSpPr/>
          <p:nvPr/>
        </p:nvSpPr>
        <p:spPr>
          <a:xfrm>
            <a:off x="2239776" y="2773481"/>
            <a:ext cx="1269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original last value</a:t>
            </a:r>
            <a:endParaRPr lang="en-US" sz="1200" dirty="0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7843B079-4C6F-708B-2DA0-2236F6D36A5B}"/>
              </a:ext>
            </a:extLst>
          </p:cNvPr>
          <p:cNvSpPr/>
          <p:nvPr/>
        </p:nvSpPr>
        <p:spPr>
          <a:xfrm rot="3467742">
            <a:off x="3183672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2776B9B7-9EC5-6280-CA38-396A575033DC}"/>
              </a:ext>
            </a:extLst>
          </p:cNvPr>
          <p:cNvSpPr/>
          <p:nvPr/>
        </p:nvSpPr>
        <p:spPr>
          <a:xfrm>
            <a:off x="7573124" y="1223024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value</a:t>
            </a:r>
            <a:endParaRPr lang="en-US" sz="120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5AA86E0B-BC81-997F-3C08-52D4643DF2EE}"/>
              </a:ext>
            </a:extLst>
          </p:cNvPr>
          <p:cNvSpPr/>
          <p:nvPr/>
        </p:nvSpPr>
        <p:spPr>
          <a:xfrm>
            <a:off x="6544050" y="2315718"/>
            <a:ext cx="2599950" cy="630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location_of</a:t>
            </a: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v) returns 2</a:t>
            </a:r>
            <a:b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</a:t>
            </a:r>
            <a:r>
              <a:rPr lang="en-US" sz="12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sentinel value, so 7 </a:t>
            </a:r>
            <a:r>
              <a:rPr lang="en-US" sz="12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the vector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49124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3B1EE-EABD-6B3D-87B7-0B8F13AF3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A71ADB-B9F7-F5F9-EA54-B47BB0A380B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8072F1-5C7F-CC11-E8F4-FAEDDC415634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669DA1-1A97-D7A3-8074-214C76D5C13E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A38682-CB22-53A8-7B1C-AF01BE1E12B0}"/>
              </a:ext>
            </a:extLst>
          </p:cNvPr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9F8722-3CFB-F468-1AD8-C867E9D04326}"/>
              </a:ext>
            </a:extLst>
          </p:cNvPr>
          <p:cNvSpPr/>
          <p:nvPr/>
        </p:nvSpPr>
        <p:spPr>
          <a:xfrm>
            <a:off x="3657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searching for x = 2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4D4F7AF-D742-CE3D-8FE4-6ADB15429F8F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47C7F4-8A1E-C7A3-5E05-E7CEB95159DB}"/>
              </a:ext>
            </a:extLst>
          </p:cNvPr>
          <p:cNvSpPr/>
          <p:nvPr/>
        </p:nvSpPr>
        <p:spPr>
          <a:xfrm>
            <a:off x="36576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435B11F-6433-3FC9-C185-5552002ED104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EC3771A-2C42-CF06-BB68-A8ED37786162}"/>
              </a:ext>
            </a:extLst>
          </p:cNvPr>
          <p:cNvSpPr/>
          <p:nvPr/>
        </p:nvSpPr>
        <p:spPr>
          <a:xfrm>
            <a:off x="97840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CBEC164-A310-9E50-5E69-68708D9738D0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solidFill>
            <a:srgbClr val="92D05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B66DAD-F4A7-3753-7395-C9F59095E663}"/>
              </a:ext>
            </a:extLst>
          </p:cNvPr>
          <p:cNvSpPr/>
          <p:nvPr/>
        </p:nvSpPr>
        <p:spPr>
          <a:xfrm>
            <a:off x="159105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5182313-0D03-74EB-9166-6BC3119B84D7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B336620-2437-B23E-86C0-502EC5C60033}"/>
              </a:ext>
            </a:extLst>
          </p:cNvPr>
          <p:cNvSpPr/>
          <p:nvPr/>
        </p:nvSpPr>
        <p:spPr>
          <a:xfrm>
            <a:off x="220370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B8CC06C-33F5-5669-C56C-30B0CFA7C68B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965C061-D215-5D73-277E-A6800312B218}"/>
              </a:ext>
            </a:extLst>
          </p:cNvPr>
          <p:cNvSpPr/>
          <p:nvPr/>
        </p:nvSpPr>
        <p:spPr>
          <a:xfrm>
            <a:off x="281635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33A48F1-107F-8842-03B5-C29930327BCE}"/>
              </a:ext>
            </a:extLst>
          </p:cNvPr>
          <p:cNvSpPr/>
          <p:nvPr/>
        </p:nvSpPr>
        <p:spPr>
          <a:xfrm>
            <a:off x="4120338" y="2315718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last value to 2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67C30A8-7505-7B32-24D5-CECD579CF339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DA7F1C9-1A98-6C53-023B-3377D73E5003}"/>
              </a:ext>
            </a:extLst>
          </p:cNvPr>
          <p:cNvSpPr/>
          <p:nvPr/>
        </p:nvSpPr>
        <p:spPr>
          <a:xfrm>
            <a:off x="5303520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61DD811-68EF-E68F-022B-14A2A4AA61DB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AADD980-E17E-44E0-E201-596588F7A990}"/>
              </a:ext>
            </a:extLst>
          </p:cNvPr>
          <p:cNvSpPr/>
          <p:nvPr/>
        </p:nvSpPr>
        <p:spPr>
          <a:xfrm>
            <a:off x="5916168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197DABC-07A6-5373-25F1-26C1DA82AB79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solidFill>
            <a:srgbClr val="92D05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C7A6D93-5DF3-CA8E-97D0-BE780470643A}"/>
              </a:ext>
            </a:extLst>
          </p:cNvPr>
          <p:cNvSpPr/>
          <p:nvPr/>
        </p:nvSpPr>
        <p:spPr>
          <a:xfrm>
            <a:off x="6528816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521EC47-527A-F029-71CB-14908F2C01BC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D22CC33-7E34-53A7-EFE6-1C716F914C1C}"/>
              </a:ext>
            </a:extLst>
          </p:cNvPr>
          <p:cNvSpPr/>
          <p:nvPr/>
        </p:nvSpPr>
        <p:spPr>
          <a:xfrm>
            <a:off x="7141464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2356B63-DC4B-1126-C0A7-AEE05A528C53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3DA5FB0-811E-4D96-B6F9-C83396BDD95D}"/>
              </a:ext>
            </a:extLst>
          </p:cNvPr>
          <p:cNvSpPr/>
          <p:nvPr/>
        </p:nvSpPr>
        <p:spPr>
          <a:xfrm>
            <a:off x="7754112" y="17190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54A11EB1-9402-FFEE-356F-9DB920F24E91}"/>
              </a:ext>
            </a:extLst>
          </p:cNvPr>
          <p:cNvSpPr/>
          <p:nvPr/>
        </p:nvSpPr>
        <p:spPr>
          <a:xfrm rot="18450920">
            <a:off x="4456588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ABDCDF6-C9CF-3BDD-176B-B89678443ABE}"/>
              </a:ext>
            </a:extLst>
          </p:cNvPr>
          <p:cNvGrpSpPr/>
          <p:nvPr/>
        </p:nvGrpSpPr>
        <p:grpSpPr>
          <a:xfrm>
            <a:off x="4085695" y="3337464"/>
            <a:ext cx="566928" cy="457200"/>
            <a:chOff x="3608832" y="2598273"/>
            <a:chExt cx="566928" cy="457200"/>
          </a:xfrm>
        </p:grpSpPr>
        <p:sp>
          <p:nvSpPr>
            <p:cNvPr id="54" name="Shape 17">
              <a:extLst>
                <a:ext uri="{FF2B5EF4-FFF2-40B4-BE49-F238E27FC236}">
                  <a16:creationId xmlns:a16="http://schemas.microsoft.com/office/drawing/2014/main" id="{7E493E61-BF60-7286-8605-478CE8F3A964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solidFill>
              <a:srgbClr val="DCE8F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8D315F7C-AB4D-389E-4447-9ADA2AFD68D9}"/>
                </a:ext>
              </a:extLst>
            </p:cNvPr>
            <p:cNvSpPr/>
            <p:nvPr/>
          </p:nvSpPr>
          <p:spPr>
            <a:xfrm>
              <a:off x="3608832" y="2598273"/>
              <a:ext cx="5669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</a:t>
              </a:r>
              <a:endParaRPr lang="en-US" sz="1300" dirty="0"/>
            </a:p>
          </p:txBody>
        </p:sp>
      </p:grpSp>
      <p:sp>
        <p:nvSpPr>
          <p:cNvPr id="56" name="Text 22">
            <a:extLst>
              <a:ext uri="{FF2B5EF4-FFF2-40B4-BE49-F238E27FC236}">
                <a16:creationId xmlns:a16="http://schemas.microsoft.com/office/drawing/2014/main" id="{660EDB9B-FEC1-DD8B-00FC-923099BE69F7}"/>
              </a:ext>
            </a:extLst>
          </p:cNvPr>
          <p:cNvSpPr/>
          <p:nvPr/>
        </p:nvSpPr>
        <p:spPr>
          <a:xfrm>
            <a:off x="2239776" y="2773481"/>
            <a:ext cx="1269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original last value</a:t>
            </a:r>
            <a:endParaRPr lang="en-US" sz="1200" dirty="0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70A1C2B0-8C28-84A9-3B14-18996AB56F54}"/>
              </a:ext>
            </a:extLst>
          </p:cNvPr>
          <p:cNvSpPr/>
          <p:nvPr/>
        </p:nvSpPr>
        <p:spPr>
          <a:xfrm rot="3467742">
            <a:off x="3183672" y="2631652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2E02745F-060F-89E2-BB50-94F5938BD33F}"/>
              </a:ext>
            </a:extLst>
          </p:cNvPr>
          <p:cNvSpPr/>
          <p:nvPr/>
        </p:nvSpPr>
        <p:spPr>
          <a:xfrm>
            <a:off x="7573124" y="1223024"/>
            <a:ext cx="928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value</a:t>
            </a:r>
            <a:endParaRPr lang="en-US" sz="120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6A123CAC-1A2F-02B4-4459-B33598923881}"/>
              </a:ext>
            </a:extLst>
          </p:cNvPr>
          <p:cNvSpPr/>
          <p:nvPr/>
        </p:nvSpPr>
        <p:spPr>
          <a:xfrm>
            <a:off x="6544050" y="2315718"/>
            <a:ext cx="2599950" cy="630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location_of</a:t>
            </a: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v) returns 2</a:t>
            </a:r>
            <a:b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</a:t>
            </a:r>
            <a:r>
              <a:rPr lang="en-US" sz="12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sentinel value, so 7 </a:t>
            </a:r>
            <a:r>
              <a:rPr lang="en-US" sz="12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the vector</a:t>
            </a:r>
            <a:endParaRPr lang="en-US" sz="1200" dirty="0"/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B72CF07A-E028-7A88-072C-DA8AE68D7637}"/>
              </a:ext>
            </a:extLst>
          </p:cNvPr>
          <p:cNvSpPr/>
          <p:nvPr/>
        </p:nvSpPr>
        <p:spPr>
          <a:xfrm>
            <a:off x="5349240" y="4347971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1666C280-14DC-AB15-251F-10D359EF0D7C}"/>
              </a:ext>
            </a:extLst>
          </p:cNvPr>
          <p:cNvSpPr/>
          <p:nvPr/>
        </p:nvSpPr>
        <p:spPr>
          <a:xfrm>
            <a:off x="5349240" y="4347971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64" name="Shape 8">
            <a:extLst>
              <a:ext uri="{FF2B5EF4-FFF2-40B4-BE49-F238E27FC236}">
                <a16:creationId xmlns:a16="http://schemas.microsoft.com/office/drawing/2014/main" id="{1F377B4F-1C85-6CD5-1FCA-C9BB87EB1F81}"/>
              </a:ext>
            </a:extLst>
          </p:cNvPr>
          <p:cNvSpPr/>
          <p:nvPr/>
        </p:nvSpPr>
        <p:spPr>
          <a:xfrm>
            <a:off x="5961888" y="4347971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3453342F-D381-188E-6EE8-6535A134E90C}"/>
              </a:ext>
            </a:extLst>
          </p:cNvPr>
          <p:cNvSpPr/>
          <p:nvPr/>
        </p:nvSpPr>
        <p:spPr>
          <a:xfrm>
            <a:off x="5961888" y="4347971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73D7D510-49EB-D1F0-E2B2-A3DE8C20763B}"/>
              </a:ext>
            </a:extLst>
          </p:cNvPr>
          <p:cNvSpPr/>
          <p:nvPr/>
        </p:nvSpPr>
        <p:spPr>
          <a:xfrm>
            <a:off x="6574536" y="4347971"/>
            <a:ext cx="566928" cy="457200"/>
          </a:xfrm>
          <a:prstGeom prst="rect">
            <a:avLst/>
          </a:prstGeom>
          <a:solidFill>
            <a:srgbClr val="92D05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4FED0BF8-6535-695E-A410-DC5F33BAA298}"/>
              </a:ext>
            </a:extLst>
          </p:cNvPr>
          <p:cNvSpPr/>
          <p:nvPr/>
        </p:nvSpPr>
        <p:spPr>
          <a:xfrm>
            <a:off x="6574536" y="4347971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68" name="Shape 14">
            <a:extLst>
              <a:ext uri="{FF2B5EF4-FFF2-40B4-BE49-F238E27FC236}">
                <a16:creationId xmlns:a16="http://schemas.microsoft.com/office/drawing/2014/main" id="{B916BC74-39EC-3C87-6AA4-B0469E74F7F6}"/>
              </a:ext>
            </a:extLst>
          </p:cNvPr>
          <p:cNvSpPr/>
          <p:nvPr/>
        </p:nvSpPr>
        <p:spPr>
          <a:xfrm>
            <a:off x="7187184" y="4347971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5CE5CD66-B659-477B-8405-5683AFCCE096}"/>
              </a:ext>
            </a:extLst>
          </p:cNvPr>
          <p:cNvSpPr/>
          <p:nvPr/>
        </p:nvSpPr>
        <p:spPr>
          <a:xfrm>
            <a:off x="7187184" y="4347971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0" name="Shape 17">
            <a:extLst>
              <a:ext uri="{FF2B5EF4-FFF2-40B4-BE49-F238E27FC236}">
                <a16:creationId xmlns:a16="http://schemas.microsoft.com/office/drawing/2014/main" id="{7E0369B2-D151-3B0D-05DD-6A8E2320950B}"/>
              </a:ext>
            </a:extLst>
          </p:cNvPr>
          <p:cNvSpPr/>
          <p:nvPr/>
        </p:nvSpPr>
        <p:spPr>
          <a:xfrm>
            <a:off x="7799832" y="4347971"/>
            <a:ext cx="566928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3FC29D58-E320-DE98-FD10-2246748E0FDB}"/>
              </a:ext>
            </a:extLst>
          </p:cNvPr>
          <p:cNvSpPr/>
          <p:nvPr/>
        </p:nvSpPr>
        <p:spPr>
          <a:xfrm>
            <a:off x="7799832" y="4347971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61F2DF61-703B-5A4B-F405-584B8BC8962E}"/>
              </a:ext>
            </a:extLst>
          </p:cNvPr>
          <p:cNvSpPr/>
          <p:nvPr/>
        </p:nvSpPr>
        <p:spPr>
          <a:xfrm rot="5400000">
            <a:off x="7503432" y="3437233"/>
            <a:ext cx="1159727" cy="28071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Text 22">
            <a:extLst>
              <a:ext uri="{FF2B5EF4-FFF2-40B4-BE49-F238E27FC236}">
                <a16:creationId xmlns:a16="http://schemas.microsoft.com/office/drawing/2014/main" id="{92EEB843-C3B9-FA8C-B19C-D1E341DA8BDF}"/>
              </a:ext>
            </a:extLst>
          </p:cNvPr>
          <p:cNvSpPr/>
          <p:nvPr/>
        </p:nvSpPr>
        <p:spPr>
          <a:xfrm>
            <a:off x="6544050" y="3223069"/>
            <a:ext cx="1458843" cy="571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cs typeface="Consolas" pitchFamily="34" charset="-120"/>
              </a:rPr>
              <a:t>Restore the actual final value</a:t>
            </a:r>
            <a:endParaRPr lang="en-US" sz="1200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5305D18-835B-80AE-D9A0-552AE77BCD36}"/>
              </a:ext>
            </a:extLst>
          </p:cNvPr>
          <p:cNvCxnSpPr>
            <a:stCxn id="55" idx="3"/>
          </p:cNvCxnSpPr>
          <p:nvPr/>
        </p:nvCxnSpPr>
        <p:spPr>
          <a:xfrm>
            <a:off x="4652623" y="3566064"/>
            <a:ext cx="3101489" cy="727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614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8BC7D5-F891-F39C-15F6-B67E9B80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5A1BEE-0762-0FB9-13CA-5F2FC87637F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9EF750-A6D6-68CF-B1CD-FACDFA7FC3DD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1482C3-527C-9163-0B06-13E4C08E435A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Value Search  —  A Slightly Faster General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D613F8-D41B-EAD6-3ADC-802CEB534BFD}"/>
              </a:ext>
            </a:extLst>
          </p:cNvPr>
          <p:cNvSpPr/>
          <p:nvPr/>
        </p:nvSpPr>
        <p:spPr>
          <a:xfrm>
            <a:off x="365760" y="1024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temporarily replace the last element with x, then use location_of</a:t>
            </a:r>
            <a:endParaRPr lang="en-US" sz="13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B807C33-40FB-5332-413F-3A2FFCE365F2}"/>
              </a:ext>
            </a:extLst>
          </p:cNvPr>
          <p:cNvSpPr/>
          <p:nvPr/>
        </p:nvSpPr>
        <p:spPr>
          <a:xfrm>
            <a:off x="365760" y="1709111"/>
            <a:ext cx="5486400" cy="1874520"/>
          </a:xfrm>
          <a:prstGeom prst="rect">
            <a:avLst/>
          </a:prstGeom>
          <a:solidFill>
            <a:srgbClr val="1A2535"/>
          </a:solidFill>
          <a:ln w="12700">
            <a:solidFill>
              <a:srgbClr val="33446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076D9CB-8DB6-8AD3-89D6-B8DEEAB68D6F}"/>
              </a:ext>
            </a:extLst>
          </p:cNvPr>
          <p:cNvSpPr/>
          <p:nvPr/>
        </p:nvSpPr>
        <p:spPr>
          <a:xfrm>
            <a:off x="502920" y="1818839"/>
            <a:ext cx="52120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linear_search_faster(int x, vector&lt;int&gt;&amp; v)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 = v.size();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0) return -1;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1) return (v[0]==x) ? 0 : -1;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(v[n-1] == x) return n-1;     // already at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last = v[n-1];  v[n-1] = x;  // set sentinel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 = location_of(x, v);       // guaranteed to find 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v[n-1] = last;                   // restore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(i == n-1) ? -1 : i;      // was it the sentinel?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052EE0DC-223C-6AC8-B91D-E83C46BF1FDF}"/>
              </a:ext>
            </a:extLst>
          </p:cNvPr>
          <p:cNvSpPr/>
          <p:nvPr/>
        </p:nvSpPr>
        <p:spPr>
          <a:xfrm>
            <a:off x="6035040" y="1709111"/>
            <a:ext cx="2788920" cy="548640"/>
          </a:xfrm>
          <a:prstGeom prst="rect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CFC380B-7B3F-A337-CADA-EF41264A3F86}"/>
              </a:ext>
            </a:extLst>
          </p:cNvPr>
          <p:cNvSpPr/>
          <p:nvPr/>
        </p:nvSpPr>
        <p:spPr>
          <a:xfrm>
            <a:off x="6144768" y="1745687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Faster?</a:t>
            </a: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4B1BC24D-3050-25DE-DF40-D3E6455BE28E}"/>
              </a:ext>
            </a:extLst>
          </p:cNvPr>
          <p:cNvSpPr/>
          <p:nvPr/>
        </p:nvSpPr>
        <p:spPr>
          <a:xfrm>
            <a:off x="6144768" y="1983431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one comparison per iteration. But modern CPUs make the difference tiny.</a:t>
            </a:r>
            <a:endParaRPr lang="en-US" sz="105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2041091-FDA6-7E70-16B5-DF43E39BFB0E}"/>
              </a:ext>
            </a:extLst>
          </p:cNvPr>
          <p:cNvSpPr/>
          <p:nvPr/>
        </p:nvSpPr>
        <p:spPr>
          <a:xfrm>
            <a:off x="6035040" y="2321759"/>
            <a:ext cx="2788920" cy="548640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1E3DBDDC-F02D-DA40-2225-5B0F6189E8EC}"/>
              </a:ext>
            </a:extLst>
          </p:cNvPr>
          <p:cNvSpPr/>
          <p:nvPr/>
        </p:nvSpPr>
        <p:spPr>
          <a:xfrm>
            <a:off x="6144768" y="2358335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Simpler?</a:t>
            </a:r>
            <a:endParaRPr lang="en-US" sz="12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B19B62F3-EA8A-6858-3549-CA88DD489555}"/>
              </a:ext>
            </a:extLst>
          </p:cNvPr>
          <p:cNvSpPr/>
          <p:nvPr/>
        </p:nvSpPr>
        <p:spPr>
          <a:xfrm>
            <a:off x="6144768" y="259607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the code is longer and trickier. Easy to introduce bugs.</a:t>
            </a:r>
            <a:endParaRPr lang="en-US" sz="10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67FF95F1-0FF1-6ACC-7EEC-DAF16532F1BE}"/>
              </a:ext>
            </a:extLst>
          </p:cNvPr>
          <p:cNvSpPr/>
          <p:nvPr/>
        </p:nvSpPr>
        <p:spPr>
          <a:xfrm>
            <a:off x="6035040" y="2934407"/>
            <a:ext cx="2788920" cy="54864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EB9BB82-C13E-9338-421C-29F49C208C93}"/>
              </a:ext>
            </a:extLst>
          </p:cNvPr>
          <p:cNvSpPr/>
          <p:nvPr/>
        </p:nvSpPr>
        <p:spPr>
          <a:xfrm>
            <a:off x="6144768" y="2970983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357A928-51C2-CA3B-2449-E7A584AD1939}"/>
              </a:ext>
            </a:extLst>
          </p:cNvPr>
          <p:cNvSpPr/>
          <p:nvPr/>
        </p:nvSpPr>
        <p:spPr>
          <a:xfrm>
            <a:off x="6144768" y="3208727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cannot be const — we need to temporarily modify the last element.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66553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In-Class Practice  #3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Pre-conditions, Post-conditions &amp; Edge Cases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pre-condition of location_of? What happens if it is violated? Give a concrete example.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your own words the difference between linear_search and location_of. When would you use each?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two potential problems with linear_search_faster compared to the basic version?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Searching a Sub-Range:  [begin, end)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Generalising linear search to search part of a vector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only the range [2, 6):  elements at indices 2, 3, 4, 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94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24128" y="1371600"/>
            <a:ext cx="594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4128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82496" y="1371600"/>
            <a:ext cx="594360" cy="475488"/>
          </a:xfrm>
          <a:prstGeom prst="rect">
            <a:avLst/>
          </a:prstGeom>
          <a:solidFill>
            <a:srgbClr val="DBEAFE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82496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82496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40864" y="1371600"/>
            <a:ext cx="594360" cy="475488"/>
          </a:xfrm>
          <a:prstGeom prst="rect">
            <a:avLst/>
          </a:prstGeom>
          <a:solidFill>
            <a:srgbClr val="DBEAFE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40864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40864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99232" y="1371600"/>
            <a:ext cx="594360" cy="475488"/>
          </a:xfrm>
          <a:prstGeom prst="rect">
            <a:avLst/>
          </a:prstGeom>
          <a:solidFill>
            <a:srgbClr val="DBEAFE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99232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99232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1371600"/>
            <a:ext cx="594360" cy="475488"/>
          </a:xfrm>
          <a:prstGeom prst="rect">
            <a:avLst/>
          </a:prstGeom>
          <a:solidFill>
            <a:srgbClr val="DBEAFE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0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15968" y="1371600"/>
            <a:ext cx="594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15968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15968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74336" y="1371600"/>
            <a:ext cx="594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74336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74336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76756" y="211129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begin=2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97580" y="2121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end=6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450592"/>
            <a:ext cx="84124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" y="254203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[begin, end)  is an asymmetric range. It includes begin but excludes end. Number of elements = end - begin.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4C4D5-F786-E46F-AA33-FA8DC39D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FD625-4C91-F105-BA2E-C496EA9C42C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6509BB-9F99-8E87-CC97-5745A6AF0403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EBD47B-B80E-70F6-BBB8-53B0B964D74D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Searching a Sub-Range:  [begin, end)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8A901E-64A1-7AED-E944-A09613C2C6D7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Generalising linear search to search part of a vector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98EFC8-13F4-90FB-4919-1AE016CB0C4C}"/>
              </a:ext>
            </a:extLst>
          </p:cNvPr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only the range [2, 6):  elements at indices 2, 3, 4, 5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4269339-96D6-47D7-295F-DB22635496E6}"/>
              </a:ext>
            </a:extLst>
          </p:cNvPr>
          <p:cNvSpPr/>
          <p:nvPr/>
        </p:nvSpPr>
        <p:spPr>
          <a:xfrm>
            <a:off x="365760" y="1371600"/>
            <a:ext cx="594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0CEEF87-F316-45E1-FFE7-186435C2B662}"/>
              </a:ext>
            </a:extLst>
          </p:cNvPr>
          <p:cNvSpPr/>
          <p:nvPr/>
        </p:nvSpPr>
        <p:spPr>
          <a:xfrm>
            <a:off x="365760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E7171E-5283-CADF-6A56-7698C422FA4C}"/>
              </a:ext>
            </a:extLst>
          </p:cNvPr>
          <p:cNvSpPr/>
          <p:nvPr/>
        </p:nvSpPr>
        <p:spPr>
          <a:xfrm>
            <a:off x="365760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87A354B-B8BC-35A8-BDF4-9A7C15ECAC7D}"/>
              </a:ext>
            </a:extLst>
          </p:cNvPr>
          <p:cNvSpPr/>
          <p:nvPr/>
        </p:nvSpPr>
        <p:spPr>
          <a:xfrm>
            <a:off x="1024128" y="1371600"/>
            <a:ext cx="594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2FF3C17-68F9-5BFF-B5A6-DEFFA8C3DF41}"/>
              </a:ext>
            </a:extLst>
          </p:cNvPr>
          <p:cNvSpPr/>
          <p:nvPr/>
        </p:nvSpPr>
        <p:spPr>
          <a:xfrm>
            <a:off x="1024128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7DFF09D-88AE-F05F-BD85-A54B0BE421A1}"/>
              </a:ext>
            </a:extLst>
          </p:cNvPr>
          <p:cNvSpPr/>
          <p:nvPr/>
        </p:nvSpPr>
        <p:spPr>
          <a:xfrm>
            <a:off x="1024128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98C2EFE-9C9E-0EF0-2174-247A02F907C2}"/>
              </a:ext>
            </a:extLst>
          </p:cNvPr>
          <p:cNvSpPr/>
          <p:nvPr/>
        </p:nvSpPr>
        <p:spPr>
          <a:xfrm>
            <a:off x="1682496" y="1371600"/>
            <a:ext cx="594360" cy="475488"/>
          </a:xfrm>
          <a:prstGeom prst="rect">
            <a:avLst/>
          </a:prstGeom>
          <a:solidFill>
            <a:srgbClr val="DBEAFE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8098540-55D6-5251-B286-3F01BE2DEFD5}"/>
              </a:ext>
            </a:extLst>
          </p:cNvPr>
          <p:cNvSpPr/>
          <p:nvPr/>
        </p:nvSpPr>
        <p:spPr>
          <a:xfrm>
            <a:off x="1682496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ECC233D-7E1D-593B-2B0E-C770B513641B}"/>
              </a:ext>
            </a:extLst>
          </p:cNvPr>
          <p:cNvSpPr/>
          <p:nvPr/>
        </p:nvSpPr>
        <p:spPr>
          <a:xfrm>
            <a:off x="1682496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7597B4A-42D9-50C8-C523-B64EB28F73AD}"/>
              </a:ext>
            </a:extLst>
          </p:cNvPr>
          <p:cNvSpPr/>
          <p:nvPr/>
        </p:nvSpPr>
        <p:spPr>
          <a:xfrm>
            <a:off x="2340864" y="1371600"/>
            <a:ext cx="594360" cy="475488"/>
          </a:xfrm>
          <a:prstGeom prst="rect">
            <a:avLst/>
          </a:prstGeom>
          <a:solidFill>
            <a:srgbClr val="DBEAFE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DDF617A-5BE0-BECD-5D9D-C68730D1807F}"/>
              </a:ext>
            </a:extLst>
          </p:cNvPr>
          <p:cNvSpPr/>
          <p:nvPr/>
        </p:nvSpPr>
        <p:spPr>
          <a:xfrm>
            <a:off x="2340864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F810B13-E6E2-1023-95FD-DCBE8BF695F1}"/>
              </a:ext>
            </a:extLst>
          </p:cNvPr>
          <p:cNvSpPr/>
          <p:nvPr/>
        </p:nvSpPr>
        <p:spPr>
          <a:xfrm>
            <a:off x="2340864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3111D00-8B56-6ED4-1B0C-95B5F84990C8}"/>
              </a:ext>
            </a:extLst>
          </p:cNvPr>
          <p:cNvSpPr/>
          <p:nvPr/>
        </p:nvSpPr>
        <p:spPr>
          <a:xfrm>
            <a:off x="2999232" y="1371600"/>
            <a:ext cx="594360" cy="475488"/>
          </a:xfrm>
          <a:prstGeom prst="rect">
            <a:avLst/>
          </a:prstGeom>
          <a:solidFill>
            <a:srgbClr val="DBEAFE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D02FDD0-7DD1-2212-740D-4FDD9D7B7C92}"/>
              </a:ext>
            </a:extLst>
          </p:cNvPr>
          <p:cNvSpPr/>
          <p:nvPr/>
        </p:nvSpPr>
        <p:spPr>
          <a:xfrm>
            <a:off x="2999232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FDB274A-C067-C5AE-0165-0627462FCF7D}"/>
              </a:ext>
            </a:extLst>
          </p:cNvPr>
          <p:cNvSpPr/>
          <p:nvPr/>
        </p:nvSpPr>
        <p:spPr>
          <a:xfrm>
            <a:off x="2999232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F8578DC-628B-35EA-8B82-787B6B426887}"/>
              </a:ext>
            </a:extLst>
          </p:cNvPr>
          <p:cNvSpPr/>
          <p:nvPr/>
        </p:nvSpPr>
        <p:spPr>
          <a:xfrm>
            <a:off x="3657600" y="1371600"/>
            <a:ext cx="594360" cy="475488"/>
          </a:xfrm>
          <a:prstGeom prst="rect">
            <a:avLst/>
          </a:prstGeom>
          <a:solidFill>
            <a:srgbClr val="DBEAFE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A0A48A9-E512-B439-E746-4EBFEA7831AB}"/>
              </a:ext>
            </a:extLst>
          </p:cNvPr>
          <p:cNvSpPr/>
          <p:nvPr/>
        </p:nvSpPr>
        <p:spPr>
          <a:xfrm>
            <a:off x="3657600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37184B4-333C-9BF1-4FE8-1FFB6F10CACD}"/>
              </a:ext>
            </a:extLst>
          </p:cNvPr>
          <p:cNvSpPr/>
          <p:nvPr/>
        </p:nvSpPr>
        <p:spPr>
          <a:xfrm>
            <a:off x="3657600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CCD829D-E8D8-0ED8-8C18-6686FE06550B}"/>
              </a:ext>
            </a:extLst>
          </p:cNvPr>
          <p:cNvSpPr/>
          <p:nvPr/>
        </p:nvSpPr>
        <p:spPr>
          <a:xfrm>
            <a:off x="4315968" y="1371600"/>
            <a:ext cx="594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EB0F7D7-BB38-C4D9-F88C-267547FEC776}"/>
              </a:ext>
            </a:extLst>
          </p:cNvPr>
          <p:cNvSpPr/>
          <p:nvPr/>
        </p:nvSpPr>
        <p:spPr>
          <a:xfrm>
            <a:off x="4315968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F8CBBC7-FAB5-2B91-87D2-CFB6794E7561}"/>
              </a:ext>
            </a:extLst>
          </p:cNvPr>
          <p:cNvSpPr/>
          <p:nvPr/>
        </p:nvSpPr>
        <p:spPr>
          <a:xfrm>
            <a:off x="4315968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88C918B-A96D-204C-1621-DC48DB3A35E3}"/>
              </a:ext>
            </a:extLst>
          </p:cNvPr>
          <p:cNvSpPr/>
          <p:nvPr/>
        </p:nvSpPr>
        <p:spPr>
          <a:xfrm>
            <a:off x="4974336" y="1371600"/>
            <a:ext cx="594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AEA66BC-C48D-8F35-3A39-D3E3F94EAE48}"/>
              </a:ext>
            </a:extLst>
          </p:cNvPr>
          <p:cNvSpPr/>
          <p:nvPr/>
        </p:nvSpPr>
        <p:spPr>
          <a:xfrm>
            <a:off x="4974336" y="13716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43DCFF5-6C32-919F-7945-497A46FB1F25}"/>
              </a:ext>
            </a:extLst>
          </p:cNvPr>
          <p:cNvSpPr/>
          <p:nvPr/>
        </p:nvSpPr>
        <p:spPr>
          <a:xfrm>
            <a:off x="4974336" y="1883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6E68E97-FBCD-24A2-3FC5-8BEEFE1078CA}"/>
              </a:ext>
            </a:extLst>
          </p:cNvPr>
          <p:cNvSpPr/>
          <p:nvPr/>
        </p:nvSpPr>
        <p:spPr>
          <a:xfrm>
            <a:off x="1476756" y="211129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begin=2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FE25FA9-ECEF-1CAD-73BF-4DDB55C64081}"/>
              </a:ext>
            </a:extLst>
          </p:cNvPr>
          <p:cNvSpPr/>
          <p:nvPr/>
        </p:nvSpPr>
        <p:spPr>
          <a:xfrm>
            <a:off x="3497580" y="2121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end=6</a:t>
            </a:r>
            <a:endParaRPr lang="en-US" sz="11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479DA4F-3831-3CE1-F483-330D4F0FC5E9}"/>
              </a:ext>
            </a:extLst>
          </p:cNvPr>
          <p:cNvSpPr/>
          <p:nvPr/>
        </p:nvSpPr>
        <p:spPr>
          <a:xfrm>
            <a:off x="365760" y="2450592"/>
            <a:ext cx="84124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AB24AA77-A515-47F6-AC23-310C013F4421}"/>
              </a:ext>
            </a:extLst>
          </p:cNvPr>
          <p:cNvSpPr/>
          <p:nvPr/>
        </p:nvSpPr>
        <p:spPr>
          <a:xfrm>
            <a:off x="493776" y="254203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[begin, end)  is an asymmetric range. It includes begin but excludes end. Number of elements = end - begin.</a:t>
            </a:r>
            <a:endParaRPr lang="en-US" sz="13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F12A2A4-633B-3450-96AA-A5CDCD4DE60C}"/>
              </a:ext>
            </a:extLst>
          </p:cNvPr>
          <p:cNvSpPr/>
          <p:nvPr/>
        </p:nvSpPr>
        <p:spPr>
          <a:xfrm>
            <a:off x="365760" y="3090671"/>
            <a:ext cx="8412480" cy="1919943"/>
          </a:xfrm>
          <a:prstGeom prst="rect">
            <a:avLst/>
          </a:prstGeom>
          <a:solidFill>
            <a:srgbClr val="1A2535"/>
          </a:solidFill>
          <a:ln w="12700">
            <a:solidFill>
              <a:srgbClr val="33446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76BE0C7-71CB-44AD-C6A7-7DCE45634D83}"/>
              </a:ext>
            </a:extLst>
          </p:cNvPr>
          <p:cNvSpPr/>
          <p:nvPr/>
        </p:nvSpPr>
        <p:spPr>
          <a:xfrm>
            <a:off x="502920" y="3200400"/>
            <a:ext cx="8138160" cy="167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Search in range [begin, end)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linear_search(const vector&lt;int&gt;&amp; v, int x, int begin, int end)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begin; i &lt; end;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(v[i] == x) return i;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>
              <a:buNone/>
            </a:pPr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linear_search(const vector&lt;int&gt;&amp; v, int x) { // full search is now just one line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linear_search(v, x, 0, v.size());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49209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Recursive Linear Search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algorithm, different thinking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303520" cy="530352"/>
          </a:xfrm>
          <a:prstGeom prst="rect">
            <a:avLst/>
          </a:prstGeom>
          <a:solidFill>
            <a:srgbClr val="DBEAFE"/>
          </a:solidFill>
          <a:ln w="1905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1: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vector is empty →  return -1 (x not found)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5303520" cy="530352"/>
          </a:xfrm>
          <a:prstGeom prst="rect">
            <a:avLst/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2: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element is x →  return its index (found it!)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303520" cy="530352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case: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return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linear_search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rest(v))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CF190F-A933-AE62-AA1C-364D453E2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754064-AF07-8D37-7658-C623783F498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619E63-AF11-323A-2E57-812C38BF116A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A401DB-AE50-E5E0-223A-1F0D2417168C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Recursive Linear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1C8D10-0845-5E63-1C7F-28AB0790A3FA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algorithm, different thinking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1361E1-3F51-8A12-43EC-3E950BF6D1ED}"/>
              </a:ext>
            </a:extLst>
          </p:cNvPr>
          <p:cNvSpPr/>
          <p:nvPr/>
        </p:nvSpPr>
        <p:spPr>
          <a:xfrm>
            <a:off x="365760" y="1051560"/>
            <a:ext cx="5303520" cy="530352"/>
          </a:xfrm>
          <a:prstGeom prst="rect">
            <a:avLst/>
          </a:prstGeom>
          <a:solidFill>
            <a:srgbClr val="DBEAFE"/>
          </a:solidFill>
          <a:ln w="1905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5B5AE1-2D64-F5B2-722F-051367E7DA12}"/>
              </a:ext>
            </a:extLst>
          </p:cNvPr>
          <p:cNvSpPr/>
          <p:nvPr/>
        </p:nvSpPr>
        <p:spPr>
          <a:xfrm>
            <a:off x="502920" y="10515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1: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vector is empty →  return -1 (x not found)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12BEE84-F34E-4055-AE96-381B4A6C6A3B}"/>
              </a:ext>
            </a:extLst>
          </p:cNvPr>
          <p:cNvSpPr/>
          <p:nvPr/>
        </p:nvSpPr>
        <p:spPr>
          <a:xfrm>
            <a:off x="365760" y="1645920"/>
            <a:ext cx="5303520" cy="530352"/>
          </a:xfrm>
          <a:prstGeom prst="rect">
            <a:avLst/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35D9A1A-394D-F231-1B66-8E104E6E7815}"/>
              </a:ext>
            </a:extLst>
          </p:cNvPr>
          <p:cNvSpPr/>
          <p:nvPr/>
        </p:nvSpPr>
        <p:spPr>
          <a:xfrm>
            <a:off x="502920" y="16459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2: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element is x →  return its index (found it!)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F33DCF1-8514-2873-FDD9-16AC6E7C0EDF}"/>
              </a:ext>
            </a:extLst>
          </p:cNvPr>
          <p:cNvSpPr/>
          <p:nvPr/>
        </p:nvSpPr>
        <p:spPr>
          <a:xfrm>
            <a:off x="365760" y="2240280"/>
            <a:ext cx="5303520" cy="530352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61D6E25-B9C4-DBE1-2754-FAAA3A76C258}"/>
              </a:ext>
            </a:extLst>
          </p:cNvPr>
          <p:cNvSpPr/>
          <p:nvPr/>
        </p:nvSpPr>
        <p:spPr>
          <a:xfrm>
            <a:off x="502920" y="22402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case: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return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linear_search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rest(v))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10E6B51-690E-4AC8-E31D-D133521A050A}"/>
              </a:ext>
            </a:extLst>
          </p:cNvPr>
          <p:cNvSpPr/>
          <p:nvPr/>
        </p:nvSpPr>
        <p:spPr>
          <a:xfrm>
            <a:off x="365760" y="2880360"/>
            <a:ext cx="5303520" cy="1417320"/>
          </a:xfrm>
          <a:prstGeom prst="rect">
            <a:avLst/>
          </a:prstGeom>
          <a:solidFill>
            <a:srgbClr val="1A2535"/>
          </a:solidFill>
          <a:ln w="12700">
            <a:solidFill>
              <a:srgbClr val="33446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833171A-DD1B-BF6F-2A34-2C78F4709EC2}"/>
              </a:ext>
            </a:extLst>
          </p:cNvPr>
          <p:cNvSpPr/>
          <p:nvPr/>
        </p:nvSpPr>
        <p:spPr>
          <a:xfrm>
            <a:off x="502920" y="2990088"/>
            <a:ext cx="5029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linear_search(const vector&lt;int&gt;&amp; v, int x,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int begin, int end)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(begin &gt;= end)  return -1;             // base case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(v[begin] == x) return begin;          // base case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linear_search(v, x, begin+1, end); // recursive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18484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F38D1-0BF3-247A-54DC-A213DC93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A4350D-0109-DEC6-CFD0-9FEB9B433B1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165A65-CAB3-D4FD-9211-B790736DA7BC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79B4E7-4DDF-FCA8-D3DD-2A9ABAE820B0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Recursive Linear Search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2C3650-7F01-6D50-300E-62628F113C1E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algorithm, different thinking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B1B4708-9725-6DA1-E251-F25F5E845499}"/>
              </a:ext>
            </a:extLst>
          </p:cNvPr>
          <p:cNvSpPr/>
          <p:nvPr/>
        </p:nvSpPr>
        <p:spPr>
          <a:xfrm>
            <a:off x="365760" y="1051560"/>
            <a:ext cx="5303520" cy="530352"/>
          </a:xfrm>
          <a:prstGeom prst="rect">
            <a:avLst/>
          </a:prstGeom>
          <a:solidFill>
            <a:srgbClr val="DBEAFE"/>
          </a:solidFill>
          <a:ln w="1905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F51AE3-28CC-11FC-4E50-E229DD8B9B70}"/>
              </a:ext>
            </a:extLst>
          </p:cNvPr>
          <p:cNvSpPr/>
          <p:nvPr/>
        </p:nvSpPr>
        <p:spPr>
          <a:xfrm>
            <a:off x="502920" y="10515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1: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vector is empty →  return -1 (x not found)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B8EC156-7E38-F22C-261F-4A8CA685EA44}"/>
              </a:ext>
            </a:extLst>
          </p:cNvPr>
          <p:cNvSpPr/>
          <p:nvPr/>
        </p:nvSpPr>
        <p:spPr>
          <a:xfrm>
            <a:off x="365760" y="1645920"/>
            <a:ext cx="5303520" cy="530352"/>
          </a:xfrm>
          <a:prstGeom prst="rect">
            <a:avLst/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EFE8D2-8B6C-1C46-68B5-1433B8270B76}"/>
              </a:ext>
            </a:extLst>
          </p:cNvPr>
          <p:cNvSpPr/>
          <p:nvPr/>
        </p:nvSpPr>
        <p:spPr>
          <a:xfrm>
            <a:off x="502920" y="16459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2: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element is x →  return its index (found it!)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092DC2E-10BD-B08F-BE23-376172457302}"/>
              </a:ext>
            </a:extLst>
          </p:cNvPr>
          <p:cNvSpPr/>
          <p:nvPr/>
        </p:nvSpPr>
        <p:spPr>
          <a:xfrm>
            <a:off x="365760" y="2240280"/>
            <a:ext cx="5303520" cy="530352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79B6AF3-2870-428F-E605-713C75F43455}"/>
              </a:ext>
            </a:extLst>
          </p:cNvPr>
          <p:cNvSpPr/>
          <p:nvPr/>
        </p:nvSpPr>
        <p:spPr>
          <a:xfrm>
            <a:off x="502920" y="22402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case: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return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linear_search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rest(v))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CE8B338-750A-98DF-4475-383023B72EEA}"/>
              </a:ext>
            </a:extLst>
          </p:cNvPr>
          <p:cNvSpPr/>
          <p:nvPr/>
        </p:nvSpPr>
        <p:spPr>
          <a:xfrm>
            <a:off x="5760720" y="3200400"/>
            <a:ext cx="3108960" cy="10972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0DBEA91-B015-9191-E5AB-E1712385CD16}"/>
              </a:ext>
            </a:extLst>
          </p:cNvPr>
          <p:cNvSpPr/>
          <p:nvPr/>
        </p:nvSpPr>
        <p:spPr>
          <a:xfrm>
            <a:off x="5888736" y="329184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version is elegant but slower in practice — each call saves return address, arguments, and local vars on the call stack. A compiler may optimize tail recursion away, but don't count on it.</a:t>
            </a:r>
            <a:endParaRPr lang="en-US" sz="11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32CB13F-2F95-7551-B07F-105008A888AB}"/>
              </a:ext>
            </a:extLst>
          </p:cNvPr>
          <p:cNvSpPr/>
          <p:nvPr/>
        </p:nvSpPr>
        <p:spPr>
          <a:xfrm>
            <a:off x="365760" y="2880360"/>
            <a:ext cx="5303520" cy="1417320"/>
          </a:xfrm>
          <a:prstGeom prst="rect">
            <a:avLst/>
          </a:prstGeom>
          <a:solidFill>
            <a:srgbClr val="1A2535"/>
          </a:solidFill>
          <a:ln w="12700">
            <a:solidFill>
              <a:srgbClr val="33446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407EEDE-7886-5A72-5BD6-4C30AE5CB9D7}"/>
              </a:ext>
            </a:extLst>
          </p:cNvPr>
          <p:cNvSpPr/>
          <p:nvPr/>
        </p:nvSpPr>
        <p:spPr>
          <a:xfrm>
            <a:off x="502920" y="2990088"/>
            <a:ext cx="5029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linear_search(const vector&lt;int&gt;&amp; v, int x,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int begin, int end)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(begin &gt;= end)  return -1;             // base case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(v[begin] == x) return begin;          // base case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linear_search(v, x, begin+1, end); // recursive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03386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In-Class Practice  #4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Recursive Calls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all recursive calls for linear_search({2,8,1,5,4}, 1, 0, 5). Show the state of begin at each call.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two base cases in recursive linear search? Why do we need both?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two-parameter wrapper that calls the four-parameter recursive version. Explain why these are different functions (not the same function calling itself).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Measuring Algorithm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operations instead of clock 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What’s the problem with measuring performance with a clock?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speed, number of cores, cache size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9F511-B807-BD37-8A65-7B1CED7F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787915-B77D-2583-DF14-DA7A8A16FF1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51A0F3-A5BB-ADD8-7259-C944BFB52810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9BD07E-081A-599E-A36E-C8DFF7EF3954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Measuring Algorithm Performance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E79871-4188-FC48-DF0F-F92AACCD6574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operations instead of clock time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5BCC78-5F0A-012E-3279-0D096D2D23FA}"/>
              </a:ext>
            </a:extLst>
          </p:cNvPr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What’s the problem with measuring performance with a clock?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E28BA5C-2B55-91DB-ED6C-567B5FEBE4F8}"/>
              </a:ext>
            </a:extLst>
          </p:cNvPr>
          <p:cNvSpPr/>
          <p:nvPr/>
        </p:nvSpPr>
        <p:spPr>
          <a:xfrm>
            <a:off x="36576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4AC9C1-E336-309B-DC26-FB818F30E7E0}"/>
              </a:ext>
            </a:extLst>
          </p:cNvPr>
          <p:cNvSpPr/>
          <p:nvPr/>
        </p:nvSpPr>
        <p:spPr>
          <a:xfrm>
            <a:off x="45720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speed, number of cores, cache size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5126A9C-2C58-5F0E-F8AF-07D1691C81D2}"/>
              </a:ext>
            </a:extLst>
          </p:cNvPr>
          <p:cNvSpPr/>
          <p:nvPr/>
        </p:nvSpPr>
        <p:spPr>
          <a:xfrm>
            <a:off x="320040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AC50F2D-3E81-30DB-BFFB-C399C105B8FC}"/>
              </a:ext>
            </a:extLst>
          </p:cNvPr>
          <p:cNvSpPr/>
          <p:nvPr/>
        </p:nvSpPr>
        <p:spPr>
          <a:xfrm>
            <a:off x="329184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</a:t>
            </a:r>
            <a:r>
              <a:rPr lang="en-US" sz="1100" dirty="0" err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</a:t>
            </a: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-O3)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34155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9576F-0F81-7A18-BD73-3D8B69F84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963C0B-5817-050E-DD0C-CB4408F07CE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65F1CC-7858-C29D-11A8-930DC3655A9F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F18602-0310-CBED-C6FE-43F1EE3E81F3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Measuring Algorithm Performance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B9723C-B60D-EDFD-0DAB-6A0E7EE6CE35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operations instead of clock time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DA970D-4109-68FF-99B8-80826A925D41}"/>
              </a:ext>
            </a:extLst>
          </p:cNvPr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What’s the problem with measuring performance with a clock?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C51656-E1A6-BE98-52F5-11CAB7B8A34F}"/>
              </a:ext>
            </a:extLst>
          </p:cNvPr>
          <p:cNvSpPr/>
          <p:nvPr/>
        </p:nvSpPr>
        <p:spPr>
          <a:xfrm>
            <a:off x="36576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E642CC-DC97-3324-224B-66B3B7E6259F}"/>
              </a:ext>
            </a:extLst>
          </p:cNvPr>
          <p:cNvSpPr/>
          <p:nvPr/>
        </p:nvSpPr>
        <p:spPr>
          <a:xfrm>
            <a:off x="45720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speed, number of cores, cache size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D8068CA-ABDA-543B-90C0-E62ED2FF3BE8}"/>
              </a:ext>
            </a:extLst>
          </p:cNvPr>
          <p:cNvSpPr/>
          <p:nvPr/>
        </p:nvSpPr>
        <p:spPr>
          <a:xfrm>
            <a:off x="320040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2D07293-E645-5243-9C65-7A6421AB4451}"/>
              </a:ext>
            </a:extLst>
          </p:cNvPr>
          <p:cNvSpPr/>
          <p:nvPr/>
        </p:nvSpPr>
        <p:spPr>
          <a:xfrm>
            <a:off x="329184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</a:t>
            </a:r>
            <a:r>
              <a:rPr lang="en-US" sz="1100" dirty="0" err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</a:t>
            </a: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-O3)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A5A68C3-DC7B-12F4-C784-FA9A7A9850AE}"/>
              </a:ext>
            </a:extLst>
          </p:cNvPr>
          <p:cNvSpPr/>
          <p:nvPr/>
        </p:nvSpPr>
        <p:spPr>
          <a:xfrm>
            <a:off x="603504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A21079A-2F9A-403B-1C74-DD56E6E1860B}"/>
              </a:ext>
            </a:extLst>
          </p:cNvPr>
          <p:cNvSpPr/>
          <p:nvPr/>
        </p:nvSpPr>
        <p:spPr>
          <a:xfrm>
            <a:off x="612648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overhead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759008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6B6EE-04A6-40F5-A2D6-55C1762A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E46C10-3BD3-3BB2-CD86-7393C3DB091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62CFC6-AE3A-DACF-AD87-D6BE0D37AAA9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E5F593-602A-FB79-B1AD-7C49D6F68670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Measuring Algorithm Performance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66686E-9906-0D58-CDF5-A3FC31A70891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operations instead of clock time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5D170D-4A31-A131-F92C-45CD946503A6}"/>
              </a:ext>
            </a:extLst>
          </p:cNvPr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What’s the problem with measuring performance with a clock?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FF525A-DA9C-89C1-C9A3-64D255F48FC8}"/>
              </a:ext>
            </a:extLst>
          </p:cNvPr>
          <p:cNvSpPr/>
          <p:nvPr/>
        </p:nvSpPr>
        <p:spPr>
          <a:xfrm>
            <a:off x="36576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25B06EC-49CB-0628-3075-2DE3C18E2BD8}"/>
              </a:ext>
            </a:extLst>
          </p:cNvPr>
          <p:cNvSpPr/>
          <p:nvPr/>
        </p:nvSpPr>
        <p:spPr>
          <a:xfrm>
            <a:off x="45720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speed, number of cores, cache size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8951F21-8CDD-347B-6430-C04F01E1A0C1}"/>
              </a:ext>
            </a:extLst>
          </p:cNvPr>
          <p:cNvSpPr/>
          <p:nvPr/>
        </p:nvSpPr>
        <p:spPr>
          <a:xfrm>
            <a:off x="320040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B4E2756-73C8-E816-9CCB-CAC8D01AD934}"/>
              </a:ext>
            </a:extLst>
          </p:cNvPr>
          <p:cNvSpPr/>
          <p:nvPr/>
        </p:nvSpPr>
        <p:spPr>
          <a:xfrm>
            <a:off x="329184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</a:t>
            </a:r>
            <a:r>
              <a:rPr lang="en-US" sz="1100" dirty="0" err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</a:t>
            </a: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-O3)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2C28FC9-07B4-612F-4F90-F076487E704F}"/>
              </a:ext>
            </a:extLst>
          </p:cNvPr>
          <p:cNvSpPr/>
          <p:nvPr/>
        </p:nvSpPr>
        <p:spPr>
          <a:xfrm>
            <a:off x="603504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9B8C7C9-6F5D-FD0F-FCBE-BE1977BB8821}"/>
              </a:ext>
            </a:extLst>
          </p:cNvPr>
          <p:cNvSpPr/>
          <p:nvPr/>
        </p:nvSpPr>
        <p:spPr>
          <a:xfrm>
            <a:off x="612648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overhead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551B8F0-1522-E3F6-8C59-53FEC43724F8}"/>
              </a:ext>
            </a:extLst>
          </p:cNvPr>
          <p:cNvSpPr/>
          <p:nvPr/>
        </p:nvSpPr>
        <p:spPr>
          <a:xfrm>
            <a:off x="365760" y="224028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8736F0E-E826-D042-593C-DDFFF0260C17}"/>
              </a:ext>
            </a:extLst>
          </p:cNvPr>
          <p:cNvSpPr/>
          <p:nvPr/>
        </p:nvSpPr>
        <p:spPr>
          <a:xfrm>
            <a:off x="457200" y="227685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is running on the computer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59427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3BB46-8B3A-A259-89CF-97124A4DC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580002-557E-969E-ADEB-03FF30409FA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0FEBAE-1DC2-116B-A738-32330FF10DE2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8EE731-6C22-A3A1-091E-C6D7D2344103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Measuring Algorithm Performance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3A1200-F168-20DF-768C-B0D01F5B9EDF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operations instead of clock time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4B49A9-1BF1-26D9-B137-D28208EB01D0}"/>
              </a:ext>
            </a:extLst>
          </p:cNvPr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What’s the problem with measuring performance with a clock?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ABC8419-DB24-63B5-1945-A5D8F28C5C46}"/>
              </a:ext>
            </a:extLst>
          </p:cNvPr>
          <p:cNvSpPr/>
          <p:nvPr/>
        </p:nvSpPr>
        <p:spPr>
          <a:xfrm>
            <a:off x="36576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7B05534-4B3B-6339-D19B-3ACC40944449}"/>
              </a:ext>
            </a:extLst>
          </p:cNvPr>
          <p:cNvSpPr/>
          <p:nvPr/>
        </p:nvSpPr>
        <p:spPr>
          <a:xfrm>
            <a:off x="45720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speed, number of cores, cache size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5FED95A-C3A5-FB80-D531-287C5F5A61A5}"/>
              </a:ext>
            </a:extLst>
          </p:cNvPr>
          <p:cNvSpPr/>
          <p:nvPr/>
        </p:nvSpPr>
        <p:spPr>
          <a:xfrm>
            <a:off x="320040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6027565-04A1-FCFD-DD2A-82B9A63A5EC3}"/>
              </a:ext>
            </a:extLst>
          </p:cNvPr>
          <p:cNvSpPr/>
          <p:nvPr/>
        </p:nvSpPr>
        <p:spPr>
          <a:xfrm>
            <a:off x="329184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</a:t>
            </a:r>
            <a:r>
              <a:rPr lang="en-US" sz="1100" dirty="0" err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</a:t>
            </a: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-O3)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46E110B-43B5-3261-D9CA-E8473E896E77}"/>
              </a:ext>
            </a:extLst>
          </p:cNvPr>
          <p:cNvSpPr/>
          <p:nvPr/>
        </p:nvSpPr>
        <p:spPr>
          <a:xfrm>
            <a:off x="603504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724D4A6-869A-470B-6FA1-737EDB880B3C}"/>
              </a:ext>
            </a:extLst>
          </p:cNvPr>
          <p:cNvSpPr/>
          <p:nvPr/>
        </p:nvSpPr>
        <p:spPr>
          <a:xfrm>
            <a:off x="612648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overhead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1B5966F-E2DE-2B80-D28D-0C051845DA3B}"/>
              </a:ext>
            </a:extLst>
          </p:cNvPr>
          <p:cNvSpPr/>
          <p:nvPr/>
        </p:nvSpPr>
        <p:spPr>
          <a:xfrm>
            <a:off x="365760" y="224028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1B079E7-B3ED-E2F5-9D12-300A4FEA37E4}"/>
              </a:ext>
            </a:extLst>
          </p:cNvPr>
          <p:cNvSpPr/>
          <p:nvPr/>
        </p:nvSpPr>
        <p:spPr>
          <a:xfrm>
            <a:off x="457200" y="227685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is running on the computer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3F20221-5830-3E59-2721-345D286DD208}"/>
              </a:ext>
            </a:extLst>
          </p:cNvPr>
          <p:cNvSpPr/>
          <p:nvPr/>
        </p:nvSpPr>
        <p:spPr>
          <a:xfrm>
            <a:off x="3200400" y="224028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238E37D-4D3F-1B45-2347-1093D3F093E1}"/>
              </a:ext>
            </a:extLst>
          </p:cNvPr>
          <p:cNvSpPr/>
          <p:nvPr/>
        </p:nvSpPr>
        <p:spPr>
          <a:xfrm>
            <a:off x="3291840" y="227685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vs iterative implementation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743662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04910-5A66-528F-743E-2CD54F45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8FFF95-2E83-C491-3A6D-8B6DB1C4834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FEEBA2-3691-A58B-E044-EFA618DA3AFD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B7E8A9-24FE-886B-914F-A622AFF87209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Measuring Algorithm Performance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F43135-18D5-383F-93A0-ECF5663F8FE9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operations instead of clock time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64C23D-AAD4-EDE7-EE95-3A0171555172}"/>
              </a:ext>
            </a:extLst>
          </p:cNvPr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What’s the problem with measuring performance with a clock?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F48DCC5-C7D9-8691-DE69-3182CCE0ABCC}"/>
              </a:ext>
            </a:extLst>
          </p:cNvPr>
          <p:cNvSpPr/>
          <p:nvPr/>
        </p:nvSpPr>
        <p:spPr>
          <a:xfrm>
            <a:off x="36576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93D93E-F7A1-862A-96D9-D0BCE38B6D8D}"/>
              </a:ext>
            </a:extLst>
          </p:cNvPr>
          <p:cNvSpPr/>
          <p:nvPr/>
        </p:nvSpPr>
        <p:spPr>
          <a:xfrm>
            <a:off x="45720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speed, number of cores, cache size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C30893-CBC9-FCBE-551B-CC45A1DD65B7}"/>
              </a:ext>
            </a:extLst>
          </p:cNvPr>
          <p:cNvSpPr/>
          <p:nvPr/>
        </p:nvSpPr>
        <p:spPr>
          <a:xfrm>
            <a:off x="320040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F5866D2-BB93-A61F-0AE2-B371836317D8}"/>
              </a:ext>
            </a:extLst>
          </p:cNvPr>
          <p:cNvSpPr/>
          <p:nvPr/>
        </p:nvSpPr>
        <p:spPr>
          <a:xfrm>
            <a:off x="329184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</a:t>
            </a:r>
            <a:r>
              <a:rPr lang="en-US" sz="1100" dirty="0" err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</a:t>
            </a: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-O3)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0FEFD18-A4D6-D1E9-112B-68C3F0ADDEDF}"/>
              </a:ext>
            </a:extLst>
          </p:cNvPr>
          <p:cNvSpPr/>
          <p:nvPr/>
        </p:nvSpPr>
        <p:spPr>
          <a:xfrm>
            <a:off x="603504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593A80D-C7B9-7593-AE17-484268B41981}"/>
              </a:ext>
            </a:extLst>
          </p:cNvPr>
          <p:cNvSpPr/>
          <p:nvPr/>
        </p:nvSpPr>
        <p:spPr>
          <a:xfrm>
            <a:off x="612648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overhead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C43B9DB-13E5-8D36-BE30-BF380D72C052}"/>
              </a:ext>
            </a:extLst>
          </p:cNvPr>
          <p:cNvSpPr/>
          <p:nvPr/>
        </p:nvSpPr>
        <p:spPr>
          <a:xfrm>
            <a:off x="365760" y="224028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84CC076-529C-7B55-8241-51107EE0886C}"/>
              </a:ext>
            </a:extLst>
          </p:cNvPr>
          <p:cNvSpPr/>
          <p:nvPr/>
        </p:nvSpPr>
        <p:spPr>
          <a:xfrm>
            <a:off x="457200" y="227685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is running on the computer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665059B-4591-D264-E90C-611F592F12D5}"/>
              </a:ext>
            </a:extLst>
          </p:cNvPr>
          <p:cNvSpPr/>
          <p:nvPr/>
        </p:nvSpPr>
        <p:spPr>
          <a:xfrm>
            <a:off x="3200400" y="224028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2EEE869-7839-B5F5-2151-7720AA38A770}"/>
              </a:ext>
            </a:extLst>
          </p:cNvPr>
          <p:cNvSpPr/>
          <p:nvPr/>
        </p:nvSpPr>
        <p:spPr>
          <a:xfrm>
            <a:off x="3291840" y="227685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vs iterative implementation</a:t>
            </a:r>
            <a:endParaRPr lang="en-US" sz="11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AC052D-4D87-3047-88EC-E577EE093637}"/>
              </a:ext>
            </a:extLst>
          </p:cNvPr>
          <p:cNvGrpSpPr/>
          <p:nvPr/>
        </p:nvGrpSpPr>
        <p:grpSpPr>
          <a:xfrm>
            <a:off x="6035040" y="2225337"/>
            <a:ext cx="2697480" cy="621792"/>
            <a:chOff x="6035040" y="2260854"/>
            <a:chExt cx="2697480" cy="621792"/>
          </a:xfrm>
        </p:grpSpPr>
        <p:sp>
          <p:nvSpPr>
            <p:cNvPr id="22" name="Shape 13">
              <a:extLst>
                <a:ext uri="{FF2B5EF4-FFF2-40B4-BE49-F238E27FC236}">
                  <a16:creationId xmlns:a16="http://schemas.microsoft.com/office/drawing/2014/main" id="{7337E7D1-16CD-E348-0880-D68E806902A2}"/>
                </a:ext>
              </a:extLst>
            </p:cNvPr>
            <p:cNvSpPr/>
            <p:nvPr/>
          </p:nvSpPr>
          <p:spPr>
            <a:xfrm>
              <a:off x="6035040" y="2260854"/>
              <a:ext cx="2697480" cy="621792"/>
            </a:xfrm>
            <a:prstGeom prst="rect">
              <a:avLst/>
            </a:prstGeom>
            <a:solidFill>
              <a:srgbClr val="FEF2F2"/>
            </a:solidFill>
            <a:ln w="12700">
              <a:solidFill>
                <a:srgbClr val="FCA5A5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4">
              <a:extLst>
                <a:ext uri="{FF2B5EF4-FFF2-40B4-BE49-F238E27FC236}">
                  <a16:creationId xmlns:a16="http://schemas.microsoft.com/office/drawing/2014/main" id="{31301B91-CA97-7F2D-4416-1875EC01D83B}"/>
                </a:ext>
              </a:extLst>
            </p:cNvPr>
            <p:cNvSpPr/>
            <p:nvPr/>
          </p:nvSpPr>
          <p:spPr>
            <a:xfrm>
              <a:off x="6126480" y="2297430"/>
              <a:ext cx="2523744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Might only have pseudocode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06352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3BF46-CDE2-0C84-18E0-E19F7DE9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521B7B-A5A0-A37F-084A-D12D0D74D1F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87125D-A0A2-7152-C77B-444DE401B8A5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4BDEF1-BC8B-E630-D990-F66A4892F8BF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Measuring Algorithm Performance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9F4E24-B119-9FDF-3DFD-B0329B036953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operations instead of clock time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0571A5-91EE-D695-60E3-B12216E7CC2F}"/>
              </a:ext>
            </a:extLst>
          </p:cNvPr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What’s the problem with measuring performance with a clock?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28F482-0177-E500-3794-D9322A317D83}"/>
              </a:ext>
            </a:extLst>
          </p:cNvPr>
          <p:cNvSpPr/>
          <p:nvPr/>
        </p:nvSpPr>
        <p:spPr>
          <a:xfrm>
            <a:off x="36576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DA5060-47AC-35CF-1A6C-191554024820}"/>
              </a:ext>
            </a:extLst>
          </p:cNvPr>
          <p:cNvSpPr/>
          <p:nvPr/>
        </p:nvSpPr>
        <p:spPr>
          <a:xfrm>
            <a:off x="45720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speed, number of cores, cache size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2EFE7D8-15E3-2BD8-3975-9DC06667CB14}"/>
              </a:ext>
            </a:extLst>
          </p:cNvPr>
          <p:cNvSpPr/>
          <p:nvPr/>
        </p:nvSpPr>
        <p:spPr>
          <a:xfrm>
            <a:off x="320040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D5D865C-528B-2BE0-2343-D042C7F85D01}"/>
              </a:ext>
            </a:extLst>
          </p:cNvPr>
          <p:cNvSpPr/>
          <p:nvPr/>
        </p:nvSpPr>
        <p:spPr>
          <a:xfrm>
            <a:off x="329184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</a:t>
            </a:r>
            <a:r>
              <a:rPr lang="en-US" sz="1100" dirty="0" err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</a:t>
            </a: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-O3)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FCE2146-300C-782E-80B0-47E719F2CF50}"/>
              </a:ext>
            </a:extLst>
          </p:cNvPr>
          <p:cNvSpPr/>
          <p:nvPr/>
        </p:nvSpPr>
        <p:spPr>
          <a:xfrm>
            <a:off x="603504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4DB3592-CA7B-5D40-B121-CAD57EC04761}"/>
              </a:ext>
            </a:extLst>
          </p:cNvPr>
          <p:cNvSpPr/>
          <p:nvPr/>
        </p:nvSpPr>
        <p:spPr>
          <a:xfrm>
            <a:off x="612648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overhead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A401E26-F4F3-2568-3414-469F0DEDB4B9}"/>
              </a:ext>
            </a:extLst>
          </p:cNvPr>
          <p:cNvSpPr/>
          <p:nvPr/>
        </p:nvSpPr>
        <p:spPr>
          <a:xfrm>
            <a:off x="365760" y="224028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CC0F1A-3807-0512-D2F2-360B0B89592A}"/>
              </a:ext>
            </a:extLst>
          </p:cNvPr>
          <p:cNvSpPr/>
          <p:nvPr/>
        </p:nvSpPr>
        <p:spPr>
          <a:xfrm>
            <a:off x="457200" y="227685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is running on the computer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AC65389-4AA7-66F2-A46A-2D5434177712}"/>
              </a:ext>
            </a:extLst>
          </p:cNvPr>
          <p:cNvSpPr/>
          <p:nvPr/>
        </p:nvSpPr>
        <p:spPr>
          <a:xfrm>
            <a:off x="3200400" y="224028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FC53EB-C5B9-FFC7-8D1E-00AB73984016}"/>
              </a:ext>
            </a:extLst>
          </p:cNvPr>
          <p:cNvSpPr/>
          <p:nvPr/>
        </p:nvSpPr>
        <p:spPr>
          <a:xfrm>
            <a:off x="3291840" y="227685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vs iterative implementation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A45BF4E-6999-A474-CCAD-8385BE50B34D}"/>
              </a:ext>
            </a:extLst>
          </p:cNvPr>
          <p:cNvSpPr/>
          <p:nvPr/>
        </p:nvSpPr>
        <p:spPr>
          <a:xfrm>
            <a:off x="365760" y="2907792"/>
            <a:ext cx="8412480" cy="713232"/>
          </a:xfrm>
          <a:prstGeom prst="rect">
            <a:avLst/>
          </a:prstGeom>
          <a:solidFill>
            <a:srgbClr val="EFF6FF"/>
          </a:solidFill>
          <a:ln w="25400">
            <a:solidFill>
              <a:srgbClr val="0284C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A7F8759-A71C-78B3-FDE3-4FDA3C92A10E}"/>
              </a:ext>
            </a:extLst>
          </p:cNvPr>
          <p:cNvSpPr/>
          <p:nvPr/>
        </p:nvSpPr>
        <p:spPr>
          <a:xfrm>
            <a:off x="502920" y="290779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</a:t>
            </a: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operations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For linear search the key operation is </a:t>
            </a:r>
            <a:r>
              <a:rPr lang="en-US" sz="13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count is independent of hardware and software.</a:t>
            </a:r>
            <a:endParaRPr lang="en-US" sz="135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940798A1-C871-9E76-0377-C16474754C85}"/>
              </a:ext>
            </a:extLst>
          </p:cNvPr>
          <p:cNvSpPr/>
          <p:nvPr/>
        </p:nvSpPr>
        <p:spPr>
          <a:xfrm>
            <a:off x="6035040" y="2239425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36C3FC43-415A-9CE3-B4B5-7A7A29196806}"/>
              </a:ext>
            </a:extLst>
          </p:cNvPr>
          <p:cNvSpPr/>
          <p:nvPr/>
        </p:nvSpPr>
        <p:spPr>
          <a:xfrm>
            <a:off x="6126480" y="2276001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only have pseudocode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01147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975B5-52CC-0857-B372-7E16870EE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9CC8DB-3EF4-A537-CE77-CB900FCF873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4D2479-BA7C-580C-090D-12807809D3D8}"/>
              </a:ext>
            </a:extLst>
          </p:cNvPr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D1E7B8-C949-B792-31AA-5CC7DD2D4BF5}"/>
              </a:ext>
            </a:extLst>
          </p:cNvPr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Measuring Algorithm Performance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FD7273-39DE-C061-9BC7-A2BABF3B42F1}"/>
              </a:ext>
            </a:extLst>
          </p:cNvPr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operations instead of clock time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A1D716-11CB-0536-80E8-EBA39F970718}"/>
              </a:ext>
            </a:extLst>
          </p:cNvPr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What’s the problem with measuring performance with a clock?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FD9F5BE-02D2-F0C0-BC9D-237B42F1238F}"/>
              </a:ext>
            </a:extLst>
          </p:cNvPr>
          <p:cNvSpPr/>
          <p:nvPr/>
        </p:nvSpPr>
        <p:spPr>
          <a:xfrm>
            <a:off x="36576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F12AF8-8D90-B9E5-95BE-0E8CBBF90CCF}"/>
              </a:ext>
            </a:extLst>
          </p:cNvPr>
          <p:cNvSpPr/>
          <p:nvPr/>
        </p:nvSpPr>
        <p:spPr>
          <a:xfrm>
            <a:off x="45720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speed, number of cores, cache size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8465815-76A0-70AA-4DE0-7673EFC35864}"/>
              </a:ext>
            </a:extLst>
          </p:cNvPr>
          <p:cNvSpPr/>
          <p:nvPr/>
        </p:nvSpPr>
        <p:spPr>
          <a:xfrm>
            <a:off x="320040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253BE05-ED92-17AD-300A-01115E6B07D6}"/>
              </a:ext>
            </a:extLst>
          </p:cNvPr>
          <p:cNvSpPr/>
          <p:nvPr/>
        </p:nvSpPr>
        <p:spPr>
          <a:xfrm>
            <a:off x="329184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</a:t>
            </a:r>
            <a:r>
              <a:rPr lang="en-US" sz="1100" dirty="0" err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</a:t>
            </a: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-O3)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256E4F3-44EA-955D-AB7E-8D5EF4E008E2}"/>
              </a:ext>
            </a:extLst>
          </p:cNvPr>
          <p:cNvSpPr/>
          <p:nvPr/>
        </p:nvSpPr>
        <p:spPr>
          <a:xfrm>
            <a:off x="6035040" y="150876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7D62B7D-8440-8895-96EF-911F2266E8B1}"/>
              </a:ext>
            </a:extLst>
          </p:cNvPr>
          <p:cNvSpPr/>
          <p:nvPr/>
        </p:nvSpPr>
        <p:spPr>
          <a:xfrm>
            <a:off x="6126480" y="15453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overhead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087A4E6-4E65-103F-7816-981D9940EC3D}"/>
              </a:ext>
            </a:extLst>
          </p:cNvPr>
          <p:cNvSpPr/>
          <p:nvPr/>
        </p:nvSpPr>
        <p:spPr>
          <a:xfrm>
            <a:off x="365760" y="224028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B296880-117A-3B64-2B57-83387ABA8F51}"/>
              </a:ext>
            </a:extLst>
          </p:cNvPr>
          <p:cNvSpPr/>
          <p:nvPr/>
        </p:nvSpPr>
        <p:spPr>
          <a:xfrm>
            <a:off x="457200" y="227685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is running on the computer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62ADD71-1C4D-4282-DD04-16CEC1082397}"/>
              </a:ext>
            </a:extLst>
          </p:cNvPr>
          <p:cNvSpPr/>
          <p:nvPr/>
        </p:nvSpPr>
        <p:spPr>
          <a:xfrm>
            <a:off x="3200400" y="2240280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C1D0FE2-D180-2952-D62B-2CC8A322913D}"/>
              </a:ext>
            </a:extLst>
          </p:cNvPr>
          <p:cNvSpPr/>
          <p:nvPr/>
        </p:nvSpPr>
        <p:spPr>
          <a:xfrm>
            <a:off x="3291840" y="227685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vs iterative implementation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6A1EE77-DE36-F6F9-ECE0-7056965FB024}"/>
              </a:ext>
            </a:extLst>
          </p:cNvPr>
          <p:cNvSpPr/>
          <p:nvPr/>
        </p:nvSpPr>
        <p:spPr>
          <a:xfrm>
            <a:off x="365760" y="2907792"/>
            <a:ext cx="8412480" cy="713232"/>
          </a:xfrm>
          <a:prstGeom prst="rect">
            <a:avLst/>
          </a:prstGeom>
          <a:solidFill>
            <a:srgbClr val="EFF6FF"/>
          </a:solidFill>
          <a:ln w="25400">
            <a:solidFill>
              <a:srgbClr val="0284C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4E7F884-8243-905C-901D-CAA4C0E824B9}"/>
              </a:ext>
            </a:extLst>
          </p:cNvPr>
          <p:cNvSpPr/>
          <p:nvPr/>
        </p:nvSpPr>
        <p:spPr>
          <a:xfrm>
            <a:off x="502920" y="290779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</a:t>
            </a: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operations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For linear search the key operation is </a:t>
            </a:r>
            <a:r>
              <a:rPr lang="en-US" sz="13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count is independent of hardware and software.</a:t>
            </a:r>
            <a:endParaRPr lang="en-US" sz="13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DC5C7D1-9DB4-130D-FD49-5F99493ADCE8}"/>
              </a:ext>
            </a:extLst>
          </p:cNvPr>
          <p:cNvSpPr/>
          <p:nvPr/>
        </p:nvSpPr>
        <p:spPr>
          <a:xfrm>
            <a:off x="365760" y="3749040"/>
            <a:ext cx="841248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2D93539-3514-2571-21E5-0EC4C5C6156E}"/>
              </a:ext>
            </a:extLst>
          </p:cNvPr>
          <p:cNvSpPr/>
          <p:nvPr/>
        </p:nvSpPr>
        <p:spPr>
          <a:xfrm>
            <a:off x="493776" y="3840480"/>
            <a:ext cx="8156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fast is linear search?"  becomes  "How many times does linear search execute  ==  ?"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79A2AB3-5223-764E-CD16-ACC5894DE8D7}"/>
              </a:ext>
            </a:extLst>
          </p:cNvPr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count depends on the size of v (call it n) and whether x is in v.</a:t>
            </a:r>
            <a:endParaRPr lang="en-US" sz="12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511D8600-C5D6-945E-149B-BC8AF6EAE09B}"/>
              </a:ext>
            </a:extLst>
          </p:cNvPr>
          <p:cNvSpPr/>
          <p:nvPr/>
        </p:nvSpPr>
        <p:spPr>
          <a:xfrm>
            <a:off x="6035040" y="2239425"/>
            <a:ext cx="269748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A7F4FD2A-5AF0-DB5F-575B-2994C752B5F4}"/>
              </a:ext>
            </a:extLst>
          </p:cNvPr>
          <p:cNvSpPr/>
          <p:nvPr/>
        </p:nvSpPr>
        <p:spPr>
          <a:xfrm>
            <a:off x="6126480" y="2276001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only have pseudocode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846303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Case &amp; Worst Case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vector of size 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931920" cy="3520440"/>
          </a:xfrm>
          <a:prstGeom prst="rect">
            <a:avLst/>
          </a:prstGeom>
          <a:solidFill>
            <a:srgbClr val="F0FDF4"/>
          </a:solidFill>
          <a:ln w="25400">
            <a:solidFill>
              <a:srgbClr val="86EFA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CASE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8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comparison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657600" cy="493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checks v[0], finds a match, and returns immediately.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035808"/>
            <a:ext cx="548640" cy="457200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7280" y="3035808"/>
            <a:ext cx="548640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91640" y="3035808"/>
            <a:ext cx="548640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9164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3035808"/>
            <a:ext cx="548640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80360" y="3035808"/>
            <a:ext cx="548640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8036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8036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" y="2834640"/>
            <a:ext cx="0" cy="173736"/>
          </a:xfrm>
          <a:prstGeom prst="line">
            <a:avLst/>
          </a:prstGeom>
          <a:noFill/>
          <a:ln w="317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" y="25872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x=7 found here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8304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best case: 1/n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count on it!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1051560"/>
            <a:ext cx="3931920" cy="3520440"/>
          </a:xfrm>
          <a:prstGeom prst="rect">
            <a:avLst/>
          </a:prstGeom>
          <a:solidFill>
            <a:srgbClr val="FEF2F2"/>
          </a:solidFill>
          <a:ln w="25400">
            <a:solidFill>
              <a:srgbClr val="FCA5A5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1143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WORST CASE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83480" y="14813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 comparisons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983480" y="20299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in TWO situations: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x is the last element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x is not in v at all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983480" y="3035808"/>
            <a:ext cx="548640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3035808"/>
            <a:ext cx="548640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7784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7784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3035808"/>
            <a:ext cx="548640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7220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7220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3035808"/>
            <a:ext cx="548640" cy="457200"/>
          </a:xfrm>
          <a:prstGeom prst="rect">
            <a:avLst/>
          </a:prstGeom>
          <a:solidFill>
            <a:srgbClr val="DCE8F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6656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60920" y="3035808"/>
            <a:ext cx="548640" cy="457200"/>
          </a:xfrm>
          <a:prstGeom prst="rect">
            <a:avLst/>
          </a:prstGeom>
          <a:solidFill>
            <a:srgbClr val="0EA5E9"/>
          </a:solidFill>
          <a:ln w="25400">
            <a:solidFill>
              <a:srgbClr val="0284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36092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6092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618216" y="2834640"/>
            <a:ext cx="0" cy="173736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46848" y="2618158"/>
            <a:ext cx="1017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x=7 found last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8348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for the worst case, not the best!</a:t>
            </a:r>
            <a:endParaRPr lang="en-US" sz="1300" dirty="0"/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8B9BAE57-167D-169E-3E37-242858B234B4}"/>
              </a:ext>
            </a:extLst>
          </p:cNvPr>
          <p:cNvSpPr/>
          <p:nvPr/>
        </p:nvSpPr>
        <p:spPr>
          <a:xfrm>
            <a:off x="7909560" y="3118104"/>
            <a:ext cx="9255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b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x=7 not found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Average Case Performance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1719072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Assumptions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 has n unique elements (no duplicates)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50% chance x is in 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x is in v, equal chance of being at any index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023360" cy="1572768"/>
          </a:xfrm>
          <a:prstGeom prst="rect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Derivation (simplified)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3255264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x IS in v:  ~n/2 comparisons on average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x NOT in v:  n comparisons (always)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= (1/2)(n/2) + (1/2)(n)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n/4 + n/2  =  3n/4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1051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Comparisons for n = 10</a:t>
            </a:r>
            <a:endParaRPr lang="en-US" sz="14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617720" y="141732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365760" y="4544568"/>
            <a:ext cx="8412480" cy="42976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3776" y="4636008"/>
            <a:ext cx="8156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average case ≈ 3n/4.  (Some textbooks say n/2 — that ignores the case where x is not found.)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In-Class Practice  #5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Comparisons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linear_search(4, {3,1,4,5,7,2}): (a) How many == comparisons? (b) Best case? Worst case?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n=100. Estimate: best-case comparisons, worst-case comparisons, average-case comparisons.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has 1000 elements. On average, how many comparisons does linear search do if (a) x is always in v, and (b) x is in v 50% of the time?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Summary: Linear 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1600200"/>
          </a:xfrm>
          <a:prstGeom prst="rect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x in v by checking each element in sequence. Returns the index, or -1 if not found.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82112" y="1005840"/>
            <a:ext cx="2788920" cy="1600200"/>
          </a:xfrm>
          <a:prstGeom prst="rect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19272" y="109728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9272" y="1444752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data in any order. Only requires that == is defined for the element type.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1005840"/>
            <a:ext cx="2788920" cy="1600200"/>
          </a:xfrm>
          <a:prstGeom prst="rect">
            <a:avLst/>
          </a:prstGeom>
          <a:solidFill>
            <a:srgbClr val="1E3A5F"/>
          </a:solidFill>
          <a:ln w="25400">
            <a:solidFill>
              <a:srgbClr val="8B5CF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7064" y="109728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27064" y="1444752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Iterative, location_of (guaranteed found), sentinel, sub-vector range, recursive.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2788920" cy="1600200"/>
          </a:xfrm>
          <a:prstGeom prst="rect">
            <a:avLst/>
          </a:prstGeom>
          <a:solidFill>
            <a:srgbClr val="1A3530"/>
          </a:solidFill>
          <a:ln w="25400">
            <a:solidFill>
              <a:srgbClr val="15803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8163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163824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1 comparison.  </a:t>
            </a:r>
            <a:b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n comparisons.  </a:t>
            </a:r>
            <a:b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~3n/4.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82112" y="2724912"/>
            <a:ext cx="2788920" cy="1600200"/>
          </a:xfrm>
          <a:prstGeom prst="rect">
            <a:avLst/>
          </a:prstGeom>
          <a:solidFill>
            <a:srgbClr val="1A3530"/>
          </a:solidFill>
          <a:ln w="25400">
            <a:solidFill>
              <a:srgbClr val="15803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9272" y="28163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operation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9272" y="3163824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== comparisons to measure speed, independent of hardware.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9904" y="2724912"/>
            <a:ext cx="2788920" cy="1600200"/>
          </a:xfrm>
          <a:prstGeom prst="rect">
            <a:avLst/>
          </a:prstGeom>
          <a:solidFill>
            <a:srgbClr val="2A1E2A"/>
          </a:solidFill>
          <a:ln w="25400">
            <a:solidFill>
              <a:srgbClr val="A855F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27064" y="28163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to use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27064" y="3163824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unsorted, or n is small.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31E36"/>
          </a:solidFill>
          <a:ln w="12700">
            <a:solidFill>
              <a:srgbClr val="13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4134</Words>
  <Application>Microsoft Macintosh PowerPoint</Application>
  <PresentationFormat>On-screen Show (16:9)</PresentationFormat>
  <Paragraphs>678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Search</dc:title>
  <dc:subject>PptxGenJS Presentation</dc:subject>
  <dc:creator>PptxGenJS</dc:creator>
  <cp:lastModifiedBy>Toby Donaldson</cp:lastModifiedBy>
  <cp:revision>2</cp:revision>
  <dcterms:created xsi:type="dcterms:W3CDTF">2026-03-14T02:21:05Z</dcterms:created>
  <dcterms:modified xsi:type="dcterms:W3CDTF">2026-03-16T19:52:04Z</dcterms:modified>
</cp:coreProperties>
</file>