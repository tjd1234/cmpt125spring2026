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ink/ink1.xml" ContentType="application/inkml+xml"/>
  <Override PartName="/ppt/notesSlides/notesSlide12.xml" ContentType="application/vnd.openxmlformats-officedocument.presentationml.notesSlide+xml"/>
  <Override PartName="/ppt/ink/ink2.xml" ContentType="application/inkml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ink/ink3.xml" ContentType="application/inkml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ink/ink4.xml" ContentType="application/inkml+xml"/>
  <Override PartName="/ppt/notesSlides/notesSlide17.xml" ContentType="application/vnd.openxmlformats-officedocument.presentationml.notesSlide+xml"/>
  <Override PartName="/ppt/ink/ink5.xml" ContentType="application/inkml+xml"/>
  <Override PartName="/ppt/notesSlides/notesSlide18.xml" ContentType="application/vnd.openxmlformats-officedocument.presentationml.notesSlide+xml"/>
  <Override PartName="/ppt/ink/ink6.xml" ContentType="application/inkml+xml"/>
  <Override PartName="/ppt/notesSlides/notesSlide19.xml" ContentType="application/vnd.openxmlformats-officedocument.presentationml.notesSlide+xml"/>
  <Override PartName="/ppt/ink/ink7.xml" ContentType="application/inkml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4" r:id="rId7"/>
    <p:sldId id="261" r:id="rId8"/>
    <p:sldId id="262" r:id="rId9"/>
    <p:sldId id="263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9BD037A-9A09-894F-8D8F-3636741C8D05}" v="15" dt="2026-03-19T17:22:12.9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6327"/>
  </p:normalViewPr>
  <p:slideViewPr>
    <p:cSldViewPr snapToGrid="0" snapToObjects="1">
      <p:cViewPr varScale="1">
        <p:scale>
          <a:sx n="171" d="100"/>
          <a:sy n="171" d="100"/>
        </p:scale>
        <p:origin x="46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5/10/relationships/revisionInfo" Target="revisionInfo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by Donaldson" userId="2e6e5431-bb17-4c41-9985-d39c50d83c73" providerId="ADAL" clId="{F31BC264-820E-54C4-A6D1-F92AF9CC222E}"/>
    <pc:docChg chg="undo custSel modSld sldOrd">
      <pc:chgData name="Toby Donaldson" userId="2e6e5431-bb17-4c41-9985-d39c50d83c73" providerId="ADAL" clId="{F31BC264-820E-54C4-A6D1-F92AF9CC222E}" dt="2026-03-19T17:22:12.968" v="436"/>
      <pc:docMkLst>
        <pc:docMk/>
      </pc:docMkLst>
      <pc:sldChg chg="modSp mod">
        <pc:chgData name="Toby Donaldson" userId="2e6e5431-bb17-4c41-9985-d39c50d83c73" providerId="ADAL" clId="{F31BC264-820E-54C4-A6D1-F92AF9CC222E}" dt="2026-03-16T03:49:59.160" v="11" actId="113"/>
        <pc:sldMkLst>
          <pc:docMk/>
          <pc:sldMk cId="0" sldId="257"/>
        </pc:sldMkLst>
        <pc:spChg chg="mod">
          <ac:chgData name="Toby Donaldson" userId="2e6e5431-bb17-4c41-9985-d39c50d83c73" providerId="ADAL" clId="{F31BC264-820E-54C4-A6D1-F92AF9CC222E}" dt="2026-03-16T03:49:51.321" v="10" actId="20577"/>
          <ac:spMkLst>
            <pc:docMk/>
            <pc:sldMk cId="0" sldId="257"/>
            <ac:spMk id="13" creationId="{00000000-0000-0000-0000-000000000000}"/>
          </ac:spMkLst>
        </pc:spChg>
        <pc:spChg chg="mod">
          <ac:chgData name="Toby Donaldson" userId="2e6e5431-bb17-4c41-9985-d39c50d83c73" providerId="ADAL" clId="{F31BC264-820E-54C4-A6D1-F92AF9CC222E}" dt="2026-03-16T03:49:59.160" v="11" actId="113"/>
          <ac:spMkLst>
            <pc:docMk/>
            <pc:sldMk cId="0" sldId="257"/>
            <ac:spMk id="15" creationId="{00000000-0000-0000-0000-000000000000}"/>
          </ac:spMkLst>
        </pc:spChg>
      </pc:sldChg>
      <pc:sldChg chg="modSp mod">
        <pc:chgData name="Toby Donaldson" userId="2e6e5431-bb17-4c41-9985-d39c50d83c73" providerId="ADAL" clId="{F31BC264-820E-54C4-A6D1-F92AF9CC222E}" dt="2026-03-16T03:50:18.033" v="28" actId="20577"/>
        <pc:sldMkLst>
          <pc:docMk/>
          <pc:sldMk cId="0" sldId="258"/>
        </pc:sldMkLst>
        <pc:spChg chg="mod">
          <ac:chgData name="Toby Donaldson" userId="2e6e5431-bb17-4c41-9985-d39c50d83c73" providerId="ADAL" clId="{F31BC264-820E-54C4-A6D1-F92AF9CC222E}" dt="2026-03-16T03:50:18.033" v="28" actId="20577"/>
          <ac:spMkLst>
            <pc:docMk/>
            <pc:sldMk cId="0" sldId="258"/>
            <ac:spMk id="6" creationId="{00000000-0000-0000-0000-000000000000}"/>
          </ac:spMkLst>
        </pc:spChg>
      </pc:sldChg>
      <pc:sldChg chg="modSp mod">
        <pc:chgData name="Toby Donaldson" userId="2e6e5431-bb17-4c41-9985-d39c50d83c73" providerId="ADAL" clId="{F31BC264-820E-54C4-A6D1-F92AF9CC222E}" dt="2026-03-16T03:52:29.503" v="36" actId="14100"/>
        <pc:sldMkLst>
          <pc:docMk/>
          <pc:sldMk cId="0" sldId="259"/>
        </pc:sldMkLst>
        <pc:spChg chg="mod">
          <ac:chgData name="Toby Donaldson" userId="2e6e5431-bb17-4c41-9985-d39c50d83c73" providerId="ADAL" clId="{F31BC264-820E-54C4-A6D1-F92AF9CC222E}" dt="2026-03-16T03:51:59.063" v="31" actId="113"/>
          <ac:spMkLst>
            <pc:docMk/>
            <pc:sldMk cId="0" sldId="259"/>
            <ac:spMk id="6" creationId="{00000000-0000-0000-0000-000000000000}"/>
          </ac:spMkLst>
        </pc:spChg>
        <pc:spChg chg="mod">
          <ac:chgData name="Toby Donaldson" userId="2e6e5431-bb17-4c41-9985-d39c50d83c73" providerId="ADAL" clId="{F31BC264-820E-54C4-A6D1-F92AF9CC222E}" dt="2026-03-16T03:52:29.503" v="36" actId="14100"/>
          <ac:spMkLst>
            <pc:docMk/>
            <pc:sldMk cId="0" sldId="259"/>
            <ac:spMk id="10" creationId="{00000000-0000-0000-0000-000000000000}"/>
          </ac:spMkLst>
        </pc:spChg>
        <pc:spChg chg="mod">
          <ac:chgData name="Toby Donaldson" userId="2e6e5431-bb17-4c41-9985-d39c50d83c73" providerId="ADAL" clId="{F31BC264-820E-54C4-A6D1-F92AF9CC222E}" dt="2026-03-16T03:52:26.656" v="35" actId="14100"/>
          <ac:spMkLst>
            <pc:docMk/>
            <pc:sldMk cId="0" sldId="259"/>
            <ac:spMk id="11" creationId="{00000000-0000-0000-0000-000000000000}"/>
          </ac:spMkLst>
        </pc:spChg>
      </pc:sldChg>
      <pc:sldChg chg="delSp modSp mod">
        <pc:chgData name="Toby Donaldson" userId="2e6e5431-bb17-4c41-9985-d39c50d83c73" providerId="ADAL" clId="{F31BC264-820E-54C4-A6D1-F92AF9CC222E}" dt="2026-03-16T03:54:24.986" v="47" actId="1076"/>
        <pc:sldMkLst>
          <pc:docMk/>
          <pc:sldMk cId="0" sldId="261"/>
        </pc:sldMkLst>
        <pc:spChg chg="mod">
          <ac:chgData name="Toby Donaldson" userId="2e6e5431-bb17-4c41-9985-d39c50d83c73" providerId="ADAL" clId="{F31BC264-820E-54C4-A6D1-F92AF9CC222E}" dt="2026-03-16T03:53:59.002" v="43" actId="14100"/>
          <ac:spMkLst>
            <pc:docMk/>
            <pc:sldMk cId="0" sldId="261"/>
            <ac:spMk id="12" creationId="{00000000-0000-0000-0000-000000000000}"/>
          </ac:spMkLst>
        </pc:spChg>
        <pc:spChg chg="mod">
          <ac:chgData name="Toby Donaldson" userId="2e6e5431-bb17-4c41-9985-d39c50d83c73" providerId="ADAL" clId="{F31BC264-820E-54C4-A6D1-F92AF9CC222E}" dt="2026-03-16T03:54:08.718" v="46" actId="14100"/>
          <ac:spMkLst>
            <pc:docMk/>
            <pc:sldMk cId="0" sldId="261"/>
            <ac:spMk id="13" creationId="{00000000-0000-0000-0000-000000000000}"/>
          </ac:spMkLst>
        </pc:spChg>
        <pc:spChg chg="mod">
          <ac:chgData name="Toby Donaldson" userId="2e6e5431-bb17-4c41-9985-d39c50d83c73" providerId="ADAL" clId="{F31BC264-820E-54C4-A6D1-F92AF9CC222E}" dt="2026-03-16T03:54:24.986" v="47" actId="1076"/>
          <ac:spMkLst>
            <pc:docMk/>
            <pc:sldMk cId="0" sldId="261"/>
            <ac:spMk id="14" creationId="{00000000-0000-0000-0000-000000000000}"/>
          </ac:spMkLst>
        </pc:spChg>
        <pc:spChg chg="mod">
          <ac:chgData name="Toby Donaldson" userId="2e6e5431-bb17-4c41-9985-d39c50d83c73" providerId="ADAL" clId="{F31BC264-820E-54C4-A6D1-F92AF9CC222E}" dt="2026-03-16T03:54:24.986" v="47" actId="1076"/>
          <ac:spMkLst>
            <pc:docMk/>
            <pc:sldMk cId="0" sldId="261"/>
            <ac:spMk id="15" creationId="{00000000-0000-0000-0000-000000000000}"/>
          </ac:spMkLst>
        </pc:spChg>
      </pc:sldChg>
      <pc:sldChg chg="delSp modSp mod">
        <pc:chgData name="Toby Donaldson" userId="2e6e5431-bb17-4c41-9985-d39c50d83c73" providerId="ADAL" clId="{F31BC264-820E-54C4-A6D1-F92AF9CC222E}" dt="2026-03-16T03:57:45.468" v="66" actId="1076"/>
        <pc:sldMkLst>
          <pc:docMk/>
          <pc:sldMk cId="0" sldId="262"/>
        </pc:sldMkLst>
        <pc:spChg chg="mod">
          <ac:chgData name="Toby Donaldson" userId="2e6e5431-bb17-4c41-9985-d39c50d83c73" providerId="ADAL" clId="{F31BC264-820E-54C4-A6D1-F92AF9CC222E}" dt="2026-03-16T03:57:45.468" v="66" actId="1076"/>
          <ac:spMkLst>
            <pc:docMk/>
            <pc:sldMk cId="0" sldId="262"/>
            <ac:spMk id="4" creationId="{00000000-0000-0000-0000-000000000000}"/>
          </ac:spMkLst>
        </pc:spChg>
        <pc:spChg chg="mod">
          <ac:chgData name="Toby Donaldson" userId="2e6e5431-bb17-4c41-9985-d39c50d83c73" providerId="ADAL" clId="{F31BC264-820E-54C4-A6D1-F92AF9CC222E}" dt="2026-03-16T03:57:45.468" v="66" actId="1076"/>
          <ac:spMkLst>
            <pc:docMk/>
            <pc:sldMk cId="0" sldId="262"/>
            <ac:spMk id="5" creationId="{00000000-0000-0000-0000-000000000000}"/>
          </ac:spMkLst>
        </pc:spChg>
        <pc:spChg chg="mod">
          <ac:chgData name="Toby Donaldson" userId="2e6e5431-bb17-4c41-9985-d39c50d83c73" providerId="ADAL" clId="{F31BC264-820E-54C4-A6D1-F92AF9CC222E}" dt="2026-03-16T03:57:45.468" v="66" actId="1076"/>
          <ac:spMkLst>
            <pc:docMk/>
            <pc:sldMk cId="0" sldId="262"/>
            <ac:spMk id="7" creationId="{00000000-0000-0000-0000-000000000000}"/>
          </ac:spMkLst>
        </pc:spChg>
        <pc:spChg chg="mod">
          <ac:chgData name="Toby Donaldson" userId="2e6e5431-bb17-4c41-9985-d39c50d83c73" providerId="ADAL" clId="{F31BC264-820E-54C4-A6D1-F92AF9CC222E}" dt="2026-03-16T03:57:45.468" v="66" actId="1076"/>
          <ac:spMkLst>
            <pc:docMk/>
            <pc:sldMk cId="0" sldId="262"/>
            <ac:spMk id="8" creationId="{00000000-0000-0000-0000-000000000000}"/>
          </ac:spMkLst>
        </pc:spChg>
        <pc:spChg chg="mod">
          <ac:chgData name="Toby Donaldson" userId="2e6e5431-bb17-4c41-9985-d39c50d83c73" providerId="ADAL" clId="{F31BC264-820E-54C4-A6D1-F92AF9CC222E}" dt="2026-03-16T03:57:45.468" v="66" actId="1076"/>
          <ac:spMkLst>
            <pc:docMk/>
            <pc:sldMk cId="0" sldId="262"/>
            <ac:spMk id="10" creationId="{00000000-0000-0000-0000-000000000000}"/>
          </ac:spMkLst>
        </pc:spChg>
        <pc:spChg chg="mod">
          <ac:chgData name="Toby Donaldson" userId="2e6e5431-bb17-4c41-9985-d39c50d83c73" providerId="ADAL" clId="{F31BC264-820E-54C4-A6D1-F92AF9CC222E}" dt="2026-03-16T03:57:45.468" v="66" actId="1076"/>
          <ac:spMkLst>
            <pc:docMk/>
            <pc:sldMk cId="0" sldId="262"/>
            <ac:spMk id="11" creationId="{00000000-0000-0000-0000-000000000000}"/>
          </ac:spMkLst>
        </pc:spChg>
        <pc:spChg chg="mod">
          <ac:chgData name="Toby Donaldson" userId="2e6e5431-bb17-4c41-9985-d39c50d83c73" providerId="ADAL" clId="{F31BC264-820E-54C4-A6D1-F92AF9CC222E}" dt="2026-03-16T03:57:45.468" v="66" actId="1076"/>
          <ac:spMkLst>
            <pc:docMk/>
            <pc:sldMk cId="0" sldId="262"/>
            <ac:spMk id="13" creationId="{00000000-0000-0000-0000-000000000000}"/>
          </ac:spMkLst>
        </pc:spChg>
        <pc:spChg chg="mod">
          <ac:chgData name="Toby Donaldson" userId="2e6e5431-bb17-4c41-9985-d39c50d83c73" providerId="ADAL" clId="{F31BC264-820E-54C4-A6D1-F92AF9CC222E}" dt="2026-03-16T03:57:45.468" v="66" actId="1076"/>
          <ac:spMkLst>
            <pc:docMk/>
            <pc:sldMk cId="0" sldId="262"/>
            <ac:spMk id="14" creationId="{00000000-0000-0000-0000-000000000000}"/>
          </ac:spMkLst>
        </pc:spChg>
        <pc:spChg chg="mod">
          <ac:chgData name="Toby Donaldson" userId="2e6e5431-bb17-4c41-9985-d39c50d83c73" providerId="ADAL" clId="{F31BC264-820E-54C4-A6D1-F92AF9CC222E}" dt="2026-03-16T03:57:45.468" v="66" actId="1076"/>
          <ac:spMkLst>
            <pc:docMk/>
            <pc:sldMk cId="0" sldId="262"/>
            <ac:spMk id="16" creationId="{00000000-0000-0000-0000-000000000000}"/>
          </ac:spMkLst>
        </pc:spChg>
        <pc:spChg chg="mod">
          <ac:chgData name="Toby Donaldson" userId="2e6e5431-bb17-4c41-9985-d39c50d83c73" providerId="ADAL" clId="{F31BC264-820E-54C4-A6D1-F92AF9CC222E}" dt="2026-03-16T03:57:45.468" v="66" actId="1076"/>
          <ac:spMkLst>
            <pc:docMk/>
            <pc:sldMk cId="0" sldId="262"/>
            <ac:spMk id="17" creationId="{00000000-0000-0000-0000-000000000000}"/>
          </ac:spMkLst>
        </pc:spChg>
        <pc:spChg chg="mod">
          <ac:chgData name="Toby Donaldson" userId="2e6e5431-bb17-4c41-9985-d39c50d83c73" providerId="ADAL" clId="{F31BC264-820E-54C4-A6D1-F92AF9CC222E}" dt="2026-03-16T03:57:06.648" v="61" actId="1076"/>
          <ac:spMkLst>
            <pc:docMk/>
            <pc:sldMk cId="0" sldId="262"/>
            <ac:spMk id="20" creationId="{00000000-0000-0000-0000-000000000000}"/>
          </ac:spMkLst>
        </pc:spChg>
      </pc:sldChg>
      <pc:sldChg chg="delSp modSp mod">
        <pc:chgData name="Toby Donaldson" userId="2e6e5431-bb17-4c41-9985-d39c50d83c73" providerId="ADAL" clId="{F31BC264-820E-54C4-A6D1-F92AF9CC222E}" dt="2026-03-16T04:01:55.612" v="95" actId="21"/>
        <pc:sldMkLst>
          <pc:docMk/>
          <pc:sldMk cId="0" sldId="263"/>
        </pc:sldMkLst>
        <pc:spChg chg="mod">
          <ac:chgData name="Toby Donaldson" userId="2e6e5431-bb17-4c41-9985-d39c50d83c73" providerId="ADAL" clId="{F31BC264-820E-54C4-A6D1-F92AF9CC222E}" dt="2026-03-16T03:59:17.936" v="91" actId="20577"/>
          <ac:spMkLst>
            <pc:docMk/>
            <pc:sldMk cId="0" sldId="263"/>
            <ac:spMk id="5" creationId="{00000000-0000-0000-0000-000000000000}"/>
          </ac:spMkLst>
        </pc:spChg>
        <pc:spChg chg="mod">
          <ac:chgData name="Toby Donaldson" userId="2e6e5431-bb17-4c41-9985-d39c50d83c73" providerId="ADAL" clId="{F31BC264-820E-54C4-A6D1-F92AF9CC222E}" dt="2026-03-16T03:58:34.529" v="81" actId="20577"/>
          <ac:spMkLst>
            <pc:docMk/>
            <pc:sldMk cId="0" sldId="263"/>
            <ac:spMk id="14" creationId="{00000000-0000-0000-0000-000000000000}"/>
          </ac:spMkLst>
        </pc:spChg>
        <pc:spChg chg="mod">
          <ac:chgData name="Toby Donaldson" userId="2e6e5431-bb17-4c41-9985-d39c50d83c73" providerId="ADAL" clId="{F31BC264-820E-54C4-A6D1-F92AF9CC222E}" dt="2026-03-16T03:58:37.466" v="83" actId="20577"/>
          <ac:spMkLst>
            <pc:docMk/>
            <pc:sldMk cId="0" sldId="263"/>
            <ac:spMk id="17" creationId="{00000000-0000-0000-0000-000000000000}"/>
          </ac:spMkLst>
        </pc:spChg>
      </pc:sldChg>
      <pc:sldChg chg="addSp modSp mod ord">
        <pc:chgData name="Toby Donaldson" userId="2e6e5431-bb17-4c41-9985-d39c50d83c73" providerId="ADAL" clId="{F31BC264-820E-54C4-A6D1-F92AF9CC222E}" dt="2026-03-18T18:16:12.490" v="423" actId="1076"/>
        <pc:sldMkLst>
          <pc:docMk/>
          <pc:sldMk cId="0" sldId="264"/>
        </pc:sldMkLst>
        <pc:spChg chg="mod">
          <ac:chgData name="Toby Donaldson" userId="2e6e5431-bb17-4c41-9985-d39c50d83c73" providerId="ADAL" clId="{F31BC264-820E-54C4-A6D1-F92AF9CC222E}" dt="2026-03-16T04:01:04.699" v="92" actId="14100"/>
          <ac:spMkLst>
            <pc:docMk/>
            <pc:sldMk cId="0" sldId="264"/>
            <ac:spMk id="4" creationId="{00000000-0000-0000-0000-000000000000}"/>
          </ac:spMkLst>
        </pc:spChg>
        <pc:spChg chg="mod">
          <ac:chgData name="Toby Donaldson" userId="2e6e5431-bb17-4c41-9985-d39c50d83c73" providerId="ADAL" clId="{F31BC264-820E-54C4-A6D1-F92AF9CC222E}" dt="2026-03-16T04:01:08.099" v="93" actId="14100"/>
          <ac:spMkLst>
            <pc:docMk/>
            <pc:sldMk cId="0" sldId="264"/>
            <ac:spMk id="5" creationId="{00000000-0000-0000-0000-000000000000}"/>
          </ac:spMkLst>
        </pc:spChg>
        <pc:spChg chg="mod">
          <ac:chgData name="Toby Donaldson" userId="2e6e5431-bb17-4c41-9985-d39c50d83c73" providerId="ADAL" clId="{F31BC264-820E-54C4-A6D1-F92AF9CC222E}" dt="2026-03-18T18:14:14.328" v="343" actId="20577"/>
          <ac:spMkLst>
            <pc:docMk/>
            <pc:sldMk cId="0" sldId="264"/>
            <ac:spMk id="6" creationId="{00000000-0000-0000-0000-000000000000}"/>
          </ac:spMkLst>
        </pc:spChg>
        <pc:spChg chg="add mod">
          <ac:chgData name="Toby Donaldson" userId="2e6e5431-bb17-4c41-9985-d39c50d83c73" providerId="ADAL" clId="{F31BC264-820E-54C4-A6D1-F92AF9CC222E}" dt="2026-03-18T18:16:12.490" v="423" actId="1076"/>
          <ac:spMkLst>
            <pc:docMk/>
            <pc:sldMk cId="0" sldId="264"/>
            <ac:spMk id="7" creationId="{E85ADFE7-71F3-7486-4513-62200AEEEDAD}"/>
          </ac:spMkLst>
        </pc:spChg>
      </pc:sldChg>
      <pc:sldChg chg="addSp modSp mod">
        <pc:chgData name="Toby Donaldson" userId="2e6e5431-bb17-4c41-9985-d39c50d83c73" providerId="ADAL" clId="{F31BC264-820E-54C4-A6D1-F92AF9CC222E}" dt="2026-03-18T20:01:18.164" v="434"/>
        <pc:sldMkLst>
          <pc:docMk/>
          <pc:sldMk cId="0" sldId="266"/>
        </pc:sldMkLst>
        <pc:spChg chg="mod">
          <ac:chgData name="Toby Donaldson" userId="2e6e5431-bb17-4c41-9985-d39c50d83c73" providerId="ADAL" clId="{F31BC264-820E-54C4-A6D1-F92AF9CC222E}" dt="2026-03-16T04:08:23.755" v="177" actId="20577"/>
          <ac:spMkLst>
            <pc:docMk/>
            <pc:sldMk cId="0" sldId="266"/>
            <ac:spMk id="7" creationId="{00000000-0000-0000-0000-000000000000}"/>
          </ac:spMkLst>
        </pc:spChg>
        <pc:spChg chg="mod">
          <ac:chgData name="Toby Donaldson" userId="2e6e5431-bb17-4c41-9985-d39c50d83c73" providerId="ADAL" clId="{F31BC264-820E-54C4-A6D1-F92AF9CC222E}" dt="2026-03-16T04:09:46.828" v="201"/>
          <ac:spMkLst>
            <pc:docMk/>
            <pc:sldMk cId="0" sldId="266"/>
            <ac:spMk id="9" creationId="{00000000-0000-0000-0000-000000000000}"/>
          </ac:spMkLst>
        </pc:spChg>
        <pc:graphicFrameChg chg="modGraphic">
          <ac:chgData name="Toby Donaldson" userId="2e6e5431-bb17-4c41-9985-d39c50d83c73" providerId="ADAL" clId="{F31BC264-820E-54C4-A6D1-F92AF9CC222E}" dt="2026-03-16T04:07:54.060" v="147" actId="20577"/>
          <ac:graphicFrameMkLst>
            <pc:docMk/>
            <pc:sldMk cId="0" sldId="266"/>
            <ac:graphicFrameMk id="12" creationId="{00000000-0000-0000-0000-000000000000}"/>
          </ac:graphicFrameMkLst>
        </pc:graphicFrameChg>
        <pc:inkChg chg="add">
          <ac:chgData name="Toby Donaldson" userId="2e6e5431-bb17-4c41-9985-d39c50d83c73" providerId="ADAL" clId="{F31BC264-820E-54C4-A6D1-F92AF9CC222E}" dt="2026-03-18T20:01:18.164" v="434"/>
          <ac:inkMkLst>
            <pc:docMk/>
            <pc:sldMk cId="0" sldId="266"/>
            <ac:inkMk id="5" creationId="{245D4A59-B75D-CDE3-C4E6-F40CF6C97054}"/>
          </ac:inkMkLst>
        </pc:inkChg>
      </pc:sldChg>
      <pc:sldChg chg="addSp modSp mod">
        <pc:chgData name="Toby Donaldson" userId="2e6e5431-bb17-4c41-9985-d39c50d83c73" providerId="ADAL" clId="{F31BC264-820E-54C4-A6D1-F92AF9CC222E}" dt="2026-03-18T20:01:18.164" v="434"/>
        <pc:sldMkLst>
          <pc:docMk/>
          <pc:sldMk cId="0" sldId="267"/>
        </pc:sldMkLst>
        <pc:spChg chg="mod">
          <ac:chgData name="Toby Donaldson" userId="2e6e5431-bb17-4c41-9985-d39c50d83c73" providerId="ADAL" clId="{F31BC264-820E-54C4-A6D1-F92AF9CC222E}" dt="2026-03-16T04:12:02.068" v="296" actId="20577"/>
          <ac:spMkLst>
            <pc:docMk/>
            <pc:sldMk cId="0" sldId="267"/>
            <ac:spMk id="4" creationId="{00000000-0000-0000-0000-000000000000}"/>
          </ac:spMkLst>
        </pc:spChg>
        <pc:spChg chg="mod">
          <ac:chgData name="Toby Donaldson" userId="2e6e5431-bb17-4c41-9985-d39c50d83c73" providerId="ADAL" clId="{F31BC264-820E-54C4-A6D1-F92AF9CC222E}" dt="2026-03-16T04:10:31.687" v="221" actId="113"/>
          <ac:spMkLst>
            <pc:docMk/>
            <pc:sldMk cId="0" sldId="267"/>
            <ac:spMk id="7" creationId="{00000000-0000-0000-0000-000000000000}"/>
          </ac:spMkLst>
        </pc:spChg>
        <pc:spChg chg="mod">
          <ac:chgData name="Toby Donaldson" userId="2e6e5431-bb17-4c41-9985-d39c50d83c73" providerId="ADAL" clId="{F31BC264-820E-54C4-A6D1-F92AF9CC222E}" dt="2026-03-16T04:10:17.556" v="202" actId="113"/>
          <ac:spMkLst>
            <pc:docMk/>
            <pc:sldMk cId="0" sldId="267"/>
            <ac:spMk id="9" creationId="{00000000-0000-0000-0000-000000000000}"/>
          </ac:spMkLst>
        </pc:spChg>
        <pc:inkChg chg="add">
          <ac:chgData name="Toby Donaldson" userId="2e6e5431-bb17-4c41-9985-d39c50d83c73" providerId="ADAL" clId="{F31BC264-820E-54C4-A6D1-F92AF9CC222E}" dt="2026-03-18T20:01:18.164" v="434"/>
          <ac:inkMkLst>
            <pc:docMk/>
            <pc:sldMk cId="0" sldId="267"/>
            <ac:inkMk id="8" creationId="{2F7FAA2A-3FF9-F1E8-4D9C-6475248091C4}"/>
          </ac:inkMkLst>
        </pc:inkChg>
      </pc:sldChg>
      <pc:sldChg chg="addSp">
        <pc:chgData name="Toby Donaldson" userId="2e6e5431-bb17-4c41-9985-d39c50d83c73" providerId="ADAL" clId="{F31BC264-820E-54C4-A6D1-F92AF9CC222E}" dt="2026-03-18T20:10:36.953" v="435"/>
        <pc:sldMkLst>
          <pc:docMk/>
          <pc:sldMk cId="0" sldId="269"/>
        </pc:sldMkLst>
        <pc:inkChg chg="add">
          <ac:chgData name="Toby Donaldson" userId="2e6e5431-bb17-4c41-9985-d39c50d83c73" providerId="ADAL" clId="{F31BC264-820E-54C4-A6D1-F92AF9CC222E}" dt="2026-03-18T20:10:36.953" v="435"/>
          <ac:inkMkLst>
            <pc:docMk/>
            <pc:sldMk cId="0" sldId="269"/>
            <ac:inkMk id="22" creationId="{3E8A1C78-3F6C-D43E-C215-349264907BF0}"/>
          </ac:inkMkLst>
        </pc:inkChg>
      </pc:sldChg>
      <pc:sldChg chg="modSp mod">
        <pc:chgData name="Toby Donaldson" userId="2e6e5431-bb17-4c41-9985-d39c50d83c73" providerId="ADAL" clId="{F31BC264-820E-54C4-A6D1-F92AF9CC222E}" dt="2026-03-16T04:13:27.699" v="307" actId="207"/>
        <pc:sldMkLst>
          <pc:docMk/>
          <pc:sldMk cId="0" sldId="270"/>
        </pc:sldMkLst>
        <pc:spChg chg="mod">
          <ac:chgData name="Toby Donaldson" userId="2e6e5431-bb17-4c41-9985-d39c50d83c73" providerId="ADAL" clId="{F31BC264-820E-54C4-A6D1-F92AF9CC222E}" dt="2026-03-16T04:13:03.497" v="305" actId="20577"/>
          <ac:spMkLst>
            <pc:docMk/>
            <pc:sldMk cId="0" sldId="270"/>
            <ac:spMk id="4" creationId="{00000000-0000-0000-0000-000000000000}"/>
          </ac:spMkLst>
        </pc:spChg>
        <pc:graphicFrameChg chg="modGraphic">
          <ac:chgData name="Toby Donaldson" userId="2e6e5431-bb17-4c41-9985-d39c50d83c73" providerId="ADAL" clId="{F31BC264-820E-54C4-A6D1-F92AF9CC222E}" dt="2026-03-16T04:13:27.699" v="307" actId="207"/>
          <ac:graphicFrameMkLst>
            <pc:docMk/>
            <pc:sldMk cId="0" sldId="270"/>
            <ac:graphicFrameMk id="16" creationId="{00000000-0000-0000-0000-000000000000}"/>
          </ac:graphicFrameMkLst>
        </pc:graphicFrameChg>
      </pc:sldChg>
      <pc:sldChg chg="addSp modSp mod">
        <pc:chgData name="Toby Donaldson" userId="2e6e5431-bb17-4c41-9985-d39c50d83c73" providerId="ADAL" clId="{F31BC264-820E-54C4-A6D1-F92AF9CC222E}" dt="2026-03-18T20:10:36.953" v="435"/>
        <pc:sldMkLst>
          <pc:docMk/>
          <pc:sldMk cId="0" sldId="271"/>
        </pc:sldMkLst>
        <pc:spChg chg="mod">
          <ac:chgData name="Toby Donaldson" userId="2e6e5431-bb17-4c41-9985-d39c50d83c73" providerId="ADAL" clId="{F31BC264-820E-54C4-A6D1-F92AF9CC222E}" dt="2026-03-16T04:15:32.621" v="309" actId="20577"/>
          <ac:spMkLst>
            <pc:docMk/>
            <pc:sldMk cId="0" sldId="271"/>
            <ac:spMk id="5" creationId="{00000000-0000-0000-0000-000000000000}"/>
          </ac:spMkLst>
        </pc:spChg>
        <pc:inkChg chg="add">
          <ac:chgData name="Toby Donaldson" userId="2e6e5431-bb17-4c41-9985-d39c50d83c73" providerId="ADAL" clId="{F31BC264-820E-54C4-A6D1-F92AF9CC222E}" dt="2026-03-18T20:10:36.953" v="435"/>
          <ac:inkMkLst>
            <pc:docMk/>
            <pc:sldMk cId="0" sldId="271"/>
            <ac:inkMk id="10" creationId="{104F93F5-5D3A-9CE9-A1F8-022A9BD05F83}"/>
          </ac:inkMkLst>
        </pc:inkChg>
      </pc:sldChg>
      <pc:sldChg chg="addSp modSp mod">
        <pc:chgData name="Toby Donaldson" userId="2e6e5431-bb17-4c41-9985-d39c50d83c73" providerId="ADAL" clId="{F31BC264-820E-54C4-A6D1-F92AF9CC222E}" dt="2026-03-19T17:22:12.968" v="436"/>
        <pc:sldMkLst>
          <pc:docMk/>
          <pc:sldMk cId="0" sldId="272"/>
        </pc:sldMkLst>
        <pc:spChg chg="mod">
          <ac:chgData name="Toby Donaldson" userId="2e6e5431-bb17-4c41-9985-d39c50d83c73" providerId="ADAL" clId="{F31BC264-820E-54C4-A6D1-F92AF9CC222E}" dt="2026-03-16T04:16:17.965" v="315" actId="20577"/>
          <ac:spMkLst>
            <pc:docMk/>
            <pc:sldMk cId="0" sldId="272"/>
            <ac:spMk id="5" creationId="{00000000-0000-0000-0000-000000000000}"/>
          </ac:spMkLst>
        </pc:spChg>
        <pc:inkChg chg="add">
          <ac:chgData name="Toby Donaldson" userId="2e6e5431-bb17-4c41-9985-d39c50d83c73" providerId="ADAL" clId="{F31BC264-820E-54C4-A6D1-F92AF9CC222E}" dt="2026-03-19T17:22:12.968" v="436"/>
          <ac:inkMkLst>
            <pc:docMk/>
            <pc:sldMk cId="0" sldId="272"/>
            <ac:inkMk id="22" creationId="{4609A55C-A692-B156-6516-C2AAE396F40A}"/>
          </ac:inkMkLst>
        </pc:inkChg>
      </pc:sldChg>
      <pc:sldChg chg="addSp">
        <pc:chgData name="Toby Donaldson" userId="2e6e5431-bb17-4c41-9985-d39c50d83c73" providerId="ADAL" clId="{F31BC264-820E-54C4-A6D1-F92AF9CC222E}" dt="2026-03-19T17:22:12.968" v="436"/>
        <pc:sldMkLst>
          <pc:docMk/>
          <pc:sldMk cId="0" sldId="273"/>
        </pc:sldMkLst>
        <pc:inkChg chg="add">
          <ac:chgData name="Toby Donaldson" userId="2e6e5431-bb17-4c41-9985-d39c50d83c73" providerId="ADAL" clId="{F31BC264-820E-54C4-A6D1-F92AF9CC222E}" dt="2026-03-19T17:22:12.968" v="436"/>
          <ac:inkMkLst>
            <pc:docMk/>
            <pc:sldMk cId="0" sldId="273"/>
            <ac:inkMk id="13" creationId="{12C507E8-7E33-CAD6-21D9-FB5C2F41A7FB}"/>
          </ac:inkMkLst>
        </pc:inkChg>
      </pc:sldChg>
      <pc:sldChg chg="addSp modSp mod">
        <pc:chgData name="Toby Donaldson" userId="2e6e5431-bb17-4c41-9985-d39c50d83c73" providerId="ADAL" clId="{F31BC264-820E-54C4-A6D1-F92AF9CC222E}" dt="2026-03-19T17:22:12.968" v="436"/>
        <pc:sldMkLst>
          <pc:docMk/>
          <pc:sldMk cId="0" sldId="274"/>
        </pc:sldMkLst>
        <pc:spChg chg="mod">
          <ac:chgData name="Toby Donaldson" userId="2e6e5431-bb17-4c41-9985-d39c50d83c73" providerId="ADAL" clId="{F31BC264-820E-54C4-A6D1-F92AF9CC222E}" dt="2026-03-16T04:18:28.277" v="316" actId="113"/>
          <ac:spMkLst>
            <pc:docMk/>
            <pc:sldMk cId="0" sldId="274"/>
            <ac:spMk id="10" creationId="{00000000-0000-0000-0000-000000000000}"/>
          </ac:spMkLst>
        </pc:spChg>
        <pc:inkChg chg="add">
          <ac:chgData name="Toby Donaldson" userId="2e6e5431-bb17-4c41-9985-d39c50d83c73" providerId="ADAL" clId="{F31BC264-820E-54C4-A6D1-F92AF9CC222E}" dt="2026-03-19T17:22:12.968" v="436"/>
          <ac:inkMkLst>
            <pc:docMk/>
            <pc:sldMk cId="0" sldId="274"/>
            <ac:inkMk id="7" creationId="{7346757B-0728-00F8-AD13-1EC6452B9915}"/>
          </ac:inkMkLst>
        </pc:inkChg>
      </pc:sldChg>
      <pc:sldChg chg="modSp mod">
        <pc:chgData name="Toby Donaldson" userId="2e6e5431-bb17-4c41-9985-d39c50d83c73" providerId="ADAL" clId="{F31BC264-820E-54C4-A6D1-F92AF9CC222E}" dt="2026-03-16T04:21:13.379" v="319" actId="20577"/>
        <pc:sldMkLst>
          <pc:docMk/>
          <pc:sldMk cId="0" sldId="279"/>
        </pc:sldMkLst>
        <pc:spChg chg="mod">
          <ac:chgData name="Toby Donaldson" userId="2e6e5431-bb17-4c41-9985-d39c50d83c73" providerId="ADAL" clId="{F31BC264-820E-54C4-A6D1-F92AF9CC222E}" dt="2026-03-16T04:21:13.379" v="319" actId="20577"/>
          <ac:spMkLst>
            <pc:docMk/>
            <pc:sldMk cId="0" sldId="279"/>
            <ac:spMk id="5" creationId="{00000000-0000-0000-0000-000000000000}"/>
          </ac:spMkLst>
        </pc:spChg>
      </pc:sldChg>
      <pc:sldChg chg="modSp mod">
        <pc:chgData name="Toby Donaldson" userId="2e6e5431-bb17-4c41-9985-d39c50d83c73" providerId="ADAL" clId="{F31BC264-820E-54C4-A6D1-F92AF9CC222E}" dt="2026-03-16T04:22:38.022" v="323" actId="20577"/>
        <pc:sldMkLst>
          <pc:docMk/>
          <pc:sldMk cId="0" sldId="280"/>
        </pc:sldMkLst>
        <pc:spChg chg="mod">
          <ac:chgData name="Toby Donaldson" userId="2e6e5431-bb17-4c41-9985-d39c50d83c73" providerId="ADAL" clId="{F31BC264-820E-54C4-A6D1-F92AF9CC222E}" dt="2026-03-16T04:22:38.022" v="323" actId="20577"/>
          <ac:spMkLst>
            <pc:docMk/>
            <pc:sldMk cId="0" sldId="280"/>
            <ac:spMk id="6" creationId="{00000000-0000-0000-0000-000000000000}"/>
          </ac:spMkLst>
        </pc:spChg>
      </pc:sldChg>
      <pc:sldChg chg="modSp mod">
        <pc:chgData name="Toby Donaldson" userId="2e6e5431-bb17-4c41-9985-d39c50d83c73" providerId="ADAL" clId="{F31BC264-820E-54C4-A6D1-F92AF9CC222E}" dt="2026-03-16T04:23:36.040" v="325" actId="1076"/>
        <pc:sldMkLst>
          <pc:docMk/>
          <pc:sldMk cId="0" sldId="283"/>
        </pc:sldMkLst>
        <pc:spChg chg="mod">
          <ac:chgData name="Toby Donaldson" userId="2e6e5431-bb17-4c41-9985-d39c50d83c73" providerId="ADAL" clId="{F31BC264-820E-54C4-A6D1-F92AF9CC222E}" dt="2026-03-16T04:23:36.040" v="325" actId="1076"/>
          <ac:spMkLst>
            <pc:docMk/>
            <pc:sldMk cId="0" sldId="283"/>
            <ac:spMk id="10" creationId="{00000000-0000-0000-0000-000000000000}"/>
          </ac:spMkLst>
        </pc:spChg>
      </pc:sldChg>
      <pc:sldChg chg="modSp mod">
        <pc:chgData name="Toby Donaldson" userId="2e6e5431-bb17-4c41-9985-d39c50d83c73" providerId="ADAL" clId="{F31BC264-820E-54C4-A6D1-F92AF9CC222E}" dt="2026-03-18T18:21:33.307" v="433" actId="20577"/>
        <pc:sldMkLst>
          <pc:docMk/>
          <pc:sldMk cId="0" sldId="284"/>
        </pc:sldMkLst>
        <pc:graphicFrameChg chg="modGraphic">
          <ac:chgData name="Toby Donaldson" userId="2e6e5431-bb17-4c41-9985-d39c50d83c73" providerId="ADAL" clId="{F31BC264-820E-54C4-A6D1-F92AF9CC222E}" dt="2026-03-18T18:21:33.307" v="433" actId="20577"/>
          <ac:graphicFrameMkLst>
            <pc:docMk/>
            <pc:sldMk cId="0" sldId="284"/>
            <ac:graphicFrameMk id="30" creationId="{00000000-0000-0000-0000-000000000000}"/>
          </ac:graphicFrameMkLst>
        </pc:graphicFrame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8T19:56:19.32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1138 5040 24575,'26'0'0,"7"0"0,-6 0 0,-8 1 0,1-2 0,-1-7 0,1-1 0,1 6 0,-1 1 0,0-7 0,0 1 0,5 6 0,0 4 0,6-2 0,-6 0 0,0 0 0,3 0 0,4 0 0,1 0 0,-5 0 0,4 0 0,0 0 0,-4 0 0,-7 0 0,-1 0 0,1 0 0,-2 0 0,10 0 0,4 0 0,-9 0 0,0 0 0,0 0 0,1 0 0,6 0 0,-1 0 0,-5 0 0,-1 0 0,9 0 0,0 0 0,-3 0 0,0 0 0,3 0 0,-1 0 0,-2 0 0,0 0 0,3 0 0,0 0 0,-2 0 0,-1 0 0,-4 0 0,1 0 0,-1 0 0,-1 0 0,-4 0 0,-1 0 0,0 0 0,0 0 0,-1 0 0,0 0 0,9 0 0,4 0 0,1 0 0,-5 0 0,-9 0 0,0 0 0,9 0 0,4 0 0,-10 0 0,0 0 0,9 0 0,-1 0 0,2 0 0,-8 0 0,0 0 0,9 0 0,1 0 0,-4 0 0,0 0 0,-3 0 0,-1 0 0,-6 0 0,-1 0 0,1-2 0,-1 4 0,9 15 0,4-12 0,0 12 0,-4-17 0,-4 0 0,2 0 0,-2 0 0,1 0 0,3 0 0,3 0 0,-1 0-194,-2 0 0,0 0 1,0 0 193,3 0 0,1 0 0,-2 0 0,1 0 0,-2 0 0,-3 0 0,-2 0 0,4 0 0,-8 0 0,-8 0 0</inkml:trace>
  <inkml:trace contextRef="#ctx0" brushRef="#br0" timeOffset="3966">2262 4815 24575,'34'0'0,"-2"0"0,1 0 0,-5 0 0,-8 0 0,-8 12 0,-12-9 0,0 9 0,-12-12 0,9 0 0,-26 0 0,24 18 0,-24-14 0,26 14 0,-20-18 0,20 0 0,-27 0 0,26 0 0,-14 0 0,6 0 0,9 0 0,-8 0 0,-1 0 0,-9 0 0,5 0 0,-1 0 0,5-18 0,9 14 0,3-14 0,3 18 0,9 0 0,5 0 0,-12 0 0,24 0 0,-26 0 0,20 0 0,-20 18 0,27-14 0,-26 14 0,14-18 0,-18 0 0,12 0 0,-9 0 0,8 11 0,-11-8 0,0 9 0,0-12 0,0 0 0,0 0 0</inkml:trace>
  <inkml:trace contextRef="#ctx0" brushRef="#br0" timeOffset="13249">11642 5887 24575,'31'0'0,"1"0"0,-6 0 0,1 0 0,1 0 0,3 0 0,1 0 0,0 0 0,0 0 0,-1 0 0,-1 0 0,4 0 0,-2 0 0,-8 0 0,-2 0 0,-2 0 0,-8 0 0,-12 0 0,0 0 0</inkml:trace>
  <inkml:trace contextRef="#ctx0" brushRef="#br0" timeOffset="20132">2738 5953 24575,'15'0'0,"-3"0"0,6 0 0,-14 0 0,14 12 0,-18-9 0,0 9 0,11-12 0,-8 0 0,9 0 0,-12 0 0,18 0 0,-2 0 0,4 0 0,-8 0 0,-12 11 0,0-8 0,0 9 0,12-12 0,-9 18 0,9-14 0,-12 14 0,0-7 0,0-8 0,0 9 0,0-12 0,0 0 0</inkml:trace>
  <inkml:trace contextRef="#ctx0" brushRef="#br0" timeOffset="26550">1693 5847 24575,'-14'0'0,"-10"0"0,4 0 0,-8 0 0,-5 0 0,19 0 0,-16 0 0,26 0 0,-14 0 0,18 0 0,0 0 0,-12 0 0,9 0 0,-26 0 0,13 0 0,-16-11 0,17 8 0,-15-9 0,26 12 0,-14 0 0,7 0 0,8 0 0,-9 0 0,0 0 0,9 0 0,-26-12 0,24 9 0,-24-9 0,8 12 0,5 0 0,-13 0 0,26 0 0,-9 0 0,12 0 0,0 0 0,-12 0 0,9 0 0,-8 0 0</inkml:trace>
  <inkml:trace contextRef="#ctx0" brushRef="#br0" timeOffset="31449">3175 6826 24575,'22'18'0,"7"-14"0,-26 14 0,9-18 0,0 0 0,-9 0 0,9 0 0,5 0 0,-12 0 0,24 0 0,-26 0 0,9 0 0,5 0 0,-12 0 0,12 0 0,-17 0 0,0 0 0</inkml:trace>
  <inkml:trace contextRef="#ctx0" brushRef="#br0" timeOffset="41748">3559 7832 24575,'22'0'0,"0"0"0,9 0 0,-1 0 0,1 0 0,6 0 0,-14 1 0,0-2 0,9-11 0,0 9 0,-15-9 0,0 12 0,-5 0 0,-9 0 0,20 0 0,-2 0 0,7 0 0,-8 0 0,-8 0 0,-12 0 0</inkml:trace>
  <inkml:trace contextRef="#ctx0" brushRef="#br0" timeOffset="56500">11615 4815 24575,'0'15'0,"0"15"0,0-14 0,0 7 0,0 4 0,0-3 0,0 0 0,0 6 0,0 0 0,0 2 0,0 1 0,0 3 0,0 0 0,0-2 0,0 1-158,0-5 0,0 0 0,0 0 158,0 5 0,0-1 0,0-8 0,0 1 0,0-2 0,0 0 0,0-2 0,6 8 0,0 0 0,-5-1 0,1 0 0,7-7 0,2-1 0,-2 2-217,-6 6 0,-4 0 0,4 0 217,6-3 0,2 0 0,-2 0 0,-6 0 0,-4 0 0,2 0 0,3 3 0,0 0 0,0-1 0,-4 6 0,0 0 0,-1-6 0,1 1 0,1 0 0,2-2 0,2-2 0,-1 1 0,-3 0 0,-1 0 0,2 0 0,1 3 0,2 0 0,-2 0 0,-2 5 0,-2-1 0,1-3 0,0-2 0,0-7 0,0 0 229,0 1 1,0-2-230,0 10 0,0-6 0,0 0 0,0 3 333,0-9 0,0 0-333,0 1 0,0 0 0,0 0 0,0 1 0,0 5 0,0-1 0,0-4 0,0 0 0,0-1 0,0-1 0,0 0 0,0 0 0,0 1 0,0 0 0,0 0 0,0 1 0,0 8 0,0 0 0,0-5 0,0 0 0,0 3 0,0-1 0,0 0 0,0 0 0,0 0 0,0 0 0,0-1 0,0-1 0,0-1 0,0 0 0,0 2 0,0-1 0,0 7 0,0-9 0,0 0 0,0 11 0,0-5 0,0-3 0,0 0 0,0 6 0,0-1 0,0 1 0,0-7 0,0 1 0,0 7 0,0 2 0,0-8 0,0 0 0,0 0 0,0 9 0,0-1 0,0 3 0,0-2 0,0-8 0,0-1 0,0 0 0,0-1 0,0-4 0,0-1 0,0 0 0,0 0 0,0 0 0,0-2 0,0 10 0,0 5 0,0-1 0,0-4 0,0-7 0,0 2 0,0-20 0,0 9 0,0-12 0</inkml:trace>
  <inkml:trace contextRef="#ctx0" brushRef="#br0" timeOffset="79532">7117 10478 24575,'30'0'0,"-1"0"0,6 0 0,2 0 0,-5-1 0,1 1 0,1 1-1043,1-1 0,1 0 1,1 0 1042,-5 0 0,1 0 0,1 0 0,-2 0 0,-1-1 0,-1 2 0,0-2 0,0 2 0,0-1 0,0 0 0,0-1 0,-1 2 102,1-1 0,-1 0 0,0 0-102,2 0 0,1 0 0,-1 0 0,-4-1 0,0 2 0,0-1 0,3 0 0,2 0 0,0 0-213,4-4 0,1-1 1,0 2 212,-9 2 0,1 0 0,-1 1 0,0-1 0,9-3 0,-1-1 0,0 2-105,-2 2 0,-1 2 1,-1-1 104,5 1 0,-2-2 0,-2-8 0,-2 0 721,-6 7 1,-1 0-722,5-7 0,-1 0 260,-7 9 1,-1 0-261,1 0 0,-2 0 1432,2 0-1432,2 0 378,-20 0-378,9 0 0,5 0 0,17 0 0,-10-5 0,1-1 0,7 4 0,0 1 0,-2-5 0,1 0 0,-5 2 0,0-1 0,0 2 0,0 2 0,-1-1 0,7-4 0,-2 0 0,-2 6 0,-9 0 0,0 0 0,9 0 0,4 0 0,-10 0 0,0 0 0,2 1 0,1-2 0,7-7 0,2-1 0,-4 7 0,0-1 0,3-6 0,-1 1 0,-2 7 0,0 2 0,4-7 0,-2 0 0,-7 5 0,-1-1 0,0-4 0,-4 0 0,-5 6 0,14 0 0,-25 0 0,26 0 0,-27 0 0,15 0 0,5 0 0,14 0 0,-8 0 0,2 0 0,2 0 0,-1 0 0,-8 0 0,0 0 0,-1 0 0,0 0 0,9 0 0,0 0 0,-4 0 0,5 0 0,-1 0 0,-9 0 0,0 0 0,13 0 0,-13 0 0,-2 0 0,12 0 0,-14 1 0,1-2 0,1-4 0,0-1 0,-2 4 0,1 1 0,6-6 0,-2 2 0,7 5 0,0 0 0,0 0 0,0 0 0,-1 0 0,1 0 0,-6 0 0,-1 0 0,8 0 0,2 0 0,-1 0 0,0 0 0,-3 0 0,1 0 0,-6 0 0,1 0 0,-1 0 0,7 0 0,-1 0 0,-5 0 0,0 0 0,0 0 0,8 0 0,-2 0 0,-2 0 0,0 0 0,2 0 0,1 0 0,3 0 0,0 0 0,-7 0 0,0 0 0,-1 0 0,1 0 0,-3-1 0,-2 2 0,7 11 0,-6-11 0,0 1 0,3 9 0,-8-11 0,-8 0 0,0 0 0,-9 0 0,8 0 0,7 12 0,-2-9 0,8 3 0,2 0 0,5-6 0,-5 8 0,-2 1 0,-8-4 0,14 12 0,-27-17 0,8 0 0</inkml:trace>
  <inkml:trace contextRef="#ctx0" brushRef="#br0" timeOffset="117799">4657 12184 24575,'14'0'0,"16"0"0,-14 0 0,2 0 0,2 0 0,0 0 0,0 0 0,0 0 0,1 0 0,7 1 0,1-2 0,-5-7 0,1-2 0,7 8 0,1 0 0,-3-6 0,0-2 0,3 4 0,0 1 0,-3 3 0,0 1 0,-4-2 0,0-1 0,-1-1 0,0-4 0,1 0 0,-1 7 0,1 2 0,-2-2 0,1-7 0,-1 0 0,2 8 0,0 2 0,-5-1 0,-2 0 0,13 0 0,1 0 0,-17 0 0,13 0 0,-26 0 0,27 0 0,-14 0 0,4 0 0,4 0 0,-3 0 0,6 0 0,-7 0 0,-1 0 0,9 0 0,4 0 0,-10 0 0,0 0 0,9 0 0,-1 0 0,2 0 0,4 0 0,-7 0 0,0 0 0,-8 0 0,-1 0 0,0 0 0,0 0 0,5 0 0,0 0 0,5 0 0,-4 0 0,-2 0 0,4 0 0,-4-1 0,2 2 0,4 8 0,1 0 0,2-7 0,3 0-339,-4 4 0,3 1 0,-1-2 339,-6-4 0,0-2 0,0 1 0,6 3 0,2 2 0,-2-1 0,-6-4 0,-1 0 0,-1 3-63,1 5 1,-2 4-1,1-3 63,8-7 0,-2 0 0,-7 13 0,-1 0 0,7-13 0,-1-1 0,1 11 0,-6-11 0,0-2 1007,3 1-1007,5 0 99,-12 5 0,2 1-99,0-4 0,2-1 0,0 3 0,1 1 0,1-2 0,0-2 0,-1-2 0,2 1-200,2 0 0,1 0 0,0 0 200,0 0 0,0 0 0,0 0 0,2 0 0,0 0 0,0 0 0,-2 0 0,1 0 0,-1 0 0,-4 0 0,-1 0 0,1 0 0,5 0 0,0 0 0,-1 0 0,-6 0 0,0 0 0,1 0 0,6 0 0,1 0 0,0 0 0,-2 0 0,0 0 0,0 0 0,6 0 0,1 0 0,-3 0 0,-8 0 0,-1 0 0,1 0 0,5 0 0,1 0 0,-4 0 0,-7 0 0,-2 0 0,5 0 0,0 0 0,-1 0 0,-2 0 0,15 0 0,-7 0 0,1 0 0,-10 0 0,1 0 0,4 0 0,2 0 0,0 0-14,-2 0 0,-2 0 1,3 0 13,8 0 0,2 0 0,1 0-275,-10 0 0,1 0 1,-1 0-1,0 0 275,9 0 0,-1 0 0,0 0 0,-3 0 0,0 0 0,-1 0 0,-1 0 0,-1 0 0,-1 0-214,-2 0 0,0 0 1,0 0 213,3 0 0,1 0 0,1 0 0,-2 0 0,1 0 0,0 0 0,0 0 0,-1 0 0,2 0 0,4 0 0,1 0 0,0 0 0,-4 0 0,-2 0 0,2 0 0,4 0 0,0 0 0,-1 0 0,-4 0 0,-1 0 0,-1 0 0,-3 0 0,0 0 0,0 0 0,-1 0 0,1 0 0,-2 0 0,-1 0 0,0 0 0,8 0 0,-2 0 584,1 0-584,0 0 0,-1 0 1096,1 0-1096,-5 0 0,-2 0 701,4 0-701,-9 0 0,0 0 0,1 0 0,0 0 0,6 0 0,1 0 0,9 0 0,0 0 0,-2 0 0,1 0-276,-6 0 0,2 0 0,-1 0 276,-3 0 0,0 0 0,0 0 0,0 0 0,0 0 0,0 0-51,-1 0 1,0 0 0,-1 0 50,9 0 0,-1 0 0,-3 0 0,0 0 0,3 0 0,-1 0 0,-11 0 0,0 0 0,10 1 0,0-2 410,-7-5 1,0 0-411,8 5 0,3-1 0,-10-1 0,1-2 0,0 2-327,1 2 0,-1 1 1,2 1 326,8-1 0,1 0 0,1 0 0,-2-4 0,-1-1 0,2 2 0,-4 2 0,0 0 0,1 1 0,-3-1 0,1-3 0,-3-1 0,1 2 0,2 2 0,0 2 0,-2-1 0,2 1 0,-3-2 0,-5-8 0,0 0 0,8 8 0,-2-2 0,1-15 0,-1 11 0,1 3 0,0 1 569,-6-3 0,0 0-569,-2 6 0,0 0 0,1-9 0,0 0 0,8 7 0,1 0 0,-3-7 0,0 0 0,-4 8 0,0 1 0,0 1 0,8 0 0,1-2 0,-5-2 0,1-2 0,-2 1-299,6 3 1,-1 0 298,-4-3 0,0-1 0,0 2 0,4 2 0,1 2 0,-6-1 0,2 0 0,-2 0 0,3 0 0,0 0-41,-7 0 0,1 0 0,-1 0 41,6 0 0,-2 0 0,4 0 0,1 0 0,-4 0 0,0 0 0,-2 0 0,-3 0 0,3 0 593,1 0-593,-26 0 0,9 0 0,-12 0 0</inkml:trace>
  <inkml:trace contextRef="#ctx0" brushRef="#br0" timeOffset="138716">4789 12052 24575,'26'0'0,"-4"0"0,1 0 0,13 0 0,-13 0 0,0 0 0,2 0 0,0 0 0,6 0 0,0 0 0,-1 0 0,1 0 0,-1 0 0,2 0 0,-7 0 0,-1 0 0,0 0 0,0 0 0,0 0 0,-4 0 0,-5 0 0,14 0 0,5 0 0,3 0 0,-6 0 0,0 0 0,-1 0 0,-8 0 0,0 0 0,11 0 0,-5 0 0,-9 0 0,0 0 0,9 0 0,-8 0 0,4 12 0,-21-10 0,26 10 0,-13-12 0,3-1 0,1 2 0,8 17 0,4-14 0,-10 5 0,0 0 0,9-9 0,-6-1 0,0 2 0,3 11 0,-9-11 0,0 1 0,9 9 0,4-11 0,1 0 0,-14 0 0,1 0 0,1 0 0,0 0 0,-1 0 0,-1 0 0,2 0 0,-9 0 0,-12 0 0,17 0 0,-12 0 0,24 0 0,-14 0 0,17 0 0,-13 0 0,2 0 0,4 0 0,3 0 0,1 0 0,2 0 0,-6 0 0,2 0 0,-1 0 0,8 0 0,1 0-175,-6 0 0,2 0 1,-1 0 174,-4 0 0,1 0 0,0 0-408,9 0 0,2 0 0,-1 0 408,-5 0 0,0 0 0,1 0 0,3 0 0,2 0 0,-2 0 0,-4 0 0,-2 0 0,1 0 0,-4 0 0,0 0 0,-1 0 0,1 0 0,0 0 0,-3 0 0,1 0 0,-1 0 0,7 0 0,-1 0 0,1 0 246,-5 0 0,-2 0-246,4 0 1256,5 0-1256,-1 0 0,-4 0 0,4 0 0,1 0 0,-6 0 0,-7 0 0,-1 0 0,9 0 0,4 0 0,0 0 0,-4 0 0,5 0 0,-1 0 0,-16 0 0,13 0 0,-8 0 0,7 0 0,4 0 0,-10 0 0,0 0 0,9 0 0,-6 0 0,0 0 0,3 0 0,-9 0 0,0 0 0,9 0 0,-7 0 0,2 0 0,-2 0 0,7 0 0,-7 0 0,8 0 0,-13 0 0,8 0 0,2 0 0,5 0 0,-9 0 0,0 0 0,10 0 0,-4 0 0,-9 0 0,1 0 0,7 0 0,6 0 0,-19 0 0,7 0 0,0 0 0,-2 0 0,5 0 0,2 0 0,2 0 0,-9 0 0,0 0 0,9 0 0,4-11 0,-17 8 0,-3-9 0,-12 12 0,0 0 0,0 12 0,0-9 0,-12 8 0,9-11 0,-9 0 0,12 0 0,0 0 0</inkml:trace>
  <inkml:trace contextRef="#ctx0" brushRef="#br0" timeOffset="158049">12872 12025 24575,'0'-22'0,"12"5"0,15 14 0,7 6 0,-9-3 0,2 0 0,1 0-820,2 0 1,3 0 0,1 0 0,0 0 790,-2 0 0,-1 0 1,1 0-1,-1 0 29,-2 0 0,0 0 0,-1 0 0,1 0 0,1 0 0,1 0 0,0 0 0,-1 0 81,3 0 1,-2 0 0,0 0-82,0 0 0,0 0 0,0 0 0,-1 0 0,1 0 0,-2 0 0,5 0 0,1 0 217,-9 0 0,0 0 0,0 0-217,4 0 0,0 0 0,-3 1 0,-1-2 0,-6-5 0,-1 0 852,2 5 0,-3-1-852,-2-10 693,-16 12-693,-16 0 49,-2 0 1,-3 0-50,2 0 0,-1 0 0,-6 0 0,-1 0 0,-3 1 0,0-2 0,4-1 0,0-2 0,0-2 0,-9-4 0,1 0-185,4 5 1,-1 0 0,2-1 184,5-4 0,2-1 0,-1 2 0,-6 6 0,-2 4 0,1-2 0,3-2 0,1-2 0,-2 2 0,-6 2 0,-1 1 0,0 1 0,1-1 0,0 0 0,1 0 0,3 0 0,0 0 0,1 0 0,1 0 0,0 0 0,2 0 0,-5 1 0,2-2 0,4-8 0,1 0 0,-2 7 0,2 0 0,-4-16 0,8 18 0,-4 0 553,21 0-553,-8 0 0,11 0 0,0 0 0,0 18 0,0-14 0,11 14 0,-8-18 0,21 11 0,-4-8 0,8 9 0,-9-12 0,0 0 0,9 18 0,5-14 0,-12 5 0,2 0 0,6-9 0,2 0 0,-5 3 0,1 2 0,1-2-322,8-2 1,1-1-1,0 2 322,-4 5 0,-1 3 0,0-3 0,5-5 0,1-2 0,-3 1 0,-6 3 0,-2 0 0,-2 0 0,6-4 0,-1 0 0,-3 0 0,-4 0 0,-7 0 0,1 17 0,-17-12 0,0 12 0</inkml:trace>
  <inkml:trace contextRef="#ctx0" brushRef="#br0" timeOffset="175966">9604 13216 24575,'24'0'0,"-1"0"0,6 0 0,0 0 0,-5 0 0,0 0 0,8 0 0,1 0 0,-3 0 0,0 0 0,3 0 0,0 0 0,-7 0 0,1 0 0,-2 0 0,6 0 0,1 0-327,-1 0 0,1 0 1,0 0 326,-7 0 0,0 0 0,1 0 0,9 0 0,3-1 0,-1 2-322,-9 1 1,0 2-1,1-1 1,-1 0 321,2-2 0,0-1 0,0 1 0,1 0 0,2 1 0,0 0 0,0 2 0,-1-1 0,5 3 0,0 1 0,-2-2 0,-7-3 0,-1-2 0,-2 2 0,8 8 0,-4-2 0,-1-8 0,-7 0 682,2 0-682,-20 0 396,9 0 0,-12 0 0,0 0 0</inkml:trace>
  <inkml:trace contextRef="#ctx0" brushRef="#br0" timeOffset="178666">11298 13242 24575,'22'0'0,"1"0"0,3 0 0,1 0 0,8 0 0,2 0-1086,-6 0 0,2 0 1,2 0 1085,-5 0 0,1 0 0,2 0 0,-1 0 0,3 0 0,0 0 0,1 0 0,-1 0-404,1 0 1,1 0 0,-1 0 0,1 0 403,0 0 0,1 0 0,0 0 0,-1 0 0,-4 0 0,-1 0 0,0 0 0,0 0 1,1 0 1,0 0 0,0 0 0,-1 0-2,4 0 0,0 0 0,-2 0-11,-6 0 0,-1 0 1,-1 0 10,7 0 0,-2 0 705,-10 0 0,-2 0-705,0 0 0,0 0 2110,9 0-2110,4 0 333,-17 0 0,-3 0 1,-12 0-1</inkml:trace>
  <inkml:trace contextRef="#ctx0" brushRef="#br0" timeOffset="212633">10014 13282 24575,'27'0'0,"-6"0"0,2 0 0,1 0 0,1 0 0,-2 0 0,2 0 0,7 0 0,-2 0 0,1 0 0,0 0 0,-1 0 0,-11 0 0,5 6 0,0 0 0,-8-3 0,4 9 0,4-12 0,-21 0 0,9 0 0,5 0 0,-12 0 0,24 17 0,-26-12 0,20 12 0,-20-17 0,27 0 0,-26 0 0,14 0 0,-18 0 0,0 0 0,12 0 0,-10 0 0,28 0 0,-14 0 0,5 0 0,2 0 0,-20 0 0,26 0 0,-24 0 0,13 0 0,-7 0 0,-8 0 0,9 0 0,0 0 0,-9 0 0,8 0 0,-11 0 0,0 0 0,0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8T20:00:58.93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1759 3559 24575,'0'32'0,"0"-16"0,0 14 0,0-28 0,0 22 0,0-21 0,0 26 0,0-1 0,0-2 0,0 1 0,0-2 0,0-1 0,0-1 0,0-1 0,0 11 0,0-19 0,0-2 0,0 6 0,0-2 0,0 7 0,0 4 0,0-3 0,0 0 0,0 1 0,0-1 0,0 0 0,0-4 0,0-5 0,0 14 0,0-13 0,0 3 0,0 0 0,0 9 0,0 5 0,0-1 0,0-12 0,0 0 0,0 0 0,0 1 0,0-1 0,0 0 0,0-1 0,0 0 0,0 1 0,0-1 0,0 2 0,0 0 0,0-1 0,0-1 0,0 2 0,0 2 0,0-20 0,0 9 0,0 6 0,0-14 0,0 14 0,0-6 0,0-9 0,18 8 0,-13-11 0,12 0 0,-17 18 0,0-14 0,0 14 0,0-18 0,12 0 0,-9 0 0,9 0 0,-12 0 0,11 0 0,-8 0 0,9 0 0,6 0 0,-14 0 0,26 0 0,-10 0 0,-4 0 0,14 0 0,-16 0 0,19 0 0,-14-9 0,1 0 0,0 7 0,2 0 0,6-7 0,1 0 0,8 9 0,-7 0 0,1 0 0,-10 0 0,1 0 0,4 0 0,2 0 0,0 0-224,-2 0 0,-1 0 0,1 0 224,6 0 0,1 0 0,0 0-409,2 0 1,-1 0-1,2 0 409,-8 0 0,0 0 0,1 0 0,-1 0 0,8 0 0,0 0 0,1 0 0,0 0 0,0 0 0,-1 0 0,-5 1 0,-1-1 0,1-1 0,6-2 0,0-2 0,0 2 0,-5 2 0,0 1 0,1-2 0,-3-4 0,0-3 0,2 0 0,-2 3 0,4 4 0,-1 1 0,1 0 0,-5-3 0,0-1 0,1 0 0,0 1 0,-1 3 0,0 1 0,1 1 0,1-1-623,5 0 1,1 0-1,1 0 1,1 0 622,-8 0 0,1 0 0,0 0 0,1 0 0,0 0-515,0 0 1,0 0-1,1 0 1,1 0-1,-1 0 1,0 0 514,0 0 0,-1 0 0,1 0 0,-1 0 0,1 0 0,0 0 0,1 0 0,1 0 0,0 0 0,-1 0 0,0 0 0,-1 0-218,1 0 0,-1 0 0,0 0 0,-1 0 0,0 0 218,0 0 0,0 0 0,-1 0 0,0 0 0,-1 0 0,0 0 0,-1 0 0,0 0 0,-1 0 57,0 0 1,0 0 0,-1 0 0,-1 0-58,5 0 0,-2 0 0,1 0 0,-1 0 0,0 0 0,-1 0 0,-1 0 0,-1 0 0,-1 0 0,1 0 0,0 0 0,0 0 0,3 0 0,0 0 0,0 0 0,-1 0 0,-1 0 0,2 0 0,4 0 0,1 0 0,1 0 236,-6 0 1,-1 0 0,1 0 0,0 0-237,0 0 0,0 0 0,0 0 0,1 0 400,1 0 0,1-1 0,0 1 0,0 1-400,0 3 0,0 1 0,0 0 0,0-1 0,3-2 0,0-2 0,1 1 0,0 0-20,-7 2 1,0 1-1,1 0 1,0-1-1,0 1 20,0-1 0,1-1 0,0 1 0,-1-1 0,1 0 0,0-1 0,0-1 0,0 0 0,0 0 0,-1 2 0,6 0 0,0 2 0,-1-1 0,1-1 0,0-1 0,1-2 0,0 0 0,-1 2 0,0 3 0,-1 1 0,0 0 0,0-1 0,0-2 0,-1-2 0,0 1 0,1 0-186,-2 3 0,1 1 0,-1 0 0,1-1 186,-2-1 0,0 1 0,0-1 0,-1-1-26,4-1 0,0-1 0,0 2 26,-4 0 0,1 2 0,-1-1 0,-1-1 0,2-1 0,-1-1 0,0-1 0,-2 1 0,1 0 0,0 0 0,-1 0 0,2 0 0,-1 0 0,2 0 0,-3 0 0,1 0 0,0 0 0,-1 0 0,3 0 0,-1 0 0,0 0 304,1 0 0,0 0 0,-1 0-304,-4 0 0,-2 0 0,-2 0 999,1 0 0,-1 0-999,-2 0 0,0 0 1700,10 0-1700,-13 0 0,2 0 0,4 0 0,3 0 0,7 0 0,2 0 244,-11 0 1,1 0 0,1 0-245,4 0 0,1 0 0,0 0 0,-1 0 0,-1 0 0,0 0 0,2 0 0,0 0 0,0 0 0,-6 0 0,0 0 0,-1 0 0,11 0 0,-2 0 326,-7 0 1,-3 0-327,-5 0 0,0 0 0,5 0 0,0 0 0,-1 6 0,1 0 0,4-4 0,2-1 0,-5 3 0,2 1 0,0-2-224,-3-2 1,0-2 0,2 1 223,4 0 0,3 0 0,-1 0 0,1 0 0,1 0 0,0 0-147,-7 0 1,1 0 0,-1 0 0,1 0 146,7 0 0,0 0 0,0 0 0,1 0 0,1 0 0,-2 0 0,-5 0 0,0 0 0,-1 0-170,-3 0 1,0 0 0,0 0 169,3 0 0,0 1 0,0-2 0,-3-3 0,-1 0 0,2 0 0,2 3 0,1 1 0,0-2-327,-4-2 0,1-2 0,0-1 1,-1 1 326,6-2 0,-2 1 0,2 1 0,-1 2 0,1 1 0,0-1 0,-3-1 81,-2-5 0,-2-1 0,0 3-81,2 5 0,1 4 0,-4-2 581,-4-6 0,-2 2-581,0 4 0,0 2 511,9-1-511,4 0 1457,1 0-1457,-6-18 407,6 14-407,-18-14 0,-4 18 0,-11-12 0,0 9 0,-11-8 0,-4-1 0,0-9 0,0 8 0,1-2 0,-2-17 0,5 16 0,1 0 0,-2-6 0,0-2 0,2 1 0,0-2 0,4 1 0,1-2 0,0-1 0,-1-3 0,-1 0 0,2-2-403,1 4 0,1-1 1,0 0-1,1 0 403,1-2 0,1-1 0,-1 0 0,0 1 0,-1-2 0,-2 0 0,1 0 0,1 1 0,1-5 0,1 1 0,1 0 0,-1 5 0,0 0 0,0 0 0,0 2-197,0 0 1,0 2 0,0-1 196,0-6 0,0-1 0,0 3 0,0-4 0,0 3 0,0 2 0,0 1 0,0 4 0,0 2 0,0-4 0,0 8 1560,0-4-1560,0 21 640,0-26-640,0 13 0,0-16 0,0 17 0,0 3 0,-18 24 0,2 3 0,-17-1 0,18 1 0,-2 0 0,-2-7 0,-2 0 0,1 7 0,-1 2 0,-8 0 0,1-2 0,9 0 0,1-2 0,-4-1 0,0-3 0,-10 3 0,4-12 0,9 0 0,0 0 0,-1 0 0,0 0 0,-5-1 0,-3 2 0,0 4 0,-3 2 0,0-2-384,0-3 1,-2-1-1,0 1 384,5 2 0,0 1 0,-1 0 0,1-2 0,-4-1 0,2-3 0,0 0 0,2 1 0,2 0 0,2 0 0,-1 0 0,1 0 0,2 0 0,0 0 0,-10 0 0,4 0 0,4 0 0,-2 0 575,2 0 1,-1 0-576,-7 0 0,-2 0 0,8 0 0,0 0 0,0 0 0,-5 0 0,-1 0 0,6 0 0,0 0 0,2 0 0,-1 0 0,1 0 0,-4 0 0,-1 0 0,2 0 0,1 0 0,5 0 0,-1 0 0,-8 0 0,-2 0 0,8 0 0,0 0 0,-9 0 0,0 0 0,8 0 0,1 0 0,-7 0 0,1 0 0,-1 0 0,0 0 0,0 0 0,0 0 0,6 0 0,0 0 0,-3 0 0,9 0 0,0 0 0,-9 0 0,-2-8 0,-2-1 0,7 6 0,-1 1-215,-6-3 1,-4-2-1,2 2 215,-2 4 0,0 2 0,3-5 0,-1 0 0,0 0 0,6 3 0,2 0 0,-1 0 0,0-3 0,1 0 0,-2 0 0,-1 3 0,-2 2 0,2-1 0,1 0 0,2 0 0,-1 0 0,0 0 0,0 0 0,0 0 0,-3 0 0,-1 0 0,2 0 0,0 0 0,1 0 0,-7 0 0,1 0 0,13 0 0,1 0 0,0 0 0,0 0 0,1 0 0,0 0 0,-9 0 644,-4 0-644,17 0 0,-15 0 0,14 0 0,-16 0 0,0 0 0,4 0 0,3 0 0,0 0 0,-6 0 0,6 0 0,0 0 0,5 0 0,0 0 0,0 0 0,-1 0 0,1 0 0,0 0 0,1 0 0,0 0 0,0 0 0,-2 0 0,-5 0 0,0 0 0,1 0 0,1 0 0,-4 0 0,-1 0 0,2 0 0,1 0 0,4 0 0,1 0 0,-4 0 0,0 0 0,2 0 0,1 0 0,-15 0 0,15 0 0,0 0 0,0 0 0,0 0 0,-2 0 0,-1 0 0,1 0 0,0 0 0,-2 0 0,2 0 0,4 0 0,0 0 0,-1 0 0,1 0 0,0 0 0,0 0 0,-5 0 0,0 0 0,1 0 0,0 0 0,-6 0 0,-1 0 0,-1 0 0,0 0 0,2 0 0,-1 0 0,-2 0 0,0 0 0,4 0 0,-2 0 0,4 0 0,-1 0 0,1 0 0,-2 0 0,-1 0 0,-1 0 0,-2 0 0,3 0 0,3 0 0,2 0 0,-4 0 0,1 0 0,8 0 0,2 0 0,-10 0 0,3 0 0,0 0 0,-6 0 0,10 0 0,-2 0 0,1 0 0,0 0 0,-2 0 0,-1 0 0,1 0 0,0 0 0,-2 0 0,2 0 0,-4 0 0,9 0 0,0 0 0,-9 0 0,-5 0 0,1 0 0,4 0 0,-4 0 0,0 0 0,4 0 0,9 0 0,-1 0 0,-8 0 0,-4 0 0,10 0 0,0 0 0,-9 0 0,5 0 0,2 0 0,8 0 0,-13 0 0,8 0 0,-7 0 0,-4 0 0,-1 0 0,6 0 0,-6 0 0,1-17 0,4 12 0,9-4 0,0 1 0,-9 8 0,-5-12 0,12 10 0,-2 1 0,0-5 0,-2 0 0,-8 0 0,0 0 0,2 5 0,1-1 0,3-4 0,1 1 0,6 4 0,1 2 0,-1-1 0,2 0 0,-10 0 0,-5 0 0,1 0 0,4 0 0,-4 0 0,10 0 0,0 0 0,-15 0 0,8 0 0,1 0 0,6 0 0,2 0 0,1 0 0,-1 0 0,-5 0 0,0 0 0,0 0 0,1 0 0,0 0 0,0 0 0,1 0 0,2 0 0,-12 0 0,17 0 0,-13 0 0,14 0 0,-17 11 0,4-8 0,9 4 0,0-2 0,-9-5 0,-5 0 0,1 0 0,4 0 0,8 6 0,2 0 0,2-3 0,-14 9 0,-2-12 0,1 17 0,1-15 0,-2 1 0,8 11 0,0 1 0,-6-13 0,-1-1 0,-2 14 0,2-1 0,10-11 0,-1-1 0,-9 7 0,0-1 0,-5-8 0,7 0 0,0 0 0,9 6 0,-1 0 0,-5-4 0,1-1 0,3 5 0,3 0 0,-9-6 0,-2 0 0,10 0 0,4 12 0,-14-9 0,27 8 0,-20-11 0,20 0 0,-9 0 0,-6 0 0,14 0 0,-25 0 0,26 0 0,-27 18 0,26-14 0,-14 14 0,6-18 0,9 0 0,-8 0 0,-1 0 0,9 0 0,-9 0 0,-5 0 0,0 0 0,-3 0 0,-4 0 0,21 0 0,-26 0 0,13 0 0,-3 0 0,0 0 0,2 0 0,-12 0 0,14 0 0,1 0 0,-16 0 0,26 0 0,-26 0 0,27 0 0,-20 0 0,20 0 0,-26 0 0,24 0 0,-24 0 0,8 0 0,-7 0 0,8 0 0,-4 0 0,21 0 0,-26 0 0,13 0 0,-5 0 0,-2 0 0,2 0 0,-7 0 0,9 0 0,0 0 0,-9 0 0,-4 0 0,-1 0 0,10 0 0,1 0 0,-3 0 0,3 0 0,3 0 0,4 0 0,0 0 0,3 0 0,-5 0 0,12 0 0,-12 0 0,17 0 0,0-18 0,0 2 0,0-4 0,0 8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8T20:08:33.96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939 1574 24575,'26'0'0,"0"0"0,-3 0 0,2 0 0,5 0 0,2 0 0,0 0-713,-5 0 0,-2 0 1,3 0 712,1 0 0,2 0 0,0 0 0,0 0 0,3 0 0,-1 0 0,1 0 0,2 0 0,0 0 0,-2 0-41,-7 0 0,0 0 0,0 0 41,4 0 0,2 0 0,-3 0 0,-1 0 0,1 0 0,1 0 0,4 0 0,-1 0 0,-5 0 0,0 0 0,1 0 0,3 0 0,0 0 0,2 0-162,-5 0 0,1 0 0,0 0 0,-1 0 162,3 0 0,-1 0 0,0 0 0,5 0 0,0 0 0,-1 0 0,-4 0 0,-1 0 0,-1 0-232,1 0 1,0 0 0,0 0 231,0 1 0,0-1 0,-1-1 0,-2-2 0,-1-2 0,-1 2 478,8 1 0,-2 1-478,-2-6 0,-2 2 295,-8 4 1,1 2-296,5 0 0,-1-2 623,-4-8 0,-1 0-623,9 7 0,0 0 405,-11-7 0,0 0-405,13 8 0,0 2 0,-10-1 0,1 0 0,3 0 0,4 0 0,-1 0 0,-2 0 0,-1 0 0,1 0 0,0 0 0,2 0 0,-2 0 0,0 0 0,0 0 0,-1 0 0,11 0 0,0 0 0,-2 0 0,1 0-270,-6 0 1,2 0 0,-1 0 269,-3 0 0,-1 0 0,1 0 0,6 1 0,1-1 0,-2-1 0,1-5 0,-1 0 0,-6 5 0,2 1 0,-3-2 0,-3-4 0,-1 1 0,5 4 0,1 2 0,3-1 0,-3 0 0,-2 0 0,-2 0 0,-5 0 808,-15 0-808,9 0 0,-12 0 0,0 0 0</inkml:trace>
  <inkml:trace contextRef="#ctx0" brushRef="#br0" timeOffset="1083">4313 1482 24575,'22'0'0,"0"0"0,6 0 0,4 0 0,-1 0 0,2 0 0,2 0-777,-5 0 1,2 0 0,0 0 0,0 0 776,-2 0 0,-1 0 0,1 0 0,-1 0 0,8 0 0,1 0 0,-3 0 489,2 0 1,-2 0-490,-7 0 0,-3 0 510,3 0-510,-11 0 0,-17 0 0,0 0 0</inkml:trace>
  <inkml:trace contextRef="#ctx0" brushRef="#br0" timeOffset="7617">4564 5133 24575,'34'0'0,"1"0"0,-1 0 0,-5 0 0,0 0 0,2 0 0,2 0 0,2 0 0,-3 0 0,2 0 0,1 0 0,2 0 0,0 0 0,1 0 0,1 0 0,-1 0-328,-5 0 0,1 0 0,0 0 1,0 0-1,1 0 0,0 0 1,1 0-1,-1 0 0,1 0 1,0 0 29,0 0 0,1 0 0,0 0 0,0 0 0,0 0 0,1 0 0,0 0 0,-1 0 1,1 0-1,0 0 0,-1 0 24,-2 0 1,-1 0 0,0 0 0,1 0 0,-1 0 0,0 0 0,1 0 0,-1 0 0,1 0 0,-1 0 0,1 0 0,-1 0-1,1 0 1,1 0 0,-1 0 0,1 0 0,0 0 0,-1 0 0,1 0 0,-1 0 0,0 0 0,0 0 0,-1 0 0,0 0 185,3 0 1,-1 0-1,-1 0 1,1 0-1,-1 0 1,0 0 0,-1 0-1,1 0 1,-1 0-1,0 0 88,3 0 0,0 0 0,0 0 0,0 0 0,0 0 0,-1 0 0,-1 0 0,0 0 0,-1 0-185,4 0 0,-1 0 0,-1 0 0,0 0 0,-1 0 0,0 0 0,0 0 185,2 0 0,0 0 0,-1 0 0,0 0 0,0 0 0,1 0 0,0 0 0,0 0 0,0 0 0,0 0 0,0 0 0,-2 0 275,2 0 1,-2 0 0,0 0 0,0 0 0,1 0-276,-3 0 0,1 0 0,0 0 0,-1 0 0,1 0 0,-2 0 0,1 0 0,0 0 0,-2 0 0,1 0 0,1 0 432,1 0 1,0 0 0,1 0 0,-1 0 0,-1 0-433,3 0 0,-1 0 0,0 0 0,0 0 0,-2 0 0,0 0 0,1 0 0,0 0 0,-2 0 0,5 0 0,-2 0 0,1 0 0,0 0 0,-3 0 0,1 0 0,0 0 0,1 0 0,0 0 236,-4 0 1,0 0-1,0 0 1,1 0-1,-1 0 1,1 0-237,0 0 0,1 0 0,-1 0 0,0 0 0,1 0 0,1 0 0,1 0 0,2 0 0,-1 0 0,1 0 0,0 0 0,0 0-39,0 0 0,0 1 1,0-1-1,0 0 1,0 0-1,1-1 39,-4-1 0,0 0 0,1-1 0,-1 0 0,1 0 0,0 0 0,1 1-181,-3 1 0,0 1 0,1 0 1,0 0-1,0 0 0,1-1 1,-1 0-1,0 0 181,2-2 0,0 0 0,0-1 0,0 0 0,0 0 0,0-1 0,1 2 0,-1-1 0,-1 2 0,1 0 0,0 0 0,0 0 0,-1 1 0,1-1 0,0 1 0,-1-1-84,-1 0 1,0 1-1,0-1 1,0 1-1,0-1 1,0 0-1,-2 0 1,1-1 83,5-1 0,0-2 0,-1 1 0,-1-1 0,0 1 0,1 2 0,-3 1 0,1 1 0,-1 1 0,0 0 0,0 0 0,-2-2 0,0-1 0,-1-1 0,-1 0 0,0 0 0,-1 2 248,4 1 0,-2 1 0,0 0 0,-1 1-248,8-1 0,-2 0 0,1 0 0,-2 0 0,0 0 0,0 0 0,-5 0 0,0 0 0,0 0 0,0 0 0,6 0 0,0 0 0,0 0 0,1 0 0,0 0 0,0 0 696,-6 0 0,0 0 0,-1 0-696,1 0 0,0 0 0,0 0 0,0 0 0,0 0 0,-1 0 0,-2 0 0,-1 0 0,-1 0 0,1 0 0,0 0 0,-3 0 819,13 0 0,-8 0 0,-29 0 0</inkml:trace>
  <inkml:trace contextRef="#ctx0" brushRef="#br0" timeOffset="12983">4405 4934 24575,'22'0'0,"0"0"0,8 0 0,5 0 0,2 0 0,-2 0 0,1 0 0,3 0 0,1 0-547,-6 0 1,1 0 0,2 0 0,0 0 0,1 0 0,0 0 77,-3 0 1,2 0 0,-1 0 0,1 0 0,1 0 0,-1 0 0,0 0 250,-4 0 1,1 0 0,-1 0 0,1 0-1,-1 0 1,1 0 0,-1 0 0,1 0 217,3 0 0,1 0 0,0 0 0,0 0 0,-1 0 0,-1 0 0,0 0 0,-1 0 0,0 0 0,-1 0 0,-1 0 0,-1 0 0,0 0 460,1 0 0,0 0 1,-2 0-1,-1 0 1,-3 0-461,3 0 0,-3 0 0,-3 0 654,0 0 1,-2 0-655,-2 0 0,1 0 0,9 0 0,5 0-722,-3 1 1,5 0 0,3-1 0,1-2 721,-9 0 0,2-1 0,1-1 0,1-1 0,0 1 0,1-1 23,-2 1 0,1-1 0,1 0 0,-1 0 1,1 0-1,0-1 0,-1 1-23,-1-1 0,0 1 0,0-1 0,0 0 0,-1 0 0,0-1 0,-2 0 0,5-3 0,0-1 0,-2 0 0,-1 1 0,-2 2 0,8 2 0,-2 2 0,-6-2 0,-7-6 0,-6 6 0,-7 24 0,-12-14 0,0 14 0,0-18 0</inkml:trace>
  <inkml:trace contextRef="#ctx0" brushRef="#br0" timeOffset="14034">9763 4789 24575,'35'0'0,"1"0"0,-1 0 0,0 0 0,-5 0 0,1 0 0,2 0 0,1 0 0,1 0 0,2 0 0,0 0 0,1 0-274,-4 0 1,0 0 0,1 0 0,1 0 0,1 0 0,1 0 0,0 0 0,1 0 0,0 0 0,1 0 0,0 0 0,0 0 68,-5 0 0,1 0 0,0 0 0,1 0 1,0 0-1,0 0 0,1 0 0,0 0 0,1 0 1,-1 0-1,0 0 0,1 0 0,-1 0 0,0 0 1,0 0-1,0 0 0,-1 0 0,1 0 0,0 0 0,0 0 1,-1 0-1,1 0 0,0 0 0,0 0 0,0 0 1,0 0-1,-1 0 0,0 0 0,1 0 0,-2 0 1,1 0-1,-1 0-30,3 0 1,-1 0 0,0 0 0,0 0 0,0 0 0,0 0 0,0 0 0,-1 0 0,0 0 0,-1 0 0,1 0 0,-2 0 0,1 0 0,-2 0 180,4 0 1,0 0 0,-1 0 0,0 0 0,0 0 0,-2 0 0,1 0 0,-2 0 0,0 0 0,-1 0 0,-1 0 53,7 0 0,-1 0 0,-1 0 0,-1 0 0,-1 0 0,-1 0 0,-1 0-80,4 0 1,-1 0 0,-2 0 0,-1 0 0,-3 0 79,4 0 0,-3 0 0,-3 0 1583,-5 0 0,-2 0-1583,8 0 0,-24 0 0,12 0 0</inkml:trace>
  <inkml:trace contextRef="#ctx0" brushRef="#br0" timeOffset="42100">4432 7990 24575,'31'0'0,"1"0"0,-2 0 0,5 0 0,1 0 0,3 0 0,-7 0 0,1 0 0,2 0 0,1 0 0,0 0 0,2 0-410,-4 0 0,1 0 1,1 0-1,0 0 1,1 0-1,0 0 0,0 0 1,-1 0-1,0 0 0,0 0 1,0 0-1,0 0 1,0 0-1,0 0 0,0 0 1,0 0 51,-1 1 1,1-1 0,0 0 0,-1 0-1,1 0 1,-2 0 0,1 0 0,-1-1 262,0 0 1,1 0-1,-2 0 1,1-1-1,-2 0 1,1 0 0,-1 0 94,4-1 0,-1-1 0,-1 1 0,1-1 0,-2 0 0,0 1 184,3 0 0,0 1 0,-2-1 0,0 0 1,-3-2-185,-2-2 0,-1-2 0,-2 1 0,0 3 0,3 3 0,-1 2 0,-3-1 0,-4-6 0,-2 2 3276,1 5-2471,10 0 2471,-26 0-3140,14 0 1523,-7 0-1659,4 0 0,17-12 0,-4 9 0,-7-9 0,-9 12 0,-12 0 0,0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8T20:09:33.83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2924 2580 24575,'0'22'0,"0"0"0,0 1 0,0 2 0,0 0 0,0 1 0,0 1-443,0 0 1,0 0 0,0 0 442,-1 3 0,0 1 0,3 1 0,3 1 0,2 0 0,-2-1 0,-3-6 0,-2-1 0,3 1 0,5 5 0,3 1 0,-1-1 0,-3 0 0,1 1 0,2-3 0,2 2 0,-2-1 0,-1 4 0,-2 1 28,-1-10 1,0 2-1,0-1-28,1 7 0,-2 0 151,-4-3 1,1 0-152,3 2 0,1 1 0,4-3 0,-2 0 0,-6-6 0,0 0 0,8 8 0,-2-2 666,-8 1-666,6 0 0,0 0 273,-3 0-273,3 0 0,0-1 0,-6-11 0,0 7 0,0-5 0,0-16 0,0 13 0,11-18 0,-8 0 0,9 0 0,6 0 0,-14 0 0,25 0 0,4 0 0,-5 0 0,4 0 0,-3 0 0,2 0 0,2 0-547,-6 0 1,1 0 0,0 0 0,2 0 546,3 0 0,2 0 0,0 0 0,0 0 0,1 0 0,0 0 0,1 0 0,1 0 0,-3 0 0,2 0 0,0 0 0,0 0 0,-1 0-539,-3 0 1,0 0 0,-1 0 0,1 0 0,1 0 538,-2 0 0,2 0 0,0 1 0,0-1 0,0 0 0,-2-1 0,0-2 0,-1-1 0,0 0 0,0 0 0,1 1 0,-1 1 0,1 2 0,1 0 0,0-1 0,-1 1 0,0-2 0,2 0 0,0-2 0,-1 0 0,0 0 0,2 1 0,-4 0 0,0 1 0,1 0 0,0 0 0,0 0 0,1 1 0,0 0 0,1 1 0,0 1 0,0-1 0,0-1 0,0-1-443,-2-1 0,-1-2 0,0-1 0,1 0 0,-1 1 0,1 1 443,3 0 0,-1 1 0,2 1 0,-1 0 0,0-1 0,-1 1 0,-2-2 0,-1 1 0,0 0 0,0-1 0,0 1 0,0-1 0,0 0 0,1 0 0,0-1 0,0 1 0,0 0 0,0 1 0,5 2 0,0 1 0,0 1 0,0-2 0,0 0 0,-5-3 0,0-1 0,0-1 0,0 0 0,0 1 0,-1 1-299,4 2 1,1 2-1,-1 0 1,-1 0-1,1-2 299,-1-3 0,1-2 0,-1 0 0,0 1 0,-1 1 0,5 3 0,-2 2 0,0 0 0,0-1 0,-2-1 0,-1-1 0,-1 0 0,1 0 76,0-1 1,0 1 0,0 0-1,-1 1-76,-2 1 0,0 1 0,0 0 0,1-2 0,1-4 0,0-3 0,1 1 0,0 2 0,2 3 0,-1 3 0,1 0 0,0-2 91,1-4 1,0-3-1,1 1 1,1 2-92,-7 4 0,1 2 0,0 0 0,0 1 0,-1-3 0,1-3 0,0-1 0,0-1 0,0 1 0,-1 0 0,0 2 0,-1 1 0,1 0 0,-1 0 0,1 0 0,0-1 0,1 0 0,-1 0 0,1 0 0,-1 0 0,0-1 0,-1-1 0,1 1 0,-1 1 0,1 0 0,1 2 0,-1 2 0,1 0 0,0 0 0,0-1 0,0-1 0,0-1 0,0 1 0,0-1 0,-1 1 0,2 2 0,-1 0 0,0 0 0,0 0 267,3 0 0,1 0 0,-1 0 0,-1 0-267,3 0 0,-2 0 0,1 0 199,-7 0 1,-1 0 0,0 0 0,1 0-200,8 0 0,-1 0 0,1 0 0,-2 0 0,0 0 0,1 0 0,-5 0 0,2 0 0,0 0 0,0 0-115,2 0 0,0 0 1,1 0-1,0 0 115,-5 0 0,0 0 0,1 0 0,0 0 0,0 0 0,2 0 0,1 0 0,-1 0 0,0 0 0,0 0 0,4 0 0,-1 0 0,0 0 0,1 0 0,-6 2 0,0 1 0,0 0 0,1-1 0,-1 0-148,3-1 1,0-1 0,0 0 0,0 0 0,0 2 147,-4 1 0,1 1 0,-1 1 0,1 0 0,0-1 0,0-1 0,2-2 0,0-1 0,0 0 0,1 0 0,0 0 0,0 2-268,-1 1 0,0 1 0,1 1 0,0 0 0,1 0 0,-1-1 0,0-1 268,1-1 0,0-2 0,0 0 0,1 0 0,-1 0 0,1 1 0,0 0 0,-4 2 0,1 1 0,-1 0 0,1 0 0,0 1 0,0-1 0,0-1 0,0 0 0,0-2 0,0 0 0,0-1 0,0 0 0,-1 0 0,1 0 0,-1 0 0,0 1 0,2 0 0,-1 1 0,0 0 0,0 0 0,0 0 0,-1-1 0,0 0-191,2 0 0,0-1 0,0-1 0,-1 0 1,0 2-1,0-1 191,-2 2 0,0 1 0,0 0 0,0 1 0,-1-1 0,1 0 0,0 0 0,1-1 0,-1 0 0,0 1 0,1 0 0,-1 0 0,0 2 0,1 0 0,-1 0 0,0 1 0,1 0 0,-1 0 0,1-1 0,1 1 0,-1 0 0,0-1 0,1 1 0,0-2 0,3 0 0,-1-2 0,1 0 0,0 0 0,0 1 0,0 0-208,-1 1 1,0 1-1,1 0 1,-1 0-1,1 0 1,0 1 207,-2-2 0,0 1 0,1-1 0,0 1 0,0 0 0,0-1 0,1 1-138,-2-1 1,0-1-1,0 0 1,1 0-1,0 0 1,0 1-1,-1 1 1,1 1 137,0 1 0,0 2 0,0 0 0,0 1 0,0 0 0,0 0 0,0 0 0,0-2 0,-3-1 0,0-1 0,0-1 0,1 1 0,-1-1 0,0 0 0,0 0 0,0 1 0,-1 1 0,2 0 0,-1 1 0,0 0 0,0 1 0,-1 0 0,0-1 0,0 1 0,-1-1 108,2 0 1,-1 1 0,0-1 0,-1 1 0,0-1 0,-1 0-1,0-1-108,6 2 0,-1 0 0,-1-1 0,0 0 0,-2-1 270,1 1 0,-1-1 0,-2 0 0,0-1-270,2 1 0,-2 0 0,0-3 902,-3-3 0,0-2 0,-3 1-902,2 0 0,-3 0 3276,9 0-1994,-20 0 1649,-12 0-2931,0-18 1013,0 2-1013,0-5 0,-4 1 0,-4-1 0,-13 2 0,9-11 0,-3-2 0,-10 17 0,0 0 0,9-16 0,1 0 0,-11 13 0,2-1 0,12-3 0,4-5 0,0 1-454,-3 4 1,0 0-1,0-3 454,0-2 0,-1-3 0,1-2 0,1-1-656,3 1 1,2-2-1,0 0 1,-1-1 0,-2 0 641,0 3 0,-3 1 0,0-1 0,-1 0 0,2 0 0,1-2 14,2 2 0,2-2 0,0 0 0,1-1 0,0 1 0,-2 0 0,0 2 0,-2-1 0,-2 1 0,0 0 0,0 1 0,0 0 0,1 0 0,0-4 0,0-1 0,1 1 0,0 2 0,0 2-48,-1-6 1,-1 4-1,2 1 48,-1-6 0,0 7 0,-3 11 0,9-10 1111,-9 26-1111,12-14 3276,0 18-2984,-11 0-106,8 0-186,-27-12 0,14-2 0,-4-1 0,4-1 0,2 3 0,10 8 0,-26-12 0,27 17 0,-20 0 0,-9-12 0,14 6 0,-1-3 0,-9-12 0,-1-2 0,2 5 0,1-1 0,6 4 0,0 0 0,-1 0-262,-4-3 0,-1 1 0,-1 2 262,1 3 0,-1 3 0,0-1 0,-3-5 0,-1 0 0,-1 1-315,5 5 0,-1 0 0,0 2 1,1-1 314,-6-1 0,1 0 0,0-1 0,4 1 0,0-1 0,0 0 0,2 1-184,-2 3 1,1 2-1,1-2 184,-4-4 0,-1-1 0,2 3 0,-6 6 0,1 1 0,4-5 0,0 0 0,-2 0 0,2 0 714,-1 3-714,1-11 0,-2-1 0,8 12 0,0 1 635,-6-7 0,0 1-635,-2 7 0,-1 2 0,-3-1 0,0 0 0,2 0 0,-1 0 0,5 0 0,0 0 0,0 0 0,-5 0 0,1 0 306,4 0 0,0 0-306,-2 0 0,2 0 0,6 0 0,-1 0 0,-8 0 0,0 0 0,9 0 0,0 0 0,-7 0 0,0 0 0,7 0 0,0 0 0,-6 0 0,-1 0 0,-2 0 0,2 0 0,9 0 0,1 0 0,-5 0 0,2 0 0,8 0 0,-14 0 0,28 0 0,-28 0 0,14 0 0,-12 0 0,-6 0 0,9-1 0,-1 1 0,-4 1-627,4 1 1,-4 2 0,0 0 0,-2 0 0,0-1 626,-3 1 0,0-1 0,-2-1 0,0 2 0,-1 0-528,3 0 0,-1 2 0,-1 0 0,0 0 1,0-1-1,0 0 528,1-2 0,-1 0 0,0 0 0,1-1 0,-1 0 0,1 0 0,1 0 0,0 0 0,1 0 0,-1 1 0,2-2 0,-1 0 0,-2 0 0,1-1 0,0 0 0,1 0 0,1-1-241,-3 1 0,0 0 0,2 0 0,2 0 241,-2 0 0,1 0 0,1 0-147,2 0 1,0 0-1,1 0 147,2 0 0,0 0 0,0 0 0,-4 0 0,0 0 0,0 0 0,0 0 0,1 0 0,-1 0 0,-2 0 0,0 0 0,0 0 0,1 0 0,1 0 0,0 0 0,3 0 0,2 0 0,-1 0 747,1 0 1,0 0 0,2 0-748,-7 0 0,1 0 1638,6 0 0,0 0-1599,-3 0 1,4 0 1299,7 0-1339,-2 0 679,6 0-679,-8 0 0,2 0 0,-4 0 0,-3 0 0,-2 0 0,-3 0-589,2 0 0,-2 0 0,0 0 1,-3 0 588,0 0 0,-2 0 0,-2 0 0,0 0 0,0 0-547,4 0 1,0 0 0,-1 0 0,0 0 0,1 0 0,-1 0 514,-2 0 1,1 0 0,-1 0 0,0 0 0,1 0 0,1 0 31,-1 0 0,0 0 0,2 0 0,-1 0 0,2 0-203,-5 0 0,0 0 1,1 0-1,3 0 203,0 0 0,2 0 0,3 0 0,2 0 0,3 0 0,1 0 0,3 0 1863,-2 0-1863,1 0 0,-5 0 0,1 0 0,-2 0 0,-2 0 382,-1 0 0,-2 0 0,-1 0 0,-1 0-382,2 0 0,-1 0 0,-1 0 0,0 0 0,0 0 0,-1 0 0,-2 0 0,1 0 0,0 0 0,0 0 0,3 0 0,-1 0 0,1 0 0,1 0 0,1 0 0,-1 0 0,2 0 0,2 0 0,0 0 504,-10 0 1,2 0-505,9 0 0,2 0 0,-3 0 0,2-5 0,0-1 0,4 4 0,-1 1 0,-3-3 0,-4 0 0,1 0-243,-1 0 1,-1-1-1,0 2 243,-3 2 0,-1 1 0,0-2 0,3-1 0,0-2 0,0 2 0,4 2 0,1 1 0,2 1 1111,-1-1 1,1 0-1112,-2 0 0,2 0 0,-4 0 0,-4 0 0,10 0 0,0 0 0,-2 0 0,-1 0 410,1 0 1,0 0-411,-2 0 0,2 0 0,4 0 0,0 0 0,-5 0 0,-3 0 0,-7 0 0,-2 0 0,10 0 0,0 0 0,0 0-178,0 0 1,1 0 0,-2 0 177,-2 0 0,0 0 0,1 0 0,-6 0 0,1 0 0,4-5 0,0-3 0,0 3 0,3 3 0,0 1 0,0-1 0,-4-3 0,0-2 0,0 2 0,4 4 0,0 1 0,1 1 0,-1-1 0,1 0 0,1 0 0,-9 0 0,2 0 0,1 0 0,1 0 0,-2 0 0,0 0 0,1 0 0,1 0 0,6 0 0,0 0 0,-7 0 0,0 0 0,7 0 0,0 0 0,-8 0 0,-3 0 0,10 0 0,-2 0 0,2 0 0,-10 0 0,0 0 0,6 0 0,-2 0 0,2 0 0,-3 0 0,1 0 0,0 0 0,-1 0 0,1 0 0,5 0 0,0 1 0,1-2 0,-1-3 0,-1 0 0,-1 0-60,-3 3 1,-1 1 0,1-2 59,6-1 0,0-1 0,-1-1 0,-9-1 0,-3 0 0,1 1-388,8 3 1,1 2 0,0 0 0,-1-3 387,0-3 0,-1-2 0,-1-1 0,1 3 0,-3 4 0,0 1 0,-1 2 0,3-2 0,-3-2 0,2-1 0,1-1-3,0 1 0,0 0 0,3 0 3,0 3 0,3 0 0,5-6 0,1 2 0,-14 5 326,11 0 1,0 0-327,-14 0 802,13 0 0,0 0-802,-9 0 11,-1 0-11,5 0 0,-4 0 0,0 0 0,4 0 0,9 5 0,0 2 0,-9-5 0,3 4 0,0 0 0,-6 6 0,1-11 0,-2 1 0,8 13 0,0-1 0,-6-11 0,-1-1 0,-2 13 0,2-1 0,6-12 0,1-1 0,0 5 0,2 0 0,2-6 0,-4 0 0,-8 17 0,1-12 0,6 10 0,0-1 0,-3-11 0,9 3 0,0 0 0,3-6 0,-2 0 0,18 12 0,-12-9 0,-2 26 0,-1-25 0,3 26 0,12-27 0,0 26 0,0-24 0,0 24 0,12-26 0,-9 20 0,9-20 0,-12 27 0,0-14 0,0 16 0,0-10 0,0 0 0,0 2 0,0 1 0,0 8 0,0 0 0,0-2 0,0-2 0,0-2 0,0-1 0,0-5 0,0-2 0,0 2 0,0 8 0,0-13 0,-12 16 0,11-9 0,-1-1 0,-10 8 0,12 3 0,0-4 0,0-24 0,0 12 0,0-17 0,0 0 0,0 0 0</inkml:trace>
  <inkml:trace contextRef="#ctx0" brushRef="#br0" timeOffset="15817">5662 12343 24575,'-15'0'0,"33"0"0,13 0 0,-7 0 0,5 0 0,0 0 0,0 0 0,0 0 0,1 0-698,-1 0 1,0 0 0,1 0 0,1 0 697,6 0 0,0 0 0,1 0 0,0 0-410,-6 0 1,0 0-1,0 0 1,1 0-1,0 0 410,3 0 0,1 0 0,0 0 0,1 0 0,-1 0-449,-3 0 1,-1 0-1,2 0 1,-1 0 0,0 0-1,-1 0 449,-1 0 0,-1-1 0,1 1 0,-1 0 0,1 0 0,0 1 0,2 0 0,1 1 0,1 0 0,-1 0 0,0 0 0,-2 1-347,2-1 0,-1 0 0,0 1 0,-1 0 0,1 1 347,1 2 0,0 1 0,0 0 0,0 0 0,-1-1 0,-2-2 0,-2-2 0,0 1 0,1 0 0,-1 1 0,2 1 0,0 1 0,-1 1 0,1-1 0,0-1 0,0-1 0,-1-1 0,1 0 0,0-1 0,0 1 0,0 0 0,0-1 0,0 0 0,-1 2 0,1 0-18,3 2 1,0 2 0,0 0 0,1-1 17,-6-3 0,2-1 0,-1 0 0,0 0 0,-1 0 0,0 2 0,-1 0 0,0 0 0,1 1 295,3 1 1,2 2 0,0-2 0,-3-1-296,-1-4 0,-2-1 0,1 1 722,4 3 1,0 2 0,-1-2-723,2-4 0,-1-2 0,-5 1 0,2 0 0,-1 0 0,-3 0 0,-1 0 0,2 0 0,5 0 0,2 0 0,1 0 128,-6 0 0,1 0 1,1 0-1,0 0-128,2 0 0,1 0 0,1 0 0,0 0 0,-5 0 0,1 0 0,0 0 0,0 0 0,0 0 0,0 0 0,0 0 0,0 0 0,0 0 0,-2 0 0,4 1 0,-1-1 0,-1 1 0,-1-3 542,7-3 0,0-2 0,-4 2-542,-2 3 0,-4-1 503,-1-6 1,-4 0-504,5 9 0,-4 0 0,2 0 0,9 0 0,2 0-445,-5 0 0,2 0 0,2 0 445,-1 0 0,3 0 0,0 0 0,1 0 0,-2 0 0,0 0 0,1 0 0,-1 0 0,-5 0 0,0 0 0,0 0 0,0 0 0,-1 0 0,5 0 0,-1 0 0,-1 0 0,-1 0 0,-3 0 0,-2 0 0,0 0 0,0 0 399,3 0 1,0 0 0,-1 0-400,1 0 0,0 0 0,-3 0 115,1 0 0,-1 0-115,3 0 0,-4 0 0,-7 0 0,4 0 1973,8 0-1973,-1 0 0,-7 0 0,4 0 0,-1 0 0,5 0 0,1 0-116,2 0 0,3 0 1,-1 0 115,-5 1 0,0-1 0,0-1 0,2-2 0,1-2 0,0 2 0,-1 2 0,-1 0 0,-1 0-203,-7-3 0,0-1 0,1 2 203,7 2 0,2 1 0,-3 1 0,-3-1 0,1 0 0,0 0 0,3 0 0,-2 0 0,1 0 0,-1 0-60,-5 0 1,0 0 0,0 0 59,8 0 0,-2 0 0,5 0 0,-10 0 0,-1 0 1070,-3 0-1070,5 0 0,2 0 638,6 0-638,-12 0 0,-4 0 0,-5 0 0,-3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8T20:14:41.60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1984 3585 24575,'28'0'0,"0"0"0,-2 0 0,1 0 0,1 0 0,7 0 0,1 0 0,2 0-387,-4 0 1,0 0 0,3 0 0,0 0 386,-5 0 0,2 0 0,0 0 0,1 0 0,-1 0 0,-3 0-438,7 0 1,-3 0 0,0 0 0,1 0 437,-2 0 0,2 0 0,0 0 0,-2 0 0,-5 0 0,9 0 0,-4 0-2,-7 0 1,1 0 0,0 0 1,0 0 0,1 0 0,2 0 0,0 0 0,1 0 0,2 0 0,0 0-499,0 0 1,1 0-1,1 0 1,0 0 498,-5 0 0,1 0 0,0 0 0,0 0 0,0 0 0,3 0 0,0 1 0,0-1 0,1-1 0,-3-1 0,1 0 0,1-1 0,0 0 0,0 1-377,-2 2 1,1 0-1,-1 0 1,1-1 0,1-1 376,-4-1 0,1-2 0,0 0 0,1-1 0,0 0 0,0 2-211,2 1 0,1 0 0,0 0 0,0 1 0,0 0 0,-1-1 211,-2 0 0,-2-1 0,1 0 0,-1 1 0,1-1 0,-1 1 0,1 1 0,0 0 0,0 0 0,0 0 0,0 0 0,-1 1-187,4-2 1,0 0 0,-1 1 0,-1 0-1,1 0 187,3 1 0,0 0 0,-1 1 0,1-1 0,-6-1 0,0-1 0,0 0 0,1 1 0,-2 0 0,6 1 0,0 1 0,-1 1 0,0-1 190,-1 0 1,0 0 0,-1 0 0,-1 0-191,3 0 0,-1 0 0,-3 0 1111,7 0 0,-5 0-1111,-5 0 2987,-11 0-2987,-5 0 2266,-9 12-2266,9-9 1134,-12 9-1134,0-1 0,0-8 0,0 9 0,-12-12 0,9 0 0,-9 0 0</inkml:trace>
  <inkml:trace contextRef="#ctx0" brushRef="#br0" timeOffset="4434">1667 4339 24575,'0'-26'0,"0"-7"0,0 17 0,0-13 0,0 26 0,0 3 0,0 20 0,0 8 0,0 5 0,0-1 0,0-4 0,0 4 0,0-17 0,0 14 0,0-24 0,0 24 0,0-26 0,12 27 0,-9-26 0,8 25 0,-11-26 0,0-3 0,0-3 0,0-8 0</inkml:trace>
  <inkml:trace contextRef="#ctx0" brushRef="#br0" timeOffset="14134">1733 4908 24575,'0'31'0,"0"0"0,0-8 0,0 1 0,0 2 0,0 3 0,0-2 0,0 4 0,0-2 0,0-3 0,0-3 0,0 9 0,0-2 0,0-14 0,0 4 0,0 4 0,0-4 0,0-3 0,0 0 0,0-5 0,0-9 0,0 9 0,0 5 0,0-12 0,0 24 0,0-26 0,0 9 0</inkml:trace>
  <inkml:trace contextRef="#ctx0" brushRef="#br0" timeOffset="35967">4128 5226 24575,'29'0'0,"0"0"0,7 0 0,0 0 0,-9 0 0,-1 0 0,2 0-774,4-3 0,1-1 0,1-1 774,1-1 0,0-1 0,0-1 0,0 0 0,-2-1 0,1-2 0,1-1 0,-1-2 0,1 2 0,-7 4 0,0 2 0,-1-1 0,1 0 0,4-3 0,0-1 0,1 0 0,-1 0 0,1 0 0,0 0 0,-2 3 0,0-1 0,-3-1 371,-2-10 1,-1 1-372,8 11 0,-4 0 383,-13-10-383,13 18 0,-14 0 0,17 0 0,-4 0 0,2 0 0,3 0 0,3 0-3,-1 0 1,3 0-1,-1 0 3,-4 0 0,-1 0 0,0 0 0,5 0 0,0 0 0,-1 0 0,-4 0 0,-1 0 0,-1 0-100,-3 0 0,0 0 0,0 0 100,0 0 0,-1 0 0,-1 0 0,-1 0 0,0 0 0,8 0 0,-2 0 0,1 0 0,-9-1 0,0 2 1185,10 17-1185,-4-13 319,-7 12-319,-9-17 0,-12 0 0,29 0 0,-7 0 0,4 0 0,4 0-656,-1 0 1,4 0-1,2 0 1,2 0 0,-1 0 484,-5 0 1,1 1-1,0-1 1,2 1-1,-1-1 1,1-1-1,1 0-239,0-1 0,1-1 1,0-1-1,1 0 1,0-1-1,0 1 0,0 0 1,-1 1 289,0 0 0,-1 1 0,1 0 0,-1 0 1,0 0-1,0-1 0,0 1 0,-1-1 120,2-1 0,1-1 0,-1 1 0,-1-1 0,0 0 0,-1 0 0,0 0-165,0 0 0,-1 0 0,-1-1 0,0 1 0,-1 0 0,-2 2 165,5 1 0,-1 2 0,-2 0 0,-4-2 0,5-8 0,-4 2 0,-4 7 0,-7 2 0,-14-1 0,9 0 0</inkml:trace>
  <inkml:trace contextRef="#ctx0" brushRef="#br0" timeOffset="37601">4405 5755 24575,'22'0'0,"0"0"0,6 0 0,2 0 0,2 0 0,-4 0 0,1 0 0,1 0 0,1 0-656,-1 0 1,1 0-1,2 0 1,-1 0 0,0 0 366,0 0 1,0 0 0,0 0 0,-1 0-1,1 0 289,0 0 0,0 0 0,-1 0 0,1 0 0,0 0 0,0 0 0,0 0 0,0 0 0,0 0 0,-1 0 0,4 0 0,0 0 0,0 0 0,1 0 0,-4 0 0,2 0 0,0 0 0,-1 0 0,0 0 0,3 0 0,0 0 0,-1 0 0,2 0 0,-4 0 0,2 0 0,0 0 0,0 0 0,-3 0 33,2 0 0,-1 0 0,-1 0 0,-1 0-33,7 0 0,0 0 0,-4 0 520,-3 0 0,-2 0-520,-3-1 0,2 0 0,-2 3 0,6 6 0,0 1 0,-6-6 0,1-3 0,1 2-197,3 3 0,1 2 1,-1-2 196,-5-4 0,-2-1 0,3-1 0,8 1 0,2 0 0,1 0 214,-10 0 1,0 0 0,1 0 0,-1 0-215,2 0 0,0 0 0,0 0 0,1 0 0,1 0 0,1 0 0,-1 0 0,1 0 0,2 3 0,0 0 0,0 1 0,-1-2 0,-4-1 0,-1-1 0,0 0 0,0 2 0,5 3 0,0 2 0,0 0 0,-2-2 0,3-4 0,-1-1 0,-2 2 269,-1 1 1,-2 2-1,0-2-269,8-2 0,-4-2 0,-5 1 0,-10 0 651,-18 0-651,0 0 0,0 0 0</inkml:trace>
  <inkml:trace contextRef="#ctx0" brushRef="#br0" timeOffset="39917">1640 6231 24575,'0'32'0,"0"-5"0,0 4 0,0-6 0,0 1 0,0 3-820,0 4 1,0 3 0,0 1 0,0 0 370,0-1 1,0 0-1,0 0 1,0 2 448,0-8 0,0 3 0,0 0 0,0-1 0,0-1 0,0-2 351,0 7 1,0-3-1,0 1-351,0 3 0,0 1 0,0-11 924,0-10-924,0 0 0,0-17 0,0 0 0,0 0 0</inkml:trace>
  <inkml:trace contextRef="#ctx0" brushRef="#br0" timeOffset="46767">1918 8401 24575,'26'0'0,"0"0"0,0 0 0,5 0 0,2 0 0,2 0 0,-3 0 0,2 0 0,2 0 0,0 0-656,-3 0 1,2 0-1,0 0 1,1 0 0,-2 0 270,-1 0 0,0 0 1,-1 0-1,1 0 0,1 0 385,-3 0 0,1 0 0,0 0 0,0 0 0,0 0 0,0 0 0,4 0 0,1 0 0,-1 0 0,-1 0 0,0 0 0,-2 0 0,-2 0 0,1 0 0,0 0 0,1 0 0,3 0 0,2 0 0,-1 0 0,0 0 0,-2 0-47,-1 0 1,-2 0 0,0 0 0,0 0 46,0 0 0,-1 0 0,1 0 0,-1 0 0,6 0 0,0 0 0,-1 0 0,1 0 0,0 0 0,-1 0 184,-3 0 0,-1 0 1,1 0-185,0 0 0,0 0 0,-1 0 0,5 0 0,-2 0 0,-7 0 0,-3 0 2468,3 0-2468,1 0 1556,-14 0-1556,17 0 0,-10 0 0,2 0 0,8 0 0,2 0 0,-3 0 0,1 0-74,2-4 1,3 0-1,-2 0 74,-8 3 0,-2 1 0,2-2-454,6-6 0,3-3 0,0-2 0,-1 4 454,-5 3 0,-1 2 0,-1 0 0,3-1 0,-2-1 0,0-1 0,2 1 0,-1-1 0,1 0-514,5-1 0,0 0 0,0 0 1,1 3 513,-7 3 0,1 1 0,0 2 0,0-1 0,-1-3 0,7-3 0,-1-2 0,1-1 0,0 3 0,-6 4 0,1 1 0,-1 2 0,0-1 0,0-1 0,2-1 0,-1-1 0,0-1 0,0 1-298,0 0 1,-1 0 0,0 0 0,0 1 297,0 0 0,1 2 0,-2 0 0,-1-1 194,1-3 1,-2-1-1,-1 2-194,0 2 0,0 1 0,-3 1 771,-1-1 1,-2 0-772,12 0 2179,-17 0-2179,13 0 1544,-26 0-1544,21 0 241,-4 0-241,7 0 0,4 0 0,-4 0 0,3 0 0,-1 0 0,1 0 0,1 0-221,-4 0 1,-1 0 0,1 0 220,4 0 0,0 0 0,0 0 0,0 0 0,0 0 0,0 0 0,-4 0 0,0 0 0,-1 0 0,1 0 0,0 0 0,-3 0 0,1 0 0,-1 0 0,3 0 0,-4 0 0,-7 0 0,2 0 0,-7 12 0,22-9 330,-13 3 1,2-1-331,4-4 0,1-2 0,3 1 0,-2 0 0,8 0 0,-3 0 0,-10 0 0,-20 0 0,27 0 0,-14 0 0,4 0 0,4 0 0,-4 0 0,2 0 0,2 0 0,-1 6 0,3 0 0,0-4 0,3-2 0,-2 1 0,2 5 0,1 0 0,-3-5 0,2-2 0,-3 1 0,-4 0 0,-1 0 0,11 0 0,-20 0 0,-12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8T20:15:40.38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7488 5067 24575,'34'0'0,"-9"0"0,-1 0 0,7 0 0,0 0 0,0 0 0,0 0 0,5 0 0,1 0 0,-17 0 0,0 0 0,18 0 0,-1 0 0,0 0 0,-14 0 0,-2 0 0,-6 0 0,14 0 0,-1 0 0,-3 0 0,3 0 0,7 0 0,2 0 0,-3 0 0,1 0 0,-9 0 0,0 0 0,0 0 0,8 0 0,-2 0 0,-1 0 0,-2 0 0,-2 0 0,-1 0 0,3 0 0,0 0 0,-5 0 0,0 0 0,9 0 0,-1 0 0,-11 0 0,0 0 0,5 0 0,-2 0 0,4 0 0,-7 0 0,8 0 0,-24 0 0,12 0 0,-5 0 0,3 0 0,5 0 0,4 0 0,0 0 0,0 0 0,1-6 0,-1 0 0,3 5 0,-4-1 0,-7-10 0,2 12 0</inkml:trace>
  <inkml:trace contextRef="#ctx0" brushRef="#br0" timeOffset="1716">7527 5887 24575,'35'0'0,"0"0"0,0 0 0,-8 0 0,1 0 0,0 0 0,2 0 0,6 0 0,2 0 0,0 0 0,0 0-820,-1 0 1,0 0 0,1 0 0,0 0 501,-5 0 1,2 0 0,0 0 0,-1 0 0,-1 0 317,4 0 0,-2 0 0,-1 0 0,1 0-64,1 0 1,1 0 0,-1 0 0,-2 0 63,4 0 0,-3 0 0,1 0 337,-2 0 0,-1 0 1,-2 0-338,1 0 0,-3 0 0,-3 0 0,-2 0 0,3 0 2377,-6 0-2377,3 0 1562,-22 0-1562,10 0 165,6 0-165,-2 0 0,13 0 0,4 0 0,-7 0 0,-1 0 0,5 0 0,0 0 0,-3 0 0,-4 0 0,-6 0 0,0 0 0</inkml:trace>
  <inkml:trace contextRef="#ctx0" brushRef="#br0" timeOffset="2083">9287 6099 24575,'0'0'0</inkml:trace>
  <inkml:trace contextRef="#ctx0" brushRef="#br0" timeOffset="12000">13811 11523 24575,'26'0'0,"0"0"0,0 0 0,4 0 0,1 0 0,2 0 0,1 0 0,-4 0 0,0 0 0,2 0 0,0 0 0,1 0-547,2 0 1,1 0 0,1 0 0,1 0 0,1 0 0,0 0 136,-7 0 0,0 0 1,1 0-1,0 0 1,0 0-1,0 0 0,1 0 1,-1 0-1,1 0 0,0 0 1,1 0-1,-1 0 1,1 0-1,0 0 0,-1 0 1,1 0 286,1 0 0,-1 0 0,1 0 1,0 0-1,0 0 0,0 0 1,-1 0-1,0 0 123,-1 0 0,1 0 0,-1 0 0,0 0 0,-1 0 0,1 0 0,-1 0 0,-1 0-14,3 0 1,-1 0 0,-1 0-1,1 0 1,-1 0 0,0 0 0,-1 0 13,3-1 0,0 1 0,0 0 0,-1 0 0,0 0 0,-1 1-154,3 0 0,-1 1 1,0 1-1,-2-1 1,-2 1 153,8 2 0,-3 0 0,-2 0 903,-4 0 1,-1-1-1,-6 2-903,5 6 0,-10-12 0,-18 0 0</inkml:trace>
  <inkml:trace contextRef="#ctx0" brushRef="#br0" timeOffset="40118">3426 7871 24575,'38'0'0,"-1"0"0,-8 0 0,1 0 0,1 0 0,-2 0 0,1 0 0,1 0 0,0 0-799,1 0 0,1 0 0,0 0 0,-1 0 799,-1 0 0,-1 0 0,0 0 0,0 0 0,-1 0 0,-1 0 0,1 0 0,-2 0 178,5 0 0,-1 0 1,-1 0-179,-4 0 0,0 0 0,0 0 0,-1 0 0,1 0 0,0 0 0,1 0 0,0 0 0,0 0 0,0 0 0,0 0 0,0 0 0,0 0 0,0 0 0,-3 0 315,1 0 1,-1 0-316,6 0 0,1 0 0,-6 0 0,-1 0 0,5 0 0,2 0 0,1 0 0,1 0 0,2 0 0,2 0 260,-11 0 1,1 0 0,1 0-261,4 0 0,1 0 0,0 0 0,2 0 0,0 0 0,1 0-239,-7 0 1,1 0 0,0 0 0,0 0 238,7 0 0,-1 0 0,0 0 0,-4 0 0,-1 0 0,-2 0 0,6 0 0,-5 0 0,-2 0 0,1 0 0,-26 0 809,27 0-809,-9 0 0,3 0 0,9 0 0,3 0-17,-3 0 1,3 0 0,0 0 16,-8 0 0,0 0 0,0 0 0,1 0 0,1 0 0,0 0 0,0 0 0,0 0 0,3 0 0,0 0 0,0 0 0,-1 0 0,5 0 0,-1 0 0,0 0 0,1 0 0,0 0 0,-1 0-194,-4 0 1,-1 0 0,-1 0 193,-3 0 0,0 0 0,0 0 0,-1 0 0,0 0 0,0 0 0,7 0 0,0 0 0,-3 0 0,0 0 0,-3 0 0,-1 0 0,3 0 0,-1 0 1397,9 0-1397,-6 0 0,0 0 624,0 0-624,-8 0 0,-2 0 0,-7 0 0,16 0 0,-14 0 0,2 0 0,2 0 0,8 0 0,2 0 0,3 0 0,3 0 0,-9 0 0,0 0 0,-1 0 0,6 0 0,-3 0 0,-5 0 0,-4 0 0,-5 0 0,-4 0 0,-11 12 0,0-9 0,0 9 0,0-12 0</inkml:trace>
  <inkml:trace contextRef="#ctx0" brushRef="#br0" timeOffset="42467">2209 3770 24575,'0'34'0,"0"-10"0,0 2 0,0 3 0,0 2 0,0-5 0,0 1 0,0 1-355,0 3 0,0 0 0,0 0 355,0-4 0,0 0 0,0 0 0,0-1 0,0 0 0,0 0 0,0 0 0,0 0 0,0-1 0,0 10 0,0 0 0,0-10 0,0 1 0,0 0 0,0 1 0,-1-1 0,2-1 0,5 7 0,0 0 0,-4-2 0,-2 2 0,1 0 0,3-7 0,0 0 0,0 1-334,-3 10 0,-2 1 1,1 0 333,0-5 0,0 0 0,0 0 0,0 4 0,0 2 0,0-2 0,0-4 0,0 0 0,0-2 87,0-2 1,0-2 0,0 1-88,0-1 0,0 0 0,0-2 0,0 7 0,0-1 0,0-6 0,0 0 0,0 8 0,0-2 505,0 1-505,0-1 0,0 2 0,0-8 0,0 0 0,0 9 0,0 0 522,0-3 1,0 0-523,0 3 0,0-1 126,0-7 1,0-1-127,0 5 0,0-1 0,0-7 0,0-1 0,0 6 0,0 0 0,0-6 0,0 1 0,0 8 0,0-1 0,0 9 0,0-5 0,0-8 0,0-21 0,0 26 0,0-25 0,0 26 0,0-10 0,0 8 0,0 5 0,0-1 0,0-16 0,0 14 0,0-27 0,0 8 0,0 19 0,0-8 0,0 4 0,0-1 0,1 3 0,-2 0-265,-3 2 1,0 2 0,0-1 264,3 0 0,1 0 0,-2-1 0,-4 6 0,0-3 0,6-8 0,0-4 0,0-3 0,0-18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8T20:16:33.28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3149 4749 24575,'32'0'0,"-5"0"0,3 0 0,0 0 0,4 0 0,1 0-820,-2 0 1,1 0 0,2 0 0,2 0 363,-6 0 1,1 0 0,1 0 0,1 0 0,0 0 0,-1 0 455,-2 0 0,0 0 0,-1 0 0,1 0 0,0 0 0,1 0 0,3 0 0,2 0 0,-1 0 0,1 0 0,-2 0 0,0 0 0,-1 0 0,-1 0 0,-1 0 0,0 0 0,1 0-142,1 0 0,0 0 0,1 0 0,-1 0 0,-1 0 142,2 0 0,0 0 0,-2 0 0,1 0 162,-3 0 1,0 0-1,0 0 1,-2 0-163,4 0 0,-1 0 0,-1 0 0,-2 0 0,0 0 0,-1 0-154,6 0 0,-1 0 154,-4 0 0,1 0 0,-2 0 0,6 0 0,-1 0 0,-5 0 0,2 0 0,-1 0 0,-3 0 0,-1 0 0,2 0 0,2 0 0,2 0 0,-2 0 0,-2 0 0,-1 0 0,-1 0 0,11 0 0,-2 0 1337,-7 0 0,-3 0-1337,-4 0 0,-2 0 2225,1 0-2225,-8 18 1039,-12-14-1039,0 14 438,18-18-438,-14 0 0,26 0 0,-16 0 0,14 0 0,6 0 0,-3 0 0,3 0 0,-3 0 0,3 0 0,-1 0 0,-5 0 0,-1 0 0,-1 0 0,6 0 0,-4 0 0,5 0 0,-10 0 0,-20 0 0,9 0 0</inkml:trace>
  <inkml:trace contextRef="#ctx0" brushRef="#br0" timeOffset="25216">9909 8030 24575,'25'0'0,"1"0"0,6 0 0,2 0 0,-8 0 0,1 0 0,1 0-355,3 0 0,0 0 0,0 0 355,-3 0 0,-1 0 0,-1 0 174,-1 0 1,-2 0-175,1 0 0,-7 0 176,-14 0-176,27 0 0,-14 0 0,7 0 0,4 0 0,-7 0 0,2 0 0,4 0 0,3 0 0,-1 0 0,1 0 0,0 0 0,2 0 0,2 0 0,-3 0 0,-3 1 0,-2-2 270,4-7 0,-1-2-270,-7 9 0,-4-2 0,0-15 0,0 18 0,-5 0 0,-9 0 0,21 0 0,-22 0 0,16 0 0,6 0 0,-1 0 0,2 0 0,0 1 0,3-1 0,0-1-426,4-2 1,1-2 0,0 2 425,-1 2 0,0 1 0,-1-2 0,-3-7 0,-1-3 0,-2 3 0,0 7 0,-3 0 0,2-8 0,-6 2 0,-14 8 0,25 0 0,-26 0 0,9 0 0</inkml:trace>
  <inkml:trace contextRef="#ctx0" brushRef="#br0" timeOffset="29282">20174 7898 24575,'23'0'0,"-1"0"0,6 0 0,4 0 0,-1 0 0,3 0 0,-1 0-889,-1 0 1,0 0-1,1 0 889,-1 0 0,1 0 0,0 0 0,-3 0 0,-2 0 0,-3 0 0,2 0 282,5 0 1,1 0 0,-4 0-283,-7 0 0,-2 0 219,6 0 1,-2 0-220,4 0 0,-9 0 0,0 0 0,1 0 0,0 0 0,11 0 0,3 0 0,-8 0 0,1 1 0,1-2 174,2-3 0,2 0 0,0 0-174,0 3 0,2 0 0,-2 0 0,-1-2 0,0-1 0,0-1 0,0-1 0,-1 0 0,1 1 0,0 3 0,0 1 0,0-1 0,0-3 0,-1-2 0,2 2 0,0 3 0,1 3 0,0 0 0,-1-1 0,-1 0 0,0 0 0,2 0 0,0 0 0,0 0 0,-2 0 0,-1 0 0,1 0 0,4 0 0,0 0 0,0 0 0,-2 0 0,1 0 0,0 0 0,-5 0 0,1 0 0,0 0 0,-1 0 0,1 0 0,0 0 0,-1 0 0,2 0 0,-1 0 0,-1 0 0,2 0 0,-2 0 0,-2 0 0,-1 0 0,-5 0 0,-2 0 0,1 0 0,-8 0 0,18 0 857,6 0-857,-7 0 0,3 0 0,0-2 0,0 4 0,-7 6 0,-1 1 0,6-7 0,-3 1 0,-3 14 0,-4-15 0,1-4 0,-5 2 0,5 0 0,-10 0 0,-11 0 0,0 0 0,0 12 0,0-9 0,12 9 0,9-12 0,-5 0 0,1 0 0,-17-12-820,0 9 1,0-9 0,0 12 0</inkml:trace>
  <inkml:trace contextRef="#ctx0" brushRef="#br0" timeOffset="40266">14790 7964 24575,'34'0'0,"-5"0"0,4 0 0,-8 0 0,2 0 0,2 0-1093,5 0 1,2 0 0,2 0 1062,-3 0 0,1 0 0,0 0 0,0 0-398,-1 0 0,0 0 1,0 0-1,1 0 428,-5 0 0,1 0 0,1 0 0,-1 0 0,-1 0 0,5 0 0,-1 0 0,0 0 0,0 0-79,1 0 0,0 0 0,0 0 0,-1 0 79,-5 0 0,0 0 0,0 0 0,0 0 0,0 0 0,0 0 0,0 0 0,-1 0-147,7 0 0,0 0 0,-2 0 147,-7 0 0,0 0 0,0 0 0,4 0 0,2 0 0,-3 0 0,-1 0 0,1 0 419,-3 0 0,1 0 1,-1 0-420,4 0 0,-2 0 1052,5 0 0,-2 0-1052,-6 0 0,-3 0 1743,9 0-1743,-8 0 594,-21 0-594,8 0 166,7 0-166,-2 0 0,8 0 0,2 0 0,-2 0 0,1 0 0,5 0 0,0 0 0,-3 0 0,-1 0 0,-6 1 0,0-2 0,0-8 0,-2 0 0,-2 5 0,2-14 0,-18 18 0</inkml:trace>
  <inkml:trace contextRef="#ctx0" brushRef="#br0" timeOffset="42215">15266 4908 24575,'37'0'0,"0"0"0,-4 0 0,2 0 0,0 0 0,3 0 0,-1 0-564,-6 0 0,0 0 1,-1 0 563,1 0 0,0 0 0,0 0 0,0 0 0,0 0 0,0 0 0,-4 0 0,0 0 0,-1 0 273,9 0 1,-3 0-274,-8 0 0,-3 0 280,0 0-280,-9 0 0,-12 0 0,0 0 0,0 0 0</inkml:trace>
  <inkml:trace contextRef="#ctx0" brushRef="#br0" timeOffset="43650">15200 5913 24575,'23'0'0,"0"0"0,8 0 0,3 0 0,-8 0 0,1 0 0,0 0-552,4 0 0,1 0 0,-1 0 552,2 0 0,0 0 0,0 0 0,-1 0 0,-1 0 0,-1 0 0,2 0 0,-1 0 268,1 0 0,-2 0-268,-3 0 274,-6 0-274,3 0 0,-22 18 0,10-14 846,-12 14-846,0-18 0,18 0 0,-2 0 0,7 0 0,4 0 0,-3 0 0,1 0 0,8 0 0,0 0 0,3 0 0,-12 0 0,-6 0 0,-15 0 0,8 0 0,-11 0 0</inkml:trace>
  <inkml:trace contextRef="#ctx0" brushRef="#br0" timeOffset="44867">15108 7117 24575,'32'0'0,"-9"0"0,0 0 0,13 0 0,-3 0 0,-10 0 0,10 0 0,-5 0 0,7 0 0,3 0-656,-6 0 1,3 0-1,2 0 1,0 0 0,1 0 534,-7 0 1,1 0 0,0 0-1,1 0 1,0 0 0,0 0-1,0 0 121,1 0 0,0 0 0,1 0 0,0 0 0,-1 0 0,0 0 0,-1 0 0,3 0 0,-1 0 0,0 0 0,-2 0 0,0 0 0,-2 0-135,4 0 0,-2 0 0,-2 0 1,-1 0 134,3 0 0,-3 0 0,-3 0 0,-2 0 0,-6 0 0,-4 0 0,-3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27405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395728"/>
            <a:ext cx="9144000" cy="50292"/>
          </a:xfrm>
          <a:prstGeom prst="rect">
            <a:avLst/>
          </a:prstGeom>
          <a:solidFill>
            <a:srgbClr val="027B8E"/>
          </a:solidFill>
          <a:ln w="12700">
            <a:solidFill>
              <a:srgbClr val="027B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7863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Sorting Algorithms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A8D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Insertion Sort  ·  Mergesort  ·  Binary Search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188720" y="2971800"/>
            <a:ext cx="6766560" cy="685800"/>
          </a:xfrm>
          <a:prstGeom prst="rect">
            <a:avLst/>
          </a:prstGeom>
          <a:solidFill>
            <a:srgbClr val="162E4A"/>
          </a:solidFill>
          <a:ln w="12700">
            <a:solidFill>
              <a:srgbClr val="162E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88720" y="2971800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80CB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4  8  2  1</a:t>
            </a:r>
            <a:r>
              <a:rPr lang="en-US" sz="2400" b="1" dirty="0">
                <a:solidFill>
                  <a:srgbClr val="F4A0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→   </a:t>
            </a:r>
            <a:r>
              <a:rPr lang="en-US" sz="2400" b="1" dirty="0">
                <a:solidFill>
                  <a:srgbClr val="A5D6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1  2  4  8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Algorithms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Sorting?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Sorting re-arranges the elements of a list into ascending (smallest to largest) order.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3931920" cy="1691640"/>
          </a:xfrm>
          <a:prstGeom prst="rect">
            <a:avLst/>
          </a:prstGeom>
          <a:solidFill>
            <a:srgbClr val="E8F5E9"/>
          </a:solidFill>
          <a:ln w="254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3931920" cy="402336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234440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  ✓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" y="1719072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2,  3,  8,  8,  10,  101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02920" y="23317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= first element  |  max = last element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46320" y="1234440"/>
            <a:ext cx="3931920" cy="1691640"/>
          </a:xfrm>
          <a:prstGeom prst="rect">
            <a:avLst/>
          </a:prstGeom>
          <a:solidFill>
            <a:srgbClr val="FFEBEE"/>
          </a:solidFill>
          <a:ln w="254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846320" y="1234440"/>
            <a:ext cx="3931920" cy="402336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46320" y="1234440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Unsorted  ✗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983480" y="1719072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628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2,  4,  1,  6,  2,  7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983480" y="23317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scan all elements to find min or max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" y="3035808"/>
            <a:ext cx="8412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500" b="1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Hundreds</a:t>
            </a:r>
            <a:r>
              <a:rPr lang="en-US" sz="15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different sorting algorithms have been invented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We'll sort vector&lt;int&gt;  (the same ideas work for any comparable type)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rearrange so that  v[0] ≤ v[1] ≤ v[2] ≤ ... ≤ v[n-1]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Sorting Specification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good specification uses pre-conditions and post-conditions: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8412480" cy="1600200"/>
          </a:xfrm>
          <a:prstGeom prst="rect">
            <a:avLst/>
          </a:prstGeom>
          <a:solidFill>
            <a:srgbClr val="F0F4F8"/>
          </a:solidFill>
          <a:ln w="12700">
            <a:solidFill>
              <a:srgbClr val="C9D4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93776" y="1280160"/>
            <a:ext cx="815644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25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Pre-condition:  </a:t>
            </a:r>
          </a:p>
          <a:p>
            <a:pPr marL="0" indent="0">
              <a:buNone/>
            </a:pPr>
            <a:r>
              <a:rPr lang="en-US" sz="1300" dirty="0">
                <a:solidFill>
                  <a:srgbClr val="1A25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 none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25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Post-condition: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25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 The elements of v are RE-ARRANGED into ascending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25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 order, i.e. v[0] &lt;= v[1] &lt;= ... &lt;= v[n-1].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25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sort(vector&lt;int&gt;&amp; v)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2907792"/>
            <a:ext cx="8412480" cy="713232"/>
          </a:xfrm>
          <a:prstGeom prst="rect">
            <a:avLst/>
          </a:prstGeom>
          <a:solidFill>
            <a:srgbClr val="E0F4F7"/>
          </a:solidFill>
          <a:ln w="25400">
            <a:solidFill>
              <a:srgbClr val="027B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2907792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word: </a:t>
            </a:r>
            <a:r>
              <a:rPr lang="en-US" sz="1700" b="1" dirty="0">
                <a:solidFill>
                  <a:srgbClr val="027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"re-arranged"</a:t>
            </a:r>
            <a:r>
              <a:rPr lang="en-US" sz="17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the elements must be </a:t>
            </a:r>
            <a:r>
              <a:rPr lang="en-US" sz="1700" b="1" i="1" dirty="0">
                <a:solidFill>
                  <a:srgbClr val="027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permuted</a:t>
            </a:r>
            <a:r>
              <a:rPr lang="en-US" sz="17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(shuffled into order, not replaced!)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65760" y="3749040"/>
            <a:ext cx="8412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elements must appear — just in a different (sorted) order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adding, removing, or changing values is allowed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Bad Specification — Can You Spot the Bug?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post-condition: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4114800" cy="1600200"/>
          </a:xfrm>
          <a:prstGeom prst="rect">
            <a:avLst/>
          </a:prstGeom>
          <a:solidFill>
            <a:srgbClr val="F0F4F8"/>
          </a:solidFill>
          <a:ln w="12700">
            <a:solidFill>
              <a:srgbClr val="C9D4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02336" y="1188720"/>
            <a:ext cx="385876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25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Post-condition: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25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 </a:t>
            </a:r>
            <a:r>
              <a:rPr lang="en-US" sz="1050" b="1" dirty="0">
                <a:solidFill>
                  <a:srgbClr val="1A25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elements of v are in</a:t>
            </a:r>
            <a:endParaRPr lang="en-US" sz="1050" b="1" dirty="0"/>
          </a:p>
          <a:p>
            <a:pPr marL="0" indent="0">
              <a:buNone/>
            </a:pPr>
            <a:r>
              <a:rPr lang="en-US" sz="1050" dirty="0">
                <a:solidFill>
                  <a:srgbClr val="1A25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 </a:t>
            </a:r>
            <a:r>
              <a:rPr lang="en-US" sz="1050" b="1" dirty="0">
                <a:solidFill>
                  <a:srgbClr val="1A25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ascending sorted order,</a:t>
            </a:r>
            <a:endParaRPr lang="en-US" sz="1050" b="1" dirty="0"/>
          </a:p>
          <a:p>
            <a:pPr marL="0" indent="0">
              <a:buNone/>
            </a:pPr>
            <a:r>
              <a:rPr lang="en-US" sz="1050" dirty="0">
                <a:solidFill>
                  <a:srgbClr val="1A25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 </a:t>
            </a:r>
            <a:r>
              <a:rPr lang="en-US" sz="1050" b="1" dirty="0">
                <a:solidFill>
                  <a:srgbClr val="1A25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v[0] &lt;= v[1] &lt;= ... &lt;= v[n-1].</a:t>
            </a:r>
            <a:endParaRPr lang="en-US" sz="1050" b="1" dirty="0"/>
          </a:p>
          <a:p>
            <a:pPr marL="0" indent="0">
              <a:buNone/>
            </a:pPr>
            <a:r>
              <a:rPr lang="en-US" sz="1050" dirty="0">
                <a:solidFill>
                  <a:srgbClr val="1A25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sort_bad(vector&lt;int&gt;&amp; v)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754880" y="74980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these satisfy sort_bad!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4114800" cy="1965960"/>
          </a:xfrm>
          <a:prstGeom prst="rect">
            <a:avLst/>
          </a:prstGeom>
          <a:solidFill>
            <a:srgbClr val="F0F4F8"/>
          </a:solidFill>
          <a:ln w="12700">
            <a:solidFill>
              <a:srgbClr val="C9D4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882896" y="1188720"/>
            <a:ext cx="385876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25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sort_bad_a(vector&lt;int&gt;&amp; v)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25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for(int i = 0; i &lt; v.size(); i++)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25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v[i] = 3;  // set all to 3!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25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25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sort_bad_b(vector&lt;int&gt;&amp; v)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25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v.clear(); // remove everything!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25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3246120"/>
            <a:ext cx="8595360" cy="800100"/>
          </a:xfrm>
          <a:prstGeom prst="rect">
            <a:avLst/>
          </a:prstGeom>
          <a:solidFill>
            <a:srgbClr val="FFEBEE"/>
          </a:solidFill>
          <a:ln w="254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3291840"/>
            <a:ext cx="832104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Problem:  </a:t>
            </a:r>
            <a:r>
              <a:rPr lang="en-US" sz="16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the word "re-arranged"!</a:t>
            </a:r>
            <a:r>
              <a:rPr lang="en-US" sz="14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600" dirty="0"/>
          </a:p>
          <a:p>
            <a:pPr marL="0" indent="0">
              <a:buNone/>
            </a:pPr>
            <a:r>
              <a:rPr lang="en-US" sz="14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the spec must say elements are RE-ARRANGED (permuted), not just in order.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Problem: Specifications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365760" y="749808"/>
            <a:ext cx="8412480" cy="475488"/>
          </a:xfrm>
          <a:prstGeom prst="rect">
            <a:avLst/>
          </a:prstGeom>
          <a:solidFill>
            <a:srgbClr val="F4A01E"/>
          </a:solidFill>
          <a:ln w="12700">
            <a:solidFill>
              <a:srgbClr val="F4A0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Yourself!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365760" y="1225296"/>
            <a:ext cx="8412480" cy="3639312"/>
          </a:xfrm>
          <a:prstGeom prst="rect">
            <a:avLst/>
          </a:prstGeom>
          <a:solidFill>
            <a:srgbClr val="FFF8E1"/>
          </a:solidFill>
          <a:ln w="25400">
            <a:solidFill>
              <a:srgbClr val="F4A0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1316736"/>
            <a:ext cx="79552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CORRECT post-condition for a sort function. What single word is most critical?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DELIBERATELY BAD post-condition that sort_bad_b (which just calls v.clear()) would satisfy.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in your own words why "elements are in ascending order" is weaker than "elements are re-arranged into ascending order."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BONUS: Give a vector of 5 elements that is in sorted order AND is still in sorted order when reversed.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HINT: What property must every element in such a vector have?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Testing: The is_sorted Helper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320040" y="749808"/>
            <a:ext cx="6303784" cy="1737360"/>
          </a:xfrm>
          <a:prstGeom prst="rect">
            <a:avLst/>
          </a:prstGeom>
          <a:solidFill>
            <a:srgbClr val="F0F4F8"/>
          </a:solidFill>
          <a:ln w="12700">
            <a:solidFill>
              <a:srgbClr val="C9D4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48055" y="841248"/>
            <a:ext cx="5581037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5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 is_sorted(const vector&lt;int&gt;&amp; v)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5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for(int i = 1; i &lt; v.size(); i++) {  // i starts at 1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5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if (!(v[i-1] &lt;= v[i])) return false;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5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5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return true;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5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20040" y="260604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Cases:</a:t>
            </a:r>
            <a:endParaRPr lang="en-US" sz="1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017520"/>
          <a:ext cx="8503920" cy="193548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 Vector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Include It?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5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{}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empty vector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i="1" dirty="0">
                          <a:solidFill>
                            <a:srgbClr val="027B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edge case — size 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5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{5}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element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i="1" dirty="0">
                          <a:solidFill>
                            <a:srgbClr val="027B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edge case — size 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5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{-1, 0, 5, 9, 10}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already sorted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i="1" dirty="0">
                          <a:solidFill>
                            <a:srgbClr val="027B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case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5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{8, 7, 3, 1, 0}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reverse sorted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i="1" dirty="0">
                          <a:solidFill>
                            <a:srgbClr val="027B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worst case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5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{4, 4, 4, 4, 4}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same values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i="1" dirty="0">
                          <a:solidFill>
                            <a:srgbClr val="027B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duplicates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5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{3, 1, 4, 1, 5}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order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i="1" dirty="0">
                          <a:solidFill>
                            <a:srgbClr val="027B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case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85ADFE7-71F3-7486-4513-62200AEEEDAD}"/>
              </a:ext>
            </a:extLst>
          </p:cNvPr>
          <p:cNvSpPr txBox="1"/>
          <p:nvPr/>
        </p:nvSpPr>
        <p:spPr>
          <a:xfrm>
            <a:off x="7325904" y="1689926"/>
            <a:ext cx="1626071" cy="120032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Also test:</a:t>
            </a:r>
            <a:br>
              <a:rPr lang="en-US" dirty="0"/>
            </a:br>
            <a:r>
              <a:rPr lang="en-US" dirty="0"/>
              <a:t>{1, 2}</a:t>
            </a:r>
            <a:br>
              <a:rPr lang="en-US" dirty="0"/>
            </a:br>
            <a:r>
              <a:rPr lang="en-US" dirty="0"/>
              <a:t>{2, 1}</a:t>
            </a:r>
            <a:br>
              <a:rPr lang="en-US" dirty="0"/>
            </a:br>
            <a:r>
              <a:rPr lang="en-US" dirty="0"/>
              <a:t>{2, 2}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Insertion Sort: The Idea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365760" y="749808"/>
            <a:ext cx="8412480" cy="457200"/>
          </a:xfrm>
          <a:prstGeom prst="rect">
            <a:avLst/>
          </a:prstGeom>
          <a:solidFill>
            <a:srgbClr val="E0F4F7"/>
          </a:solidFill>
          <a:ln w="12700">
            <a:solidFill>
              <a:srgbClr val="027B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7498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sorting cards in your hand — hold a sorted group and insert each new card in the right place!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" y="1316736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Idea: Divide the list into a SORTED part and an UNSORTED part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755648"/>
            <a:ext cx="8412480" cy="1463040"/>
          </a:xfrm>
          <a:prstGeom prst="rect">
            <a:avLst/>
          </a:prstGeom>
          <a:solidFill>
            <a:srgbClr val="F0F4F8"/>
          </a:solidFill>
          <a:ln w="12700">
            <a:solidFill>
              <a:srgbClr val="C9D4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48640" y="1901952"/>
            <a:ext cx="1508760" cy="347472"/>
          </a:xfrm>
          <a:prstGeom prst="rect">
            <a:avLst/>
          </a:prstGeom>
          <a:solidFill>
            <a:srgbClr val="E8F5E9"/>
          </a:solidFill>
          <a:ln w="1905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1901952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057400" y="1901952"/>
            <a:ext cx="2852928" cy="347472"/>
          </a:xfrm>
          <a:prstGeom prst="rect">
            <a:avLst/>
          </a:prstGeom>
          <a:solidFill>
            <a:srgbClr val="FFEBEE"/>
          </a:solidFill>
          <a:ln w="1905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057400" y="1901952"/>
            <a:ext cx="2852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unsorted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01794" y="2514600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5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 |  6  1  2  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219514" y="254203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only first element starts in sorted part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5760" y="3310128"/>
            <a:ext cx="84124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Algorithm:</a:t>
            </a:r>
            <a:endParaRPr lang="en-US" sz="1600" dirty="0"/>
          </a:p>
          <a:p>
            <a:pPr marL="0" indent="0">
              <a:buNone/>
            </a:pPr>
            <a:r>
              <a:rPr lang="en-US" sz="15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Take the first element of the unsorted part</a:t>
            </a:r>
            <a:endParaRPr lang="en-US" sz="1600" dirty="0"/>
          </a:p>
          <a:p>
            <a:pPr marL="0" indent="0">
              <a:buNone/>
            </a:pPr>
            <a:r>
              <a:rPr lang="en-US" sz="15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Find its correct position in the sorted part (using linear search)</a:t>
            </a:r>
            <a:endParaRPr lang="en-US" sz="1600" dirty="0"/>
          </a:p>
          <a:p>
            <a:pPr marL="0" indent="0">
              <a:buNone/>
            </a:pPr>
            <a:r>
              <a:rPr lang="en-US" sz="15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Insert it there (shift larger elements right to make room)</a:t>
            </a:r>
            <a:endParaRPr lang="en-US" sz="1600" dirty="0"/>
          </a:p>
          <a:p>
            <a:pPr marL="0" indent="0">
              <a:buNone/>
            </a:pPr>
            <a:r>
              <a:rPr lang="en-US" sz="15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Repeat until the unsorted part is empty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Tracing Insertion Sort on  [5, 6, 1, 2, 4]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3054691" y="722376"/>
            <a:ext cx="2736509" cy="621792"/>
          </a:xfrm>
          <a:prstGeom prst="rect">
            <a:avLst/>
          </a:prstGeom>
          <a:solidFill>
            <a:srgbClr val="F8F9FA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191851" y="84124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5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 |  </a:t>
            </a:r>
            <a:r>
              <a:rPr lang="en-US" sz="1800" b="1" dirty="0">
                <a:solidFill>
                  <a:srgbClr val="F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r>
              <a:rPr lang="en-US" sz="1800" b="1" dirty="0">
                <a:solidFill>
                  <a:srgbClr val="1A25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1  2  4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054691" y="1380744"/>
            <a:ext cx="2736509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191851" y="1499616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5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 6  |  </a:t>
            </a:r>
            <a:r>
              <a:rPr lang="en-US" sz="1800" b="1" dirty="0">
                <a:solidFill>
                  <a:srgbClr val="F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800" b="1" dirty="0">
                <a:solidFill>
                  <a:srgbClr val="1A25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2  4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054691" y="2039112"/>
            <a:ext cx="2736509" cy="621792"/>
          </a:xfrm>
          <a:prstGeom prst="rect">
            <a:avLst/>
          </a:prstGeom>
          <a:solidFill>
            <a:srgbClr val="F8F9FA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191851" y="2157984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7B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5  6  |  </a:t>
            </a:r>
            <a:r>
              <a:rPr lang="en-US" sz="1800" b="1" dirty="0">
                <a:solidFill>
                  <a:srgbClr val="F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r>
              <a:rPr lang="en-US" sz="1800" b="1" dirty="0">
                <a:solidFill>
                  <a:srgbClr val="027B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4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054691" y="2697480"/>
            <a:ext cx="2736509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191851" y="2816352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7B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2  5  6  |  </a:t>
            </a:r>
            <a:r>
              <a:rPr lang="en-US" sz="1800" b="1" dirty="0">
                <a:solidFill>
                  <a:srgbClr val="F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800" dirty="0">
              <a:solidFill>
                <a:srgbClr val="FF0000"/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3054691" y="3355848"/>
            <a:ext cx="2736509" cy="621792"/>
          </a:xfrm>
          <a:prstGeom prst="rect">
            <a:avLst/>
          </a:prstGeom>
          <a:solidFill>
            <a:srgbClr val="F8F9FA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191851" y="347472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2  4  5  6  |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274320" y="4059936"/>
            <a:ext cx="8595360" cy="685800"/>
          </a:xfrm>
          <a:prstGeom prst="rect">
            <a:avLst/>
          </a:prstGeom>
          <a:solidFill>
            <a:srgbClr val="E8F5E9"/>
          </a:solidFill>
          <a:ln w="254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57200" y="4059936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Result:  1  2  4  5  6   (ascending sorted order)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Insertion Sort: C++ Implementation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320040" y="749808"/>
            <a:ext cx="5166360" cy="3657600"/>
          </a:xfrm>
          <a:prstGeom prst="rect">
            <a:avLst/>
          </a:prstGeom>
          <a:solidFill>
            <a:srgbClr val="F0F4F8"/>
          </a:solidFill>
          <a:ln w="12700">
            <a:solidFill>
              <a:srgbClr val="C9D4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48056" y="841248"/>
            <a:ext cx="4910328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25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insertion_sort(vector&lt;int&gt;&amp; v) 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1A25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25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for(int i = 1; i &lt; v.size(); ++i) 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1A25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{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25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int key = v[i];       // element being inserted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25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int j   = i - 1;      // start just left of key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25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// shift larger elements right to make room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25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while (j &gt;= 0 &amp;&amp; v[j] &gt; key) 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1A25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{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25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v[j + 1] = v[j];   // shift right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25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--j;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25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}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25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// j &lt; 0  OR  v[j] &lt;= key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25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v[j + 1] = key;       // place key here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25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}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25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669280" y="77724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669280" y="1234440"/>
            <a:ext cx="3154680" cy="685800"/>
          </a:xfrm>
          <a:prstGeom prst="rect">
            <a:avLst/>
          </a:prstGeom>
          <a:solidFill>
            <a:srgbClr val="E0F4F7"/>
          </a:solidFill>
          <a:ln w="12700">
            <a:solidFill>
              <a:srgbClr val="027B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760720" y="1271016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7B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760720" y="1563624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value being inserted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669280" y="2011680"/>
            <a:ext cx="3154680" cy="685800"/>
          </a:xfrm>
          <a:prstGeom prst="rect">
            <a:avLst/>
          </a:prstGeom>
          <a:solidFill>
            <a:srgbClr val="E0F4F7"/>
          </a:solidFill>
          <a:ln w="12700">
            <a:solidFill>
              <a:srgbClr val="027B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760720" y="2048256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7B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760720" y="2340864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searches backwards through sorted part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669280" y="2788920"/>
            <a:ext cx="3154680" cy="685800"/>
          </a:xfrm>
          <a:prstGeom prst="rect">
            <a:avLst/>
          </a:prstGeom>
          <a:solidFill>
            <a:srgbClr val="E0F4F7"/>
          </a:solidFill>
          <a:ln w="12700">
            <a:solidFill>
              <a:srgbClr val="027B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760720" y="2825496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7B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v[j+1] = v[j]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760720" y="3118104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shifts elements right to make room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69280" y="3566160"/>
            <a:ext cx="3154680" cy="685800"/>
          </a:xfrm>
          <a:prstGeom prst="rect">
            <a:avLst/>
          </a:prstGeom>
          <a:solidFill>
            <a:srgbClr val="E0F4F7"/>
          </a:solidFill>
          <a:ln w="12700">
            <a:solidFill>
              <a:srgbClr val="027B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760720" y="3602736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7B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v[j+1] = key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760720" y="3895344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places key in correct position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Problem: Insertion Sort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365760" y="749808"/>
            <a:ext cx="8412480" cy="475488"/>
          </a:xfrm>
          <a:prstGeom prst="rect">
            <a:avLst/>
          </a:prstGeom>
          <a:solidFill>
            <a:srgbClr val="F4A01E"/>
          </a:solidFill>
          <a:ln w="12700">
            <a:solidFill>
              <a:srgbClr val="F4A0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Yourself!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365760" y="1225296"/>
            <a:ext cx="8412480" cy="3639312"/>
          </a:xfrm>
          <a:prstGeom prst="rect">
            <a:avLst/>
          </a:prstGeom>
          <a:solidFill>
            <a:srgbClr val="FFF8E1"/>
          </a:solidFill>
          <a:ln w="25400">
            <a:solidFill>
              <a:srgbClr val="F4A0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1316736"/>
            <a:ext cx="79552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insertion sort by hand on: [3, 1, 4, 1, 5]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each step with the  sorted | unsorted  divider, and note what's happening.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comparisons does the worst case require for this 5-element list?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is_sorted_descending — a variation that returns true if v is in REVERSE sorted order.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BONUS: What is the best-case input for insertion sort? How many comparisons does it make on that input? (Hint: think about what kind of list never needs shifting.)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Fast Is Insertion Sort? (Worst Case)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comparisons when sorting a reverse-sorted list (worst case):</a:t>
            </a:r>
            <a:endParaRPr lang="en-US" sz="15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63831"/>
              </p:ext>
            </p:extLst>
          </p:nvPr>
        </p:nvGraphicFramePr>
        <p:xfrm>
          <a:off x="320040" y="1188720"/>
          <a:ext cx="8503920" cy="205740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Comparisons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Reason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5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 | d c b a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27B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comparisons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46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is already placed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5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 e | c b a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27B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comparison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46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 where to insert 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5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 d e | b a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27B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comparisons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46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 where to insert 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5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 c d e | a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27B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comparisons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46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 where to insert 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5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 b c d e |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27B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comparisons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46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 where to insert 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20040" y="3337560"/>
            <a:ext cx="8503920" cy="502920"/>
          </a:xfrm>
          <a:prstGeom prst="rect">
            <a:avLst/>
          </a:prstGeom>
          <a:solidFill>
            <a:srgbClr val="E0F4F7"/>
          </a:solidFill>
          <a:ln w="19050">
            <a:solidFill>
              <a:srgbClr val="027B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57200" y="333756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 0 + 1 + 2 + 3 + 4  =  10 comparisons  (for n = 5 elements)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20040" y="393192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n elements:  </a:t>
            </a: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+ 1 + 2 + … + (n-1)  =  n(n-1)/2  ≈  n²/2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20040" y="4434840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</a:t>
            </a:r>
            <a:r>
              <a:rPr lang="en-US" sz="1400" b="1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quadratic</a:t>
            </a:r>
            <a:r>
              <a:rPr lang="en-US" sz="14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we say insertion sort is </a:t>
            </a:r>
            <a:r>
              <a:rPr lang="en-US" sz="1400" b="1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O(n²)</a:t>
            </a:r>
            <a:r>
              <a:rPr lang="en-US" sz="14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“order </a:t>
            </a:r>
            <a:r>
              <a:rPr lang="en-US" sz="1400" b="1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n²</a:t>
            </a:r>
            <a:r>
              <a:rPr lang="en-US" sz="14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”</a:t>
            </a:r>
            <a:endParaRPr lang="en-US" sz="14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245D4A59-B75D-CDE3-C4E6-F40CF6C97054}"/>
                  </a:ext>
                </a:extLst>
              </p14:cNvPr>
              <p14:cNvContentPartPr/>
              <p14:nvPr/>
            </p14:nvContentPartPr>
            <p14:xfrm>
              <a:off x="409680" y="1733400"/>
              <a:ext cx="4685040" cy="30722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245D4A59-B75D-CDE3-C4E6-F40CF6C9705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00320" y="1724040"/>
                <a:ext cx="4703760" cy="30909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Insertion Sort is O(n²)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320040" y="777240"/>
            <a:ext cx="4114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n(n-1)/2 comparisons in worst case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~n² data moves in worst case</a:t>
            </a:r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2540"/>
                </a:solidFill>
                <a:latin typeface="Calibri" pitchFamily="34" charset="0"/>
                <a:cs typeface="Calibri" pitchFamily="34" charset="-120"/>
              </a:rPr>
              <a:t>If you double the vector size, you do </a:t>
            </a:r>
            <a:r>
              <a:rPr lang="en-US" sz="1500" dirty="0">
                <a:solidFill>
                  <a:srgbClr val="FF0000"/>
                </a:solidFill>
                <a:latin typeface="Calibri" pitchFamily="34" charset="0"/>
                <a:cs typeface="Calibri" pitchFamily="34" charset="-120"/>
              </a:rPr>
              <a:t>4x</a:t>
            </a:r>
            <a:r>
              <a:rPr lang="en-US" sz="1500" dirty="0">
                <a:solidFill>
                  <a:srgbClr val="1A2540"/>
                </a:solidFill>
                <a:latin typeface="Calibri" pitchFamily="34" charset="0"/>
                <a:cs typeface="Calibri" pitchFamily="34" charset="-120"/>
              </a:rPr>
              <a:t> the work, i.e. (2n)</a:t>
            </a:r>
            <a:r>
              <a:rPr lang="en-US" sz="15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²</a:t>
            </a:r>
            <a:r>
              <a:rPr lang="en-US" sz="1500" dirty="0">
                <a:solidFill>
                  <a:srgbClr val="1A2540"/>
                </a:solidFill>
                <a:latin typeface="Calibri" pitchFamily="34" charset="0"/>
                <a:cs typeface="Calibri" pitchFamily="34" charset="-120"/>
              </a:rPr>
              <a:t> = </a:t>
            </a:r>
            <a:r>
              <a:rPr lang="en-US" sz="1500" dirty="0">
                <a:solidFill>
                  <a:srgbClr val="FF0000"/>
                </a:solidFill>
                <a:latin typeface="Calibri" pitchFamily="34" charset="0"/>
                <a:cs typeface="Calibri" pitchFamily="34" charset="-120"/>
              </a:rPr>
              <a:t>4</a:t>
            </a:r>
            <a:r>
              <a:rPr lang="en-US" sz="15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n²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846320" y="749808"/>
            <a:ext cx="3931920" cy="1783080"/>
          </a:xfrm>
          <a:prstGeom prst="rect">
            <a:avLst/>
          </a:prstGeom>
          <a:solidFill>
            <a:srgbClr val="FFF3E0"/>
          </a:solidFill>
          <a:ln w="25400">
            <a:solidFill>
              <a:srgbClr val="F4A0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846320" y="822960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600" b="1" dirty="0">
                <a:solidFill>
                  <a:srgbClr val="F4A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n²</a:t>
            </a:r>
            <a:endParaRPr lang="en-US" sz="6600" dirty="0"/>
          </a:p>
        </p:txBody>
      </p:sp>
      <p:sp>
        <p:nvSpPr>
          <p:cNvPr id="7" name="Text 5"/>
          <p:cNvSpPr/>
          <p:nvPr/>
        </p:nvSpPr>
        <p:spPr>
          <a:xfrm>
            <a:off x="4846320" y="196596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Insertion sort</a:t>
            </a:r>
            <a:r>
              <a:rPr lang="en-US" sz="13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worst-case growth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2743200"/>
          <a:ext cx="4114800" cy="210312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~n²/2 comparisons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4,950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499,500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~50,000,000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663440" y="2834640"/>
            <a:ext cx="4206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</a:t>
            </a:r>
            <a:r>
              <a:rPr lang="en-US" sz="1400" i="1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insertion sort is fine for a few thousand items, but too slow for large n.</a:t>
            </a:r>
            <a:endParaRPr lang="en-US" sz="14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2F7FAA2A-3FF9-F1E8-4D9C-6475248091C4}"/>
                  </a:ext>
                </a:extLst>
              </p14:cNvPr>
              <p14:cNvContentPartPr/>
              <p14:nvPr/>
            </p14:nvContentPartPr>
            <p14:xfrm>
              <a:off x="576360" y="1123920"/>
              <a:ext cx="3648240" cy="61992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2F7FAA2A-3FF9-F1E8-4D9C-6475248091C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67000" y="1114560"/>
                <a:ext cx="3666960" cy="6386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Problem: Insertion Sort Performance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365760" y="749808"/>
            <a:ext cx="8412480" cy="475488"/>
          </a:xfrm>
          <a:prstGeom prst="rect">
            <a:avLst/>
          </a:prstGeom>
          <a:solidFill>
            <a:srgbClr val="F4A01E"/>
          </a:solidFill>
          <a:ln w="12700">
            <a:solidFill>
              <a:srgbClr val="F4A0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Yourself!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365760" y="1225296"/>
            <a:ext cx="8412480" cy="3639312"/>
          </a:xfrm>
          <a:prstGeom prst="rect">
            <a:avLst/>
          </a:prstGeom>
          <a:solidFill>
            <a:srgbClr val="FFF8E1"/>
          </a:solidFill>
          <a:ln w="25400">
            <a:solidFill>
              <a:srgbClr val="F4A0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1316736"/>
            <a:ext cx="79552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insertion sort takes 1 second to sort 5,000 items, about how long would it take to sort 10,000 items?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HINT: Think about n² — doubling n does NOT double the time!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HINT: (10,000)² ÷ (5,000)² = ?   So the answer is approximately 4 seconds.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BONUS: How long would it take to sort 50,000 items? 100,000 items?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BONUS: Write a timing experiment — measure insertion_sort for n = 1000, 2000, 4000, 8000 and check if the ratio of times follows the n² pattern.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Mergesort: Divide and Conquer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Much faster than insertion sort! Strategy: Divide → Sort → Merge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0040" y="1261872"/>
            <a:ext cx="1051560" cy="1005840"/>
          </a:xfrm>
          <a:prstGeom prst="rect">
            <a:avLst/>
          </a:prstGeom>
          <a:solidFill>
            <a:srgbClr val="027B8E"/>
          </a:solidFill>
          <a:ln w="12700">
            <a:solidFill>
              <a:srgbClr val="027B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1261872"/>
            <a:ext cx="1051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417320" y="1261872"/>
            <a:ext cx="5897880" cy="1005840"/>
          </a:xfrm>
          <a:prstGeom prst="rect">
            <a:avLst/>
          </a:prstGeom>
          <a:solidFill>
            <a:srgbClr val="E0F7FA"/>
          </a:solidFill>
          <a:ln w="12700">
            <a:solidFill>
              <a:srgbClr val="027B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600200" y="1353312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7B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8 2 1  |  3 7 6 5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600200" y="1856232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into two equal halves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2377440"/>
            <a:ext cx="1051560" cy="10058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0040" y="2377440"/>
            <a:ext cx="1051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417320" y="2377440"/>
            <a:ext cx="5897880" cy="100584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600200" y="2468880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2 4 8  |  3 5 6 7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600200" y="2971800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Recursively sort each half (same algorithm!)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20040" y="3493008"/>
            <a:ext cx="105156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20040" y="3493008"/>
            <a:ext cx="1051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417320" y="3493008"/>
            <a:ext cx="5897880" cy="1005840"/>
          </a:xfrm>
          <a:prstGeom prst="rect">
            <a:avLst/>
          </a:prstGeom>
          <a:solidFill>
            <a:srgbClr val="E8EEF4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600200" y="3584448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1 2 3 4 5 6 7 8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600200" y="4087368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into one sorted list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406640" y="1261872"/>
            <a:ext cx="1417320" cy="3346704"/>
          </a:xfrm>
          <a:prstGeom prst="rect">
            <a:avLst/>
          </a:prstGeom>
          <a:solidFill>
            <a:srgbClr val="FFF8E1"/>
          </a:solidFill>
          <a:ln w="19050">
            <a:solidFill>
              <a:srgbClr val="F4A0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498080" y="1417320"/>
            <a:ext cx="12344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Key: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half is sorted with the </a:t>
            </a:r>
            <a:endParaRPr lang="en-US" sz="13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4A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algorithm!</a:t>
            </a:r>
            <a:endParaRPr lang="en-US" sz="1300" dirty="0"/>
          </a:p>
          <a:p>
            <a:pPr marL="0" indent="0">
              <a:buNone/>
            </a:pPr>
            <a:r>
              <a:rPr lang="en-US" sz="11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(recursion)</a:t>
            </a:r>
            <a:endParaRPr lang="en-US" sz="13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3E8A1C78-3F6C-D43E-C215-349264907BF0}"/>
                  </a:ext>
                </a:extLst>
              </p14:cNvPr>
              <p14:cNvContentPartPr/>
              <p14:nvPr/>
            </p14:nvContentPartPr>
            <p14:xfrm>
              <a:off x="338040" y="533160"/>
              <a:ext cx="4467600" cy="234396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3E8A1C78-3F6C-D43E-C215-349264907BF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28680" y="523800"/>
                <a:ext cx="4486320" cy="23626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Merging Two Sorted Lists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Merging Rule: </a:t>
            </a:r>
            <a:r>
              <a:rPr lang="en-US" sz="15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take the SMALLER of the two front elements and append it to the result.</a:t>
            </a:r>
            <a:endParaRPr lang="en-US" sz="15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7869073"/>
              </p:ext>
            </p:extLst>
          </p:nvPr>
        </p:nvGraphicFramePr>
        <p:xfrm>
          <a:off x="320040" y="1188720"/>
          <a:ext cx="8503920" cy="370332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Left (a →)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Right (b →)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7B8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Comparison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 so far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7D3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 ←  2 4 8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27B8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3  5 6 7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i="1" dirty="0">
                          <a:solidFill>
                            <a:srgbClr val="546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&lt; 3 → take 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E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{ 1 }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7D3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 ←  4 8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27B8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3  5 6 7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i="1" dirty="0">
                          <a:solidFill>
                            <a:srgbClr val="546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&lt; 3 → take 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E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{ 1, 2 }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7D3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4  8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27B8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 ←  5 6 7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i="1" dirty="0">
                          <a:solidFill>
                            <a:srgbClr val="546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&gt; 3 → take 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E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{ 1, 2, 3 }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7D3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 ←  8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27B8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5  6 7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i="1" dirty="0">
                          <a:solidFill>
                            <a:srgbClr val="546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&lt; 5 → take 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E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{ 1, 2, 3, 4 }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7D3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8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27B8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 ←  6 7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i="1" dirty="0">
                          <a:solidFill>
                            <a:srgbClr val="546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&gt; 5 → take 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E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{ 1, 2, 3, 4, 5 }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7D3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8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27B8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 ←  7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i="1" dirty="0">
                          <a:solidFill>
                            <a:srgbClr val="546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&gt; 6 → take 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E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{ 1, 2, 3, 4, 5, 6 }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7D3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8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27B8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 ←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i="1" dirty="0">
                          <a:solidFill>
                            <a:srgbClr val="546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&gt; 7 → take 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E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{ 1, 2, 3, 4, 5, 6, 7 }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7D3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8 ← (done)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27B8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(done)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i="1" dirty="0">
                          <a:solidFill>
                            <a:srgbClr val="546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copy remaining 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E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{ 1, 2, 3, 4, 5, 6, 7, 8 }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Two-Pointer Merge Technique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320040" y="749808"/>
            <a:ext cx="8503920" cy="2651760"/>
          </a:xfrm>
          <a:prstGeom prst="rect">
            <a:avLst/>
          </a:prstGeom>
          <a:solidFill>
            <a:srgbClr val="F0F4F8"/>
          </a:solidFill>
          <a:ln w="12700">
            <a:solidFill>
              <a:srgbClr val="C9D4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48056" y="841248"/>
            <a:ext cx="824788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5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left:   1  2  4  8          right:  3  5  6  7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5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^                           ^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5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  (left pointer)           b  (right pointer)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5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Algorithm: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5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1. Compare left[a]  vs  right[b]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5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2. Copy the SMALLER to result;  advance that pointer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5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3. If one list is exhausted, copy the rest of the other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5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4. Repeat until both pointers reach the end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5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starts empty: { }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20040" y="3511296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merge completes: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20040" y="3886200"/>
            <a:ext cx="8503920" cy="685800"/>
          </a:xfrm>
          <a:prstGeom prst="rect">
            <a:avLst/>
          </a:prstGeom>
          <a:solidFill>
            <a:srgbClr val="E8F5E9"/>
          </a:solidFill>
          <a:ln w="254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388620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result:  { 1, 2, 3, 4, 5, 6, 7, 8 }  — fully merged and sorted!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20040" y="4663440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Efficiency: merging two lists of n/2 elements requires at most n comparisons.</a:t>
            </a:r>
            <a:endParaRPr lang="en-US" sz="13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104F93F5-5D3A-9CE9-A1F8-022A9BD05F83}"/>
                  </a:ext>
                </a:extLst>
              </p14:cNvPr>
              <p14:cNvContentPartPr/>
              <p14:nvPr/>
            </p14:nvContentPartPr>
            <p14:xfrm>
              <a:off x="1051920" y="681120"/>
              <a:ext cx="4658760" cy="385380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104F93F5-5D3A-9CE9-A1F8-022A9BD05F8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42560" y="671760"/>
                <a:ext cx="4677480" cy="38725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Mergesort: Algorithm (Pseudocode)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320040" y="749808"/>
            <a:ext cx="8503920" cy="2743200"/>
          </a:xfrm>
          <a:prstGeom prst="rect">
            <a:avLst/>
          </a:prstGeom>
          <a:solidFill>
            <a:srgbClr val="F0F4F8"/>
          </a:solidFill>
          <a:ln w="12700">
            <a:solidFill>
              <a:srgbClr val="C9D4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48056" y="841248"/>
            <a:ext cx="8247888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25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mergesort(v):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25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if v has 0 or 1 elements → return // base case: already sorted!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25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half  = n / 2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25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left  = v[0 ... half-1]           // first half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25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right = v[half ... n-1]           // second half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25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mergesort(left)                   // recursive call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25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mergesort(right)                  // recursive call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25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v = merge(left, right)            // combine sorted halves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20040" y="3657600"/>
            <a:ext cx="2011680" cy="1280160"/>
          </a:xfrm>
          <a:prstGeom prst="rect">
            <a:avLst/>
          </a:prstGeom>
          <a:solidFill>
            <a:srgbClr val="E8F5E9"/>
          </a:solidFill>
          <a:ln w="1905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3657600"/>
            <a:ext cx="2011680" cy="3474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0040" y="36576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Case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4041648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0 or 1 is already sorted — stop recursing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468880" y="3657600"/>
            <a:ext cx="2011680" cy="1280160"/>
          </a:xfrm>
          <a:prstGeom prst="rect">
            <a:avLst/>
          </a:prstGeom>
          <a:solidFill>
            <a:srgbClr val="E0F7FA"/>
          </a:solidFill>
          <a:ln w="19050">
            <a:solidFill>
              <a:srgbClr val="027B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468880" y="3657600"/>
            <a:ext cx="2011680" cy="347472"/>
          </a:xfrm>
          <a:prstGeom prst="rect">
            <a:avLst/>
          </a:prstGeom>
          <a:solidFill>
            <a:srgbClr val="027B8E"/>
          </a:solidFill>
          <a:ln w="12700">
            <a:solidFill>
              <a:srgbClr val="027B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468880" y="36576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560320" y="4041648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v into two equal halves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17720" y="3657600"/>
            <a:ext cx="2011680" cy="1280160"/>
          </a:xfrm>
          <a:prstGeom prst="rect">
            <a:avLst/>
          </a:prstGeom>
          <a:solidFill>
            <a:srgbClr val="E8EEF4"/>
          </a:solidFill>
          <a:ln w="190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617720" y="3657600"/>
            <a:ext cx="201168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617720" y="36576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Conquer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09160" y="4041648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Recursively sort each half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766560" y="3657600"/>
            <a:ext cx="2011680" cy="1280160"/>
          </a:xfrm>
          <a:prstGeom prst="rect">
            <a:avLst/>
          </a:prstGeom>
          <a:solidFill>
            <a:srgbClr val="FFF8E1"/>
          </a:solidFill>
          <a:ln w="19050">
            <a:solidFill>
              <a:srgbClr val="F4A0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766560" y="3657600"/>
            <a:ext cx="2011680" cy="347472"/>
          </a:xfrm>
          <a:prstGeom prst="rect">
            <a:avLst/>
          </a:prstGeom>
          <a:solidFill>
            <a:srgbClr val="F4A01E"/>
          </a:solidFill>
          <a:ln w="12700">
            <a:solidFill>
              <a:srgbClr val="F4A0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766560" y="36576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858000" y="4041648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sorted halves into one sorted list</a:t>
            </a:r>
            <a:endParaRPr lang="en-US" sz="12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4609A55C-A692-B156-6516-C2AAE396F40A}"/>
                  </a:ext>
                </a:extLst>
              </p14:cNvPr>
              <p14:cNvContentPartPr/>
              <p14:nvPr/>
            </p14:nvContentPartPr>
            <p14:xfrm>
              <a:off x="590400" y="1247400"/>
              <a:ext cx="2319840" cy="177732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4609A55C-A692-B156-6516-C2AAE396F40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81040" y="1238040"/>
                <a:ext cx="2338560" cy="17960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Mergesort: C++ Implementation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320040" y="749808"/>
            <a:ext cx="8503920" cy="2423160"/>
          </a:xfrm>
          <a:prstGeom prst="rect">
            <a:avLst/>
          </a:prstGeom>
          <a:solidFill>
            <a:srgbClr val="F0F4F8"/>
          </a:solidFill>
          <a:ln w="12700">
            <a:solidFill>
              <a:srgbClr val="C9D4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48056" y="841248"/>
            <a:ext cx="8247888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25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mergesort(vector&lt;int&gt;&amp; v) {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25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(v.size() &lt;= 1) return;        // base case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25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mid = v.size() / 2;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25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vector&lt;int&gt; left  = slice(v, 0, mid);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25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vector&lt;int&gt; right = slice(v, mid, v.size());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25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mergesort(left);                  // sort left half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25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mergesort(right);                 // sort right half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25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 = merge(left, right);           // combine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25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320040" y="3291840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Helper functions used: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20040" y="3703320"/>
            <a:ext cx="4114800" cy="1234440"/>
          </a:xfrm>
          <a:prstGeom prst="rect">
            <a:avLst/>
          </a:prstGeom>
          <a:solidFill>
            <a:srgbClr val="E0F4F7"/>
          </a:solidFill>
          <a:ln w="19050">
            <a:solidFill>
              <a:srgbClr val="027B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373075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7B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slice(v, begin, end)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4096512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a copy of v[begin..end-1].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 extract left and right halves.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3703320"/>
            <a:ext cx="4114800" cy="1234440"/>
          </a:xfrm>
          <a:prstGeom prst="rect">
            <a:avLst/>
          </a:prstGeom>
          <a:solidFill>
            <a:srgbClr val="E8F5E9"/>
          </a:solidFill>
          <a:ln w="1905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00600" y="373075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merge(v, w)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00600" y="4096512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Merges two sorted vectors into one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 vector using two pointers.</a:t>
            </a:r>
            <a:endParaRPr lang="en-US" sz="12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12C507E8-7E33-CAD6-21D9-FB5C2F41A7FB}"/>
                  </a:ext>
                </a:extLst>
              </p14:cNvPr>
              <p14:cNvContentPartPr/>
              <p14:nvPr/>
            </p14:nvContentPartPr>
            <p14:xfrm>
              <a:off x="794880" y="1357200"/>
              <a:ext cx="5087160" cy="281052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12C507E8-7E33-CAD6-21D9-FB5C2F41A7F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85520" y="1347840"/>
                <a:ext cx="5105880" cy="28292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Mergesort is O(n log n)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320040" y="749808"/>
            <a:ext cx="2651760" cy="2057400"/>
          </a:xfrm>
          <a:prstGeom prst="rect">
            <a:avLst/>
          </a:prstGeom>
          <a:solidFill>
            <a:srgbClr val="E8EEF4"/>
          </a:solidFill>
          <a:ln w="254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914400"/>
            <a:ext cx="2651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log 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20040" y="21488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worst-case growth</a:t>
            </a:r>
            <a:endParaRPr lang="en-US" sz="12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154680" y="749808"/>
          <a:ext cx="5669280" cy="219456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n·log n  (mergesort)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7B8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n²  (insertion sort)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27B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27B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27B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9,966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27B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132,877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100,000,000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27B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1,660,964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10,000,000,000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320040" y="3063240"/>
            <a:ext cx="8503920" cy="685800"/>
          </a:xfrm>
          <a:prstGeom prst="rect">
            <a:avLst/>
          </a:prstGeom>
          <a:solidFill>
            <a:srgbClr val="FFEBEE"/>
          </a:solidFill>
          <a:ln w="1905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57200" y="306324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sort 100,000 items: insertion sort does 6,000× MORE work than mergesort!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20040" y="3858768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world: </a:t>
            </a:r>
            <a:r>
              <a:rPr lang="en-US" sz="15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and Java use </a:t>
            </a:r>
            <a:r>
              <a:rPr lang="en-US" sz="1500" b="1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timsort</a:t>
            </a:r>
            <a:r>
              <a:rPr lang="en-US" sz="15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 variation of mergesort) in their standard libraries.</a:t>
            </a:r>
            <a:endParaRPr lang="en-US" sz="15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7346757B-0728-00F8-AD13-1EC6452B9915}"/>
                  </a:ext>
                </a:extLst>
              </p14:cNvPr>
              <p14:cNvContentPartPr/>
              <p14:nvPr/>
            </p14:nvContentPartPr>
            <p14:xfrm>
              <a:off x="1133640" y="1709640"/>
              <a:ext cx="7229520" cy="118188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7346757B-0728-00F8-AD13-1EC6452B991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24280" y="1700280"/>
                <a:ext cx="7248240" cy="12006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Problem: Mergesort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365760" y="749808"/>
            <a:ext cx="8412480" cy="475488"/>
          </a:xfrm>
          <a:prstGeom prst="rect">
            <a:avLst/>
          </a:prstGeom>
          <a:solidFill>
            <a:srgbClr val="F4A01E"/>
          </a:solidFill>
          <a:ln w="12700">
            <a:solidFill>
              <a:srgbClr val="F4A0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Yourself!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365760" y="1225296"/>
            <a:ext cx="8412480" cy="3639312"/>
          </a:xfrm>
          <a:prstGeom prst="rect">
            <a:avLst/>
          </a:prstGeom>
          <a:solidFill>
            <a:srgbClr val="FFF8E1"/>
          </a:solidFill>
          <a:ln w="25400">
            <a:solidFill>
              <a:srgbClr val="F4A0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1316736"/>
            <a:ext cx="79552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mergesort by hand on: [5, 3, 8, 1, 4, 2]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Show the divide step (left half = [5, 3, 8], right half = [1, 4, 2])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What does each half look like AFTER recursive sorting?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Trace the merge step — show which pointer advances at each comparison.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BONUS: Draw the full recursion tree for this 6-element input. How many total recursive calls are made?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Search: The Power of Sorted Data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data is sorted, we can search it MUCH faster using binary search.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0040" y="1207008"/>
            <a:ext cx="8503920" cy="1828800"/>
          </a:xfrm>
          <a:prstGeom prst="rect">
            <a:avLst/>
          </a:prstGeom>
          <a:solidFill>
            <a:srgbClr val="F0F4F8"/>
          </a:solidFill>
          <a:ln w="12700">
            <a:solidFill>
              <a:srgbClr val="C9D4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48056" y="1298448"/>
            <a:ext cx="82478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25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Pre-condition:  v is in ascending SORTED order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25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 v[0] &lt;= v[1] &lt;= ... &lt;= v[n-1]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25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Post-condition: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25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 returns an index i such that v[i] == x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25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 returns -1 if x is not found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25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binary_search(int x, const vector&lt;int&gt;&amp; v)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20040" y="3154680"/>
            <a:ext cx="8503920" cy="594360"/>
          </a:xfrm>
          <a:prstGeom prst="rect">
            <a:avLst/>
          </a:prstGeom>
          <a:solidFill>
            <a:srgbClr val="FFEBEE"/>
          </a:solidFill>
          <a:ln w="254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315468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CRITICAL: The pre-condition is essential — binary search ONLY works on SORTED data!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20040" y="3858768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to linear search: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20040" y="4251960"/>
            <a:ext cx="4114800" cy="640080"/>
          </a:xfrm>
          <a:prstGeom prst="rect">
            <a:avLst/>
          </a:prstGeom>
          <a:solidFill>
            <a:srgbClr val="FFEBEE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4270248"/>
            <a:ext cx="3840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search: checks 1 element at a time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⇒ up to n comparisons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09160" y="4251960"/>
            <a:ext cx="4114800" cy="64008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46320" y="4270248"/>
            <a:ext cx="3840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search: eliminates HALF at a time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⇒ at most log₂(n) comparisons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Search: The Strategy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MIDDLE element. Three possible cases: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0040" y="1261872"/>
            <a:ext cx="475488" cy="9144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1261872"/>
            <a:ext cx="4754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841248" y="1261872"/>
            <a:ext cx="7982712" cy="91440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87552" y="1335024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middle == x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87552" y="173736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FOUND!  Return the index immediately.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0040" y="2313432"/>
            <a:ext cx="475488" cy="914400"/>
          </a:xfrm>
          <a:prstGeom prst="rect">
            <a:avLst/>
          </a:prstGeom>
          <a:solidFill>
            <a:srgbClr val="027B8E"/>
          </a:solidFill>
          <a:ln w="12700">
            <a:solidFill>
              <a:srgbClr val="027B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0040" y="2313432"/>
            <a:ext cx="4754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841248" y="2313432"/>
            <a:ext cx="7982712" cy="914400"/>
          </a:xfrm>
          <a:prstGeom prst="rect">
            <a:avLst/>
          </a:prstGeom>
          <a:solidFill>
            <a:srgbClr val="E0F7FA"/>
          </a:solidFill>
          <a:ln w="12700">
            <a:solidFill>
              <a:srgbClr val="027B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87552" y="2386584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27B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&lt; middle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987552" y="278892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is in the LEFT half  →  search left half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20040" y="3364992"/>
            <a:ext cx="475488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20040" y="3364992"/>
            <a:ext cx="4754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841248" y="3364992"/>
            <a:ext cx="7982712" cy="914400"/>
          </a:xfrm>
          <a:prstGeom prst="rect">
            <a:avLst/>
          </a:prstGeom>
          <a:solidFill>
            <a:srgbClr val="E8EEF4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87552" y="3438144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&gt; middle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987552" y="384048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is in the RIGHT half  →  search right half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20040" y="4206240"/>
            <a:ext cx="8503920" cy="594360"/>
          </a:xfrm>
          <a:prstGeom prst="rect">
            <a:avLst/>
          </a:prstGeom>
          <a:solidFill>
            <a:srgbClr val="FFF8E1"/>
          </a:solidFill>
          <a:ln w="25400">
            <a:solidFill>
              <a:srgbClr val="F4A0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7200" y="420624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comparison eliminates HALF the remaining elements  (vs. only 1 in linear search!)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Search for 6 in  [4, 5, 8, 11, 15, 20, 21]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320040" y="749808"/>
            <a:ext cx="411480" cy="1261872"/>
          </a:xfrm>
          <a:prstGeom prst="rect">
            <a:avLst/>
          </a:prstGeom>
          <a:solidFill>
            <a:srgbClr val="027B8E"/>
          </a:solidFill>
          <a:ln w="12700">
            <a:solidFill>
              <a:srgbClr val="027B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749808"/>
            <a:ext cx="41148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77240" y="749808"/>
            <a:ext cx="5029200" cy="1170432"/>
          </a:xfrm>
          <a:prstGeom prst="rect">
            <a:avLst/>
          </a:prstGeom>
          <a:solidFill>
            <a:srgbClr val="F0F4F8"/>
          </a:solidFill>
          <a:ln w="12700">
            <a:solidFill>
              <a:srgbClr val="C9D4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05256" y="841248"/>
            <a:ext cx="477316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25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4  5  8  11  15  20  21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25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^  ← mid = 11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943600" y="859536"/>
            <a:ext cx="2880360" cy="1005840"/>
          </a:xfrm>
          <a:prstGeom prst="rect">
            <a:avLst/>
          </a:prstGeom>
          <a:solidFill>
            <a:srgbClr val="E0F7FA"/>
          </a:solidFill>
          <a:ln w="12700">
            <a:solidFill>
              <a:srgbClr val="027B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080760" y="91440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27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&lt; 11  →  search LEFT half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2139696"/>
            <a:ext cx="411480" cy="12618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0040" y="2139696"/>
            <a:ext cx="41148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777240" y="2139696"/>
            <a:ext cx="5029200" cy="1170432"/>
          </a:xfrm>
          <a:prstGeom prst="rect">
            <a:avLst/>
          </a:prstGeom>
          <a:solidFill>
            <a:srgbClr val="F0F4F8"/>
          </a:solidFill>
          <a:ln w="12700">
            <a:solidFill>
              <a:srgbClr val="C9D4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05256" y="2231136"/>
            <a:ext cx="477316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25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4  5  8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25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^  ← mid = 5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943600" y="2249424"/>
            <a:ext cx="2880360" cy="1005840"/>
          </a:xfrm>
          <a:prstGeom prst="rect">
            <a:avLst/>
          </a:prstGeom>
          <a:solidFill>
            <a:srgbClr val="E8EEF4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080760" y="2304288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&gt; 5   →  search RIGHT of 5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20040" y="3529584"/>
            <a:ext cx="411480" cy="126187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20040" y="3529584"/>
            <a:ext cx="41148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777240" y="3529584"/>
            <a:ext cx="5029200" cy="1170432"/>
          </a:xfrm>
          <a:prstGeom prst="rect">
            <a:avLst/>
          </a:prstGeom>
          <a:solidFill>
            <a:srgbClr val="F0F4F8"/>
          </a:solidFill>
          <a:ln w="12700">
            <a:solidFill>
              <a:srgbClr val="C9D4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05256" y="3621024"/>
            <a:ext cx="477316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25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25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^  ← mid = 8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943600" y="3639312"/>
            <a:ext cx="2880360" cy="1005840"/>
          </a:xfrm>
          <a:prstGeom prst="rect">
            <a:avLst/>
          </a:prstGeom>
          <a:solidFill>
            <a:srgbClr val="FFEBEE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080760" y="3694176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≠ 6, nothing left  →  return -1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20040" y="4700016"/>
            <a:ext cx="8503920" cy="402336"/>
          </a:xfrm>
          <a:prstGeom prst="rect">
            <a:avLst/>
          </a:prstGeom>
          <a:solidFill>
            <a:srgbClr val="E8F5E9"/>
          </a:solidFill>
          <a:ln w="1905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57200" y="4700016"/>
            <a:ext cx="8321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3 comparisons!  Linear search would need 7 comparisons to prove 6 is absent.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Search: C++ Implementation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320040" y="749808"/>
            <a:ext cx="5212080" cy="4114800"/>
          </a:xfrm>
          <a:prstGeom prst="rect">
            <a:avLst/>
          </a:prstGeom>
          <a:solidFill>
            <a:srgbClr val="F0F4F8"/>
          </a:solidFill>
          <a:ln w="12700">
            <a:solidFill>
              <a:srgbClr val="C9D4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48056" y="841248"/>
            <a:ext cx="4956048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5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binary_search(int x, const vector&lt;int&gt;&amp; v,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5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int begin, int end) 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1A25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5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while (begin &lt; end)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5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mid = (begin + end) / 2;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5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(v[mid] == x) {        // found x!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5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return mid;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5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 else if (x &lt; v[mid])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5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end = mid;              // search LEFT half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5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 else {                  // x &gt; v[mid]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5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begin = mid + 1;        // search RIGHT half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5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5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5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-1;                  // x not found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5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5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Convenience wrapper: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5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binary_search(int x, const vector&lt;int&gt;&amp; v) 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1A25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5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binary_search(x, v, 0, v.size());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5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715000" y="7772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Details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715000" y="1234440"/>
            <a:ext cx="3108960" cy="731520"/>
          </a:xfrm>
          <a:prstGeom prst="rect">
            <a:avLst/>
          </a:prstGeom>
          <a:solidFill>
            <a:srgbClr val="E0F4F7"/>
          </a:solidFill>
          <a:ln w="12700">
            <a:solidFill>
              <a:srgbClr val="027B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806440" y="127101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7B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mid = (begin+end)/2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806440" y="1563624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Midpoint of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range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715000" y="2057400"/>
            <a:ext cx="3108960" cy="731520"/>
          </a:xfrm>
          <a:prstGeom prst="rect">
            <a:avLst/>
          </a:prstGeom>
          <a:solidFill>
            <a:srgbClr val="E0F4F7"/>
          </a:solidFill>
          <a:ln w="12700">
            <a:solidFill>
              <a:srgbClr val="027B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806440" y="209397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7B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 = mid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806440" y="2386584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 to left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(exclude mid)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715000" y="2880360"/>
            <a:ext cx="3108960" cy="731520"/>
          </a:xfrm>
          <a:prstGeom prst="rect">
            <a:avLst/>
          </a:prstGeom>
          <a:solidFill>
            <a:srgbClr val="E0F4F7"/>
          </a:solidFill>
          <a:ln w="12700">
            <a:solidFill>
              <a:srgbClr val="027B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806440" y="291693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7B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 = mid + 1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806440" y="3209544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 to right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(exclude mid)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715000" y="3703320"/>
            <a:ext cx="3108960" cy="731520"/>
          </a:xfrm>
          <a:prstGeom prst="rect">
            <a:avLst/>
          </a:prstGeom>
          <a:solidFill>
            <a:srgbClr val="E0F4F7"/>
          </a:solidFill>
          <a:ln w="12700">
            <a:solidFill>
              <a:srgbClr val="027B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806440" y="373989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7B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-1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806440" y="4032504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 &gt;= end: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not found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Binary Search is O(log n)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step halves the search space: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4114800" cy="2423160"/>
          </a:xfrm>
          <a:prstGeom prst="rect">
            <a:avLst/>
          </a:prstGeom>
          <a:solidFill>
            <a:srgbClr val="F0F4F8"/>
          </a:solidFill>
          <a:ln w="12700">
            <a:solidFill>
              <a:srgbClr val="C9D4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48056" y="1280160"/>
            <a:ext cx="3858768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25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Start:         n elements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25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After 1 step:  n/2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25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After 2 steps: n/4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25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After 3 steps: n/8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25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...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25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After i steps: n / 2ᴵ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25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Stop when n/2ᴵ &lt; 1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25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⇒  i ≈ log₂(n)</a:t>
            </a:r>
            <a:endParaRPr lang="en-US" sz="125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749808"/>
          <a:ext cx="4114800" cy="2971801"/>
        </p:xfrm>
        <a:graphic>
          <a:graphicData uri="http://schemas.openxmlformats.org/drawingml/2006/table">
            <a:tbl>
              <a:tblPr/>
              <a:tblGrid>
                <a:gridCol w="2606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454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(vector size)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comparisons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7B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454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27B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454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27B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454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27B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454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27B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454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27B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454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1,000,000,000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27B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320040" y="3749040"/>
            <a:ext cx="8503920" cy="685800"/>
          </a:xfrm>
          <a:prstGeom prst="rect">
            <a:avLst/>
          </a:prstGeom>
          <a:solidFill>
            <a:srgbClr val="E8F5E9"/>
          </a:solidFill>
          <a:ln w="254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57200" y="374904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most 30 comparisons to search ONE BILLION elements!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320040" y="4526280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Fact: log₂(n) is the minimum number of bits needed to represent n in binary.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Price of Binary Search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320040" y="749808"/>
            <a:ext cx="8503920" cy="512064"/>
          </a:xfrm>
          <a:prstGeom prst="rect">
            <a:avLst/>
          </a:prstGeom>
          <a:solidFill>
            <a:srgbClr val="FFF8E1"/>
          </a:solidFill>
          <a:ln w="25400">
            <a:solidFill>
              <a:srgbClr val="F4A0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8321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search is BLAZINGLY FAST — but requires SORTED data!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20040" y="1389888"/>
            <a:ext cx="4114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 binary search: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already sorted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need to search MANY times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Strategy: sort once, binary search many times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709160" y="1389888"/>
            <a:ext cx="4114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NOT to use binary search: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unsorted (must sort first!)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only search ONCE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+ one search is slower than linear search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480560" y="1417320"/>
            <a:ext cx="0" cy="2103120"/>
          </a:xfrm>
          <a:prstGeom prst="line">
            <a:avLst/>
          </a:prstGeom>
          <a:noFill/>
          <a:ln w="1905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0040" y="3840480"/>
            <a:ext cx="8503920" cy="1005840"/>
          </a:xfrm>
          <a:prstGeom prst="rect">
            <a:avLst/>
          </a:prstGeom>
          <a:solidFill>
            <a:srgbClr val="E0F4F7"/>
          </a:solidFill>
          <a:ln w="19050">
            <a:solidFill>
              <a:srgbClr val="027B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3886200"/>
            <a:ext cx="8321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7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Analogy: </a:t>
            </a:r>
            <a:r>
              <a:rPr lang="en-US" sz="1300" i="1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drive a mile using almost no gas… if you start at the top of a hill. But getting the car up there first is the hard part! Binary search has the same tradeoff: O(log n) to search, but O(n log n) to sort the data first.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Problem: Binary Search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365760" y="749808"/>
            <a:ext cx="8412480" cy="475488"/>
          </a:xfrm>
          <a:prstGeom prst="rect">
            <a:avLst/>
          </a:prstGeom>
          <a:solidFill>
            <a:srgbClr val="F4A01E"/>
          </a:solidFill>
          <a:ln w="12700">
            <a:solidFill>
              <a:srgbClr val="F4A0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Yourself!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365760" y="1225296"/>
            <a:ext cx="8412480" cy="3639312"/>
          </a:xfrm>
          <a:prstGeom prst="rect">
            <a:avLst/>
          </a:prstGeom>
          <a:solidFill>
            <a:srgbClr val="FFF8E1"/>
          </a:solidFill>
          <a:ln w="25400">
            <a:solidFill>
              <a:srgbClr val="F4A0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1316736"/>
            <a:ext cx="79552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binary search for x = 14 in:  [2, 5, 8, 11, 14, 19, 23, 30]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each step, write: begin, end, mid, v[mid], and the decision made.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comparisons does it take to find 14?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trace binary search for x = 10 in the same list. How many comparisons to determine it is NOT there?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BONUS: What is the maximum number of comparisons for a vector of 1,000 elements? Of 1,000,000 elements?</a:t>
            </a:r>
            <a:endParaRPr lang="en-US" sz="15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Optional: Quicksort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Another divide-and-conquer algorithm. Often faster in practice than mergesort.</a:t>
            </a:r>
            <a:endParaRPr lang="en-US" sz="15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188720"/>
          <a:ext cx="6400800" cy="214884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Mergesort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7B8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Quicksort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46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to split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Evenly in half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By pivot value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46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Combine step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Merge at end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merge needed!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46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Worst case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Always O(n log 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O(n²) if bad pivots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46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 use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More (extra arrays)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 (in-place)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858000" y="1188720"/>
            <a:ext cx="1965960" cy="2148840"/>
          </a:xfrm>
          <a:prstGeom prst="rect">
            <a:avLst/>
          </a:prstGeom>
          <a:solidFill>
            <a:srgbClr val="FFF8E1"/>
          </a:solidFill>
          <a:ln w="19050">
            <a:solidFill>
              <a:srgbClr val="F4A0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949440" y="1325880"/>
            <a:ext cx="1783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pivot choices → O(n²) worst case!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20040" y="3474720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partitioning works: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320040" y="3858768"/>
            <a:ext cx="8503920" cy="1005840"/>
          </a:xfrm>
          <a:prstGeom prst="rect">
            <a:avLst/>
          </a:prstGeom>
          <a:solidFill>
            <a:srgbClr val="F0F4F8"/>
          </a:solidFill>
          <a:ln w="12700">
            <a:solidFill>
              <a:srgbClr val="C9D4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48056" y="3858768"/>
            <a:ext cx="82478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25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Choose a "pivot" element.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25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Move all elements ≤ pivot to the LEFT of pivot.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25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Move all elements  &gt; pivot to the RIGHT of pivot.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25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Once both halves are sorted, the whole array is sorted!</a:t>
            </a:r>
            <a:endParaRPr lang="en-US" sz="12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Summary: Sorting Algorithm Comparison</a:t>
            </a:r>
            <a:endParaRPr lang="en-US" sz="25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2619164"/>
              </p:ext>
            </p:extLst>
          </p:nvPr>
        </p:nvGraphicFramePr>
        <p:xfrm>
          <a:off x="320040" y="777240"/>
          <a:ext cx="8503920" cy="224028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80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Algorithm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Worst Case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Case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Insertion Sort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O(n²)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46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Shift &amp; insert into sorted part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Mergesort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 log 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 log 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46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Divide in half, merge results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Optional: Quicksort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O(n²)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 log 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46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Partition around pivot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Binary Search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27B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O(log 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46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Halve the search space each step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20040" y="3154680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 What: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20040" y="3611880"/>
            <a:ext cx="2743200" cy="1325880"/>
          </a:xfrm>
          <a:prstGeom prst="rect">
            <a:avLst/>
          </a:prstGeom>
          <a:solidFill>
            <a:srgbClr val="FFF8E1"/>
          </a:solidFill>
          <a:ln w="19050">
            <a:solidFill>
              <a:srgbClr val="F4A0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11480" y="36576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data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 &lt; ~1000)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11480" y="413308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A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Insertion Sort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11480" y="449884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to code, fast enough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00400" y="3611880"/>
            <a:ext cx="2743200" cy="1325880"/>
          </a:xfrm>
          <a:prstGeom prst="rect">
            <a:avLst/>
          </a:prstGeom>
          <a:solidFill>
            <a:srgbClr val="E0F7FA"/>
          </a:solidFill>
          <a:ln w="19050">
            <a:solidFill>
              <a:srgbClr val="027B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3291840" y="36576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data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 &gt; 1000)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291840" y="413308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7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Mergesort / Quicksort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3291840" y="449884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log n is dramatically faster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080760" y="3611880"/>
            <a:ext cx="2743200" cy="1325880"/>
          </a:xfrm>
          <a:prstGeom prst="rect">
            <a:avLst/>
          </a:prstGeom>
          <a:solidFill>
            <a:srgbClr val="E8F5E9"/>
          </a:solidFill>
          <a:ln w="1905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172200" y="36576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Searching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 data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172200" y="413308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Search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172200" y="449884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n is blazingly fast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 to Remember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0" cy="0"/>
          </a:xfrm>
          <a:prstGeom prst="line">
            <a:avLst/>
          </a:prstGeom>
          <a:noFill/>
          <a:ln w="25400">
            <a:solidFill>
              <a:srgbClr val="027B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1088136"/>
            <a:ext cx="347472" cy="347472"/>
          </a:xfrm>
          <a:prstGeom prst="ellipse">
            <a:avLst/>
          </a:prstGeom>
          <a:solidFill>
            <a:srgbClr val="027B8E"/>
          </a:solidFill>
          <a:ln w="12700">
            <a:solidFill>
              <a:srgbClr val="027B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10881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05156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4A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spec must say "re-arranged" — not just "in order"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709928"/>
            <a:ext cx="347472" cy="347472"/>
          </a:xfrm>
          <a:prstGeom prst="ellipse">
            <a:avLst/>
          </a:prstGeom>
          <a:solidFill>
            <a:srgbClr val="027B8E"/>
          </a:solidFill>
          <a:ln w="12700">
            <a:solidFill>
              <a:srgbClr val="027B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17099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1673352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8D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Insertion sort: simple to understand, O(n²) — slow for large 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65760" y="2331720"/>
            <a:ext cx="347472" cy="347472"/>
          </a:xfrm>
          <a:prstGeom prst="ellipse">
            <a:avLst/>
          </a:prstGeom>
          <a:solidFill>
            <a:srgbClr val="027B8E"/>
          </a:solidFill>
          <a:ln w="12700">
            <a:solidFill>
              <a:srgbClr val="027B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5760" y="23317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2295144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8D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Mergesort: divide-and-conquer, O(n log n) — dramatically faster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65760" y="2953512"/>
            <a:ext cx="347472" cy="347472"/>
          </a:xfrm>
          <a:prstGeom prst="ellipse">
            <a:avLst/>
          </a:prstGeom>
          <a:solidFill>
            <a:srgbClr val="027B8E"/>
          </a:solidFill>
          <a:ln w="12700">
            <a:solidFill>
              <a:srgbClr val="027B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65760" y="29535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" y="2916936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8D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uses two pointers; always take the smaller front element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3575304"/>
            <a:ext cx="347472" cy="347472"/>
          </a:xfrm>
          <a:prstGeom prst="ellipse">
            <a:avLst/>
          </a:prstGeom>
          <a:solidFill>
            <a:srgbClr val="027B8E"/>
          </a:solidFill>
          <a:ln w="12700">
            <a:solidFill>
              <a:srgbClr val="027B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65760" y="35753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2960" y="3538728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4A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search: O(log n) — only works on SORTED data!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365760" y="4197096"/>
            <a:ext cx="347472" cy="347472"/>
          </a:xfrm>
          <a:prstGeom prst="ellipse">
            <a:avLst/>
          </a:prstGeom>
          <a:solidFill>
            <a:srgbClr val="027B8E"/>
          </a:solidFill>
          <a:ln w="12700">
            <a:solidFill>
              <a:srgbClr val="027B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65760" y="41970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416052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once + many binary searches beats many linear searches</a:t>
            </a:r>
            <a:endParaRPr lang="en-US" sz="15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Questions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320040" y="777240"/>
            <a:ext cx="42062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What's wrong with a sort spec that omits "re-arranged"?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Trace insertion sort on [3, 1, 4, 1, 5]. Show each step.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How many comparisons does insertion sort do on n=100 items (worst case)?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What is the base case for mergesort?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Describe the merge operation in your own words.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663440" y="777240"/>
            <a:ext cx="0" cy="411480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800600" y="777240"/>
            <a:ext cx="40233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Why is mergesort so much faster than insertion sort?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What is binary search's pre-condition?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 Trace binary search for 9 in [1, 3, 5, 7, 9, 11, 13].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 Why can't we use binary search on unsorted data?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 If binary search takes 5ms for n items, how long for n² items?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1424</TotalTime>
  <Words>3732</Words>
  <Application>Microsoft Macintosh PowerPoint</Application>
  <PresentationFormat>On-screen Show (16:9)</PresentationFormat>
  <Paragraphs>551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5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Basic Sorting Algorithms</dc:title>
  <dc:subject>PptxGenJS Presentation</dc:subject>
  <dc:creator>PptxGenJS</dc:creator>
  <cp:lastModifiedBy>Toby Donaldson</cp:lastModifiedBy>
  <cp:revision>1</cp:revision>
  <dcterms:created xsi:type="dcterms:W3CDTF">2026-03-16T03:39:39Z</dcterms:created>
  <dcterms:modified xsi:type="dcterms:W3CDTF">2026-03-19T17:22:13Z</dcterms:modified>
</cp:coreProperties>
</file>