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2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74" r:id="rId3"/>
    <p:sldId id="305" r:id="rId4"/>
    <p:sldId id="307" r:id="rId5"/>
    <p:sldId id="308" r:id="rId6"/>
    <p:sldId id="317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275" r:id="rId16"/>
    <p:sldId id="278" r:id="rId17"/>
    <p:sldId id="276" r:id="rId18"/>
    <p:sldId id="279" r:id="rId19"/>
    <p:sldId id="277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9" r:id="rId29"/>
    <p:sldId id="302" r:id="rId30"/>
    <p:sldId id="303" r:id="rId31"/>
    <p:sldId id="304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301" r:id="rId40"/>
    <p:sldId id="296" r:id="rId41"/>
    <p:sldId id="297" r:id="rId42"/>
    <p:sldId id="298" r:id="rId43"/>
    <p:sldId id="299" r:id="rId44"/>
    <p:sldId id="300" r:id="rId45"/>
    <p:sldId id="318" r:id="rId46"/>
    <p:sldId id="319" r:id="rId47"/>
    <p:sldId id="337" r:id="rId48"/>
    <p:sldId id="346" r:id="rId49"/>
    <p:sldId id="345" r:id="rId50"/>
    <p:sldId id="320" r:id="rId51"/>
    <p:sldId id="321" r:id="rId52"/>
    <p:sldId id="322" r:id="rId53"/>
    <p:sldId id="323" r:id="rId54"/>
    <p:sldId id="324" r:id="rId55"/>
    <p:sldId id="347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43" r:id="rId64"/>
    <p:sldId id="344" r:id="rId65"/>
    <p:sldId id="332" r:id="rId66"/>
    <p:sldId id="338" r:id="rId67"/>
    <p:sldId id="339" r:id="rId68"/>
    <p:sldId id="340" r:id="rId69"/>
    <p:sldId id="333" r:id="rId70"/>
    <p:sldId id="341" r:id="rId71"/>
    <p:sldId id="334" r:id="rId72"/>
    <p:sldId id="342" r:id="rId73"/>
    <p:sldId id="335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8CD5C9-9074-BB4C-9B0C-AE9F96B0C627}">
          <p14:sldIdLst>
            <p14:sldId id="256"/>
            <p14:sldId id="274"/>
          </p14:sldIdLst>
        </p14:section>
        <p14:section name="Parameter Passing" id="{491548E1-203F-7648-B191-51FCC3979562}">
          <p14:sldIdLst>
            <p14:sldId id="305"/>
            <p14:sldId id="307"/>
            <p14:sldId id="308"/>
            <p14:sldId id="317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Calling Functions" id="{C6FAEADE-7D59-7143-8FAC-1A69B7778047}">
          <p14:sldIdLst>
            <p14:sldId id="275"/>
            <p14:sldId id="278"/>
            <p14:sldId id="276"/>
            <p14:sldId id="279"/>
            <p14:sldId id="277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302"/>
            <p14:sldId id="303"/>
            <p14:sldId id="304"/>
            <p14:sldId id="288"/>
            <p14:sldId id="290"/>
            <p14:sldId id="291"/>
            <p14:sldId id="292"/>
            <p14:sldId id="293"/>
            <p14:sldId id="294"/>
            <p14:sldId id="295"/>
            <p14:sldId id="301"/>
            <p14:sldId id="296"/>
            <p14:sldId id="297"/>
            <p14:sldId id="298"/>
            <p14:sldId id="299"/>
            <p14:sldId id="300"/>
          </p14:sldIdLst>
        </p14:section>
        <p14:section name="Testing" id="{4232640F-02DB-2B4E-91B4-471A4477FCC1}">
          <p14:sldIdLst>
            <p14:sldId id="318"/>
            <p14:sldId id="319"/>
            <p14:sldId id="337"/>
            <p14:sldId id="346"/>
            <p14:sldId id="345"/>
            <p14:sldId id="320"/>
            <p14:sldId id="321"/>
            <p14:sldId id="322"/>
            <p14:sldId id="323"/>
            <p14:sldId id="324"/>
            <p14:sldId id="347"/>
            <p14:sldId id="325"/>
            <p14:sldId id="326"/>
            <p14:sldId id="327"/>
            <p14:sldId id="328"/>
            <p14:sldId id="329"/>
            <p14:sldId id="330"/>
            <p14:sldId id="331"/>
            <p14:sldId id="343"/>
            <p14:sldId id="344"/>
            <p14:sldId id="332"/>
            <p14:sldId id="338"/>
            <p14:sldId id="339"/>
            <p14:sldId id="340"/>
            <p14:sldId id="333"/>
            <p14:sldId id="341"/>
            <p14:sldId id="334"/>
            <p14:sldId id="342"/>
            <p14:sldId id="33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791D91-5D6E-E549-BBA9-DB05ACBA0DAB}" v="1092" dt="2026-01-14T21:06:57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modSection">
      <pc:chgData name="Toby Donaldson" userId="2e6e5431-bb17-4c41-9985-d39c50d83c73" providerId="ADAL" clId="{F31BC264-820E-54C4-A6D1-F92AF9CC222E}" dt="2026-01-14T21:06:57.407" v="2337"/>
      <pc:docMkLst>
        <pc:docMk/>
      </pc:docMkLst>
      <pc:sldChg chg="modSp mod">
        <pc:chgData name="Toby Donaldson" userId="2e6e5431-bb17-4c41-9985-d39c50d83c73" providerId="ADAL" clId="{F31BC264-820E-54C4-A6D1-F92AF9CC222E}" dt="2026-01-14T19:39:01.703" v="1956" actId="20577"/>
        <pc:sldMkLst>
          <pc:docMk/>
          <pc:sldMk cId="4061947184" sldId="274"/>
        </pc:sldMkLst>
        <pc:spChg chg="mod">
          <ac:chgData name="Toby Donaldson" userId="2e6e5431-bb17-4c41-9985-d39c50d83c73" providerId="ADAL" clId="{F31BC264-820E-54C4-A6D1-F92AF9CC222E}" dt="2026-01-14T19:39:01.703" v="1956" actId="20577"/>
          <ac:spMkLst>
            <pc:docMk/>
            <pc:sldMk cId="4061947184" sldId="274"/>
            <ac:spMk id="3" creationId="{68D476D1-DA30-45B5-2A4C-6B880E957C16}"/>
          </ac:spMkLst>
        </pc:spChg>
      </pc:sldChg>
      <pc:sldChg chg="addSp">
        <pc:chgData name="Toby Donaldson" userId="2e6e5431-bb17-4c41-9985-d39c50d83c73" providerId="ADAL" clId="{F31BC264-820E-54C4-A6D1-F92AF9CC222E}" dt="2026-01-12T21:12:08.686" v="883"/>
        <pc:sldMkLst>
          <pc:docMk/>
          <pc:sldMk cId="979483452" sldId="276"/>
        </pc:sldMkLst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979483452" sldId="276"/>
            <ac:inkMk id="3" creationId="{5022690A-A660-38D0-D813-4DE37F0BC8CC}"/>
          </ac:inkMkLst>
        </pc:inkChg>
      </pc:sldChg>
      <pc:sldChg chg="addSp">
        <pc:chgData name="Toby Donaldson" userId="2e6e5431-bb17-4c41-9985-d39c50d83c73" providerId="ADAL" clId="{F31BC264-820E-54C4-A6D1-F92AF9CC222E}" dt="2026-01-12T21:12:08.686" v="883"/>
        <pc:sldMkLst>
          <pc:docMk/>
          <pc:sldMk cId="3744391876" sldId="277"/>
        </pc:sldMkLst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744391876" sldId="277"/>
            <ac:inkMk id="3" creationId="{7FA3CC02-8491-9709-C0CD-A8F22444AAEB}"/>
          </ac:inkMkLst>
        </pc:inkChg>
      </pc:sldChg>
      <pc:sldChg chg="addSp">
        <pc:chgData name="Toby Donaldson" userId="2e6e5431-bb17-4c41-9985-d39c50d83c73" providerId="ADAL" clId="{F31BC264-820E-54C4-A6D1-F92AF9CC222E}" dt="2026-01-12T21:12:08.686" v="883"/>
        <pc:sldMkLst>
          <pc:docMk/>
          <pc:sldMk cId="1666785824" sldId="280"/>
        </pc:sldMkLst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1666785824" sldId="280"/>
            <ac:inkMk id="7" creationId="{1320648E-EEAE-C8B2-4955-14B4E360C1E1}"/>
          </ac:inkMkLst>
        </pc:inkChg>
      </pc:sldChg>
      <pc:sldChg chg="addSp">
        <pc:chgData name="Toby Donaldson" userId="2e6e5431-bb17-4c41-9985-d39c50d83c73" providerId="ADAL" clId="{F31BC264-820E-54C4-A6D1-F92AF9CC222E}" dt="2026-01-12T21:16:43.282" v="884"/>
        <pc:sldMkLst>
          <pc:docMk/>
          <pc:sldMk cId="1234684229" sldId="283"/>
        </pc:sldMkLst>
        <pc:inkChg chg="add">
          <ac:chgData name="Toby Donaldson" userId="2e6e5431-bb17-4c41-9985-d39c50d83c73" providerId="ADAL" clId="{F31BC264-820E-54C4-A6D1-F92AF9CC222E}" dt="2026-01-12T21:16:43.282" v="884"/>
          <ac:inkMkLst>
            <pc:docMk/>
            <pc:sldMk cId="1234684229" sldId="283"/>
            <ac:inkMk id="5" creationId="{6A1BE5AC-40FB-3E98-F56C-A9132EB40CFB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299025996" sldId="285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299025996" sldId="285"/>
            <ac:inkMk id="7" creationId="{1B490643-0D0E-CDCF-3670-21C4A01A4FF1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751284382" sldId="286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751284382" sldId="286"/>
            <ac:inkMk id="10" creationId="{97C099EC-5F89-21B8-7373-CEF5A975BC1F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4022202852" sldId="288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4022202852" sldId="288"/>
            <ac:inkMk id="3" creationId="{6A343E70-829A-3B17-C303-9F243CB8C0A4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710383358" sldId="290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710383358" sldId="290"/>
            <ac:inkMk id="5" creationId="{CF275EF6-3D93-680C-984A-E6540EAB5D9D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487214901" sldId="292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487214901" sldId="292"/>
            <ac:inkMk id="6" creationId="{6CAE0908-251D-185B-4A88-D3EC97D91EB0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3994890004" sldId="293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3994890004" sldId="293"/>
            <ac:inkMk id="13" creationId="{7A859414-53E3-A868-CBA6-756C3560EEC1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4278176828" sldId="294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4278176828" sldId="294"/>
            <ac:inkMk id="5" creationId="{59A6F8A3-7048-09C1-12B1-AFFDE2ED6628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408338179" sldId="295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408338179" sldId="295"/>
            <ac:inkMk id="8" creationId="{848A2FB5-3C74-04C2-BE17-B217D8F3886C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790349982" sldId="296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790349982" sldId="296"/>
            <ac:inkMk id="14" creationId="{1D12D802-07C2-C750-6300-235EE546FB1A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1594107325" sldId="297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1594107325" sldId="297"/>
            <ac:inkMk id="5" creationId="{05DEFABD-317F-EA61-58B9-944C5808CB78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3987525335" sldId="299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3987525335" sldId="299"/>
            <ac:inkMk id="9" creationId="{43247E8E-5FDD-94A4-E4AF-A59CA58023CF}"/>
          </ac:inkMkLst>
        </pc:inkChg>
      </pc:sldChg>
      <pc:sldChg chg="addSp">
        <pc:chgData name="Toby Donaldson" userId="2e6e5431-bb17-4c41-9985-d39c50d83c73" providerId="ADAL" clId="{F31BC264-820E-54C4-A6D1-F92AF9CC222E}" dt="2026-01-12T21:51:19.322" v="893"/>
        <pc:sldMkLst>
          <pc:docMk/>
          <pc:sldMk cId="2064743538" sldId="301"/>
        </pc:sldMkLst>
        <pc:inkChg chg="add">
          <ac:chgData name="Toby Donaldson" userId="2e6e5431-bb17-4c41-9985-d39c50d83c73" providerId="ADAL" clId="{F31BC264-820E-54C4-A6D1-F92AF9CC222E}" dt="2026-01-12T21:51:19.322" v="893"/>
          <ac:inkMkLst>
            <pc:docMk/>
            <pc:sldMk cId="2064743538" sldId="301"/>
            <ac:inkMk id="8" creationId="{5667E2DB-BC1D-1915-7EB7-BEDA0F47BB70}"/>
          </ac:inkMkLst>
        </pc:inkChg>
      </pc:sldChg>
      <pc:sldChg chg="addSp delSp modSp new mod">
        <pc:chgData name="Toby Donaldson" userId="2e6e5431-bb17-4c41-9985-d39c50d83c73" providerId="ADAL" clId="{F31BC264-820E-54C4-A6D1-F92AF9CC222E}" dt="2026-01-12T19:23:10.935" v="474" actId="207"/>
        <pc:sldMkLst>
          <pc:docMk/>
          <pc:sldMk cId="1606110828" sldId="305"/>
        </pc:sldMkLst>
        <pc:spChg chg="mod">
          <ac:chgData name="Toby Donaldson" userId="2e6e5431-bb17-4c41-9985-d39c50d83c73" providerId="ADAL" clId="{F31BC264-820E-54C4-A6D1-F92AF9CC222E}" dt="2026-01-12T19:09:27.234" v="39" actId="1076"/>
          <ac:spMkLst>
            <pc:docMk/>
            <pc:sldMk cId="1606110828" sldId="305"/>
            <ac:spMk id="2" creationId="{8C72D098-3B50-6CBC-2F93-EAF51E9DEE4E}"/>
          </ac:spMkLst>
        </pc:spChg>
        <pc:spChg chg="add mod">
          <ac:chgData name="Toby Donaldson" userId="2e6e5431-bb17-4c41-9985-d39c50d83c73" providerId="ADAL" clId="{F31BC264-820E-54C4-A6D1-F92AF9CC222E}" dt="2026-01-12T19:23:10.935" v="474" actId="207"/>
          <ac:spMkLst>
            <pc:docMk/>
            <pc:sldMk cId="1606110828" sldId="305"/>
            <ac:spMk id="6" creationId="{AB54A1E8-3E56-59E2-A064-DD2A84B0E781}"/>
          </ac:spMkLst>
        </pc:spChg>
        <pc:spChg chg="add mod">
          <ac:chgData name="Toby Donaldson" userId="2e6e5431-bb17-4c41-9985-d39c50d83c73" providerId="ADAL" clId="{F31BC264-820E-54C4-A6D1-F92AF9CC222E}" dt="2026-01-12T19:11:28.235" v="102" actId="20577"/>
          <ac:spMkLst>
            <pc:docMk/>
            <pc:sldMk cId="1606110828" sldId="305"/>
            <ac:spMk id="7" creationId="{F293C74A-40BE-58E3-6D5E-E5BB47763BB8}"/>
          </ac:spMkLst>
        </pc:spChg>
        <pc:spChg chg="mod">
          <ac:chgData name="Toby Donaldson" userId="2e6e5431-bb17-4c41-9985-d39c50d83c73" providerId="ADAL" clId="{F31BC264-820E-54C4-A6D1-F92AF9CC222E}" dt="2026-01-12T19:10:26.283" v="79" actId="20577"/>
          <ac:spMkLst>
            <pc:docMk/>
            <pc:sldMk cId="1606110828" sldId="305"/>
            <ac:spMk id="9" creationId="{D40E3FBC-5AAB-D4C4-E68C-411870FF4398}"/>
          </ac:spMkLst>
        </pc:spChg>
        <pc:spChg chg="mod">
          <ac:chgData name="Toby Donaldson" userId="2e6e5431-bb17-4c41-9985-d39c50d83c73" providerId="ADAL" clId="{F31BC264-820E-54C4-A6D1-F92AF9CC222E}" dt="2026-01-12T19:10:23.793" v="78" actId="20577"/>
          <ac:spMkLst>
            <pc:docMk/>
            <pc:sldMk cId="1606110828" sldId="305"/>
            <ac:spMk id="10" creationId="{E95D91B1-8D2B-C1E2-0437-BE0EF7188FAA}"/>
          </ac:spMkLst>
        </pc:spChg>
        <pc:spChg chg="mod">
          <ac:chgData name="Toby Donaldson" userId="2e6e5431-bb17-4c41-9985-d39c50d83c73" providerId="ADAL" clId="{F31BC264-820E-54C4-A6D1-F92AF9CC222E}" dt="2026-01-12T19:11:00.520" v="86" actId="20577"/>
          <ac:spMkLst>
            <pc:docMk/>
            <pc:sldMk cId="1606110828" sldId="305"/>
            <ac:spMk id="12" creationId="{4DB61F48-D147-AC81-C221-A201094F7143}"/>
          </ac:spMkLst>
        </pc:spChg>
        <pc:spChg chg="mod">
          <ac:chgData name="Toby Donaldson" userId="2e6e5431-bb17-4c41-9985-d39c50d83c73" providerId="ADAL" clId="{F31BC264-820E-54C4-A6D1-F92AF9CC222E}" dt="2026-01-12T19:10:37.850" v="82" actId="20577"/>
          <ac:spMkLst>
            <pc:docMk/>
            <pc:sldMk cId="1606110828" sldId="305"/>
            <ac:spMk id="13" creationId="{09CD0C22-3B2A-9749-208B-B71F340C2E05}"/>
          </ac:spMkLst>
        </pc:spChg>
        <pc:grpChg chg="add mod">
          <ac:chgData name="Toby Donaldson" userId="2e6e5431-bb17-4c41-9985-d39c50d83c73" providerId="ADAL" clId="{F31BC264-820E-54C4-A6D1-F92AF9CC222E}" dt="2026-01-12T19:11:15.572" v="87" actId="1076"/>
          <ac:grpSpMkLst>
            <pc:docMk/>
            <pc:sldMk cId="1606110828" sldId="305"/>
            <ac:grpSpMk id="8" creationId="{46005AF3-F5E9-F95C-F95A-FADE3135C00B}"/>
          </ac:grpSpMkLst>
        </pc:grpChg>
        <pc:grpChg chg="add mod">
          <ac:chgData name="Toby Donaldson" userId="2e6e5431-bb17-4c41-9985-d39c50d83c73" providerId="ADAL" clId="{F31BC264-820E-54C4-A6D1-F92AF9CC222E}" dt="2026-01-12T19:11:15.572" v="87" actId="1076"/>
          <ac:grpSpMkLst>
            <pc:docMk/>
            <pc:sldMk cId="1606110828" sldId="305"/>
            <ac:grpSpMk id="11" creationId="{B2224E76-6E23-F544-CE96-A97CAA5BAC74}"/>
          </ac:grpSpMkLst>
        </pc:grpChg>
      </pc:sldChg>
      <pc:sldChg chg="addSp delSp modSp add mod">
        <pc:chgData name="Toby Donaldson" userId="2e6e5431-bb17-4c41-9985-d39c50d83c73" providerId="ADAL" clId="{F31BC264-820E-54C4-A6D1-F92AF9CC222E}" dt="2026-01-12T19:24:29.534" v="483" actId="207"/>
        <pc:sldMkLst>
          <pc:docMk/>
          <pc:sldMk cId="1403931594" sldId="307"/>
        </pc:sldMkLst>
        <pc:spChg chg="add mod">
          <ac:chgData name="Toby Donaldson" userId="2e6e5431-bb17-4c41-9985-d39c50d83c73" providerId="ADAL" clId="{F31BC264-820E-54C4-A6D1-F92AF9CC222E}" dt="2026-01-12T19:17:58.892" v="270" actId="2711"/>
          <ac:spMkLst>
            <pc:docMk/>
            <pc:sldMk cId="1403931594" sldId="307"/>
            <ac:spMk id="3" creationId="{AE7F2AD7-CAE2-65D2-9FB7-388B88BA1240}"/>
          </ac:spMkLst>
        </pc:spChg>
        <pc:spChg chg="mod">
          <ac:chgData name="Toby Donaldson" userId="2e6e5431-bb17-4c41-9985-d39c50d83c73" providerId="ADAL" clId="{F31BC264-820E-54C4-A6D1-F92AF9CC222E}" dt="2026-01-12T19:24:29.534" v="483" actId="207"/>
          <ac:spMkLst>
            <pc:docMk/>
            <pc:sldMk cId="1403931594" sldId="307"/>
            <ac:spMk id="6" creationId="{E00DDA28-6426-7FDF-715A-D8A3C99C8DCE}"/>
          </ac:spMkLst>
        </pc:spChg>
        <pc:spChg chg="mod">
          <ac:chgData name="Toby Donaldson" userId="2e6e5431-bb17-4c41-9985-d39c50d83c73" providerId="ADAL" clId="{F31BC264-820E-54C4-A6D1-F92AF9CC222E}" dt="2026-01-12T19:13:54.107" v="123" actId="207"/>
          <ac:spMkLst>
            <pc:docMk/>
            <pc:sldMk cId="1403931594" sldId="307"/>
            <ac:spMk id="14" creationId="{2D1D6060-01E6-6A3A-72B2-CAA5EBA177E2}"/>
          </ac:spMkLst>
        </pc:spChg>
        <pc:spChg chg="mod">
          <ac:chgData name="Toby Donaldson" userId="2e6e5431-bb17-4c41-9985-d39c50d83c73" providerId="ADAL" clId="{F31BC264-820E-54C4-A6D1-F92AF9CC222E}" dt="2026-01-12T19:13:59.837" v="124" actId="207"/>
          <ac:spMkLst>
            <pc:docMk/>
            <pc:sldMk cId="1403931594" sldId="307"/>
            <ac:spMk id="15" creationId="{C344D47F-894B-7F47-27DF-297709CCA4FC}"/>
          </ac:spMkLst>
        </pc:spChg>
        <pc:spChg chg="mod topLvl">
          <ac:chgData name="Toby Donaldson" userId="2e6e5431-bb17-4c41-9985-d39c50d83c73" providerId="ADAL" clId="{F31BC264-820E-54C4-A6D1-F92AF9CC222E}" dt="2026-01-12T19:14:39.350" v="128" actId="207"/>
          <ac:spMkLst>
            <pc:docMk/>
            <pc:sldMk cId="1403931594" sldId="307"/>
            <ac:spMk id="17" creationId="{A23B9F4D-EC11-905B-C048-588DB5FFE22B}"/>
          </ac:spMkLst>
        </pc:spChg>
        <pc:spChg chg="mod topLvl">
          <ac:chgData name="Toby Donaldson" userId="2e6e5431-bb17-4c41-9985-d39c50d83c73" providerId="ADAL" clId="{F31BC264-820E-54C4-A6D1-F92AF9CC222E}" dt="2026-01-12T19:15:11.802" v="132" actId="207"/>
          <ac:spMkLst>
            <pc:docMk/>
            <pc:sldMk cId="1403931594" sldId="307"/>
            <ac:spMk id="18" creationId="{1E4BFB46-C3BB-816B-9303-24EAFD00AEDF}"/>
          </ac:spMkLst>
        </pc:spChg>
      </pc:sldChg>
      <pc:sldChg chg="addSp modSp add mod">
        <pc:chgData name="Toby Donaldson" userId="2e6e5431-bb17-4c41-9985-d39c50d83c73" providerId="ADAL" clId="{F31BC264-820E-54C4-A6D1-F92AF9CC222E}" dt="2026-01-12T20:58:38.158" v="876"/>
        <pc:sldMkLst>
          <pc:docMk/>
          <pc:sldMk cId="1427653997" sldId="308"/>
        </pc:sldMkLst>
        <pc:spChg chg="mod">
          <ac:chgData name="Toby Donaldson" userId="2e6e5431-bb17-4c41-9985-d39c50d83c73" providerId="ADAL" clId="{F31BC264-820E-54C4-A6D1-F92AF9CC222E}" dt="2026-01-12T19:17:38.307" v="268" actId="2711"/>
          <ac:spMkLst>
            <pc:docMk/>
            <pc:sldMk cId="1427653997" sldId="308"/>
            <ac:spMk id="3" creationId="{0A7349EF-4B71-94F7-B407-BB7C89BF1CEA}"/>
          </ac:spMkLst>
        </pc:spChg>
        <pc:spChg chg="mod">
          <ac:chgData name="Toby Donaldson" userId="2e6e5431-bb17-4c41-9985-d39c50d83c73" providerId="ADAL" clId="{F31BC264-820E-54C4-A6D1-F92AF9CC222E}" dt="2026-01-12T19:24:20.102" v="481" actId="207"/>
          <ac:spMkLst>
            <pc:docMk/>
            <pc:sldMk cId="1427653997" sldId="308"/>
            <ac:spMk id="6" creationId="{254B3F2B-8E37-43AC-6120-2FB5CFA4DB88}"/>
          </ac:spMkLst>
        </pc:spChg>
        <pc:spChg chg="mod">
          <ac:chgData name="Toby Donaldson" userId="2e6e5431-bb17-4c41-9985-d39c50d83c73" providerId="ADAL" clId="{F31BC264-820E-54C4-A6D1-F92AF9CC222E}" dt="2026-01-12T20:56:47.484" v="874" actId="20577"/>
          <ac:spMkLst>
            <pc:docMk/>
            <pc:sldMk cId="1427653997" sldId="308"/>
            <ac:spMk id="9" creationId="{79F75514-941D-20D0-9D62-244E13F6DA14}"/>
          </ac:spMkLst>
        </pc:spChg>
        <pc:spChg chg="mod">
          <ac:chgData name="Toby Donaldson" userId="2e6e5431-bb17-4c41-9985-d39c50d83c73" providerId="ADAL" clId="{F31BC264-820E-54C4-A6D1-F92AF9CC222E}" dt="2026-01-12T20:57:27.314" v="875" actId="20577"/>
          <ac:spMkLst>
            <pc:docMk/>
            <pc:sldMk cId="1427653997" sldId="308"/>
            <ac:spMk id="12" creationId="{01ED377B-23BA-10FA-6F5B-1262F4A99557}"/>
          </ac:spMkLst>
        </pc:spChg>
        <pc:spChg chg="mod">
          <ac:chgData name="Toby Donaldson" userId="2e6e5431-bb17-4c41-9985-d39c50d83c73" providerId="ADAL" clId="{F31BC264-820E-54C4-A6D1-F92AF9CC222E}" dt="2026-01-12T19:18:20.925" v="273" actId="207"/>
          <ac:spMkLst>
            <pc:docMk/>
            <pc:sldMk cId="1427653997" sldId="308"/>
            <ac:spMk id="14" creationId="{C2C31562-F42D-4B46-518A-648BE5E1F772}"/>
          </ac:spMkLst>
        </pc:spChg>
        <pc:spChg chg="mod">
          <ac:chgData name="Toby Donaldson" userId="2e6e5431-bb17-4c41-9985-d39c50d83c73" providerId="ADAL" clId="{F31BC264-820E-54C4-A6D1-F92AF9CC222E}" dt="2026-01-12T19:18:25.525" v="274" actId="207"/>
          <ac:spMkLst>
            <pc:docMk/>
            <pc:sldMk cId="1427653997" sldId="308"/>
            <ac:spMk id="15" creationId="{F88F7D11-F9D8-F5E2-F3FE-3AC4A2A854B0}"/>
          </ac:spMkLst>
        </pc:spChg>
        <pc:spChg chg="mod">
          <ac:chgData name="Toby Donaldson" userId="2e6e5431-bb17-4c41-9985-d39c50d83c73" providerId="ADAL" clId="{F31BC264-820E-54C4-A6D1-F92AF9CC222E}" dt="2026-01-12T19:18:15.512" v="272" actId="207"/>
          <ac:spMkLst>
            <pc:docMk/>
            <pc:sldMk cId="1427653997" sldId="308"/>
            <ac:spMk id="17" creationId="{7A930F59-DBCC-D6F9-E18F-9579748A3834}"/>
          </ac:spMkLst>
        </pc:spChg>
        <pc:spChg chg="mod">
          <ac:chgData name="Toby Donaldson" userId="2e6e5431-bb17-4c41-9985-d39c50d83c73" providerId="ADAL" clId="{F31BC264-820E-54C4-A6D1-F92AF9CC222E}" dt="2026-01-12T19:18:09.822" v="271" actId="207"/>
          <ac:spMkLst>
            <pc:docMk/>
            <pc:sldMk cId="1427653997" sldId="308"/>
            <ac:spMk id="18" creationId="{E6810E18-E08F-F479-886F-991CE1F18665}"/>
          </ac:spMkLst>
        </pc:spChg>
        <pc:inkChg chg="add">
          <ac:chgData name="Toby Donaldson" userId="2e6e5431-bb17-4c41-9985-d39c50d83c73" providerId="ADAL" clId="{F31BC264-820E-54C4-A6D1-F92AF9CC222E}" dt="2026-01-12T20:58:38.158" v="876"/>
          <ac:inkMkLst>
            <pc:docMk/>
            <pc:sldMk cId="1427653997" sldId="308"/>
            <ac:inkMk id="4" creationId="{7CFF969E-45B8-4670-26E0-5FAAE687A60D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0:58:55.808" v="882" actId="20577"/>
        <pc:sldMkLst>
          <pc:docMk/>
          <pc:sldMk cId="1602263532" sldId="309"/>
        </pc:sldMkLst>
        <pc:spChg chg="mod">
          <ac:chgData name="Toby Donaldson" userId="2e6e5431-bb17-4c41-9985-d39c50d83c73" providerId="ADAL" clId="{F31BC264-820E-54C4-A6D1-F92AF9CC222E}" dt="2026-01-12T19:20:53.837" v="375" actId="14100"/>
          <ac:spMkLst>
            <pc:docMk/>
            <pc:sldMk cId="1602263532" sldId="309"/>
            <ac:spMk id="3" creationId="{BC2D71C6-2B36-4514-4BA2-FE872DBCE485}"/>
          </ac:spMkLst>
        </pc:spChg>
        <pc:spChg chg="mod">
          <ac:chgData name="Toby Donaldson" userId="2e6e5431-bb17-4c41-9985-d39c50d83c73" providerId="ADAL" clId="{F31BC264-820E-54C4-A6D1-F92AF9CC222E}" dt="2026-01-12T19:24:09.518" v="479" actId="207"/>
          <ac:spMkLst>
            <pc:docMk/>
            <pc:sldMk cId="1602263532" sldId="309"/>
            <ac:spMk id="6" creationId="{5DED0696-9023-E154-1F24-0029ED49B893}"/>
          </ac:spMkLst>
        </pc:spChg>
        <pc:spChg chg="mod">
          <ac:chgData name="Toby Donaldson" userId="2e6e5431-bb17-4c41-9985-d39c50d83c73" providerId="ADAL" clId="{F31BC264-820E-54C4-A6D1-F92AF9CC222E}" dt="2026-01-12T20:58:53.620" v="881" actId="20577"/>
          <ac:spMkLst>
            <pc:docMk/>
            <pc:sldMk cId="1602263532" sldId="309"/>
            <ac:spMk id="9" creationId="{F9B39401-2B0F-A057-5261-93829CE0AE62}"/>
          </ac:spMkLst>
        </pc:spChg>
        <pc:spChg chg="mod">
          <ac:chgData name="Toby Donaldson" userId="2e6e5431-bb17-4c41-9985-d39c50d83c73" providerId="ADAL" clId="{F31BC264-820E-54C4-A6D1-F92AF9CC222E}" dt="2026-01-12T20:58:55.808" v="882" actId="20577"/>
          <ac:spMkLst>
            <pc:docMk/>
            <pc:sldMk cId="1602263532" sldId="309"/>
            <ac:spMk id="12" creationId="{99A61493-6A4B-A8FA-8375-35C2871AFC51}"/>
          </ac:spMkLst>
        </pc:spChg>
        <pc:grpChg chg="add mod">
          <ac:chgData name="Toby Donaldson" userId="2e6e5431-bb17-4c41-9985-d39c50d83c73" providerId="ADAL" clId="{F31BC264-820E-54C4-A6D1-F92AF9CC222E}" dt="2026-01-12T19:20:03.650" v="290" actId="14100"/>
          <ac:grpSpMkLst>
            <pc:docMk/>
            <pc:sldMk cId="1602263532" sldId="309"/>
            <ac:grpSpMk id="16" creationId="{2A6C087D-818C-5CAE-59C6-13BAAC1374C3}"/>
          </ac:grpSpMkLst>
        </pc:grpChg>
        <pc:grpChg chg="add mod">
          <ac:chgData name="Toby Donaldson" userId="2e6e5431-bb17-4c41-9985-d39c50d83c73" providerId="ADAL" clId="{F31BC264-820E-54C4-A6D1-F92AF9CC222E}" dt="2026-01-12T19:19:45.551" v="284" actId="1076"/>
          <ac:grpSpMkLst>
            <pc:docMk/>
            <pc:sldMk cId="1602263532" sldId="309"/>
            <ac:grpSpMk id="19" creationId="{0523F134-F25C-4503-47D4-35E9826C23B7}"/>
          </ac:grpSpMkLst>
        </pc:grpChg>
        <pc:grpChg chg="add mod">
          <ac:chgData name="Toby Donaldson" userId="2e6e5431-bb17-4c41-9985-d39c50d83c73" providerId="ADAL" clId="{F31BC264-820E-54C4-A6D1-F92AF9CC222E}" dt="2026-01-12T19:19:51.639" v="286" actId="1076"/>
          <ac:grpSpMkLst>
            <pc:docMk/>
            <pc:sldMk cId="1602263532" sldId="309"/>
            <ac:grpSpMk id="22" creationId="{8F79A567-DE0D-5190-0A7F-02C2279048CF}"/>
          </ac:grpSpMkLst>
        </pc:grpChg>
        <pc:inkChg chg="add">
          <ac:chgData name="Toby Donaldson" userId="2e6e5431-bb17-4c41-9985-d39c50d83c73" providerId="ADAL" clId="{F31BC264-820E-54C4-A6D1-F92AF9CC222E}" dt="2026-01-12T20:58:38.158" v="876"/>
          <ac:inkMkLst>
            <pc:docMk/>
            <pc:sldMk cId="1602263532" sldId="309"/>
            <ac:inkMk id="25" creationId="{21D20C66-5E59-C4F0-7E53-3AED7354EE8D}"/>
          </ac:inkMkLst>
        </pc:inkChg>
        <pc:cxnChg chg="add mod">
          <ac:chgData name="Toby Donaldson" userId="2e6e5431-bb17-4c41-9985-d39c50d83c73" providerId="ADAL" clId="{F31BC264-820E-54C4-A6D1-F92AF9CC222E}" dt="2026-01-12T19:19:16.960" v="278"/>
          <ac:cxnSpMkLst>
            <pc:docMk/>
            <pc:sldMk cId="1602263532" sldId="309"/>
            <ac:cxnSpMk id="4" creationId="{6B774383-E2ED-1B76-B70B-4EB595B6D396}"/>
          </ac:cxnSpMkLst>
        </pc:cxnChg>
        <pc:cxnChg chg="add mod">
          <ac:chgData name="Toby Donaldson" userId="2e6e5431-bb17-4c41-9985-d39c50d83c73" providerId="ADAL" clId="{F31BC264-820E-54C4-A6D1-F92AF9CC222E}" dt="2026-01-12T19:19:16.960" v="278"/>
          <ac:cxnSpMkLst>
            <pc:docMk/>
            <pc:sldMk cId="1602263532" sldId="309"/>
            <ac:cxnSpMk id="5" creationId="{48F9B126-088C-6326-5D2A-036FEA4481D7}"/>
          </ac:cxnSpMkLst>
        </pc:cxnChg>
        <pc:cxnChg chg="mod">
          <ac:chgData name="Toby Donaldson" userId="2e6e5431-bb17-4c41-9985-d39c50d83c73" providerId="ADAL" clId="{F31BC264-820E-54C4-A6D1-F92AF9CC222E}" dt="2026-01-12T19:19:40.016" v="283"/>
          <ac:cxnSpMkLst>
            <pc:docMk/>
            <pc:sldMk cId="1602263532" sldId="309"/>
            <ac:cxnSpMk id="20" creationId="{F4A56D40-0696-1E1D-4D99-8959CFBE24DB}"/>
          </ac:cxnSpMkLst>
        </pc:cxnChg>
        <pc:cxnChg chg="mod">
          <ac:chgData name="Toby Donaldson" userId="2e6e5431-bb17-4c41-9985-d39c50d83c73" providerId="ADAL" clId="{F31BC264-820E-54C4-A6D1-F92AF9CC222E}" dt="2026-01-12T19:19:40.016" v="283"/>
          <ac:cxnSpMkLst>
            <pc:docMk/>
            <pc:sldMk cId="1602263532" sldId="309"/>
            <ac:cxnSpMk id="21" creationId="{4E790C82-0EBC-5265-A5B3-694D67A302C3}"/>
          </ac:cxnSpMkLst>
        </pc:cxnChg>
        <pc:cxnChg chg="mod">
          <ac:chgData name="Toby Donaldson" userId="2e6e5431-bb17-4c41-9985-d39c50d83c73" providerId="ADAL" clId="{F31BC264-820E-54C4-A6D1-F92AF9CC222E}" dt="2026-01-12T19:19:47.801" v="285"/>
          <ac:cxnSpMkLst>
            <pc:docMk/>
            <pc:sldMk cId="1602263532" sldId="309"/>
            <ac:cxnSpMk id="23" creationId="{68DA906C-3AA3-7781-F511-64482484CD72}"/>
          </ac:cxnSpMkLst>
        </pc:cxnChg>
        <pc:cxnChg chg="mod">
          <ac:chgData name="Toby Donaldson" userId="2e6e5431-bb17-4c41-9985-d39c50d83c73" providerId="ADAL" clId="{F31BC264-820E-54C4-A6D1-F92AF9CC222E}" dt="2026-01-12T19:19:47.801" v="285"/>
          <ac:cxnSpMkLst>
            <pc:docMk/>
            <pc:sldMk cId="1602263532" sldId="309"/>
            <ac:cxnSpMk id="24" creationId="{9F246CF3-EEDA-FE07-4698-7547E60F4D2C}"/>
          </ac:cxnSpMkLst>
        </pc:cxnChg>
      </pc:sldChg>
      <pc:sldChg chg="delSp modSp add mod ord">
        <pc:chgData name="Toby Donaldson" userId="2e6e5431-bb17-4c41-9985-d39c50d83c73" providerId="ADAL" clId="{F31BC264-820E-54C4-A6D1-F92AF9CC222E}" dt="2026-01-12T20:58:44.137" v="879" actId="20577"/>
        <pc:sldMkLst>
          <pc:docMk/>
          <pc:sldMk cId="2986106436" sldId="310"/>
        </pc:sldMkLst>
        <pc:spChg chg="mod">
          <ac:chgData name="Toby Donaldson" userId="2e6e5431-bb17-4c41-9985-d39c50d83c73" providerId="ADAL" clId="{F31BC264-820E-54C4-A6D1-F92AF9CC222E}" dt="2026-01-12T19:22:07.952" v="459" actId="1076"/>
          <ac:spMkLst>
            <pc:docMk/>
            <pc:sldMk cId="2986106436" sldId="310"/>
            <ac:spMk id="3" creationId="{170FB431-ED62-50BB-6A24-011722DE9604}"/>
          </ac:spMkLst>
        </pc:spChg>
        <pc:spChg chg="mod">
          <ac:chgData name="Toby Donaldson" userId="2e6e5431-bb17-4c41-9985-d39c50d83c73" providerId="ADAL" clId="{F31BC264-820E-54C4-A6D1-F92AF9CC222E}" dt="2026-01-12T19:23:59.102" v="477" actId="207"/>
          <ac:spMkLst>
            <pc:docMk/>
            <pc:sldMk cId="2986106436" sldId="310"/>
            <ac:spMk id="6" creationId="{C21BA3BD-645D-B003-8FAE-126704588C06}"/>
          </ac:spMkLst>
        </pc:spChg>
        <pc:spChg chg="mod">
          <ac:chgData name="Toby Donaldson" userId="2e6e5431-bb17-4c41-9985-d39c50d83c73" providerId="ADAL" clId="{F31BC264-820E-54C4-A6D1-F92AF9CC222E}" dt="2026-01-12T20:58:41.794" v="878" actId="20577"/>
          <ac:spMkLst>
            <pc:docMk/>
            <pc:sldMk cId="2986106436" sldId="310"/>
            <ac:spMk id="9" creationId="{BA7BFEC8-7D67-C150-01FE-75C43FA2E902}"/>
          </ac:spMkLst>
        </pc:spChg>
        <pc:spChg chg="mod">
          <ac:chgData name="Toby Donaldson" userId="2e6e5431-bb17-4c41-9985-d39c50d83c73" providerId="ADAL" clId="{F31BC264-820E-54C4-A6D1-F92AF9CC222E}" dt="2026-01-12T20:58:44.137" v="879" actId="20577"/>
          <ac:spMkLst>
            <pc:docMk/>
            <pc:sldMk cId="2986106436" sldId="310"/>
            <ac:spMk id="12" creationId="{436529D4-425A-D370-981F-AEEC0011033C}"/>
          </ac:spMkLst>
        </pc:spChg>
      </pc:sldChg>
      <pc:sldChg chg="addSp modSp add mod ord">
        <pc:chgData name="Toby Donaldson" userId="2e6e5431-bb17-4c41-9985-d39c50d83c73" providerId="ADAL" clId="{F31BC264-820E-54C4-A6D1-F92AF9CC222E}" dt="2026-01-12T21:12:08.686" v="883"/>
        <pc:sldMkLst>
          <pc:docMk/>
          <pc:sldMk cId="3192736621" sldId="311"/>
        </pc:sldMkLst>
        <pc:spChg chg="mod">
          <ac:chgData name="Toby Donaldson" userId="2e6e5431-bb17-4c41-9985-d39c50d83c73" providerId="ADAL" clId="{F31BC264-820E-54C4-A6D1-F92AF9CC222E}" dt="2026-01-12T19:22:36.230" v="468" actId="20577"/>
          <ac:spMkLst>
            <pc:docMk/>
            <pc:sldMk cId="3192736621" sldId="311"/>
            <ac:spMk id="2" creationId="{504477C4-ADF1-B0B9-24B2-0C8DA5C77B67}"/>
          </ac:spMkLst>
        </pc:spChg>
        <pc:spChg chg="mod">
          <ac:chgData name="Toby Donaldson" userId="2e6e5431-bb17-4c41-9985-d39c50d83c73" providerId="ADAL" clId="{F31BC264-820E-54C4-A6D1-F92AF9CC222E}" dt="2026-01-12T19:25:06.234" v="489" actId="20577"/>
          <ac:spMkLst>
            <pc:docMk/>
            <pc:sldMk cId="3192736621" sldId="311"/>
            <ac:spMk id="6" creationId="{88E068C5-3109-9AE2-4471-9F040E5FC8F8}"/>
          </ac:spMkLst>
        </pc:spChg>
        <pc:spChg chg="mod">
          <ac:chgData name="Toby Donaldson" userId="2e6e5431-bb17-4c41-9985-d39c50d83c73" providerId="ADAL" clId="{F31BC264-820E-54C4-A6D1-F92AF9CC222E}" dt="2026-01-12T19:25:08.897" v="492" actId="20577"/>
          <ac:spMkLst>
            <pc:docMk/>
            <pc:sldMk cId="3192736621" sldId="311"/>
            <ac:spMk id="7" creationId="{45737CEF-A10C-7186-243B-6830852F3CF3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192736621" sldId="311"/>
            <ac:inkMk id="3" creationId="{3537C506-1A00-D05F-9621-F43A8D038924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2526696596" sldId="312"/>
        </pc:sldMkLst>
        <pc:spChg chg="add mod">
          <ac:chgData name="Toby Donaldson" userId="2e6e5431-bb17-4c41-9985-d39c50d83c73" providerId="ADAL" clId="{F31BC264-820E-54C4-A6D1-F92AF9CC222E}" dt="2026-01-12T19:28:12.715" v="569" actId="20577"/>
          <ac:spMkLst>
            <pc:docMk/>
            <pc:sldMk cId="2526696596" sldId="312"/>
            <ac:spMk id="3" creationId="{AB0D7BD7-CEE5-D963-AD5C-7459A5200229}"/>
          </ac:spMkLst>
        </pc:spChg>
        <pc:spChg chg="mod">
          <ac:chgData name="Toby Donaldson" userId="2e6e5431-bb17-4c41-9985-d39c50d83c73" providerId="ADAL" clId="{F31BC264-820E-54C4-A6D1-F92AF9CC222E}" dt="2026-01-12T19:26:56.400" v="558" actId="207"/>
          <ac:spMkLst>
            <pc:docMk/>
            <pc:sldMk cId="2526696596" sldId="312"/>
            <ac:spMk id="5" creationId="{0A19EB24-E807-7D8F-8B5F-FE73D62217E7}"/>
          </ac:spMkLst>
        </pc:spChg>
        <pc:spChg chg="mod">
          <ac:chgData name="Toby Donaldson" userId="2e6e5431-bb17-4c41-9985-d39c50d83c73" providerId="ADAL" clId="{F31BC264-820E-54C4-A6D1-F92AF9CC222E}" dt="2026-01-12T19:25:18.864" v="496" actId="20577"/>
          <ac:spMkLst>
            <pc:docMk/>
            <pc:sldMk cId="2526696596" sldId="312"/>
            <ac:spMk id="6" creationId="{E65F2388-C84A-6019-336A-22455773DC18}"/>
          </ac:spMkLst>
        </pc:spChg>
        <pc:spChg chg="mod">
          <ac:chgData name="Toby Donaldson" userId="2e6e5431-bb17-4c41-9985-d39c50d83c73" providerId="ADAL" clId="{F31BC264-820E-54C4-A6D1-F92AF9CC222E}" dt="2026-01-12T19:25:22.248" v="499" actId="20577"/>
          <ac:spMkLst>
            <pc:docMk/>
            <pc:sldMk cId="2526696596" sldId="312"/>
            <ac:spMk id="7" creationId="{3CBCF5D1-46F3-7CFA-2183-BE485690EBBC}"/>
          </ac:spMkLst>
        </pc:spChg>
        <pc:spChg chg="mod">
          <ac:chgData name="Toby Donaldson" userId="2e6e5431-bb17-4c41-9985-d39c50d83c73" providerId="ADAL" clId="{F31BC264-820E-54C4-A6D1-F92AF9CC222E}" dt="2026-01-12T19:26:42.866" v="556" actId="207"/>
          <ac:spMkLst>
            <pc:docMk/>
            <pc:sldMk cId="2526696596" sldId="312"/>
            <ac:spMk id="14" creationId="{A60FB921-75C4-4557-2C7A-5CDEA2B3BB38}"/>
          </ac:spMkLst>
        </pc:spChg>
        <pc:spChg chg="mod">
          <ac:chgData name="Toby Donaldson" userId="2e6e5431-bb17-4c41-9985-d39c50d83c73" providerId="ADAL" clId="{F31BC264-820E-54C4-A6D1-F92AF9CC222E}" dt="2026-01-12T19:27:00.495" v="559" actId="207"/>
          <ac:spMkLst>
            <pc:docMk/>
            <pc:sldMk cId="2526696596" sldId="312"/>
            <ac:spMk id="16" creationId="{787A8739-20BD-37FE-7A61-AED3276C7544}"/>
          </ac:spMkLst>
        </pc:spChg>
        <pc:spChg chg="mod">
          <ac:chgData name="Toby Donaldson" userId="2e6e5431-bb17-4c41-9985-d39c50d83c73" providerId="ADAL" clId="{F31BC264-820E-54C4-A6D1-F92AF9CC222E}" dt="2026-01-12T19:28:27.399" v="571" actId="20577"/>
          <ac:spMkLst>
            <pc:docMk/>
            <pc:sldMk cId="2526696596" sldId="312"/>
            <ac:spMk id="17" creationId="{D9DA1BC0-598C-AA49-3EFA-81B3DF26BDCF}"/>
          </ac:spMkLst>
        </pc:spChg>
        <pc:spChg chg="add mod">
          <ac:chgData name="Toby Donaldson" userId="2e6e5431-bb17-4c41-9985-d39c50d83c73" providerId="ADAL" clId="{F31BC264-820E-54C4-A6D1-F92AF9CC222E}" dt="2026-01-12T19:27:56.530" v="567" actId="207"/>
          <ac:spMkLst>
            <pc:docMk/>
            <pc:sldMk cId="2526696596" sldId="312"/>
            <ac:spMk id="21" creationId="{032244E2-17CA-B084-6967-630455AC311D}"/>
          </ac:spMkLst>
        </pc:spChg>
        <pc:spChg chg="add mod">
          <ac:chgData name="Toby Donaldson" userId="2e6e5431-bb17-4c41-9985-d39c50d83c73" providerId="ADAL" clId="{F31BC264-820E-54C4-A6D1-F92AF9CC222E}" dt="2026-01-12T19:27:51.447" v="566" actId="207"/>
          <ac:spMkLst>
            <pc:docMk/>
            <pc:sldMk cId="2526696596" sldId="312"/>
            <ac:spMk id="22" creationId="{4E315694-DCFF-F1F2-5766-325A8E132668}"/>
          </ac:spMkLst>
        </pc:spChg>
        <pc:grpChg chg="add mod">
          <ac:chgData name="Toby Donaldson" userId="2e6e5431-bb17-4c41-9985-d39c50d83c73" providerId="ADAL" clId="{F31BC264-820E-54C4-A6D1-F92AF9CC222E}" dt="2026-01-12T19:27:25.127" v="560" actId="1076"/>
          <ac:grpSpMkLst>
            <pc:docMk/>
            <pc:sldMk cId="2526696596" sldId="312"/>
            <ac:grpSpMk id="4" creationId="{995B45C5-A62B-5055-05DE-C3F73962F938}"/>
          </ac:grpSpMkLst>
        </pc:grpChg>
        <pc:grpChg chg="add mod">
          <ac:chgData name="Toby Donaldson" userId="2e6e5431-bb17-4c41-9985-d39c50d83c73" providerId="ADAL" clId="{F31BC264-820E-54C4-A6D1-F92AF9CC222E}" dt="2026-01-12T19:27:25.127" v="560" actId="1076"/>
          <ac:grpSpMkLst>
            <pc:docMk/>
            <pc:sldMk cId="2526696596" sldId="312"/>
            <ac:grpSpMk id="15" creationId="{976242DE-F799-185D-642C-C9A58DD377A3}"/>
          </ac:grpSpMkLst>
        </pc:gr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2526696596" sldId="312"/>
            <ac:inkMk id="23" creationId="{94DCCEC4-36B7-EE28-9C01-000852507C5C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2718745170" sldId="313"/>
        </pc:sldMkLst>
        <pc:spChg chg="mod">
          <ac:chgData name="Toby Donaldson" userId="2e6e5431-bb17-4c41-9985-d39c50d83c73" providerId="ADAL" clId="{F31BC264-820E-54C4-A6D1-F92AF9CC222E}" dt="2026-01-12T19:29:11.172" v="610" actId="2711"/>
          <ac:spMkLst>
            <pc:docMk/>
            <pc:sldMk cId="2718745170" sldId="313"/>
            <ac:spMk id="3" creationId="{B0783059-6552-98B2-FBC8-6060D95706E2}"/>
          </ac:spMkLst>
        </pc:spChg>
        <pc:spChg chg="mod">
          <ac:chgData name="Toby Donaldson" userId="2e6e5431-bb17-4c41-9985-d39c50d83c73" providerId="ADAL" clId="{F31BC264-820E-54C4-A6D1-F92AF9CC222E}" dt="2026-01-12T19:29:56.055" v="618" actId="207"/>
          <ac:spMkLst>
            <pc:docMk/>
            <pc:sldMk cId="2718745170" sldId="313"/>
            <ac:spMk id="5" creationId="{BFC3A3CC-A98A-9D42-EABB-00DDE63CE380}"/>
          </ac:spMkLst>
        </pc:spChg>
        <pc:spChg chg="mod">
          <ac:chgData name="Toby Donaldson" userId="2e6e5431-bb17-4c41-9985-d39c50d83c73" providerId="ADAL" clId="{F31BC264-820E-54C4-A6D1-F92AF9CC222E}" dt="2026-01-12T19:29:21.272" v="611" actId="207"/>
          <ac:spMkLst>
            <pc:docMk/>
            <pc:sldMk cId="2718745170" sldId="313"/>
            <ac:spMk id="14" creationId="{5FF78161-E9CB-D7FD-7163-A61BFF605B9F}"/>
          </ac:spMkLst>
        </pc:spChg>
        <pc:spChg chg="mod">
          <ac:chgData name="Toby Donaldson" userId="2e6e5431-bb17-4c41-9985-d39c50d83c73" providerId="ADAL" clId="{F31BC264-820E-54C4-A6D1-F92AF9CC222E}" dt="2026-01-12T19:29:35.064" v="614" actId="207"/>
          <ac:spMkLst>
            <pc:docMk/>
            <pc:sldMk cId="2718745170" sldId="313"/>
            <ac:spMk id="16" creationId="{51EE427F-0317-6082-A74F-785FAD384F04}"/>
          </ac:spMkLst>
        </pc:spChg>
        <pc:spChg chg="mod">
          <ac:chgData name="Toby Donaldson" userId="2e6e5431-bb17-4c41-9985-d39c50d83c73" providerId="ADAL" clId="{F31BC264-820E-54C4-A6D1-F92AF9CC222E}" dt="2026-01-12T19:29:26.681" v="612" actId="207"/>
          <ac:spMkLst>
            <pc:docMk/>
            <pc:sldMk cId="2718745170" sldId="313"/>
            <ac:spMk id="17" creationId="{05497C13-F42B-1DA4-56A5-BCBBE4D18570}"/>
          </ac:spMkLst>
        </pc:spChg>
        <pc:spChg chg="mod">
          <ac:chgData name="Toby Donaldson" userId="2e6e5431-bb17-4c41-9985-d39c50d83c73" providerId="ADAL" clId="{F31BC264-820E-54C4-A6D1-F92AF9CC222E}" dt="2026-01-12T19:29:44.330" v="616" actId="207"/>
          <ac:spMkLst>
            <pc:docMk/>
            <pc:sldMk cId="2718745170" sldId="313"/>
            <ac:spMk id="21" creationId="{0A737034-92C1-6C3D-3528-2F5DDF666A4C}"/>
          </ac:spMkLst>
        </pc:spChg>
        <pc:spChg chg="mod">
          <ac:chgData name="Toby Donaldson" userId="2e6e5431-bb17-4c41-9985-d39c50d83c73" providerId="ADAL" clId="{F31BC264-820E-54C4-A6D1-F92AF9CC222E}" dt="2026-01-12T19:29:38.293" v="615" actId="207"/>
          <ac:spMkLst>
            <pc:docMk/>
            <pc:sldMk cId="2718745170" sldId="313"/>
            <ac:spMk id="22" creationId="{BA7065A2-116F-AAAF-EEF2-C400C6DBA32B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2718745170" sldId="313"/>
            <ac:inkMk id="18" creationId="{50AC2B91-0439-A482-E101-3843EFACA294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1841516333" sldId="314"/>
        </pc:sldMkLst>
        <pc:spChg chg="mod">
          <ac:chgData name="Toby Donaldson" userId="2e6e5431-bb17-4c41-9985-d39c50d83c73" providerId="ADAL" clId="{F31BC264-820E-54C4-A6D1-F92AF9CC222E}" dt="2026-01-12T19:30:19.252" v="621" actId="207"/>
          <ac:spMkLst>
            <pc:docMk/>
            <pc:sldMk cId="1841516333" sldId="314"/>
            <ac:spMk id="5" creationId="{5380D4F4-0E6D-1CF5-9D83-D60B139796D1}"/>
          </ac:spMkLst>
        </pc:spChg>
        <pc:spChg chg="mod">
          <ac:chgData name="Toby Donaldson" userId="2e6e5431-bb17-4c41-9985-d39c50d83c73" providerId="ADAL" clId="{F31BC264-820E-54C4-A6D1-F92AF9CC222E}" dt="2026-01-12T19:30:25.554" v="622" actId="207"/>
          <ac:spMkLst>
            <pc:docMk/>
            <pc:sldMk cId="1841516333" sldId="314"/>
            <ac:spMk id="16" creationId="{A068DCA8-BFA9-DEF3-468C-08D9CA8BD54D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1841516333" sldId="314"/>
            <ac:inkMk id="18" creationId="{8161EEFB-BC53-99F6-F72E-4F743347CFAC}"/>
          </ac:inkMkLst>
        </pc:inkChg>
      </pc:sldChg>
      <pc:sldChg chg="addSp modSp add mod">
        <pc:chgData name="Toby Donaldson" userId="2e6e5431-bb17-4c41-9985-d39c50d83c73" providerId="ADAL" clId="{F31BC264-820E-54C4-A6D1-F92AF9CC222E}" dt="2026-01-12T21:12:08.686" v="883"/>
        <pc:sldMkLst>
          <pc:docMk/>
          <pc:sldMk cId="346491558" sldId="315"/>
        </pc:sldMkLst>
        <pc:spChg chg="mod">
          <ac:chgData name="Toby Donaldson" userId="2e6e5431-bb17-4c41-9985-d39c50d83c73" providerId="ADAL" clId="{F31BC264-820E-54C4-A6D1-F92AF9CC222E}" dt="2026-01-12T19:31:28.440" v="736" actId="20577"/>
          <ac:spMkLst>
            <pc:docMk/>
            <pc:sldMk cId="346491558" sldId="315"/>
            <ac:spMk id="3" creationId="{0A83A25C-F3EE-1508-DC0D-4D30BE1047CC}"/>
          </ac:spMkLst>
        </pc:spChg>
        <pc:spChg chg="mod">
          <ac:chgData name="Toby Donaldson" userId="2e6e5431-bb17-4c41-9985-d39c50d83c73" providerId="ADAL" clId="{F31BC264-820E-54C4-A6D1-F92AF9CC222E}" dt="2026-01-12T19:31:03.470" v="626" actId="207"/>
          <ac:spMkLst>
            <pc:docMk/>
            <pc:sldMk cId="346491558" sldId="315"/>
            <ac:spMk id="16" creationId="{74D91249-A736-27B9-3EFD-ED090D570623}"/>
          </ac:spMkLst>
        </pc:spChg>
        <pc:grpChg chg="add mod">
          <ac:chgData name="Toby Donaldson" userId="2e6e5431-bb17-4c41-9985-d39c50d83c73" providerId="ADAL" clId="{F31BC264-820E-54C4-A6D1-F92AF9CC222E}" dt="2026-01-12T19:31:39.459" v="739" actId="1076"/>
          <ac:grpSpMkLst>
            <pc:docMk/>
            <pc:sldMk cId="346491558" sldId="315"/>
            <ac:grpSpMk id="18" creationId="{DF8544D4-C665-0824-86EF-A9D635D82279}"/>
          </ac:grpSpMkLst>
        </pc:grpChg>
        <pc:grpChg chg="add mod">
          <ac:chgData name="Toby Donaldson" userId="2e6e5431-bb17-4c41-9985-d39c50d83c73" providerId="ADAL" clId="{F31BC264-820E-54C4-A6D1-F92AF9CC222E}" dt="2026-01-12T19:31:45.046" v="741" actId="1076"/>
          <ac:grpSpMkLst>
            <pc:docMk/>
            <pc:sldMk cId="346491558" sldId="315"/>
            <ac:grpSpMk id="23" creationId="{2BDBBE76-23B0-3D70-242E-C263663B3633}"/>
          </ac:grpSpMkLst>
        </pc:grpChg>
        <pc:grpChg chg="add mod">
          <ac:chgData name="Toby Donaldson" userId="2e6e5431-bb17-4c41-9985-d39c50d83c73" providerId="ADAL" clId="{F31BC264-820E-54C4-A6D1-F92AF9CC222E}" dt="2026-01-12T19:31:50.030" v="743" actId="1076"/>
          <ac:grpSpMkLst>
            <pc:docMk/>
            <pc:sldMk cId="346491558" sldId="315"/>
            <ac:grpSpMk id="26" creationId="{7B7EE73F-561C-C747-7B25-7F4013F0E9E0}"/>
          </ac:grpSpMkLst>
        </pc:gr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46491558" sldId="315"/>
            <ac:inkMk id="29" creationId="{4658C420-6F86-6C7F-7403-B3AF55DEEEE3}"/>
          </ac:inkMkLst>
        </pc:inkChg>
        <pc:cxnChg chg="mod">
          <ac:chgData name="Toby Donaldson" userId="2e6e5431-bb17-4c41-9985-d39c50d83c73" providerId="ADAL" clId="{F31BC264-820E-54C4-A6D1-F92AF9CC222E}" dt="2026-01-12T19:30:50.499" v="624"/>
          <ac:cxnSpMkLst>
            <pc:docMk/>
            <pc:sldMk cId="346491558" sldId="315"/>
            <ac:cxnSpMk id="19" creationId="{6E93325A-A922-03A4-A3FE-D8C76ED413AD}"/>
          </ac:cxnSpMkLst>
        </pc:cxnChg>
        <pc:cxnChg chg="mod">
          <ac:chgData name="Toby Donaldson" userId="2e6e5431-bb17-4c41-9985-d39c50d83c73" providerId="ADAL" clId="{F31BC264-820E-54C4-A6D1-F92AF9CC222E}" dt="2026-01-12T19:30:50.499" v="624"/>
          <ac:cxnSpMkLst>
            <pc:docMk/>
            <pc:sldMk cId="346491558" sldId="315"/>
            <ac:cxnSpMk id="20" creationId="{4124243F-5A47-5D58-F8C5-62A35F59BB25}"/>
          </ac:cxnSpMkLst>
        </pc:cxnChg>
        <pc:cxnChg chg="mod">
          <ac:chgData name="Toby Donaldson" userId="2e6e5431-bb17-4c41-9985-d39c50d83c73" providerId="ADAL" clId="{F31BC264-820E-54C4-A6D1-F92AF9CC222E}" dt="2026-01-12T19:31:41.839" v="740"/>
          <ac:cxnSpMkLst>
            <pc:docMk/>
            <pc:sldMk cId="346491558" sldId="315"/>
            <ac:cxnSpMk id="24" creationId="{E3D26D8A-C70E-613B-048E-E2CEB0C8C7A9}"/>
          </ac:cxnSpMkLst>
        </pc:cxnChg>
        <pc:cxnChg chg="mod">
          <ac:chgData name="Toby Donaldson" userId="2e6e5431-bb17-4c41-9985-d39c50d83c73" providerId="ADAL" clId="{F31BC264-820E-54C4-A6D1-F92AF9CC222E}" dt="2026-01-12T19:31:41.839" v="740"/>
          <ac:cxnSpMkLst>
            <pc:docMk/>
            <pc:sldMk cId="346491558" sldId="315"/>
            <ac:cxnSpMk id="25" creationId="{11E50DAD-4E97-7327-9A9C-50A3F98D25DF}"/>
          </ac:cxnSpMkLst>
        </pc:cxnChg>
        <pc:cxnChg chg="mod">
          <ac:chgData name="Toby Donaldson" userId="2e6e5431-bb17-4c41-9985-d39c50d83c73" providerId="ADAL" clId="{F31BC264-820E-54C4-A6D1-F92AF9CC222E}" dt="2026-01-12T19:31:46.344" v="742"/>
          <ac:cxnSpMkLst>
            <pc:docMk/>
            <pc:sldMk cId="346491558" sldId="315"/>
            <ac:cxnSpMk id="27" creationId="{3E67D1F0-AD98-3447-45BA-D2244F1C27F5}"/>
          </ac:cxnSpMkLst>
        </pc:cxnChg>
        <pc:cxnChg chg="mod">
          <ac:chgData name="Toby Donaldson" userId="2e6e5431-bb17-4c41-9985-d39c50d83c73" providerId="ADAL" clId="{F31BC264-820E-54C4-A6D1-F92AF9CC222E}" dt="2026-01-12T19:31:46.344" v="742"/>
          <ac:cxnSpMkLst>
            <pc:docMk/>
            <pc:sldMk cId="346491558" sldId="315"/>
            <ac:cxnSpMk id="28" creationId="{B0BC2810-EF5B-06EF-3B58-1449EA741BD7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1-12T21:12:08.686" v="883"/>
        <pc:sldMkLst>
          <pc:docMk/>
          <pc:sldMk cId="3698533850" sldId="316"/>
        </pc:sldMkLst>
        <pc:spChg chg="mod">
          <ac:chgData name="Toby Donaldson" userId="2e6e5431-bb17-4c41-9985-d39c50d83c73" providerId="ADAL" clId="{F31BC264-820E-54C4-A6D1-F92AF9CC222E}" dt="2026-01-12T19:33:45.558" v="872" actId="1076"/>
          <ac:spMkLst>
            <pc:docMk/>
            <pc:sldMk cId="3698533850" sldId="316"/>
            <ac:spMk id="3" creationId="{41781DCC-BF0F-7C1F-20DA-31339FEACF05}"/>
          </ac:spMkLst>
        </pc:spChg>
        <pc:inkChg chg="add">
          <ac:chgData name="Toby Donaldson" userId="2e6e5431-bb17-4c41-9985-d39c50d83c73" providerId="ADAL" clId="{F31BC264-820E-54C4-A6D1-F92AF9CC222E}" dt="2026-01-12T21:12:08.686" v="883"/>
          <ac:inkMkLst>
            <pc:docMk/>
            <pc:sldMk cId="3698533850" sldId="316"/>
            <ac:inkMk id="29" creationId="{51D959CF-DDDD-8FC6-36CE-9BB33DE8227B}"/>
          </ac:inkMkLst>
        </pc:inkChg>
      </pc:sldChg>
      <pc:sldChg chg="modSp add mod">
        <pc:chgData name="Toby Donaldson" userId="2e6e5431-bb17-4c41-9985-d39c50d83c73" providerId="ADAL" clId="{F31BC264-820E-54C4-A6D1-F92AF9CC222E}" dt="2026-01-12T21:30:30.854" v="892" actId="207"/>
        <pc:sldMkLst>
          <pc:docMk/>
          <pc:sldMk cId="2305968137" sldId="317"/>
        </pc:sldMkLst>
        <pc:spChg chg="mod">
          <ac:chgData name="Toby Donaldson" userId="2e6e5431-bb17-4c41-9985-d39c50d83c73" providerId="ADAL" clId="{F31BC264-820E-54C4-A6D1-F92AF9CC222E}" dt="2026-01-12T21:30:30.854" v="892" actId="207"/>
          <ac:spMkLst>
            <pc:docMk/>
            <pc:sldMk cId="2305968137" sldId="317"/>
            <ac:spMk id="9" creationId="{5BEE6D39-FE48-BD62-5E6B-68372F46AE8D}"/>
          </ac:spMkLst>
        </pc:spChg>
        <pc:spChg chg="mod">
          <ac:chgData name="Toby Donaldson" userId="2e6e5431-bb17-4c41-9985-d39c50d83c73" providerId="ADAL" clId="{F31BC264-820E-54C4-A6D1-F92AF9CC222E}" dt="2026-01-12T21:30:23.983" v="891" actId="207"/>
          <ac:spMkLst>
            <pc:docMk/>
            <pc:sldMk cId="2305968137" sldId="317"/>
            <ac:spMk id="12" creationId="{C2F294F4-65F0-206A-6E4D-F0CE373AC178}"/>
          </ac:spMkLst>
        </pc:spChg>
      </pc:sldChg>
      <pc:sldChg chg="modSp mod">
        <pc:chgData name="Toby Donaldson" userId="2e6e5431-bb17-4c41-9985-d39c50d83c73" providerId="ADAL" clId="{F31BC264-820E-54C4-A6D1-F92AF9CC222E}" dt="2026-01-14T20:12:40.920" v="1966" actId="20577"/>
        <pc:sldMkLst>
          <pc:docMk/>
          <pc:sldMk cId="1132579984" sldId="318"/>
        </pc:sldMkLst>
        <pc:spChg chg="mod">
          <ac:chgData name="Toby Donaldson" userId="2e6e5431-bb17-4c41-9985-d39c50d83c73" providerId="ADAL" clId="{F31BC264-820E-54C4-A6D1-F92AF9CC222E}" dt="2026-01-14T20:12:40.920" v="1966" actId="20577"/>
          <ac:spMkLst>
            <pc:docMk/>
            <pc:sldMk cId="1132579984" sldId="318"/>
            <ac:spMk id="3" creationId="{FF440214-6C8C-871B-2554-1DFD4B615CBC}"/>
          </ac:spMkLst>
        </pc:spChg>
      </pc:sldChg>
      <pc:sldChg chg="delSp mod">
        <pc:chgData name="Toby Donaldson" userId="2e6e5431-bb17-4c41-9985-d39c50d83c73" providerId="ADAL" clId="{F31BC264-820E-54C4-A6D1-F92AF9CC222E}" dt="2026-01-14T00:41:06.838" v="1109" actId="21"/>
        <pc:sldMkLst>
          <pc:docMk/>
          <pc:sldMk cId="368465021" sldId="319"/>
        </pc:sldMkLst>
        <pc:spChg chg="del">
          <ac:chgData name="Toby Donaldson" userId="2e6e5431-bb17-4c41-9985-d39c50d83c73" providerId="ADAL" clId="{F31BC264-820E-54C4-A6D1-F92AF9CC222E}" dt="2026-01-14T00:41:06.838" v="1109" actId="21"/>
          <ac:spMkLst>
            <pc:docMk/>
            <pc:sldMk cId="368465021" sldId="319"/>
            <ac:spMk id="5" creationId="{42832E32-8BD3-D65C-BB4E-E762D6084176}"/>
          </ac:spMkLst>
        </pc:spChg>
      </pc:sldChg>
      <pc:sldChg chg="addSp delSp modSp mod">
        <pc:chgData name="Toby Donaldson" userId="2e6e5431-bb17-4c41-9985-d39c50d83c73" providerId="ADAL" clId="{F31BC264-820E-54C4-A6D1-F92AF9CC222E}" dt="2026-01-14T20:14:32.180" v="2054" actId="1076"/>
        <pc:sldMkLst>
          <pc:docMk/>
          <pc:sldMk cId="3757594957" sldId="320"/>
        </pc:sldMkLst>
        <pc:spChg chg="del">
          <ac:chgData name="Toby Donaldson" userId="2e6e5431-bb17-4c41-9985-d39c50d83c73" providerId="ADAL" clId="{F31BC264-820E-54C4-A6D1-F92AF9CC222E}" dt="2026-01-14T00:42:27.489" v="1113" actId="21"/>
          <ac:spMkLst>
            <pc:docMk/>
            <pc:sldMk cId="3757594957" sldId="320"/>
            <ac:spMk id="5" creationId="{A85158B2-28CF-AF21-C99B-040D60C331A1}"/>
          </ac:spMkLst>
        </pc:spChg>
        <pc:spChg chg="mod">
          <ac:chgData name="Toby Donaldson" userId="2e6e5431-bb17-4c41-9985-d39c50d83c73" providerId="ADAL" clId="{F31BC264-820E-54C4-A6D1-F92AF9CC222E}" dt="2026-01-14T20:14:32.180" v="2054" actId="1076"/>
          <ac:spMkLst>
            <pc:docMk/>
            <pc:sldMk cId="3757594957" sldId="320"/>
            <ac:spMk id="6" creationId="{0D3EAE1E-BDE2-603E-1308-8AFBE28C2408}"/>
          </ac:spMkLst>
        </pc:spChg>
        <pc:spChg chg="add mod">
          <ac:chgData name="Toby Donaldson" userId="2e6e5431-bb17-4c41-9985-d39c50d83c73" providerId="ADAL" clId="{F31BC264-820E-54C4-A6D1-F92AF9CC222E}" dt="2026-01-14T00:42:34.725" v="1114"/>
          <ac:spMkLst>
            <pc:docMk/>
            <pc:sldMk cId="3757594957" sldId="320"/>
            <ac:spMk id="7" creationId="{F7C60636-4C24-A9D1-8CAA-9EA732C4B854}"/>
          </ac:spMkLst>
        </pc:spChg>
      </pc:sldChg>
      <pc:sldChg chg="modSp mod">
        <pc:chgData name="Toby Donaldson" userId="2e6e5431-bb17-4c41-9985-d39c50d83c73" providerId="ADAL" clId="{F31BC264-820E-54C4-A6D1-F92AF9CC222E}" dt="2026-01-14T20:14:50.768" v="2072" actId="20577"/>
        <pc:sldMkLst>
          <pc:docMk/>
          <pc:sldMk cId="1626001943" sldId="321"/>
        </pc:sldMkLst>
        <pc:spChg chg="mod">
          <ac:chgData name="Toby Donaldson" userId="2e6e5431-bb17-4c41-9985-d39c50d83c73" providerId="ADAL" clId="{F31BC264-820E-54C4-A6D1-F92AF9CC222E}" dt="2026-01-14T20:14:50.768" v="2072" actId="20577"/>
          <ac:spMkLst>
            <pc:docMk/>
            <pc:sldMk cId="1626001943" sldId="321"/>
            <ac:spMk id="5" creationId="{3FD52599-338A-6508-DE29-68F3A40E1225}"/>
          </ac:spMkLst>
        </pc:spChg>
      </pc:sldChg>
      <pc:sldChg chg="addSp modSp mod">
        <pc:chgData name="Toby Donaldson" userId="2e6e5431-bb17-4c41-9985-d39c50d83c73" providerId="ADAL" clId="{F31BC264-820E-54C4-A6D1-F92AF9CC222E}" dt="2026-01-14T21:06:57.407" v="2337"/>
        <pc:sldMkLst>
          <pc:docMk/>
          <pc:sldMk cId="3462656307" sldId="323"/>
        </pc:sldMkLst>
        <pc:spChg chg="mod">
          <ac:chgData name="Toby Donaldson" userId="2e6e5431-bb17-4c41-9985-d39c50d83c73" providerId="ADAL" clId="{F31BC264-820E-54C4-A6D1-F92AF9CC222E}" dt="2026-01-14T20:16:00.678" v="2108" actId="1076"/>
          <ac:spMkLst>
            <pc:docMk/>
            <pc:sldMk cId="3462656307" sldId="323"/>
            <ac:spMk id="9" creationId="{3A657CF4-3C08-D9A1-0EB7-61CE38EE69B3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3462656307" sldId="323"/>
            <ac:inkMk id="6" creationId="{46B4BBE1-59EA-1CD3-F5AB-1FDC355C429C}"/>
          </ac:inkMkLst>
        </pc:inkChg>
      </pc:sldChg>
      <pc:sldChg chg="delSp modSp mod">
        <pc:chgData name="Toby Donaldson" userId="2e6e5431-bb17-4c41-9985-d39c50d83c73" providerId="ADAL" clId="{F31BC264-820E-54C4-A6D1-F92AF9CC222E}" dt="2026-01-14T20:17:49.026" v="2279" actId="1076"/>
        <pc:sldMkLst>
          <pc:docMk/>
          <pc:sldMk cId="1082558667" sldId="324"/>
        </pc:sldMkLst>
        <pc:spChg chg="mod">
          <ac:chgData name="Toby Donaldson" userId="2e6e5431-bb17-4c41-9985-d39c50d83c73" providerId="ADAL" clId="{F31BC264-820E-54C4-A6D1-F92AF9CC222E}" dt="2026-01-14T20:17:49.026" v="2279" actId="1076"/>
          <ac:spMkLst>
            <pc:docMk/>
            <pc:sldMk cId="1082558667" sldId="324"/>
            <ac:spMk id="5" creationId="{10283B24-DF48-C0C1-F389-C5941C7BF967}"/>
          </ac:spMkLst>
        </pc:spChg>
        <pc:spChg chg="del">
          <ac:chgData name="Toby Donaldson" userId="2e6e5431-bb17-4c41-9985-d39c50d83c73" providerId="ADAL" clId="{F31BC264-820E-54C4-A6D1-F92AF9CC222E}" dt="2026-01-14T20:16:46.256" v="2124" actId="21"/>
          <ac:spMkLst>
            <pc:docMk/>
            <pc:sldMk cId="1082558667" sldId="324"/>
            <ac:spMk id="7" creationId="{94166312-6B6E-0C09-0E78-016E20AC5CBF}"/>
          </ac:spMkLst>
        </pc:spChg>
        <pc:spChg chg="mod">
          <ac:chgData name="Toby Donaldson" userId="2e6e5431-bb17-4c41-9985-d39c50d83c73" providerId="ADAL" clId="{F31BC264-820E-54C4-A6D1-F92AF9CC222E}" dt="2026-01-14T20:16:41.558" v="2123" actId="5793"/>
          <ac:spMkLst>
            <pc:docMk/>
            <pc:sldMk cId="1082558667" sldId="324"/>
            <ac:spMk id="8" creationId="{45DB8949-A7A2-9EF5-6FFC-D465B3441015}"/>
          </ac:spMkLst>
        </pc:spChg>
        <pc:cxnChg chg="del mod">
          <ac:chgData name="Toby Donaldson" userId="2e6e5431-bb17-4c41-9985-d39c50d83c73" providerId="ADAL" clId="{F31BC264-820E-54C4-A6D1-F92AF9CC222E}" dt="2026-01-14T20:16:50.016" v="2125" actId="21"/>
          <ac:cxnSpMkLst>
            <pc:docMk/>
            <pc:sldMk cId="1082558667" sldId="324"/>
            <ac:cxnSpMk id="11" creationId="{1A74F676-7928-7AF9-6564-1BD0E432D658}"/>
          </ac:cxnSpMkLst>
        </pc:cxnChg>
      </pc:sldChg>
      <pc:sldChg chg="addSp modSp mod">
        <pc:chgData name="Toby Donaldson" userId="2e6e5431-bb17-4c41-9985-d39c50d83c73" providerId="ADAL" clId="{F31BC264-820E-54C4-A6D1-F92AF9CC222E}" dt="2026-01-14T21:06:57.407" v="2337"/>
        <pc:sldMkLst>
          <pc:docMk/>
          <pc:sldMk cId="699882749" sldId="327"/>
        </pc:sldMkLst>
        <pc:spChg chg="mod">
          <ac:chgData name="Toby Donaldson" userId="2e6e5431-bb17-4c41-9985-d39c50d83c73" providerId="ADAL" clId="{F31BC264-820E-54C4-A6D1-F92AF9CC222E}" dt="2026-01-14T00:47:08.462" v="1129" actId="20577"/>
          <ac:spMkLst>
            <pc:docMk/>
            <pc:sldMk cId="699882749" sldId="327"/>
            <ac:spMk id="5" creationId="{49BB9C6C-0FEC-A06A-BF5C-061B9EDE99C1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699882749" sldId="327"/>
            <ac:inkMk id="4" creationId="{C0901B0A-4C08-9899-6353-92E8E0DEAFB5}"/>
          </ac:inkMkLst>
        </pc:inkChg>
      </pc:sldChg>
      <pc:sldChg chg="modSp mod">
        <pc:chgData name="Toby Donaldson" userId="2e6e5431-bb17-4c41-9985-d39c50d83c73" providerId="ADAL" clId="{F31BC264-820E-54C4-A6D1-F92AF9CC222E}" dt="2026-01-14T20:19:10.866" v="2287" actId="20577"/>
        <pc:sldMkLst>
          <pc:docMk/>
          <pc:sldMk cId="1392075432" sldId="328"/>
        </pc:sldMkLst>
        <pc:spChg chg="mod">
          <ac:chgData name="Toby Donaldson" userId="2e6e5431-bb17-4c41-9985-d39c50d83c73" providerId="ADAL" clId="{F31BC264-820E-54C4-A6D1-F92AF9CC222E}" dt="2026-01-14T20:19:10.866" v="2287" actId="20577"/>
          <ac:spMkLst>
            <pc:docMk/>
            <pc:sldMk cId="1392075432" sldId="328"/>
            <ac:spMk id="5" creationId="{23130DB0-B469-6957-6288-A48591D0B1BC}"/>
          </ac:spMkLst>
        </pc:spChg>
      </pc:sldChg>
      <pc:sldChg chg="addSp">
        <pc:chgData name="Toby Donaldson" userId="2e6e5431-bb17-4c41-9985-d39c50d83c73" providerId="ADAL" clId="{F31BC264-820E-54C4-A6D1-F92AF9CC222E}" dt="2026-01-14T21:06:57.407" v="2337"/>
        <pc:sldMkLst>
          <pc:docMk/>
          <pc:sldMk cId="3023544242" sldId="329"/>
        </pc:sldMkLst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3023544242" sldId="329"/>
            <ac:inkMk id="4" creationId="{0E00EEFC-44AC-A870-AEC1-790D42ED58BA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14T01:01:12.215" v="1592" actId="21"/>
        <pc:sldMkLst>
          <pc:docMk/>
          <pc:sldMk cId="310005921" sldId="331"/>
        </pc:sldMkLst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4" creationId="{50B2A015-ACAC-A678-24A7-2DE29603DDC6}"/>
          </ac:spMkLst>
        </pc:spChg>
        <pc:spChg chg="mod">
          <ac:chgData name="Toby Donaldson" userId="2e6e5431-bb17-4c41-9985-d39c50d83c73" providerId="ADAL" clId="{F31BC264-820E-54C4-A6D1-F92AF9CC222E}" dt="2026-01-14T01:01:00.983" v="1590" actId="1076"/>
          <ac:spMkLst>
            <pc:docMk/>
            <pc:sldMk cId="310005921" sldId="331"/>
            <ac:spMk id="5" creationId="{9F1F176D-834B-3351-B247-CA2F6D8DB0FD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7" creationId="{938DB4A5-481E-346E-702B-4E8AA6D2F747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8" creationId="{32C5F79F-755C-405F-910D-CE09AA2EA15F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9" creationId="{C6B02C19-F500-4E68-45F9-461D701C2F27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10" creationId="{A607AD14-78E5-8A7D-BDAB-EBA991129F9C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11" creationId="{F28B3EDD-0788-83E5-F39F-8D4A80BC8D6D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12" creationId="{619ABC95-3F3C-DC89-FAD5-5733EE116BEF}"/>
          </ac:spMkLst>
        </pc:spChg>
        <pc:spChg chg="add del mod">
          <ac:chgData name="Toby Donaldson" userId="2e6e5431-bb17-4c41-9985-d39c50d83c73" providerId="ADAL" clId="{F31BC264-820E-54C4-A6D1-F92AF9CC222E}" dt="2026-01-14T01:01:12.215" v="1592" actId="21"/>
          <ac:spMkLst>
            <pc:docMk/>
            <pc:sldMk cId="310005921" sldId="331"/>
            <ac:spMk id="13" creationId="{401121CE-6C99-5513-3604-28F68B04B060}"/>
          </ac:spMkLst>
        </pc:spChg>
      </pc:sldChg>
      <pc:sldChg chg="addSp delSp modSp mod">
        <pc:chgData name="Toby Donaldson" userId="2e6e5431-bb17-4c41-9985-d39c50d83c73" providerId="ADAL" clId="{F31BC264-820E-54C4-A6D1-F92AF9CC222E}" dt="2026-01-14T21:06:57.407" v="2337"/>
        <pc:sldMkLst>
          <pc:docMk/>
          <pc:sldMk cId="154519029" sldId="333"/>
        </pc:sldMkLst>
        <pc:spChg chg="del">
          <ac:chgData name="Toby Donaldson" userId="2e6e5431-bb17-4c41-9985-d39c50d83c73" providerId="ADAL" clId="{F31BC264-820E-54C4-A6D1-F92AF9CC222E}" dt="2026-01-14T00:56:33.167" v="1339" actId="21"/>
          <ac:spMkLst>
            <pc:docMk/>
            <pc:sldMk cId="154519029" sldId="333"/>
            <ac:spMk id="4" creationId="{51E34364-6CEC-C9B1-3111-9251F72DABAF}"/>
          </ac:spMkLst>
        </pc:spChg>
        <pc:spChg chg="mod">
          <ac:chgData name="Toby Donaldson" userId="2e6e5431-bb17-4c41-9985-d39c50d83c73" providerId="ADAL" clId="{F31BC264-820E-54C4-A6D1-F92AF9CC222E}" dt="2026-01-14T20:22:45.834" v="2336" actId="20577"/>
          <ac:spMkLst>
            <pc:docMk/>
            <pc:sldMk cId="154519029" sldId="333"/>
            <ac:spMk id="5" creationId="{0859ED5A-BBAD-54D9-A5DE-4CF7CD5426F5}"/>
          </ac:spMkLst>
        </pc:spChg>
        <pc:spChg chg="mod">
          <ac:chgData name="Toby Donaldson" userId="2e6e5431-bb17-4c41-9985-d39c50d83c73" providerId="ADAL" clId="{F31BC264-820E-54C4-A6D1-F92AF9CC222E}" dt="2026-01-14T00:56:28.514" v="1338" actId="20577"/>
          <ac:spMkLst>
            <pc:docMk/>
            <pc:sldMk cId="154519029" sldId="333"/>
            <ac:spMk id="6" creationId="{B0BC0A00-3B1B-2570-C9A1-9E6FD31F0EE2}"/>
          </ac:spMkLst>
        </pc:spChg>
        <pc:spChg chg="del">
          <ac:chgData name="Toby Donaldson" userId="2e6e5431-bb17-4c41-9985-d39c50d83c73" providerId="ADAL" clId="{F31BC264-820E-54C4-A6D1-F92AF9CC222E}" dt="2026-01-14T00:56:39.121" v="1340" actId="21"/>
          <ac:spMkLst>
            <pc:docMk/>
            <pc:sldMk cId="154519029" sldId="333"/>
            <ac:spMk id="7" creationId="{00161B73-A40C-F3D8-3F56-0EBC2DF6B0A8}"/>
          </ac:spMkLst>
        </pc:spChg>
        <pc:spChg chg="del">
          <ac:chgData name="Toby Donaldson" userId="2e6e5431-bb17-4c41-9985-d39c50d83c73" providerId="ADAL" clId="{F31BC264-820E-54C4-A6D1-F92AF9CC222E}" dt="2026-01-14T00:56:18.788" v="1333" actId="21"/>
          <ac:spMkLst>
            <pc:docMk/>
            <pc:sldMk cId="154519029" sldId="333"/>
            <ac:spMk id="8" creationId="{CF76B506-9EE3-1929-7641-06C156DA6F93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154519029" sldId="333"/>
            <ac:inkMk id="4" creationId="{A0BE3809-AF0D-C73E-E548-372A1D2B77D3}"/>
          </ac:inkMkLst>
        </pc:inkChg>
        <pc:cxnChg chg="mod">
          <ac:chgData name="Toby Donaldson" userId="2e6e5431-bb17-4c41-9985-d39c50d83c73" providerId="ADAL" clId="{F31BC264-820E-54C4-A6D1-F92AF9CC222E}" dt="2026-01-14T00:57:38.999" v="1437" actId="14100"/>
          <ac:cxnSpMkLst>
            <pc:docMk/>
            <pc:sldMk cId="154519029" sldId="333"/>
            <ac:cxnSpMk id="10" creationId="{7BA4F8A7-9DDF-BE93-5291-2FF779062A3B}"/>
          </ac:cxnSpMkLst>
        </pc:cxnChg>
        <pc:cxnChg chg="del mod">
          <ac:chgData name="Toby Donaldson" userId="2e6e5431-bb17-4c41-9985-d39c50d83c73" providerId="ADAL" clId="{F31BC264-820E-54C4-A6D1-F92AF9CC222E}" dt="2026-01-14T00:56:11.108" v="1332" actId="21"/>
          <ac:cxnSpMkLst>
            <pc:docMk/>
            <pc:sldMk cId="154519029" sldId="333"/>
            <ac:cxnSpMk id="11" creationId="{A98E121B-EDCE-FE8D-CCD7-0DEE393CBF97}"/>
          </ac:cxnSpMkLst>
        </pc:cxnChg>
        <pc:cxnChg chg="del mod">
          <ac:chgData name="Toby Donaldson" userId="2e6e5431-bb17-4c41-9985-d39c50d83c73" providerId="ADAL" clId="{F31BC264-820E-54C4-A6D1-F92AF9CC222E}" dt="2026-01-14T00:56:11.108" v="1332" actId="21"/>
          <ac:cxnSpMkLst>
            <pc:docMk/>
            <pc:sldMk cId="154519029" sldId="333"/>
            <ac:cxnSpMk id="14" creationId="{EFD9D27A-BCB1-0AB2-F9BB-92E584271D24}"/>
          </ac:cxnSpMkLst>
        </pc:cxnChg>
      </pc:sldChg>
      <pc:sldChg chg="addSp modSp mod">
        <pc:chgData name="Toby Donaldson" userId="2e6e5431-bb17-4c41-9985-d39c50d83c73" providerId="ADAL" clId="{F31BC264-820E-54C4-A6D1-F92AF9CC222E}" dt="2026-01-14T21:06:57.407" v="2337"/>
        <pc:sldMkLst>
          <pc:docMk/>
          <pc:sldMk cId="463958126" sldId="334"/>
        </pc:sldMkLst>
        <pc:spChg chg="mod">
          <ac:chgData name="Toby Donaldson" userId="2e6e5431-bb17-4c41-9985-d39c50d83c73" providerId="ADAL" clId="{F31BC264-820E-54C4-A6D1-F92AF9CC222E}" dt="2026-01-14T00:49:16.004" v="1134" actId="14100"/>
          <ac:spMkLst>
            <pc:docMk/>
            <pc:sldMk cId="463958126" sldId="334"/>
            <ac:spMk id="5" creationId="{BEEDBA60-C3C7-2D0A-A12D-933094691E11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463958126" sldId="334"/>
            <ac:inkMk id="4" creationId="{142F8E12-1330-15D9-BC9E-3562D13D2360}"/>
          </ac:inkMkLst>
        </pc:inkChg>
        <pc:cxnChg chg="mod">
          <ac:chgData name="Toby Donaldson" userId="2e6e5431-bb17-4c41-9985-d39c50d83c73" providerId="ADAL" clId="{F31BC264-820E-54C4-A6D1-F92AF9CC222E}" dt="2026-01-14T00:49:16.004" v="1134" actId="14100"/>
          <ac:cxnSpMkLst>
            <pc:docMk/>
            <pc:sldMk cId="463958126" sldId="334"/>
            <ac:cxnSpMk id="14" creationId="{08D258C8-1FFB-98AD-C1FE-BFB4DB47415F}"/>
          </ac:cxnSpMkLst>
        </pc:cxnChg>
      </pc:sldChg>
      <pc:sldChg chg="delSp del mod">
        <pc:chgData name="Toby Donaldson" userId="2e6e5431-bb17-4c41-9985-d39c50d83c73" providerId="ADAL" clId="{F31BC264-820E-54C4-A6D1-F92AF9CC222E}" dt="2026-01-14T00:49:39.362" v="1136" actId="2696"/>
        <pc:sldMkLst>
          <pc:docMk/>
          <pc:sldMk cId="3717764275" sldId="336"/>
        </pc:sldMkLst>
        <pc:spChg chg="del">
          <ac:chgData name="Toby Donaldson" userId="2e6e5431-bb17-4c41-9985-d39c50d83c73" providerId="ADAL" clId="{F31BC264-820E-54C4-A6D1-F92AF9CC222E}" dt="2026-01-14T00:49:35.212" v="1135" actId="21"/>
          <ac:spMkLst>
            <pc:docMk/>
            <pc:sldMk cId="3717764275" sldId="336"/>
            <ac:spMk id="4" creationId="{CF8F6A6E-CF72-FE4E-9805-FDCF11B1A89D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1-14T18:37:28.732" v="1952" actId="21"/>
        <pc:sldMkLst>
          <pc:docMk/>
          <pc:sldMk cId="52576632" sldId="337"/>
        </pc:sldMkLst>
        <pc:spChg chg="add del mod">
          <ac:chgData name="Toby Donaldson" userId="2e6e5431-bb17-4c41-9985-d39c50d83c73" providerId="ADAL" clId="{F31BC264-820E-54C4-A6D1-F92AF9CC222E}" dt="2026-01-14T00:42:19.243" v="1112" actId="21"/>
          <ac:spMkLst>
            <pc:docMk/>
            <pc:sldMk cId="52576632" sldId="337"/>
            <ac:spMk id="4" creationId="{B15A0DBB-6AEF-ACDF-84E5-A5FD3FFECA21}"/>
          </ac:spMkLst>
        </pc:spChg>
        <pc:spChg chg="del">
          <ac:chgData name="Toby Donaldson" userId="2e6e5431-bb17-4c41-9985-d39c50d83c73" providerId="ADAL" clId="{F31BC264-820E-54C4-A6D1-F92AF9CC222E}" dt="2026-01-14T18:37:28.732" v="1952" actId="21"/>
          <ac:spMkLst>
            <pc:docMk/>
            <pc:sldMk cId="52576632" sldId="337"/>
            <ac:spMk id="5" creationId="{08735F96-27B9-B845-22D4-AA054B0DB0A9}"/>
          </ac:spMkLst>
        </pc:spChg>
      </pc:sldChg>
      <pc:sldChg chg="add del">
        <pc:chgData name="Toby Donaldson" userId="2e6e5431-bb17-4c41-9985-d39c50d83c73" providerId="ADAL" clId="{F31BC264-820E-54C4-A6D1-F92AF9CC222E}" dt="2026-01-14T00:40:50.600" v="1107" actId="2696"/>
        <pc:sldMkLst>
          <pc:docMk/>
          <pc:sldMk cId="3375065956" sldId="337"/>
        </pc:sldMkLst>
      </pc:sldChg>
      <pc:sldChg chg="addSp modSp add mod">
        <pc:chgData name="Toby Donaldson" userId="2e6e5431-bb17-4c41-9985-d39c50d83c73" providerId="ADAL" clId="{F31BC264-820E-54C4-A6D1-F92AF9CC222E}" dt="2026-01-14T00:52:44.837" v="1233" actId="11529"/>
        <pc:sldMkLst>
          <pc:docMk/>
          <pc:sldMk cId="3480954975" sldId="338"/>
        </pc:sldMkLst>
        <pc:spChg chg="mod">
          <ac:chgData name="Toby Donaldson" userId="2e6e5431-bb17-4c41-9985-d39c50d83c73" providerId="ADAL" clId="{F31BC264-820E-54C4-A6D1-F92AF9CC222E}" dt="2026-01-14T00:52:34.001" v="1232" actId="1076"/>
          <ac:spMkLst>
            <pc:docMk/>
            <pc:sldMk cId="3480954975" sldId="338"/>
            <ac:spMk id="5" creationId="{95BB4925-269A-D2DD-13A9-C854CB818DFB}"/>
          </ac:spMkLst>
        </pc:spChg>
        <pc:cxnChg chg="add">
          <ac:chgData name="Toby Donaldson" userId="2e6e5431-bb17-4c41-9985-d39c50d83c73" providerId="ADAL" clId="{F31BC264-820E-54C4-A6D1-F92AF9CC222E}" dt="2026-01-14T00:52:44.837" v="1233" actId="11529"/>
          <ac:cxnSpMkLst>
            <pc:docMk/>
            <pc:sldMk cId="3480954975" sldId="338"/>
            <ac:cxnSpMk id="7" creationId="{A368DA67-B759-5CE2-9F24-475E50E74087}"/>
          </ac:cxnSpMkLst>
        </pc:cxnChg>
      </pc:sldChg>
      <pc:sldChg chg="addSp modSp add mod">
        <pc:chgData name="Toby Donaldson" userId="2e6e5431-bb17-4c41-9985-d39c50d83c73" providerId="ADAL" clId="{F31BC264-820E-54C4-A6D1-F92AF9CC222E}" dt="2026-01-14T21:06:57.407" v="2337"/>
        <pc:sldMkLst>
          <pc:docMk/>
          <pc:sldMk cId="1660211438" sldId="339"/>
        </pc:sldMkLst>
        <pc:spChg chg="mod">
          <ac:chgData name="Toby Donaldson" userId="2e6e5431-bb17-4c41-9985-d39c50d83c73" providerId="ADAL" clId="{F31BC264-820E-54C4-A6D1-F92AF9CC222E}" dt="2026-01-14T00:53:25.827" v="1239" actId="20577"/>
          <ac:spMkLst>
            <pc:docMk/>
            <pc:sldMk cId="1660211438" sldId="339"/>
            <ac:spMk id="6" creationId="{0E183368-4EFF-AFA4-15F7-846BE86FF8F5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1660211438" sldId="339"/>
            <ac:inkMk id="4" creationId="{97DF408A-0E44-66C5-37A2-90856CAA6503}"/>
          </ac:inkMkLst>
        </pc:inkChg>
      </pc:sldChg>
      <pc:sldChg chg="addSp delSp modSp add mod">
        <pc:chgData name="Toby Donaldson" userId="2e6e5431-bb17-4c41-9985-d39c50d83c73" providerId="ADAL" clId="{F31BC264-820E-54C4-A6D1-F92AF9CC222E}" dt="2026-01-14T20:22:36.925" v="2335"/>
        <pc:sldMkLst>
          <pc:docMk/>
          <pc:sldMk cId="2710887938" sldId="340"/>
        </pc:sldMkLst>
        <pc:spChg chg="add mod">
          <ac:chgData name="Toby Donaldson" userId="2e6e5431-bb17-4c41-9985-d39c50d83c73" providerId="ADAL" clId="{F31BC264-820E-54C4-A6D1-F92AF9CC222E}" dt="2026-01-14T00:54:53.555" v="1326" actId="2711"/>
          <ac:spMkLst>
            <pc:docMk/>
            <pc:sldMk cId="2710887938" sldId="340"/>
            <ac:spMk id="4" creationId="{6064C827-64D0-9F58-52C2-7B86A87094BE}"/>
          </ac:spMkLst>
        </pc:spChg>
        <pc:spChg chg="del mod">
          <ac:chgData name="Toby Donaldson" userId="2e6e5431-bb17-4c41-9985-d39c50d83c73" providerId="ADAL" clId="{F31BC264-820E-54C4-A6D1-F92AF9CC222E}" dt="2026-01-14T20:22:27.538" v="2334" actId="21"/>
          <ac:spMkLst>
            <pc:docMk/>
            <pc:sldMk cId="2710887938" sldId="340"/>
            <ac:spMk id="5" creationId="{8FDD7733-F448-D7C9-EF58-9C28FDAD3F60}"/>
          </ac:spMkLst>
        </pc:spChg>
        <pc:spChg chg="add mod">
          <ac:chgData name="Toby Donaldson" userId="2e6e5431-bb17-4c41-9985-d39c50d83c73" providerId="ADAL" clId="{F31BC264-820E-54C4-A6D1-F92AF9CC222E}" dt="2026-01-14T20:22:36.925" v="2335"/>
          <ac:spMkLst>
            <pc:docMk/>
            <pc:sldMk cId="2710887938" sldId="340"/>
            <ac:spMk id="9" creationId="{9D9C284D-D43F-DD03-6A42-2C66DE8CE415}"/>
          </ac:spMkLst>
        </pc:spChg>
        <pc:cxnChg chg="del mod">
          <ac:chgData name="Toby Donaldson" userId="2e6e5431-bb17-4c41-9985-d39c50d83c73" providerId="ADAL" clId="{F31BC264-820E-54C4-A6D1-F92AF9CC222E}" dt="2026-01-14T20:22:27.538" v="2334" actId="21"/>
          <ac:cxnSpMkLst>
            <pc:docMk/>
            <pc:sldMk cId="2710887938" sldId="340"/>
            <ac:cxnSpMk id="7" creationId="{15D7B57B-E4A7-3EDB-4201-A2148BE19416}"/>
          </ac:cxnSpMkLst>
        </pc:cxnChg>
        <pc:cxnChg chg="add mod">
          <ac:chgData name="Toby Donaldson" userId="2e6e5431-bb17-4c41-9985-d39c50d83c73" providerId="ADAL" clId="{F31BC264-820E-54C4-A6D1-F92AF9CC222E}" dt="2026-01-14T00:54:40.182" v="1308" actId="20577"/>
          <ac:cxnSpMkLst>
            <pc:docMk/>
            <pc:sldMk cId="2710887938" sldId="340"/>
            <ac:cxnSpMk id="8" creationId="{3CC258AC-74C1-7530-4011-26197A74C380}"/>
          </ac:cxnSpMkLst>
        </pc:cxnChg>
        <pc:cxnChg chg="add mod">
          <ac:chgData name="Toby Donaldson" userId="2e6e5431-bb17-4c41-9985-d39c50d83c73" providerId="ADAL" clId="{F31BC264-820E-54C4-A6D1-F92AF9CC222E}" dt="2026-01-14T20:22:36.925" v="2335"/>
          <ac:cxnSpMkLst>
            <pc:docMk/>
            <pc:sldMk cId="2710887938" sldId="340"/>
            <ac:cxnSpMk id="10" creationId="{BB53B4E3-2239-7495-2AA1-AD4B31B14E44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1-14T21:06:57.407" v="2337"/>
        <pc:sldMkLst>
          <pc:docMk/>
          <pc:sldMk cId="882016782" sldId="341"/>
        </pc:sldMkLst>
        <pc:spChg chg="del">
          <ac:chgData name="Toby Donaldson" userId="2e6e5431-bb17-4c41-9985-d39c50d83c73" providerId="ADAL" clId="{F31BC264-820E-54C4-A6D1-F92AF9CC222E}" dt="2026-01-14T00:58:06.197" v="1440" actId="21"/>
          <ac:spMkLst>
            <pc:docMk/>
            <pc:sldMk cId="882016782" sldId="341"/>
            <ac:spMk id="4" creationId="{842F390A-7447-7EED-638F-F55761E25462}"/>
          </ac:spMkLst>
        </pc:spChg>
        <pc:spChg chg="mod">
          <ac:chgData name="Toby Donaldson" userId="2e6e5431-bb17-4c41-9985-d39c50d83c73" providerId="ADAL" clId="{F31BC264-820E-54C4-A6D1-F92AF9CC222E}" dt="2026-01-14T01:00:03.177" v="1587" actId="2711"/>
          <ac:spMkLst>
            <pc:docMk/>
            <pc:sldMk cId="882016782" sldId="341"/>
            <ac:spMk id="5" creationId="{CC0D19C3-657F-6853-898B-E717532C173D}"/>
          </ac:spMkLst>
        </pc:spChg>
        <pc:spChg chg="del">
          <ac:chgData name="Toby Donaldson" userId="2e6e5431-bb17-4c41-9985-d39c50d83c73" providerId="ADAL" clId="{F31BC264-820E-54C4-A6D1-F92AF9CC222E}" dt="2026-01-14T00:58:09.013" v="1441" actId="21"/>
          <ac:spMkLst>
            <pc:docMk/>
            <pc:sldMk cId="882016782" sldId="341"/>
            <ac:spMk id="7" creationId="{50D00529-64C7-2D09-320C-3060FC280C80}"/>
          </ac:spMkLst>
        </pc:spChg>
        <pc:spChg chg="del">
          <ac:chgData name="Toby Donaldson" userId="2e6e5431-bb17-4c41-9985-d39c50d83c73" providerId="ADAL" clId="{F31BC264-820E-54C4-A6D1-F92AF9CC222E}" dt="2026-01-14T00:58:11.392" v="1442" actId="21"/>
          <ac:spMkLst>
            <pc:docMk/>
            <pc:sldMk cId="882016782" sldId="341"/>
            <ac:spMk id="8" creationId="{C605A49C-5065-BDD1-BD5E-B634CFAB670B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882016782" sldId="341"/>
            <ac:inkMk id="4" creationId="{772B8CCD-3984-1793-6F74-5B16C9FEC868}"/>
          </ac:inkMkLst>
        </pc:inkChg>
        <pc:cxnChg chg="mod">
          <ac:chgData name="Toby Donaldson" userId="2e6e5431-bb17-4c41-9985-d39c50d83c73" providerId="ADAL" clId="{F31BC264-820E-54C4-A6D1-F92AF9CC222E}" dt="2026-01-14T00:59:48.282" v="1584" actId="14100"/>
          <ac:cxnSpMkLst>
            <pc:docMk/>
            <pc:sldMk cId="882016782" sldId="341"/>
            <ac:cxnSpMk id="10" creationId="{1009C459-F80F-9917-8828-122C484A47B7}"/>
          </ac:cxnSpMkLst>
        </pc:cxnChg>
        <pc:cxnChg chg="del mod">
          <ac:chgData name="Toby Donaldson" userId="2e6e5431-bb17-4c41-9985-d39c50d83c73" providerId="ADAL" clId="{F31BC264-820E-54C4-A6D1-F92AF9CC222E}" dt="2026-01-14T00:58:01.961" v="1439" actId="21"/>
          <ac:cxnSpMkLst>
            <pc:docMk/>
            <pc:sldMk cId="882016782" sldId="341"/>
            <ac:cxnSpMk id="11" creationId="{1498619D-BBE2-0356-3D6D-707DCC1B3C35}"/>
          </ac:cxnSpMkLst>
        </pc:cxnChg>
        <pc:cxnChg chg="del mod">
          <ac:chgData name="Toby Donaldson" userId="2e6e5431-bb17-4c41-9985-d39c50d83c73" providerId="ADAL" clId="{F31BC264-820E-54C4-A6D1-F92AF9CC222E}" dt="2026-01-14T00:58:01.961" v="1439" actId="21"/>
          <ac:cxnSpMkLst>
            <pc:docMk/>
            <pc:sldMk cId="882016782" sldId="341"/>
            <ac:cxnSpMk id="14" creationId="{8D9C473B-590C-7A63-95F3-F89F909FA5F6}"/>
          </ac:cxnSpMkLst>
        </pc:cxnChg>
      </pc:sldChg>
      <pc:sldChg chg="add del">
        <pc:chgData name="Toby Donaldson" userId="2e6e5431-bb17-4c41-9985-d39c50d83c73" providerId="ADAL" clId="{F31BC264-820E-54C4-A6D1-F92AF9CC222E}" dt="2026-01-14T00:55:58.936" v="1330" actId="2696"/>
        <pc:sldMkLst>
          <pc:docMk/>
          <pc:sldMk cId="1485461583" sldId="341"/>
        </pc:sldMkLst>
      </pc:sldChg>
      <pc:sldChg chg="add ord">
        <pc:chgData name="Toby Donaldson" userId="2e6e5431-bb17-4c41-9985-d39c50d83c73" providerId="ADAL" clId="{F31BC264-820E-54C4-A6D1-F92AF9CC222E}" dt="2026-01-14T01:00:18.957" v="1588" actId="20578"/>
        <pc:sldMkLst>
          <pc:docMk/>
          <pc:sldMk cId="3069856114" sldId="342"/>
        </pc:sldMkLst>
      </pc:sldChg>
      <pc:sldChg chg="addSp delSp modSp add mod">
        <pc:chgData name="Toby Donaldson" userId="2e6e5431-bb17-4c41-9985-d39c50d83c73" providerId="ADAL" clId="{F31BC264-820E-54C4-A6D1-F92AF9CC222E}" dt="2026-01-14T20:21:24.040" v="2333" actId="1076"/>
        <pc:sldMkLst>
          <pc:docMk/>
          <pc:sldMk cId="3109756922" sldId="343"/>
        </pc:sldMkLst>
        <pc:spChg chg="mod">
          <ac:chgData name="Toby Donaldson" userId="2e6e5431-bb17-4c41-9985-d39c50d83c73" providerId="ADAL" clId="{F31BC264-820E-54C4-A6D1-F92AF9CC222E}" dt="2026-01-14T01:03:56.653" v="1663" actId="1076"/>
          <ac:spMkLst>
            <pc:docMk/>
            <pc:sldMk cId="3109756922" sldId="343"/>
            <ac:spMk id="4" creationId="{3379845F-2FAF-BB7A-1467-AD22230E854B}"/>
          </ac:spMkLst>
        </pc:spChg>
        <pc:spChg chg="mod">
          <ac:chgData name="Toby Donaldson" userId="2e6e5431-bb17-4c41-9985-d39c50d83c73" providerId="ADAL" clId="{F31BC264-820E-54C4-A6D1-F92AF9CC222E}" dt="2026-01-14T20:20:11.608" v="2288" actId="1076"/>
          <ac:spMkLst>
            <pc:docMk/>
            <pc:sldMk cId="3109756922" sldId="343"/>
            <ac:spMk id="5" creationId="{26A6BAA4-E1EC-DC99-09D4-8BB2C829875E}"/>
          </ac:spMkLst>
        </pc:spChg>
        <pc:spChg chg="mod">
          <ac:chgData name="Toby Donaldson" userId="2e6e5431-bb17-4c41-9985-d39c50d83c73" providerId="ADAL" clId="{F31BC264-820E-54C4-A6D1-F92AF9CC222E}" dt="2026-01-14T01:03:56.653" v="1663" actId="1076"/>
          <ac:spMkLst>
            <pc:docMk/>
            <pc:sldMk cId="3109756922" sldId="343"/>
            <ac:spMk id="7" creationId="{FC27004F-AB25-C561-40B3-19E8E32AA1D3}"/>
          </ac:spMkLst>
        </pc:spChg>
        <pc:spChg chg="add mod">
          <ac:chgData name="Toby Donaldson" userId="2e6e5431-bb17-4c41-9985-d39c50d83c73" providerId="ADAL" clId="{F31BC264-820E-54C4-A6D1-F92AF9CC222E}" dt="2026-01-14T20:20:44.726" v="2321" actId="1076"/>
          <ac:spMkLst>
            <pc:docMk/>
            <pc:sldMk cId="3109756922" sldId="343"/>
            <ac:spMk id="8" creationId="{63686421-B7DD-8EA0-46EE-8C225E31EC38}"/>
          </ac:spMkLst>
        </pc:spChg>
        <pc:spChg chg="del mod">
          <ac:chgData name="Toby Donaldson" userId="2e6e5431-bb17-4c41-9985-d39c50d83c73" providerId="ADAL" clId="{F31BC264-820E-54C4-A6D1-F92AF9CC222E}" dt="2026-01-14T01:05:31.129" v="1683" actId="21"/>
          <ac:spMkLst>
            <pc:docMk/>
            <pc:sldMk cId="3109756922" sldId="343"/>
            <ac:spMk id="8" creationId="{DD071080-72AE-AEDB-E098-4D5F8E7B112B}"/>
          </ac:spMkLst>
        </pc:spChg>
        <pc:spChg chg="add mod">
          <ac:chgData name="Toby Donaldson" userId="2e6e5431-bb17-4c41-9985-d39c50d83c73" providerId="ADAL" clId="{F31BC264-820E-54C4-A6D1-F92AF9CC222E}" dt="2026-01-14T20:21:17.645" v="2331" actId="1076"/>
          <ac:spMkLst>
            <pc:docMk/>
            <pc:sldMk cId="3109756922" sldId="343"/>
            <ac:spMk id="9" creationId="{10E9B605-AAE1-4EE4-0DDB-D5996B8DE9C0}"/>
          </ac:spMkLst>
        </pc:spChg>
        <pc:spChg chg="del mod">
          <ac:chgData name="Toby Donaldson" userId="2e6e5431-bb17-4c41-9985-d39c50d83c73" providerId="ADAL" clId="{F31BC264-820E-54C4-A6D1-F92AF9CC222E}" dt="2026-01-14T01:05:40.050" v="1686" actId="21"/>
          <ac:spMkLst>
            <pc:docMk/>
            <pc:sldMk cId="3109756922" sldId="343"/>
            <ac:spMk id="9" creationId="{792DB847-B4B9-3427-6D57-30B9C61DB1CF}"/>
          </ac:spMkLst>
        </pc:spChg>
        <pc:spChg chg="mod">
          <ac:chgData name="Toby Donaldson" userId="2e6e5431-bb17-4c41-9985-d39c50d83c73" providerId="ADAL" clId="{F31BC264-820E-54C4-A6D1-F92AF9CC222E}" dt="2026-01-14T01:03:56.653" v="1663" actId="1076"/>
          <ac:spMkLst>
            <pc:docMk/>
            <pc:sldMk cId="3109756922" sldId="343"/>
            <ac:spMk id="10" creationId="{A7FB9AFA-BBDD-CBC2-F09D-B6E8D4C3532A}"/>
          </ac:spMkLst>
        </pc:spChg>
        <pc:spChg chg="del mod">
          <ac:chgData name="Toby Donaldson" userId="2e6e5431-bb17-4c41-9985-d39c50d83c73" providerId="ADAL" clId="{F31BC264-820E-54C4-A6D1-F92AF9CC222E}" dt="2026-01-14T01:05:34.231" v="1684" actId="21"/>
          <ac:spMkLst>
            <pc:docMk/>
            <pc:sldMk cId="3109756922" sldId="343"/>
            <ac:spMk id="11" creationId="{15EE293E-EF3F-E774-28DD-024F8F774031}"/>
          </ac:spMkLst>
        </pc:spChg>
        <pc:spChg chg="add mod">
          <ac:chgData name="Toby Donaldson" userId="2e6e5431-bb17-4c41-9985-d39c50d83c73" providerId="ADAL" clId="{F31BC264-820E-54C4-A6D1-F92AF9CC222E}" dt="2026-01-14T20:21:24.040" v="2333" actId="1076"/>
          <ac:spMkLst>
            <pc:docMk/>
            <pc:sldMk cId="3109756922" sldId="343"/>
            <ac:spMk id="11" creationId="{3A365525-478E-E104-32EE-F0E9B79E621F}"/>
          </ac:spMkLst>
        </pc:spChg>
        <pc:spChg chg="mod">
          <ac:chgData name="Toby Donaldson" userId="2e6e5431-bb17-4c41-9985-d39c50d83c73" providerId="ADAL" clId="{F31BC264-820E-54C4-A6D1-F92AF9CC222E}" dt="2026-01-14T01:03:56.653" v="1663" actId="1076"/>
          <ac:spMkLst>
            <pc:docMk/>
            <pc:sldMk cId="3109756922" sldId="343"/>
            <ac:spMk id="12" creationId="{F2AA9990-0C6C-F9D8-CBCA-C1EE3215821C}"/>
          </ac:spMkLst>
        </pc:spChg>
        <pc:spChg chg="del mod">
          <ac:chgData name="Toby Donaldson" userId="2e6e5431-bb17-4c41-9985-d39c50d83c73" providerId="ADAL" clId="{F31BC264-820E-54C4-A6D1-F92AF9CC222E}" dt="2026-01-14T01:05:36.866" v="1685" actId="21"/>
          <ac:spMkLst>
            <pc:docMk/>
            <pc:sldMk cId="3109756922" sldId="343"/>
            <ac:spMk id="13" creationId="{B90F419C-D920-3049-3A80-D3479702BCCB}"/>
          </ac:spMkLst>
        </pc:spChg>
        <pc:spChg chg="add mod">
          <ac:chgData name="Toby Donaldson" userId="2e6e5431-bb17-4c41-9985-d39c50d83c73" providerId="ADAL" clId="{F31BC264-820E-54C4-A6D1-F92AF9CC222E}" dt="2026-01-14T01:03:56.653" v="1663" actId="1076"/>
          <ac:spMkLst>
            <pc:docMk/>
            <pc:sldMk cId="3109756922" sldId="343"/>
            <ac:spMk id="14" creationId="{F8684C7C-9720-B53E-0142-240906810346}"/>
          </ac:spMkLst>
        </pc:spChg>
        <pc:spChg chg="add mod">
          <ac:chgData name="Toby Donaldson" userId="2e6e5431-bb17-4c41-9985-d39c50d83c73" providerId="ADAL" clId="{F31BC264-820E-54C4-A6D1-F92AF9CC222E}" dt="2026-01-14T01:03:56.653" v="1663" actId="1076"/>
          <ac:spMkLst>
            <pc:docMk/>
            <pc:sldMk cId="3109756922" sldId="343"/>
            <ac:spMk id="15" creationId="{73B65667-A11A-64F7-08EF-1E06C58DBE15}"/>
          </ac:spMkLst>
        </pc:spChg>
        <pc:spChg chg="add mod">
          <ac:chgData name="Toby Donaldson" userId="2e6e5431-bb17-4c41-9985-d39c50d83c73" providerId="ADAL" clId="{F31BC264-820E-54C4-A6D1-F92AF9CC222E}" dt="2026-01-14T01:04:34.321" v="1670" actId="1076"/>
          <ac:spMkLst>
            <pc:docMk/>
            <pc:sldMk cId="3109756922" sldId="343"/>
            <ac:spMk id="16" creationId="{7E37FF1A-EE93-305D-72C5-9A7301475626}"/>
          </ac:spMkLst>
        </pc:spChg>
        <pc:spChg chg="add mod">
          <ac:chgData name="Toby Donaldson" userId="2e6e5431-bb17-4c41-9985-d39c50d83c73" providerId="ADAL" clId="{F31BC264-820E-54C4-A6D1-F92AF9CC222E}" dt="2026-01-14T01:04:49.721" v="1680" actId="20577"/>
          <ac:spMkLst>
            <pc:docMk/>
            <pc:sldMk cId="3109756922" sldId="343"/>
            <ac:spMk id="21" creationId="{A32056EA-E3DF-F64B-E455-680A2380BF5F}"/>
          </ac:spMkLst>
        </pc:spChg>
        <pc:cxnChg chg="add mod">
          <ac:chgData name="Toby Donaldson" userId="2e6e5431-bb17-4c41-9985-d39c50d83c73" providerId="ADAL" clId="{F31BC264-820E-54C4-A6D1-F92AF9CC222E}" dt="2026-01-14T01:04:34.321" v="1670" actId="1076"/>
          <ac:cxnSpMkLst>
            <pc:docMk/>
            <pc:sldMk cId="3109756922" sldId="343"/>
            <ac:cxnSpMk id="18" creationId="{E03E011C-382C-4F9A-1A72-BFF308021F93}"/>
          </ac:cxnSpMkLst>
        </pc:cxnChg>
        <pc:cxnChg chg="add mod">
          <ac:chgData name="Toby Donaldson" userId="2e6e5431-bb17-4c41-9985-d39c50d83c73" providerId="ADAL" clId="{F31BC264-820E-54C4-A6D1-F92AF9CC222E}" dt="2026-01-14T01:04:54.304" v="1681" actId="14100"/>
          <ac:cxnSpMkLst>
            <pc:docMk/>
            <pc:sldMk cId="3109756922" sldId="343"/>
            <ac:cxnSpMk id="22" creationId="{5F280711-907A-B0D6-90CA-680E3B85B047}"/>
          </ac:cxnSpMkLst>
        </pc:cxnChg>
      </pc:sldChg>
      <pc:sldChg chg="addSp modSp add mod">
        <pc:chgData name="Toby Donaldson" userId="2e6e5431-bb17-4c41-9985-d39c50d83c73" providerId="ADAL" clId="{F31BC264-820E-54C4-A6D1-F92AF9CC222E}" dt="2026-01-14T21:06:57.407" v="2337"/>
        <pc:sldMkLst>
          <pc:docMk/>
          <pc:sldMk cId="1273189564" sldId="344"/>
        </pc:sldMkLst>
        <pc:spChg chg="mod">
          <ac:chgData name="Toby Donaldson" userId="2e6e5431-bb17-4c41-9985-d39c50d83c73" providerId="ADAL" clId="{F31BC264-820E-54C4-A6D1-F92AF9CC222E}" dt="2026-01-14T01:08:43.071" v="1944" actId="1076"/>
          <ac:spMkLst>
            <pc:docMk/>
            <pc:sldMk cId="1273189564" sldId="344"/>
            <ac:spMk id="5" creationId="{143F14A5-7888-E3C8-CD9C-733CD0A4AEBE}"/>
          </ac:spMkLst>
        </pc:spChg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1273189564" sldId="344"/>
            <ac:inkMk id="17" creationId="{CCAC1600-19F0-0E2E-10B2-CFB185631BF6}"/>
          </ac:inkMkLst>
        </pc:inkChg>
      </pc:sldChg>
      <pc:sldChg chg="add">
        <pc:chgData name="Toby Donaldson" userId="2e6e5431-bb17-4c41-9985-d39c50d83c73" providerId="ADAL" clId="{F31BC264-820E-54C4-A6D1-F92AF9CC222E}" dt="2026-01-14T18:37:25.248" v="1951" actId="2890"/>
        <pc:sldMkLst>
          <pc:docMk/>
          <pc:sldMk cId="1402674638" sldId="345"/>
        </pc:sldMkLst>
      </pc:sldChg>
      <pc:sldChg chg="addSp modSp add mod">
        <pc:chgData name="Toby Donaldson" userId="2e6e5431-bb17-4c41-9985-d39c50d83c73" providerId="ADAL" clId="{F31BC264-820E-54C4-A6D1-F92AF9CC222E}" dt="2026-01-14T20:13:46.948" v="2041" actId="14100"/>
        <pc:sldMkLst>
          <pc:docMk/>
          <pc:sldMk cId="3477541816" sldId="346"/>
        </pc:sldMkLst>
        <pc:spChg chg="add mod">
          <ac:chgData name="Toby Donaldson" userId="2e6e5431-bb17-4c41-9985-d39c50d83c73" providerId="ADAL" clId="{F31BC264-820E-54C4-A6D1-F92AF9CC222E}" dt="2026-01-14T20:13:32.163" v="2037" actId="1076"/>
          <ac:spMkLst>
            <pc:docMk/>
            <pc:sldMk cId="3477541816" sldId="346"/>
            <ac:spMk id="4" creationId="{66CD9CDE-BD7F-30D3-3EAE-75BBAC552E48}"/>
          </ac:spMkLst>
        </pc:spChg>
        <pc:cxnChg chg="add">
          <ac:chgData name="Toby Donaldson" userId="2e6e5431-bb17-4c41-9985-d39c50d83c73" providerId="ADAL" clId="{F31BC264-820E-54C4-A6D1-F92AF9CC222E}" dt="2026-01-14T20:13:38.941" v="2038" actId="11529"/>
          <ac:cxnSpMkLst>
            <pc:docMk/>
            <pc:sldMk cId="3477541816" sldId="346"/>
            <ac:cxnSpMk id="7" creationId="{AC5AFAD0-1C71-5BEC-4DB2-3B815CF214E1}"/>
          </ac:cxnSpMkLst>
        </pc:cxnChg>
        <pc:cxnChg chg="add mod">
          <ac:chgData name="Toby Donaldson" userId="2e6e5431-bb17-4c41-9985-d39c50d83c73" providerId="ADAL" clId="{F31BC264-820E-54C4-A6D1-F92AF9CC222E}" dt="2026-01-14T20:13:46.948" v="2041" actId="14100"/>
          <ac:cxnSpMkLst>
            <pc:docMk/>
            <pc:sldMk cId="3477541816" sldId="346"/>
            <ac:cxnSpMk id="8" creationId="{73E0A496-2938-453D-40CA-E32A77ED99B8}"/>
          </ac:cxnSpMkLst>
        </pc:cxnChg>
      </pc:sldChg>
      <pc:sldChg chg="addSp add">
        <pc:chgData name="Toby Donaldson" userId="2e6e5431-bb17-4c41-9985-d39c50d83c73" providerId="ADAL" clId="{F31BC264-820E-54C4-A6D1-F92AF9CC222E}" dt="2026-01-14T21:06:57.407" v="2337"/>
        <pc:sldMkLst>
          <pc:docMk/>
          <pc:sldMk cId="4171015884" sldId="347"/>
        </pc:sldMkLst>
        <pc:inkChg chg="add">
          <ac:chgData name="Toby Donaldson" userId="2e6e5431-bb17-4c41-9985-d39c50d83c73" providerId="ADAL" clId="{F31BC264-820E-54C4-A6D1-F92AF9CC222E}" dt="2026-01-14T21:06:57.407" v="2337"/>
          <ac:inkMkLst>
            <pc:docMk/>
            <pc:sldMk cId="4171015884" sldId="347"/>
            <ac:inkMk id="4" creationId="{0723BF63-DFEA-C12B-4680-59BFBBB73954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redo custSel addSld modSld sldOrd addSection modSection">
      <pc:chgData name="Toby Donaldson" userId="2e6e5431-bb17-4c41-9985-d39c50d83c73" providerId="ADAL" clId="{7F9681A8-EEE2-56F4-9B39-ECCBEE0471AC}" dt="2026-01-13T06:25:34.387" v="4922" actId="20577"/>
      <pc:docMkLst>
        <pc:docMk/>
      </pc:docMkLst>
      <pc:sldChg chg="modSp new mod">
        <pc:chgData name="Toby Donaldson" userId="2e6e5431-bb17-4c41-9985-d39c50d83c73" providerId="ADAL" clId="{7F9681A8-EEE2-56F4-9B39-ECCBEE0471AC}" dt="2026-01-13T04:35:14.504" v="520" actId="5793"/>
        <pc:sldMkLst>
          <pc:docMk/>
          <pc:sldMk cId="1132579984" sldId="318"/>
        </pc:sldMkLst>
        <pc:spChg chg="mod">
          <ac:chgData name="Toby Donaldson" userId="2e6e5431-bb17-4c41-9985-d39c50d83c73" providerId="ADAL" clId="{7F9681A8-EEE2-56F4-9B39-ECCBEE0471AC}" dt="2026-01-13T04:31:44.657" v="16" actId="20577"/>
          <ac:spMkLst>
            <pc:docMk/>
            <pc:sldMk cId="1132579984" sldId="318"/>
            <ac:spMk id="2" creationId="{19B2DCC7-C54D-9407-4475-0E86286189B9}"/>
          </ac:spMkLst>
        </pc:spChg>
        <pc:spChg chg="mod">
          <ac:chgData name="Toby Donaldson" userId="2e6e5431-bb17-4c41-9985-d39c50d83c73" providerId="ADAL" clId="{7F9681A8-EEE2-56F4-9B39-ECCBEE0471AC}" dt="2026-01-13T04:35:14.504" v="520" actId="5793"/>
          <ac:spMkLst>
            <pc:docMk/>
            <pc:sldMk cId="1132579984" sldId="318"/>
            <ac:spMk id="3" creationId="{FF440214-6C8C-871B-2554-1DFD4B615CBC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13T05:32:35.333" v="3467" actId="20577"/>
        <pc:sldMkLst>
          <pc:docMk/>
          <pc:sldMk cId="368465021" sldId="319"/>
        </pc:sldMkLst>
        <pc:spChg chg="mod">
          <ac:chgData name="Toby Donaldson" userId="2e6e5431-bb17-4c41-9985-d39c50d83c73" providerId="ADAL" clId="{7F9681A8-EEE2-56F4-9B39-ECCBEE0471AC}" dt="2026-01-13T04:35:33.920" v="551" actId="20577"/>
          <ac:spMkLst>
            <pc:docMk/>
            <pc:sldMk cId="368465021" sldId="319"/>
            <ac:spMk id="2" creationId="{C7B66F83-D02B-E6D5-D9E0-0473239A8B20}"/>
          </ac:spMkLst>
        </pc:spChg>
        <pc:spChg chg="mod">
          <ac:chgData name="Toby Donaldson" userId="2e6e5431-bb17-4c41-9985-d39c50d83c73" providerId="ADAL" clId="{7F9681A8-EEE2-56F4-9B39-ECCBEE0471AC}" dt="2026-01-13T04:42:48.704" v="1065" actId="27636"/>
          <ac:spMkLst>
            <pc:docMk/>
            <pc:sldMk cId="368465021" sldId="319"/>
            <ac:spMk id="3" creationId="{0E11D729-D314-3237-34BD-C096D4A35091}"/>
          </ac:spMkLst>
        </pc:spChg>
        <pc:spChg chg="add mod">
          <ac:chgData name="Toby Donaldson" userId="2e6e5431-bb17-4c41-9985-d39c50d83c73" providerId="ADAL" clId="{7F9681A8-EEE2-56F4-9B39-ECCBEE0471AC}" dt="2026-01-13T05:32:35.333" v="3467" actId="20577"/>
          <ac:spMkLst>
            <pc:docMk/>
            <pc:sldMk cId="368465021" sldId="319"/>
            <ac:spMk id="5" creationId="{42832E32-8BD3-D65C-BB4E-E762D6084176}"/>
          </ac:spMkLst>
        </pc:spChg>
        <pc:spChg chg="add mod">
          <ac:chgData name="Toby Donaldson" userId="2e6e5431-bb17-4c41-9985-d39c50d83c73" providerId="ADAL" clId="{7F9681A8-EEE2-56F4-9B39-ECCBEE0471AC}" dt="2026-01-13T05:32:22.872" v="3466" actId="20577"/>
          <ac:spMkLst>
            <pc:docMk/>
            <pc:sldMk cId="368465021" sldId="319"/>
            <ac:spMk id="6" creationId="{65084E6C-239B-2934-63EF-5A913EED5C4A}"/>
          </ac:spMkLst>
        </pc:spChg>
        <pc:graphicFrameChg chg="add del mod modGraphic">
          <ac:chgData name="Toby Donaldson" userId="2e6e5431-bb17-4c41-9985-d39c50d83c73" providerId="ADAL" clId="{7F9681A8-EEE2-56F4-9B39-ECCBEE0471AC}" dt="2026-01-13T04:43:36.514" v="1070" actId="21"/>
          <ac:graphicFrameMkLst>
            <pc:docMk/>
            <pc:sldMk cId="368465021" sldId="319"/>
            <ac:graphicFrameMk id="4" creationId="{5B1417BB-4763-7702-1430-62F6620D3106}"/>
          </ac:graphicFrameMkLst>
        </pc:graphicFrameChg>
      </pc:sldChg>
      <pc:sldChg chg="addSp modSp add mod">
        <pc:chgData name="Toby Donaldson" userId="2e6e5431-bb17-4c41-9985-d39c50d83c73" providerId="ADAL" clId="{7F9681A8-EEE2-56F4-9B39-ECCBEE0471AC}" dt="2026-01-13T04:45:55.029" v="1438" actId="20577"/>
        <pc:sldMkLst>
          <pc:docMk/>
          <pc:sldMk cId="3757594957" sldId="320"/>
        </pc:sldMkLst>
        <pc:spChg chg="add mod">
          <ac:chgData name="Toby Donaldson" userId="2e6e5431-bb17-4c41-9985-d39c50d83c73" providerId="ADAL" clId="{7F9681A8-EEE2-56F4-9B39-ECCBEE0471AC}" dt="2026-01-13T04:44:53.036" v="1222" actId="20577"/>
          <ac:spMkLst>
            <pc:docMk/>
            <pc:sldMk cId="3757594957" sldId="320"/>
            <ac:spMk id="5" creationId="{A85158B2-28CF-AF21-C99B-040D60C331A1}"/>
          </ac:spMkLst>
        </pc:spChg>
        <pc:spChg chg="add mod">
          <ac:chgData name="Toby Donaldson" userId="2e6e5431-bb17-4c41-9985-d39c50d83c73" providerId="ADAL" clId="{7F9681A8-EEE2-56F4-9B39-ECCBEE0471AC}" dt="2026-01-13T04:45:55.029" v="1438" actId="20577"/>
          <ac:spMkLst>
            <pc:docMk/>
            <pc:sldMk cId="3757594957" sldId="320"/>
            <ac:spMk id="6" creationId="{0D3EAE1E-BDE2-603E-1308-8AFBE28C240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3T05:06:44.577" v="1667" actId="20577"/>
        <pc:sldMkLst>
          <pc:docMk/>
          <pc:sldMk cId="1626001943" sldId="321"/>
        </pc:sldMkLst>
        <pc:spChg chg="mod">
          <ac:chgData name="Toby Donaldson" userId="2e6e5431-bb17-4c41-9985-d39c50d83c73" providerId="ADAL" clId="{7F9681A8-EEE2-56F4-9B39-ECCBEE0471AC}" dt="2026-01-13T05:04:00.943" v="1446" actId="1076"/>
          <ac:spMkLst>
            <pc:docMk/>
            <pc:sldMk cId="1626001943" sldId="321"/>
            <ac:spMk id="2" creationId="{F0ECF75A-BB29-E8D0-B36E-F9FD14B49E91}"/>
          </ac:spMkLst>
        </pc:spChg>
        <pc:spChg chg="mod">
          <ac:chgData name="Toby Donaldson" userId="2e6e5431-bb17-4c41-9985-d39c50d83c73" providerId="ADAL" clId="{7F9681A8-EEE2-56F4-9B39-ECCBEE0471AC}" dt="2026-01-13T05:04:12.998" v="1448" actId="1076"/>
          <ac:spMkLst>
            <pc:docMk/>
            <pc:sldMk cId="1626001943" sldId="321"/>
            <ac:spMk id="3" creationId="{B37C26E2-1F33-D44E-8E73-4EB500924DC1}"/>
          </ac:spMkLst>
        </pc:spChg>
        <pc:spChg chg="mod">
          <ac:chgData name="Toby Donaldson" userId="2e6e5431-bb17-4c41-9985-d39c50d83c73" providerId="ADAL" clId="{7F9681A8-EEE2-56F4-9B39-ECCBEE0471AC}" dt="2026-01-13T05:06:44.577" v="1667" actId="20577"/>
          <ac:spMkLst>
            <pc:docMk/>
            <pc:sldMk cId="1626001943" sldId="321"/>
            <ac:spMk id="5" creationId="{3FD52599-338A-6508-DE29-68F3A40E1225}"/>
          </ac:spMkLst>
        </pc:spChg>
        <pc:spChg chg="del">
          <ac:chgData name="Toby Donaldson" userId="2e6e5431-bb17-4c41-9985-d39c50d83c73" providerId="ADAL" clId="{7F9681A8-EEE2-56F4-9B39-ECCBEE0471AC}" dt="2026-01-13T05:03:39.662" v="1443" actId="21"/>
          <ac:spMkLst>
            <pc:docMk/>
            <pc:sldMk cId="1626001943" sldId="321"/>
            <ac:spMk id="6" creationId="{99CD1771-86D7-03F8-4EDE-9BB6766C097E}"/>
          </ac:spMkLst>
        </pc:spChg>
        <pc:spChg chg="add mod">
          <ac:chgData name="Toby Donaldson" userId="2e6e5431-bb17-4c41-9985-d39c50d83c73" providerId="ADAL" clId="{7F9681A8-EEE2-56F4-9B39-ECCBEE0471AC}" dt="2026-01-13T05:05:55.046" v="1511" actId="1076"/>
          <ac:spMkLst>
            <pc:docMk/>
            <pc:sldMk cId="1626001943" sldId="321"/>
            <ac:spMk id="8" creationId="{18E2E07A-7CD0-688B-D663-974F113DEB0A}"/>
          </ac:spMkLst>
        </pc:spChg>
        <pc:graphicFrameChg chg="mod modGraphic">
          <ac:chgData name="Toby Donaldson" userId="2e6e5431-bb17-4c41-9985-d39c50d83c73" providerId="ADAL" clId="{7F9681A8-EEE2-56F4-9B39-ECCBEE0471AC}" dt="2026-01-13T05:06:05.930" v="1513" actId="1076"/>
          <ac:graphicFrameMkLst>
            <pc:docMk/>
            <pc:sldMk cId="1626001943" sldId="321"/>
            <ac:graphicFrameMk id="4" creationId="{4E2AEA96-D526-B19F-2015-A7A833589DF7}"/>
          </ac:graphicFrameMkLst>
        </pc:graphicFrameChg>
      </pc:sldChg>
      <pc:sldChg chg="addSp modSp add mod">
        <pc:chgData name="Toby Donaldson" userId="2e6e5431-bb17-4c41-9985-d39c50d83c73" providerId="ADAL" clId="{7F9681A8-EEE2-56F4-9B39-ECCBEE0471AC}" dt="2026-01-13T05:10:04.113" v="2047" actId="20577"/>
        <pc:sldMkLst>
          <pc:docMk/>
          <pc:sldMk cId="4267823758" sldId="322"/>
        </pc:sldMkLst>
        <pc:spChg chg="mod">
          <ac:chgData name="Toby Donaldson" userId="2e6e5431-bb17-4c41-9985-d39c50d83c73" providerId="ADAL" clId="{7F9681A8-EEE2-56F4-9B39-ECCBEE0471AC}" dt="2026-01-13T05:08:17.800" v="1868" actId="113"/>
          <ac:spMkLst>
            <pc:docMk/>
            <pc:sldMk cId="4267823758" sldId="322"/>
            <ac:spMk id="5" creationId="{620F849C-456C-2617-CC7E-D929AB29AB6B}"/>
          </ac:spMkLst>
        </pc:spChg>
        <pc:spChg chg="add mod">
          <ac:chgData name="Toby Donaldson" userId="2e6e5431-bb17-4c41-9985-d39c50d83c73" providerId="ADAL" clId="{7F9681A8-EEE2-56F4-9B39-ECCBEE0471AC}" dt="2026-01-13T05:09:58.531" v="2037" actId="1076"/>
          <ac:spMkLst>
            <pc:docMk/>
            <pc:sldMk cId="4267823758" sldId="322"/>
            <ac:spMk id="6" creationId="{1F430B82-8334-D9E3-E97A-A7ADFC5E588E}"/>
          </ac:spMkLst>
        </pc:spChg>
        <pc:spChg chg="mod">
          <ac:chgData name="Toby Donaldson" userId="2e6e5431-bb17-4c41-9985-d39c50d83c73" providerId="ADAL" clId="{7F9681A8-EEE2-56F4-9B39-ECCBEE0471AC}" dt="2026-01-13T05:10:04.113" v="2047" actId="20577"/>
          <ac:spMkLst>
            <pc:docMk/>
            <pc:sldMk cId="4267823758" sldId="322"/>
            <ac:spMk id="8" creationId="{874E94CA-8D44-9179-880F-F2B9A064C879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3T05:17:41.870" v="2725" actId="115"/>
        <pc:sldMkLst>
          <pc:docMk/>
          <pc:sldMk cId="3462656307" sldId="323"/>
        </pc:sldMkLst>
        <pc:spChg chg="mod">
          <ac:chgData name="Toby Donaldson" userId="2e6e5431-bb17-4c41-9985-d39c50d83c73" providerId="ADAL" clId="{7F9681A8-EEE2-56F4-9B39-ECCBEE0471AC}" dt="2026-01-13T05:14:53.606" v="2394" actId="113"/>
          <ac:spMkLst>
            <pc:docMk/>
            <pc:sldMk cId="3462656307" sldId="323"/>
            <ac:spMk id="5" creationId="{9B2707F5-56F1-21B2-B752-9D8EBDE61FCB}"/>
          </ac:spMkLst>
        </pc:spChg>
        <pc:spChg chg="del">
          <ac:chgData name="Toby Donaldson" userId="2e6e5431-bb17-4c41-9985-d39c50d83c73" providerId="ADAL" clId="{7F9681A8-EEE2-56F4-9B39-ECCBEE0471AC}" dt="2026-01-13T05:11:27.999" v="2051" actId="21"/>
          <ac:spMkLst>
            <pc:docMk/>
            <pc:sldMk cId="3462656307" sldId="323"/>
            <ac:spMk id="6" creationId="{75C7C73F-8E8E-6198-50A6-07A8D9CE6217}"/>
          </ac:spMkLst>
        </pc:spChg>
        <pc:spChg chg="add del mod">
          <ac:chgData name="Toby Donaldson" userId="2e6e5431-bb17-4c41-9985-d39c50d83c73" providerId="ADAL" clId="{7F9681A8-EEE2-56F4-9B39-ECCBEE0471AC}" dt="2026-01-13T05:11:25.885" v="2050" actId="21"/>
          <ac:spMkLst>
            <pc:docMk/>
            <pc:sldMk cId="3462656307" sldId="323"/>
            <ac:spMk id="7" creationId="{5AA8E98C-3AC7-4B8E-4E83-33D8F634161C}"/>
          </ac:spMkLst>
        </pc:spChg>
        <pc:spChg chg="mod">
          <ac:chgData name="Toby Donaldson" userId="2e6e5431-bb17-4c41-9985-d39c50d83c73" providerId="ADAL" clId="{7F9681A8-EEE2-56F4-9B39-ECCBEE0471AC}" dt="2026-01-13T05:17:41.870" v="2725" actId="115"/>
          <ac:spMkLst>
            <pc:docMk/>
            <pc:sldMk cId="3462656307" sldId="323"/>
            <ac:spMk id="8" creationId="{8F510413-1F5F-DE0E-493C-8F75F8F931B6}"/>
          </ac:spMkLst>
        </pc:spChg>
        <pc:spChg chg="add mod">
          <ac:chgData name="Toby Donaldson" userId="2e6e5431-bb17-4c41-9985-d39c50d83c73" providerId="ADAL" clId="{7F9681A8-EEE2-56F4-9B39-ECCBEE0471AC}" dt="2026-01-13T05:16:53" v="2723" actId="14100"/>
          <ac:spMkLst>
            <pc:docMk/>
            <pc:sldMk cId="3462656307" sldId="323"/>
            <ac:spMk id="9" creationId="{3A657CF4-3C08-D9A1-0EB7-61CE38EE69B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13T05:26:14.187" v="3074" actId="14100"/>
        <pc:sldMkLst>
          <pc:docMk/>
          <pc:sldMk cId="1082558667" sldId="324"/>
        </pc:sldMkLst>
        <pc:spChg chg="mod">
          <ac:chgData name="Toby Donaldson" userId="2e6e5431-bb17-4c41-9985-d39c50d83c73" providerId="ADAL" clId="{7F9681A8-EEE2-56F4-9B39-ECCBEE0471AC}" dt="2026-01-13T05:26:09.019" v="3073" actId="1076"/>
          <ac:spMkLst>
            <pc:docMk/>
            <pc:sldMk cId="1082558667" sldId="324"/>
            <ac:spMk id="5" creationId="{10283B24-DF48-C0C1-F389-C5941C7BF967}"/>
          </ac:spMkLst>
        </pc:spChg>
        <pc:spChg chg="add mod">
          <ac:chgData name="Toby Donaldson" userId="2e6e5431-bb17-4c41-9985-d39c50d83c73" providerId="ADAL" clId="{7F9681A8-EEE2-56F4-9B39-ECCBEE0471AC}" dt="2026-01-13T05:24:31.026" v="3056"/>
          <ac:spMkLst>
            <pc:docMk/>
            <pc:sldMk cId="1082558667" sldId="324"/>
            <ac:spMk id="6" creationId="{70CD0622-5147-F370-0DDB-8D77FA4789D4}"/>
          </ac:spMkLst>
        </pc:spChg>
        <pc:spChg chg="add mod">
          <ac:chgData name="Toby Donaldson" userId="2e6e5431-bb17-4c41-9985-d39c50d83c73" providerId="ADAL" clId="{7F9681A8-EEE2-56F4-9B39-ECCBEE0471AC}" dt="2026-01-13T05:26:00.200" v="3071" actId="170"/>
          <ac:spMkLst>
            <pc:docMk/>
            <pc:sldMk cId="1082558667" sldId="324"/>
            <ac:spMk id="7" creationId="{94166312-6B6E-0C09-0E78-016E20AC5CBF}"/>
          </ac:spMkLst>
        </pc:spChg>
        <pc:spChg chg="mod">
          <ac:chgData name="Toby Donaldson" userId="2e6e5431-bb17-4c41-9985-d39c50d83c73" providerId="ADAL" clId="{7F9681A8-EEE2-56F4-9B39-ECCBEE0471AC}" dt="2026-01-13T05:25:39.194" v="3066" actId="1076"/>
          <ac:spMkLst>
            <pc:docMk/>
            <pc:sldMk cId="1082558667" sldId="324"/>
            <ac:spMk id="8" creationId="{45DB8949-A7A2-9EF5-6FFC-D465B3441015}"/>
          </ac:spMkLst>
        </pc:spChg>
        <pc:spChg chg="del mod">
          <ac:chgData name="Toby Donaldson" userId="2e6e5431-bb17-4c41-9985-d39c50d83c73" providerId="ADAL" clId="{7F9681A8-EEE2-56F4-9B39-ECCBEE0471AC}" dt="2026-01-13T05:23:36.255" v="2986" actId="21"/>
          <ac:spMkLst>
            <pc:docMk/>
            <pc:sldMk cId="1082558667" sldId="324"/>
            <ac:spMk id="9" creationId="{6748AA50-99E9-A969-B143-CB1FE6C4791A}"/>
          </ac:spMkLst>
        </pc:spChg>
        <pc:graphicFrameChg chg="del">
          <ac:chgData name="Toby Donaldson" userId="2e6e5431-bb17-4c41-9985-d39c50d83c73" providerId="ADAL" clId="{7F9681A8-EEE2-56F4-9B39-ECCBEE0471AC}" dt="2026-01-13T05:23:39.292" v="2987" actId="21"/>
          <ac:graphicFrameMkLst>
            <pc:docMk/>
            <pc:sldMk cId="1082558667" sldId="324"/>
            <ac:graphicFrameMk id="4" creationId="{EFC5871C-BB55-7266-6985-1094E2C3EE93}"/>
          </ac:graphicFrameMkLst>
        </pc:graphicFrameChg>
        <pc:cxnChg chg="add mod">
          <ac:chgData name="Toby Donaldson" userId="2e6e5431-bb17-4c41-9985-d39c50d83c73" providerId="ADAL" clId="{7F9681A8-EEE2-56F4-9B39-ECCBEE0471AC}" dt="2026-01-13T05:26:14.187" v="3074" actId="14100"/>
          <ac:cxnSpMkLst>
            <pc:docMk/>
            <pc:sldMk cId="1082558667" sldId="324"/>
            <ac:cxnSpMk id="11" creationId="{1A74F676-7928-7AF9-6564-1BD0E432D658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6:57.436" v="3104" actId="20577"/>
        <pc:sldMkLst>
          <pc:docMk/>
          <pc:sldMk cId="1904246624" sldId="325"/>
        </pc:sldMkLst>
        <pc:spChg chg="mod">
          <ac:chgData name="Toby Donaldson" userId="2e6e5431-bb17-4c41-9985-d39c50d83c73" providerId="ADAL" clId="{7F9681A8-EEE2-56F4-9B39-ECCBEE0471AC}" dt="2026-01-13T05:26:57.436" v="3104" actId="20577"/>
          <ac:spMkLst>
            <pc:docMk/>
            <pc:sldMk cId="1904246624" sldId="325"/>
            <ac:spMk id="5" creationId="{A0E4E080-7FF9-0E5D-7A71-00B3A7EA83B3}"/>
          </ac:spMkLst>
        </pc:spChg>
        <pc:spChg chg="mod">
          <ac:chgData name="Toby Donaldson" userId="2e6e5431-bb17-4c41-9985-d39c50d83c73" providerId="ADAL" clId="{7F9681A8-EEE2-56F4-9B39-ECCBEE0471AC}" dt="2026-01-13T05:26:41.486" v="3077" actId="14100"/>
          <ac:spMkLst>
            <pc:docMk/>
            <pc:sldMk cId="1904246624" sldId="325"/>
            <ac:spMk id="7" creationId="{CAC54DE3-908C-ACA0-A13A-923A90DF2B15}"/>
          </ac:spMkLst>
        </pc:spChg>
        <pc:spChg chg="mod">
          <ac:chgData name="Toby Donaldson" userId="2e6e5431-bb17-4c41-9985-d39c50d83c73" providerId="ADAL" clId="{7F9681A8-EEE2-56F4-9B39-ECCBEE0471AC}" dt="2026-01-13T05:26:44.514" v="3079" actId="1076"/>
          <ac:spMkLst>
            <pc:docMk/>
            <pc:sldMk cId="1904246624" sldId="325"/>
            <ac:spMk id="8" creationId="{907580EB-99DD-B62F-BA04-6DFA4D8D10C0}"/>
          </ac:spMkLst>
        </pc:spChg>
        <pc:cxnChg chg="mod">
          <ac:chgData name="Toby Donaldson" userId="2e6e5431-bb17-4c41-9985-d39c50d83c73" providerId="ADAL" clId="{7F9681A8-EEE2-56F4-9B39-ECCBEE0471AC}" dt="2026-01-13T05:26:56.171" v="3101" actId="20577"/>
          <ac:cxnSpMkLst>
            <pc:docMk/>
            <pc:sldMk cId="1904246624" sldId="325"/>
            <ac:cxnSpMk id="11" creationId="{7B787ECC-C2CD-8160-2459-E9F562FF27C7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7:40.119" v="3179" actId="2711"/>
        <pc:sldMkLst>
          <pc:docMk/>
          <pc:sldMk cId="3925464900" sldId="326"/>
        </pc:sldMkLst>
        <pc:spChg chg="mod">
          <ac:chgData name="Toby Donaldson" userId="2e6e5431-bb17-4c41-9985-d39c50d83c73" providerId="ADAL" clId="{7F9681A8-EEE2-56F4-9B39-ECCBEE0471AC}" dt="2026-01-13T05:27:40.119" v="3179" actId="2711"/>
          <ac:spMkLst>
            <pc:docMk/>
            <pc:sldMk cId="3925464900" sldId="326"/>
            <ac:spMk id="5" creationId="{43B86C9C-E4E2-8A39-C458-610214C6662E}"/>
          </ac:spMkLst>
        </pc:spChg>
        <pc:spChg chg="mod">
          <ac:chgData name="Toby Donaldson" userId="2e6e5431-bb17-4c41-9985-d39c50d83c73" providerId="ADAL" clId="{7F9681A8-EEE2-56F4-9B39-ECCBEE0471AC}" dt="2026-01-13T05:27:16.808" v="3107" actId="14100"/>
          <ac:spMkLst>
            <pc:docMk/>
            <pc:sldMk cId="3925464900" sldId="326"/>
            <ac:spMk id="7" creationId="{48F254D6-6E5E-CB21-F1E0-07BDDD6A37C0}"/>
          </ac:spMkLst>
        </pc:spChg>
        <pc:cxnChg chg="mod">
          <ac:chgData name="Toby Donaldson" userId="2e6e5431-bb17-4c41-9985-d39c50d83c73" providerId="ADAL" clId="{7F9681A8-EEE2-56F4-9B39-ECCBEE0471AC}" dt="2026-01-13T05:27:31.170" v="3151" actId="20577"/>
          <ac:cxnSpMkLst>
            <pc:docMk/>
            <pc:sldMk cId="3925464900" sldId="326"/>
            <ac:cxnSpMk id="11" creationId="{7E459A0D-237E-E09C-756C-E00EDFC7AC54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9:48.355" v="3333" actId="113"/>
        <pc:sldMkLst>
          <pc:docMk/>
          <pc:sldMk cId="699882749" sldId="327"/>
        </pc:sldMkLst>
        <pc:spChg chg="mod">
          <ac:chgData name="Toby Donaldson" userId="2e6e5431-bb17-4c41-9985-d39c50d83c73" providerId="ADAL" clId="{7F9681A8-EEE2-56F4-9B39-ECCBEE0471AC}" dt="2026-01-13T05:29:48.355" v="3333" actId="113"/>
          <ac:spMkLst>
            <pc:docMk/>
            <pc:sldMk cId="699882749" sldId="327"/>
            <ac:spMk id="5" creationId="{49BB9C6C-0FEC-A06A-BF5C-061B9EDE99C1}"/>
          </ac:spMkLst>
        </pc:spChg>
        <pc:spChg chg="mod">
          <ac:chgData name="Toby Donaldson" userId="2e6e5431-bb17-4c41-9985-d39c50d83c73" providerId="ADAL" clId="{7F9681A8-EEE2-56F4-9B39-ECCBEE0471AC}" dt="2026-01-13T05:28:31.878" v="3306" actId="14100"/>
          <ac:spMkLst>
            <pc:docMk/>
            <pc:sldMk cId="699882749" sldId="327"/>
            <ac:spMk id="7" creationId="{440C9E0D-928D-FBC0-BC82-F8B9BD1E5996}"/>
          </ac:spMkLst>
        </pc:spChg>
        <pc:cxnChg chg="mod">
          <ac:chgData name="Toby Donaldson" userId="2e6e5431-bb17-4c41-9985-d39c50d83c73" providerId="ADAL" clId="{7F9681A8-EEE2-56F4-9B39-ECCBEE0471AC}" dt="2026-01-13T05:28:31.878" v="3306" actId="14100"/>
          <ac:cxnSpMkLst>
            <pc:docMk/>
            <pc:sldMk cId="699882749" sldId="327"/>
            <ac:cxnSpMk id="11" creationId="{07306D90-FE27-FD96-E4A8-C3518922BBAA}"/>
          </ac:cxnSpMkLst>
        </pc:cxnChg>
      </pc:sldChg>
      <pc:sldChg chg="modSp add mod">
        <pc:chgData name="Toby Donaldson" userId="2e6e5431-bb17-4c41-9985-d39c50d83c73" providerId="ADAL" clId="{7F9681A8-EEE2-56F4-9B39-ECCBEE0471AC}" dt="2026-01-13T05:29:13.599" v="3332" actId="113"/>
        <pc:sldMkLst>
          <pc:docMk/>
          <pc:sldMk cId="1392075432" sldId="328"/>
        </pc:sldMkLst>
        <pc:spChg chg="mod">
          <ac:chgData name="Toby Donaldson" userId="2e6e5431-bb17-4c41-9985-d39c50d83c73" providerId="ADAL" clId="{7F9681A8-EEE2-56F4-9B39-ECCBEE0471AC}" dt="2026-01-13T05:29:13.599" v="3332" actId="113"/>
          <ac:spMkLst>
            <pc:docMk/>
            <pc:sldMk cId="1392075432" sldId="328"/>
            <ac:spMk id="5" creationId="{23130DB0-B469-6957-6288-A48591D0B1BC}"/>
          </ac:spMkLst>
        </pc:spChg>
        <pc:spChg chg="mod">
          <ac:chgData name="Toby Donaldson" userId="2e6e5431-bb17-4c41-9985-d39c50d83c73" providerId="ADAL" clId="{7F9681A8-EEE2-56F4-9B39-ECCBEE0471AC}" dt="2026-01-13T05:28:58.871" v="3309" actId="14100"/>
          <ac:spMkLst>
            <pc:docMk/>
            <pc:sldMk cId="1392075432" sldId="328"/>
            <ac:spMk id="7" creationId="{BF94BE93-7781-6A1C-6658-5004C333927F}"/>
          </ac:spMkLst>
        </pc:spChg>
        <pc:cxnChg chg="mod">
          <ac:chgData name="Toby Donaldson" userId="2e6e5431-bb17-4c41-9985-d39c50d83c73" providerId="ADAL" clId="{7F9681A8-EEE2-56F4-9B39-ECCBEE0471AC}" dt="2026-01-13T05:29:01.201" v="3310" actId="1076"/>
          <ac:cxnSpMkLst>
            <pc:docMk/>
            <pc:sldMk cId="1392075432" sldId="328"/>
            <ac:cxnSpMk id="11" creationId="{C62CDB0E-9F90-1AA9-0A6B-5367DD95A557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3T05:34:20.197" v="3647" actId="21"/>
        <pc:sldMkLst>
          <pc:docMk/>
          <pc:sldMk cId="3023544242" sldId="329"/>
        </pc:sldMkLst>
        <pc:spChg chg="mod">
          <ac:chgData name="Toby Donaldson" userId="2e6e5431-bb17-4c41-9985-d39c50d83c73" providerId="ADAL" clId="{7F9681A8-EEE2-56F4-9B39-ECCBEE0471AC}" dt="2026-01-13T05:30:33.564" v="3400" actId="20577"/>
          <ac:spMkLst>
            <pc:docMk/>
            <pc:sldMk cId="3023544242" sldId="329"/>
            <ac:spMk id="5" creationId="{144D5301-61A1-95CD-352B-B73C8793A36A}"/>
          </ac:spMkLst>
        </pc:spChg>
        <pc:spChg chg="mod">
          <ac:chgData name="Toby Donaldson" userId="2e6e5431-bb17-4c41-9985-d39c50d83c73" providerId="ADAL" clId="{7F9681A8-EEE2-56F4-9B39-ECCBEE0471AC}" dt="2026-01-13T05:30:14.970" v="3340" actId="14100"/>
          <ac:spMkLst>
            <pc:docMk/>
            <pc:sldMk cId="3023544242" sldId="329"/>
            <ac:spMk id="7" creationId="{2416BC69-8FF3-EBBC-E97C-BDC7705C34CF}"/>
          </ac:spMkLst>
        </pc:spChg>
        <pc:spChg chg="add del mod">
          <ac:chgData name="Toby Donaldson" userId="2e6e5431-bb17-4c41-9985-d39c50d83c73" providerId="ADAL" clId="{7F9681A8-EEE2-56F4-9B39-ECCBEE0471AC}" dt="2026-01-13T05:34:20.197" v="3647" actId="21"/>
          <ac:spMkLst>
            <pc:docMk/>
            <pc:sldMk cId="3023544242" sldId="329"/>
            <ac:spMk id="15" creationId="{005F2604-A65B-0938-CC69-B69D8EE74BA5}"/>
          </ac:spMkLst>
        </pc:spChg>
        <pc:cxnChg chg="mod">
          <ac:chgData name="Toby Donaldson" userId="2e6e5431-bb17-4c41-9985-d39c50d83c73" providerId="ADAL" clId="{7F9681A8-EEE2-56F4-9B39-ECCBEE0471AC}" dt="2026-01-13T05:30:31.107" v="3396" actId="20577"/>
          <ac:cxnSpMkLst>
            <pc:docMk/>
            <pc:sldMk cId="3023544242" sldId="329"/>
            <ac:cxnSpMk id="11" creationId="{0DC8214F-F35B-3541-FA7D-F5C99555D694}"/>
          </ac:cxnSpMkLst>
        </pc:cxnChg>
      </pc:sldChg>
      <pc:sldChg chg="add ord">
        <pc:chgData name="Toby Donaldson" userId="2e6e5431-bb17-4c41-9985-d39c50d83c73" providerId="ADAL" clId="{7F9681A8-EEE2-56F4-9B39-ECCBEE0471AC}" dt="2026-01-13T05:34:49.586" v="3651" actId="20578"/>
        <pc:sldMkLst>
          <pc:docMk/>
          <pc:sldMk cId="2282376418" sldId="330"/>
        </pc:sldMkLst>
      </pc:sldChg>
      <pc:sldChg chg="modSp add mod ord">
        <pc:chgData name="Toby Donaldson" userId="2e6e5431-bb17-4c41-9985-d39c50d83c73" providerId="ADAL" clId="{7F9681A8-EEE2-56F4-9B39-ECCBEE0471AC}" dt="2026-01-13T05:35:34.020" v="3807" actId="1076"/>
        <pc:sldMkLst>
          <pc:docMk/>
          <pc:sldMk cId="310005921" sldId="331"/>
        </pc:sldMkLst>
        <pc:spChg chg="mod">
          <ac:chgData name="Toby Donaldson" userId="2e6e5431-bb17-4c41-9985-d39c50d83c73" providerId="ADAL" clId="{7F9681A8-EEE2-56F4-9B39-ECCBEE0471AC}" dt="2026-01-13T05:35:34.020" v="3807" actId="1076"/>
          <ac:spMkLst>
            <pc:docMk/>
            <pc:sldMk cId="310005921" sldId="331"/>
            <ac:spMk id="5" creationId="{9F1F176D-834B-3351-B247-CA2F6D8DB0FD}"/>
          </ac:spMkLst>
        </pc:spChg>
      </pc:sldChg>
      <pc:sldChg chg="modSp add mod">
        <pc:chgData name="Toby Donaldson" userId="2e6e5431-bb17-4c41-9985-d39c50d83c73" providerId="ADAL" clId="{7F9681A8-EEE2-56F4-9B39-ECCBEE0471AC}" dt="2026-01-13T05:37:34.139" v="4209" actId="1076"/>
        <pc:sldMkLst>
          <pc:docMk/>
          <pc:sldMk cId="790522808" sldId="332"/>
        </pc:sldMkLst>
        <pc:spChg chg="mod">
          <ac:chgData name="Toby Donaldson" userId="2e6e5431-bb17-4c41-9985-d39c50d83c73" providerId="ADAL" clId="{7F9681A8-EEE2-56F4-9B39-ECCBEE0471AC}" dt="2026-01-13T05:37:34.139" v="4209" actId="1076"/>
          <ac:spMkLst>
            <pc:docMk/>
            <pc:sldMk cId="790522808" sldId="332"/>
            <ac:spMk id="5" creationId="{F0C249F3-E4C3-F385-8D7C-1B4E7B71E68B}"/>
          </ac:spMkLst>
        </pc:spChg>
        <pc:spChg chg="mod">
          <ac:chgData name="Toby Donaldson" userId="2e6e5431-bb17-4c41-9985-d39c50d83c73" providerId="ADAL" clId="{7F9681A8-EEE2-56F4-9B39-ECCBEE0471AC}" dt="2026-01-13T05:36:43.322" v="4014" actId="20577"/>
          <ac:spMkLst>
            <pc:docMk/>
            <pc:sldMk cId="790522808" sldId="332"/>
            <ac:spMk id="6" creationId="{CCA02D5A-EDDC-83E0-9F1F-BC063C47D4D5}"/>
          </ac:spMkLst>
        </pc:spChg>
      </pc:sldChg>
      <pc:sldChg chg="addSp modSp add mod">
        <pc:chgData name="Toby Donaldson" userId="2e6e5431-bb17-4c41-9985-d39c50d83c73" providerId="ADAL" clId="{7F9681A8-EEE2-56F4-9B39-ECCBEE0471AC}" dt="2026-01-13T05:46:17.925" v="4363" actId="14100"/>
        <pc:sldMkLst>
          <pc:docMk/>
          <pc:sldMk cId="154519029" sldId="333"/>
        </pc:sldMkLst>
        <pc:spChg chg="mod">
          <ac:chgData name="Toby Donaldson" userId="2e6e5431-bb17-4c41-9985-d39c50d83c73" providerId="ADAL" clId="{7F9681A8-EEE2-56F4-9B39-ECCBEE0471AC}" dt="2026-01-13T05:43:44.255" v="4278" actId="1076"/>
          <ac:spMkLst>
            <pc:docMk/>
            <pc:sldMk cId="154519029" sldId="333"/>
            <ac:spMk id="2" creationId="{C0659E86-E977-4226-780F-18EC7280F267}"/>
          </ac:spMkLst>
        </pc:spChg>
        <pc:spChg chg="mod">
          <ac:chgData name="Toby Donaldson" userId="2e6e5431-bb17-4c41-9985-d39c50d83c73" providerId="ADAL" clId="{7F9681A8-EEE2-56F4-9B39-ECCBEE0471AC}" dt="2026-01-13T05:43:44.255" v="4278" actId="1076"/>
          <ac:spMkLst>
            <pc:docMk/>
            <pc:sldMk cId="154519029" sldId="333"/>
            <ac:spMk id="3" creationId="{90536EC2-85F0-ED35-DAFC-6AEF8B49DED0}"/>
          </ac:spMkLst>
        </pc:spChg>
        <pc:spChg chg="add mod">
          <ac:chgData name="Toby Donaldson" userId="2e6e5431-bb17-4c41-9985-d39c50d83c73" providerId="ADAL" clId="{7F9681A8-EEE2-56F4-9B39-ECCBEE0471AC}" dt="2026-01-13T05:44:54.239" v="4347" actId="14100"/>
          <ac:spMkLst>
            <pc:docMk/>
            <pc:sldMk cId="154519029" sldId="333"/>
            <ac:spMk id="4" creationId="{51E34364-6CEC-C9B1-3111-9251F72DABAF}"/>
          </ac:spMkLst>
        </pc:spChg>
        <pc:spChg chg="mod">
          <ac:chgData name="Toby Donaldson" userId="2e6e5431-bb17-4c41-9985-d39c50d83c73" providerId="ADAL" clId="{7F9681A8-EEE2-56F4-9B39-ECCBEE0471AC}" dt="2026-01-13T05:45:52.473" v="4356" actId="1076"/>
          <ac:spMkLst>
            <pc:docMk/>
            <pc:sldMk cId="154519029" sldId="333"/>
            <ac:spMk id="5" creationId="{0859ED5A-BBAD-54D9-A5DE-4CF7CD5426F5}"/>
          </ac:spMkLst>
        </pc:spChg>
        <pc:spChg chg="mod">
          <ac:chgData name="Toby Donaldson" userId="2e6e5431-bb17-4c41-9985-d39c50d83c73" providerId="ADAL" clId="{7F9681A8-EEE2-56F4-9B39-ECCBEE0471AC}" dt="2026-01-13T05:45:45.889" v="4355" actId="167"/>
          <ac:spMkLst>
            <pc:docMk/>
            <pc:sldMk cId="154519029" sldId="333"/>
            <ac:spMk id="6" creationId="{B0BC0A00-3B1B-2570-C9A1-9E6FD31F0EE2}"/>
          </ac:spMkLst>
        </pc:spChg>
        <pc:spChg chg="add mod">
          <ac:chgData name="Toby Donaldson" userId="2e6e5431-bb17-4c41-9985-d39c50d83c73" providerId="ADAL" clId="{7F9681A8-EEE2-56F4-9B39-ECCBEE0471AC}" dt="2026-01-13T05:45:01.724" v="4349" actId="1076"/>
          <ac:spMkLst>
            <pc:docMk/>
            <pc:sldMk cId="154519029" sldId="333"/>
            <ac:spMk id="7" creationId="{00161B73-A40C-F3D8-3F56-0EBC2DF6B0A8}"/>
          </ac:spMkLst>
        </pc:spChg>
        <pc:spChg chg="add mod">
          <ac:chgData name="Toby Donaldson" userId="2e6e5431-bb17-4c41-9985-d39c50d83c73" providerId="ADAL" clId="{7F9681A8-EEE2-56F4-9B39-ECCBEE0471AC}" dt="2026-01-13T05:45:13.706" v="4352" actId="14100"/>
          <ac:spMkLst>
            <pc:docMk/>
            <pc:sldMk cId="154519029" sldId="333"/>
            <ac:spMk id="8" creationId="{CF76B506-9EE3-1929-7641-06C156DA6F93}"/>
          </ac:spMkLst>
        </pc:spChg>
        <pc:cxnChg chg="add">
          <ac:chgData name="Toby Donaldson" userId="2e6e5431-bb17-4c41-9985-d39c50d83c73" providerId="ADAL" clId="{7F9681A8-EEE2-56F4-9B39-ECCBEE0471AC}" dt="2026-01-13T05:45:59.284" v="4357" actId="11529"/>
          <ac:cxnSpMkLst>
            <pc:docMk/>
            <pc:sldMk cId="154519029" sldId="333"/>
            <ac:cxnSpMk id="10" creationId="{7BA4F8A7-9DDF-BE93-5291-2FF779062A3B}"/>
          </ac:cxnSpMkLst>
        </pc:cxnChg>
        <pc:cxnChg chg="add mod">
          <ac:chgData name="Toby Donaldson" userId="2e6e5431-bb17-4c41-9985-d39c50d83c73" providerId="ADAL" clId="{7F9681A8-EEE2-56F4-9B39-ECCBEE0471AC}" dt="2026-01-13T05:46:07.323" v="4360" actId="14100"/>
          <ac:cxnSpMkLst>
            <pc:docMk/>
            <pc:sldMk cId="154519029" sldId="333"/>
            <ac:cxnSpMk id="11" creationId="{A98E121B-EDCE-FE8D-CCD7-0DEE393CBF97}"/>
          </ac:cxnSpMkLst>
        </pc:cxnChg>
        <pc:cxnChg chg="add mod">
          <ac:chgData name="Toby Donaldson" userId="2e6e5431-bb17-4c41-9985-d39c50d83c73" providerId="ADAL" clId="{7F9681A8-EEE2-56F4-9B39-ECCBEE0471AC}" dt="2026-01-13T05:46:17.925" v="4363" actId="14100"/>
          <ac:cxnSpMkLst>
            <pc:docMk/>
            <pc:sldMk cId="154519029" sldId="333"/>
            <ac:cxnSpMk id="14" creationId="{EFD9D27A-BCB1-0AB2-F9BB-92E584271D24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13T06:00:57.341" v="4654" actId="1076"/>
        <pc:sldMkLst>
          <pc:docMk/>
          <pc:sldMk cId="463958126" sldId="334"/>
        </pc:sldMkLst>
        <pc:spChg chg="mod">
          <ac:chgData name="Toby Donaldson" userId="2e6e5431-bb17-4c41-9985-d39c50d83c73" providerId="ADAL" clId="{7F9681A8-EEE2-56F4-9B39-ECCBEE0471AC}" dt="2026-01-13T05:57:08.811" v="4589" actId="14100"/>
          <ac:spMkLst>
            <pc:docMk/>
            <pc:sldMk cId="463958126" sldId="334"/>
            <ac:spMk id="2" creationId="{93A7FC55-49C3-582C-517B-86FA394DAEFF}"/>
          </ac:spMkLst>
        </pc:spChg>
        <pc:spChg chg="del">
          <ac:chgData name="Toby Donaldson" userId="2e6e5431-bb17-4c41-9985-d39c50d83c73" providerId="ADAL" clId="{7F9681A8-EEE2-56F4-9B39-ECCBEE0471AC}" dt="2026-01-13T05:50:40.730" v="4370" actId="21"/>
          <ac:spMkLst>
            <pc:docMk/>
            <pc:sldMk cId="463958126" sldId="334"/>
            <ac:spMk id="4" creationId="{8BEDB602-6F48-E05B-7845-BFA8E60DBC96}"/>
          </ac:spMkLst>
        </pc:spChg>
        <pc:spChg chg="mod">
          <ac:chgData name="Toby Donaldson" userId="2e6e5431-bb17-4c41-9985-d39c50d83c73" providerId="ADAL" clId="{7F9681A8-EEE2-56F4-9B39-ECCBEE0471AC}" dt="2026-01-13T06:00:57.341" v="4654" actId="1076"/>
          <ac:spMkLst>
            <pc:docMk/>
            <pc:sldMk cId="463958126" sldId="334"/>
            <ac:spMk id="5" creationId="{BEEDBA60-C3C7-2D0A-A12D-933094691E11}"/>
          </ac:spMkLst>
        </pc:spChg>
        <pc:spChg chg="mod">
          <ac:chgData name="Toby Donaldson" userId="2e6e5431-bb17-4c41-9985-d39c50d83c73" providerId="ADAL" clId="{7F9681A8-EEE2-56F4-9B39-ECCBEE0471AC}" dt="2026-01-13T05:53:58.349" v="4545" actId="167"/>
          <ac:spMkLst>
            <pc:docMk/>
            <pc:sldMk cId="463958126" sldId="334"/>
            <ac:spMk id="6" creationId="{0D81D6F7-CE07-3E49-187A-49D6362ECC28}"/>
          </ac:spMkLst>
        </pc:spChg>
        <pc:spChg chg="del">
          <ac:chgData name="Toby Donaldson" userId="2e6e5431-bb17-4c41-9985-d39c50d83c73" providerId="ADAL" clId="{7F9681A8-EEE2-56F4-9B39-ECCBEE0471AC}" dt="2026-01-13T05:50:35.505" v="4369" actId="21"/>
          <ac:spMkLst>
            <pc:docMk/>
            <pc:sldMk cId="463958126" sldId="334"/>
            <ac:spMk id="7" creationId="{01187FD8-6A28-BBB0-DAAF-1050922161C3}"/>
          </ac:spMkLst>
        </pc:spChg>
        <pc:spChg chg="mod">
          <ac:chgData name="Toby Donaldson" userId="2e6e5431-bb17-4c41-9985-d39c50d83c73" providerId="ADAL" clId="{7F9681A8-EEE2-56F4-9B39-ECCBEE0471AC}" dt="2026-01-13T05:50:19.675" v="4366" actId="14100"/>
          <ac:spMkLst>
            <pc:docMk/>
            <pc:sldMk cId="463958126" sldId="334"/>
            <ac:spMk id="8" creationId="{8EC74B7B-B3A8-9925-179C-0ECFD94B0325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6" creationId="{CDABF350-FD60-2437-C5A2-67EA505D568A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7" creationId="{0395C08B-7560-E426-8E01-8443F539E409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8" creationId="{975692FF-9BDE-1FDF-2963-1BDC58A0C1E2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19" creationId="{38C9D5C5-37CB-1395-2EB0-D5CE9180C73B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0" creationId="{40ACBCD0-E263-326E-5E84-DDEAA43507F7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1" creationId="{CCE20C78-0092-54C2-A920-7F58A789440E}"/>
          </ac:spMkLst>
        </pc:spChg>
        <pc:spChg chg="add mod topLvl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2" creationId="{A1153F10-CBEC-B285-796D-B9F49C003BD2}"/>
          </ac:spMkLst>
        </pc:spChg>
        <pc:spChg chg="add mod">
          <ac:chgData name="Toby Donaldson" userId="2e6e5431-bb17-4c41-9985-d39c50d83c73" providerId="ADAL" clId="{7F9681A8-EEE2-56F4-9B39-ECCBEE0471AC}" dt="2026-01-13T05:58:34.554" v="4603" actId="164"/>
          <ac:spMkLst>
            <pc:docMk/>
            <pc:sldMk cId="463958126" sldId="334"/>
            <ac:spMk id="24" creationId="{02E9FE2B-4DE7-4DEE-6BB4-648567876EF2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28" creationId="{7096A343-9C72-597E-AD60-A07C7C82DF65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29" creationId="{C13A189F-430E-978C-8976-D955BBEF5681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0" creationId="{8832BE26-81D7-B1AC-3480-FBC4282EEB3F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1" creationId="{9A2F6DAE-349A-8ED7-2300-AB91CE85205A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2" creationId="{C386BED4-1B76-E27A-CEE0-18295EB4A86D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3" creationId="{B4167CC1-D301-088A-69A9-0B75BA0908F6}"/>
          </ac:spMkLst>
        </pc:spChg>
        <pc:spChg chg="mod topLvl">
          <ac:chgData name="Toby Donaldson" userId="2e6e5431-bb17-4c41-9985-d39c50d83c73" providerId="ADAL" clId="{7F9681A8-EEE2-56F4-9B39-ECCBEE0471AC}" dt="2026-01-13T06:00:26.625" v="4652" actId="1076"/>
          <ac:spMkLst>
            <pc:docMk/>
            <pc:sldMk cId="463958126" sldId="334"/>
            <ac:spMk id="34" creationId="{81458585-25D6-C8A5-154E-3A4B6577B0D9}"/>
          </ac:spMkLst>
        </pc:spChg>
        <pc:spChg chg="mod topLvl">
          <ac:chgData name="Toby Donaldson" userId="2e6e5431-bb17-4c41-9985-d39c50d83c73" providerId="ADAL" clId="{7F9681A8-EEE2-56F4-9B39-ECCBEE0471AC}" dt="2026-01-13T06:00:16.802" v="4651" actId="1076"/>
          <ac:spMkLst>
            <pc:docMk/>
            <pc:sldMk cId="463958126" sldId="334"/>
            <ac:spMk id="35" creationId="{C1D7616B-9DC8-6871-6EC5-1C523094F448}"/>
          </ac:spMkLst>
        </pc:spChg>
        <pc:grpChg chg="add del mod">
          <ac:chgData name="Toby Donaldson" userId="2e6e5431-bb17-4c41-9985-d39c50d83c73" providerId="ADAL" clId="{7F9681A8-EEE2-56F4-9B39-ECCBEE0471AC}" dt="2026-01-13T05:57:02.389" v="4587" actId="165"/>
          <ac:grpSpMkLst>
            <pc:docMk/>
            <pc:sldMk cId="463958126" sldId="334"/>
            <ac:grpSpMk id="23" creationId="{3013F1EC-3118-91BC-D17B-4BD2D28CB64B}"/>
          </ac:grpSpMkLst>
        </pc:grpChg>
        <pc:grpChg chg="add mod">
          <ac:chgData name="Toby Donaldson" userId="2e6e5431-bb17-4c41-9985-d39c50d83c73" providerId="ADAL" clId="{7F9681A8-EEE2-56F4-9B39-ECCBEE0471AC}" dt="2026-01-13T05:59:03.392" v="4604" actId="1076"/>
          <ac:grpSpMkLst>
            <pc:docMk/>
            <pc:sldMk cId="463958126" sldId="334"/>
            <ac:grpSpMk id="25" creationId="{6277148C-1BEA-0FB2-ABB5-5FD1E47716E8}"/>
          </ac:grpSpMkLst>
        </pc:grpChg>
        <pc:grpChg chg="add del mod">
          <ac:chgData name="Toby Donaldson" userId="2e6e5431-bb17-4c41-9985-d39c50d83c73" providerId="ADAL" clId="{7F9681A8-EEE2-56F4-9B39-ECCBEE0471AC}" dt="2026-01-13T06:00:13.598" v="4649" actId="165"/>
          <ac:grpSpMkLst>
            <pc:docMk/>
            <pc:sldMk cId="463958126" sldId="334"/>
            <ac:grpSpMk id="27" creationId="{646FB8BE-5B3D-F389-EF55-8531C8D2EE35}"/>
          </ac:grpSpMkLst>
        </pc:grpChg>
        <pc:cxnChg chg="del mod">
          <ac:chgData name="Toby Donaldson" userId="2e6e5431-bb17-4c41-9985-d39c50d83c73" providerId="ADAL" clId="{7F9681A8-EEE2-56F4-9B39-ECCBEE0471AC}" dt="2026-01-13T05:50:33.058" v="4368" actId="21"/>
          <ac:cxnSpMkLst>
            <pc:docMk/>
            <pc:sldMk cId="463958126" sldId="334"/>
            <ac:cxnSpMk id="10" creationId="{A2828B9F-F535-C861-29D9-7B29EFBADC21}"/>
          </ac:cxnSpMkLst>
        </pc:cxnChg>
        <pc:cxnChg chg="del mod">
          <ac:chgData name="Toby Donaldson" userId="2e6e5431-bb17-4c41-9985-d39c50d83c73" providerId="ADAL" clId="{7F9681A8-EEE2-56F4-9B39-ECCBEE0471AC}" dt="2026-01-13T05:50:33.058" v="4368" actId="21"/>
          <ac:cxnSpMkLst>
            <pc:docMk/>
            <pc:sldMk cId="463958126" sldId="334"/>
            <ac:cxnSpMk id="11" creationId="{44329BC4-8177-744D-0EE1-FC5A46E144D1}"/>
          </ac:cxnSpMkLst>
        </pc:cxnChg>
        <pc:cxnChg chg="mod">
          <ac:chgData name="Toby Donaldson" userId="2e6e5431-bb17-4c41-9985-d39c50d83c73" providerId="ADAL" clId="{7F9681A8-EEE2-56F4-9B39-ECCBEE0471AC}" dt="2026-01-13T06:00:57.341" v="4654" actId="1076"/>
          <ac:cxnSpMkLst>
            <pc:docMk/>
            <pc:sldMk cId="463958126" sldId="334"/>
            <ac:cxnSpMk id="14" creationId="{08D258C8-1FFB-98AD-C1FE-BFB4DB47415F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13T06:23:57.649" v="4705" actId="1076"/>
        <pc:sldMkLst>
          <pc:docMk/>
          <pc:sldMk cId="1845785983" sldId="335"/>
        </pc:sldMkLst>
        <pc:spChg chg="mod">
          <ac:chgData name="Toby Donaldson" userId="2e6e5431-bb17-4c41-9985-d39c50d83c73" providerId="ADAL" clId="{7F9681A8-EEE2-56F4-9B39-ECCBEE0471AC}" dt="2026-01-13T06:23:57.649" v="4705" actId="1076"/>
          <ac:spMkLst>
            <pc:docMk/>
            <pc:sldMk cId="1845785983" sldId="335"/>
            <ac:spMk id="5" creationId="{5206E23A-4C24-8876-8F12-68984140F05D}"/>
          </ac:spMkLst>
        </pc:spChg>
        <pc:spChg chg="del">
          <ac:chgData name="Toby Donaldson" userId="2e6e5431-bb17-4c41-9985-d39c50d83c73" providerId="ADAL" clId="{7F9681A8-EEE2-56F4-9B39-ECCBEE0471AC}" dt="2026-01-13T05:53:15.255" v="4540" actId="21"/>
          <ac:spMkLst>
            <pc:docMk/>
            <pc:sldMk cId="1845785983" sldId="335"/>
            <ac:spMk id="8" creationId="{17461F8F-DA74-4D54-097A-71F6177CEEE0}"/>
          </ac:spMkLst>
        </pc:spChg>
        <pc:cxnChg chg="del mod">
          <ac:chgData name="Toby Donaldson" userId="2e6e5431-bb17-4c41-9985-d39c50d83c73" providerId="ADAL" clId="{7F9681A8-EEE2-56F4-9B39-ECCBEE0471AC}" dt="2026-01-13T05:53:12.487" v="4539" actId="21"/>
          <ac:cxnSpMkLst>
            <pc:docMk/>
            <pc:sldMk cId="1845785983" sldId="335"/>
            <ac:cxnSpMk id="14" creationId="{9719B35E-735C-2013-84EA-2C1C7B0010FB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13T06:25:34.387" v="4922" actId="20577"/>
        <pc:sldMkLst>
          <pc:docMk/>
          <pc:sldMk cId="3717764275" sldId="336"/>
        </pc:sldMkLst>
        <pc:spChg chg="add mod">
          <ac:chgData name="Toby Donaldson" userId="2e6e5431-bb17-4c41-9985-d39c50d83c73" providerId="ADAL" clId="{7F9681A8-EEE2-56F4-9B39-ECCBEE0471AC}" dt="2026-01-13T06:25:34.387" v="4922" actId="20577"/>
          <ac:spMkLst>
            <pc:docMk/>
            <pc:sldMk cId="3717764275" sldId="336"/>
            <ac:spMk id="4" creationId="{CF8F6A6E-CF72-FE4E-9805-FDCF11B1A89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7:48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 14517 24575,'-20'0'0,"4"0"0,16 15 0,0 5 0,0 4 0,0 3 0,0 0 0,0 1 0,0 2 0,0 3 0,0 4 0,0 3 0,0-2 0,1-1 0,-2 1 0,-2 5 0,-3 4 0,0-4 0,-4-5 0,0-2 0,4-2 0,0 1 0,-1-2 0,-10 5 0,2-1 0,14 7 0,-2-2 0,-13-14 0,1-1 0,12 7 0,2-1 0,-15 6 0,15-14 0,2 1 0,-1 9 0,0 0 0,0-7 0,8-5 0,0 3 0,-4 21 0,10-13 0,3 2 0,-6 0 0,-2-1 0,0 0 0,1 0 0,6 1 0,0-1 0,-7-7 0,1-1 0,8-1 0,0-1 0,1 10 0,5-17 0,-1-1 0,1 19 0,0-25 0,3-3 0,-1 0 0,-1 0 0,14 8 0,-6-14 0,1 0 0,13 13 0,-5-13 0,0-4 0,-7 2 0,12 0 0</inkml:trace>
  <inkml:trace contextRef="#ctx0" brushRef="#br0" timeOffset="766">1552 16351 24575,'36'-25'0,"-1"-1"0,-6 7 0,-3-1 0,-8-5 0,-1-1 0,14-9 0,-28 10 0,-2-1 0,7-1 0,0-1 0,-7-6 0,-2-3 0,1-5 0,0-2 0,0 0 0,0-2 0,0-3 0,0 0 0,0 4 0,0 2 0,0 4 0,0 0 0,1-4 0,-2-1 0,-6-1 0,-2 0 0,1-1 0,-3 2 0,-6 7 0,-2 3 0,2 7 0,-1 3 0,-17-11 0,17 10 0,1-1 0,-2 6 0,2 1 0,-2-16 0,-13 3 0,13 13 0,-17-1 0,9-11 0,-6 27 0,19-18 0,0-3 0,-11 13 0,-1 0 0,7-10 0,-1 1 0,-5 12 0,-1 1 0,-9-16 0,15 20 0,-11-12 0,11 16 0,1 0 0,3 0 0,16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7:48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 14517 24575,'-20'0'0,"4"0"0,16 15 0,0 5 0,0 4 0,0 3 0,0 0 0,0 1 0,0 2 0,0 3 0,0 4 0,0 3 0,0-2 0,1-1 0,-2 1 0,-2 5 0,-3 4 0,0-4 0,-4-5 0,0-2 0,4-2 0,0 1 0,-1-2 0,-10 5 0,2-1 0,14 7 0,-2-2 0,-13-14 0,1-1 0,12 7 0,2-1 0,-15 6 0,15-14 0,2 1 0,-1 9 0,0 0 0,0-7 0,8-5 0,0 3 0,-4 21 0,10-13 0,3 2 0,-6 0 0,-2-1 0,0 0 0,1 0 0,6 1 0,0-1 0,-7-7 0,1-1 0,8-1 0,0-1 0,1 10 0,5-17 0,-1-1 0,1 19 0,0-25 0,3-3 0,-1 0 0,-1 0 0,14 8 0,-6-14 0,1 0 0,13 13 0,-5-13 0,0-4 0,-7 2 0,12 0 0</inkml:trace>
  <inkml:trace contextRef="#ctx0" brushRef="#br0" timeOffset="766">1552 16351 24575,'36'-25'0,"-1"-1"0,-6 7 0,-3-1 0,-8-5 0,-1-1 0,14-9 0,-28 10 0,-2-1 0,7-1 0,0-1 0,-7-6 0,-2-3 0,1-5 0,0-2 0,0 0 0,0-2 0,0-3 0,0 0 0,0 4 0,0 2 0,0 4 0,0 0 0,1-4 0,-2-1 0,-6-1 0,-2 0 0,1-1 0,-3 2 0,-6 7 0,-2 3 0,2 7 0,-1 3 0,-17-11 0,17 10 0,1-1 0,-2 6 0,2 1 0,-2-16 0,-13 3 0,13 13 0,-17-1 0,9-11 0,-6 27 0,19-18 0,0-3 0,-11 13 0,-1 0 0,7-10 0,-1 1 0,-5 12 0,-1 1 0,-9-16 0,15 20 0,-11-12 0,11 16 0,1 0 0,3 0 0,16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8:09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27834 6862 24575,'26'0'0,"-1"0"0,14 0 0,-6 0 0,1 0 0,-7 0 0,1 0 0,7 0 0,0 0 0,0 0 0,1 0 0,8 0 0,-2 0 0,-13 0 0,1 0 0,19 0 0,0 0 0,-20 0 0,1 0 0,3 0 0,5 0 0,1 0-313,5 0 1,3 1-1,1-2 313,-10-3 0,1 0 0,0-1 0,1 2-408,4 1 0,0 2 1,1-1-1,-1 0 408,-1-3 0,1 0 0,-1-1 0,-1 2 0,-1 3 0,-2 0 0,1 1 0,1-2 0,4-2 0,1-1 0,0-1 0,1 2-495,-6 1 0,1 2 0,0-1 0,0 1 0,1-1 495,1-2 0,0-1 0,1 1 0,0-1 0,0 2 0,4 1 0,-1 1 0,1 0 0,1 1 0,1-1 0,-9 0 0,2 1 0,0-1 0,0 0 0,0 0 0,-1 0 0,-2-1 0,7-1 0,-3-2 0,-1 0 0,1 1 0,2 0-401,1 2 0,2 0 1,0 1-1,1 0 1,-2 0-1,-3-2 401,-2 0 0,-3-2 0,-1 0 0,0 1 0,3 1 0,1 1 0,2 1 0,0 1 0,1-1 0,0 0 0,0 0 0,-3-2 0,0-1 0,-1 0 0,1 0 0,-1 0 0,1 1 0,1 1 0,0 0 0,1 1 0,-2 0 0,0-1 0,-1 0 0,0-2 0,-1 0 0,-1-1 0,-1 1 0,-2 0 190,11 3 1,-2 0 0,-4 0-191,-2 0 0,-4 0 247,-9 0 1,-5 0 0,-3 0 0,-5 0 0</inkml:trace>
  <inkml:trace contextRef="#ctx0" brushRef="#br0" timeOffset="3601">28734 12577 24575,'49'0'0,"0"0"0,-9 0 0,5 0 0,3 0 0,4 0 0,2 0 0,-13 0 0,2 0 0,2 0 0,1 0 0,1 0 0,1 0 0,2 0 0,-1 0 0,1 0-274,-6 0 1,1 0 0,1 0 0,0 0 0,0 0 0,2 0 0,-1 0 0,2 0 0,-1 0 0,1 0 0,0 0 0,1 0 38,-3 0 1,1 0 0,0 0 0,1 0 0,0 0 0,0 0 0,1 0 0,0 0 0,0 0 0,0 0 0,0 0 0,1 0 0,-1 0 0,1 0 15,-3 0 1,2 0-1,0 0 1,0 0-1,1 0 1,0 0-1,-1 0 1,1 0-1,-1 0 1,0 0 0,0 0-1,-2 0 1,0 0-1,-1 0 1,-1 0-55,7 0 1,-2 0-1,-1 0 1,0 0-1,-1 0 1,-1 0-1,0 0 1,0 0 0,-1 0-1,1 0 1,-1 0 272,3 0 0,0 0 0,1 0 0,-1 0 0,0 0 0,-1 0 0,-2 0 0,-1 0 0,-3 0 0,-2 0 266,11 0 1,-3 0 0,-3 0 0,-3 0 0,-2 0-267,6 0 0,-3 0 0,-2 0 0,0 0 0,-2 0 0,-4 0 0,-9 0 0,-3 0 3276,11 0-2983,0 0 1,-15 0 0,-5 0-1</inkml:trace>
  <inkml:trace contextRef="#ctx0" brushRef="#br0" timeOffset="16918">935 16969 24575,'35'0'0,"-10"0"0,1 0 0,13 0 0,-6-7 0,1-2 0,-6 1 0,-1-4 0,8-11 0,0-5 0,-8 6 0,-1-2 0,0 0 0,10-9 0,0-1 0,-9 7 0,0-2 0,-2 1 0,3-4 0,-1 1 0,-3 3 0,3 1 0,7 1 0,-2 1 0,-4-10 0,4 25 0,-2 0 0,-10-21 0,-1 27 0,13-27 0,-13-4 0,17 11 0,-18-14 0,-1-2 0,1 18 0,-1 1 0,2-20 0,-2-5 0,-5 13 0,-1-1 0,1-1-203,0 0 0,0-2 0,-1 0 203,1-7 0,0 0 0,-1-2-337,2 0 1,-1-1 0,-1 1 336,-4 6 0,-1 1 0,0 1 0,0 2 0,0 1 0,-2 0-58,-2-5 1,-2-1 0,-2 4 57,-5 5 0,-2 1 0,1-12 0,-3 4 0,-25 4 573,1 0-573,0-1 1029,0 1-1029,9 17 0,1 1 94,5-2 0,0 3-94,-5 6 0,-1 0 0,-9-21 0,10 28 0,-1 2 0,-13-15 0,13 15 0,1 2 0,-10-1 0,9 0 0,1 0 0,-14 0 0,6 0 0,-1 0 0,-13 0 0,6 0 0,-2 0 0,9 0 0,1 0 0,-10 0 0,0 0 0,7 0 0,1 0 0,7-1 0,1 2 0,1 7 0,1 0 0,-10-4 0,0 27 0,0-27 0,9 10 0,1 3 0,-15 3 0,14-4 0,1 3 0,-10 16 0,0 1 0,0-17 0,15 13 0,4-13 0,1 16 0,12-10 0,2 1 0,-6 1 0,-2 1 0,0 7 0,2 1 0,6 0 0,-2-2 0,-5-6 0,1-1 0,6 7 0,2-1 0,-1 6 0,0-5 0,0-1 0,0-2 0,0 1 0,0 1 0,0 14 0,0-20 0,0 1 0,0 6 0,0-2 0,0 8 0,-1-15 0,2 0 0,14 11 0,-11-1 0,11-10 0,2 1 0,2 13 0,-10-13 0,2-1 0,20 10 0,-11 1 0,15-1 0,0 0 0,1 1 0,-1-1 0,0 0 0,1 0 0,-11-16 0,1-2 0,13 2 0,-14-3 0,1 0 0,9 3 0,-10-9 0,1 0 0,1 6 0,1-1 0,7-12 0,0-2 0,-7 11 0,-1 0 0,3-12 0,-1 2 0,8 21 0,-9-19 0,-13 12 0,-15-16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9:22.0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7796 7303 24575,'-19'0'0,"34"0"0,25 0 0,-5-7 0,8-2 0,-4 3 0,6-1 0,4 0 0,1-1 0,-4 1-820,3-3 1,-2 0 0,1 0 0,4 0 622,-7 3 1,3 1 0,2-1 0,1 1-1,0 0 1,-1 0 0,-4 1 196,6 1 0,-4 0 0,0 1 0,-1 0 0,1 0 0,2-2 0,-1 0 0,0-1 0,0 2 0,-1 0-194,-3 2 0,-1 2 1,0 0-1,-1-1 1,1 0 193,-1-1 0,-1-2 0,1 0 0,-1 1 0,0 0-325,6 2 0,-1 2 1,-1-1-1,1 0 325,-3 0 0,1 0 0,-2 0 0,-1 0 0,4 0 0,-2 0 0,-1 0-70,-1 0 0,-1 0 1,-2 0 69,6 0 0,0 0 0,-6 0 0,3 0 0,-5 0 0,-6 0 0,0 0 1423,20 0 0,-4 0-1423,-7 0 1101,-15 0 1,1 0-1102,9 0 1762,0 0-1762,0 0 316,-15 0-316,3 0 0,-21 0 0,6 0 0,-8 16 0,0-12 0,0 12 0</inkml:trace>
  <inkml:trace contextRef="#ctx0" brushRef="#br0" timeOffset="1686">7514 9013 24575,'26'0'0,"-1"0"0,16 0 0,4 0 0,-10 0 0,1 0 0,3 0-820,0 0 1,2 0 0,1 0 0,1 0 713,0 0 0,1 0 1,1 0-1,1 0-328,-4 0 1,2 0-1,0 0 1,1 0-1,0 0 434,0 0 0,0 0 0,0 0 0,2 0 0,2 0 0,-6 0 0,2 0 0,2 0 0,0 0 0,0 0 0,-2 0 0,-2 0 0,6 0 0,-2 0 0,-2 0 0,1 0 0,1 0 0,-4 0 0,3 0 0,0 0 0,-1 0 0,-2 0 0,-4 0 269,12 0 0,-5 0 0,-2 0-269,-3 0 0,-1 0 0,1 0 0,2 0 0,1 0 0,-2 0 0,-5 0 0,0 0 0,1 0 0,8 0 0,3 0 0,1 0 0,-8 0 0,2 0 0,0 0 0,-2 0 0,5 0 0,-3 0 0,3 0 0,-5 0 0,2 0 0,-1 0 0,-4 0 0,8 0 0,-4 0 0,-8 0 0,1 0 0,-5 0 0,12 0 323,-7 0 0,-9 0 0,-23 0 0,12 0 1</inkml:trace>
  <inkml:trace contextRef="#ctx0" brushRef="#br0" timeOffset="7549">17939 2364 24575,'0'44'0,"0"0"0,0 0 0,0 2 0,0-1 0,0 3 0,0 0-548,0-1 1,0-1 0,0-2 547,0-6 0,0-3 0,0 2 0,0 3 0,0 1 0,0 0 0,0-6 0,0 1 0,0-2 266,-1 14 0,2 2-266,2-14 0,1 3 0,1 0 0,-2-2 0,-1 5 0,-2-1 0,2 2-206,5-1 1,2 2 0,0 0-1,-2-2 206,-5 1 0,-2-3 0,2 3 0,4-2 0,2 4 0,1-2 0,-1-4 0,2 5 0,0-2 0,-4 3 0,0 2 0,1-9 0,9-7 792,-16 18-792,16-21 0,-14-4 0,-1 2 0,15 14 570,-14-7 0,-4 0-570,2 7 0,-2-14 0,4-2 0,14-4 0,-12 11 0,11-11 0,-15 0 0,0-5 0,0-15 0,0 0 0,0 0 0</inkml:trace>
  <inkml:trace contextRef="#ctx0" brushRef="#br0" timeOffset="9266">27940 5927 24575,'33'0'0,"1"0"0,1 0 0,6 0 0,4 0 0,2 0 0,-5 0 0,2 0 0,1 0 0,3 0 0,1 0 0,1 0-365,-6 0 1,1 0 0,1 0 0,1 0 0,1 0 0,1 0 0,0 0 0,0 0 0,0 0 36,-3 0 0,0 0 0,0 0 1,1 0-1,-1 0 0,1 0 1,0 0-1,0 0 0,0 0 1,0 0-1,1 0 0,0 0 0,0 0 1,0 0-1,0 0 0,0 0 1,0 0-1,0 0 0,-2 0 1,0 0 87,1 0 1,0 0-1,-1 0 1,0 0 0,-1 0-1,0 0 1,0 0 0,-1 0-1,-1 0 240,7 0 0,-1 0 0,0 0 0,-1 0 0,-1 0 0,0 0 0,-2 0 275,2 0 1,-1 0-1,-2 0 1,1 0-1,-1 0 1,1 0-276,1 0 0,1 0 0,0 0 0,-1 0 0,-1 0 0,-2 0 0,7 0 0,-2 0 0,-2 0 0,2 0 0,-5 0 0,1 0 0,0 0 0,-2 0 0,-3 0 0,4 0 0,-4 1 0,2-2 0,-1-2 0,1-1 0,0 0 0,-2-1 0,1-1 0,-2-1 0,2 0 0,-3 3 0,3 0 0,0-1 0,-4-1 0,10-11 0,-2 2 0,-1 13 0,0 1 0,-8-7 0,0 0 1638,5-1 0,-1 2-834,-10 6 0,-1-2 834,2-13 0,-2 1-313,8 11-477,-1-12-848,-15 16 0,-5 0 0,1 0 0,-12 0 0,12 0 0,-16 0 0</inkml:trace>
  <inkml:trace contextRef="#ctx0" brushRef="#br0" timeOffset="12950">19262 8661 24575,'42'0'0,"1"0"0,0 0 0,-1 0 0,-9 0 0,3 0 0,4 0 0,4 0 0,2 0 0,2 0 0,3 1 0,1-1 0,1 0 0,1 0 0,1 0 0,0 0 0,-1 0 0,0 0 0,-2-1 0,-1 1 0,-2 0-205,0-1 0,0 0 0,-2 1 0,0-1 1,0 0-1,0 0 0,-1 0 0,1 0 0,1 0 1,-1 0-1,2-1 0,0 1 0,1 0 0,2 0 1,0 0-1,2 0 78,-10 0 1,2 1 0,0-1 0,2 0 0,0 1 0,1-1 0,1 1 0,1-1 0,0 1 0,1-1 0,0 1 0,0-1 0,0 1 0,1-1 0,-1 1 0,1-1 0,-1 0 0,0 1 0,-1-1 0,0 0 0,0 0 0,-2 0 0,0 0 0,0-1 0,-2 1 0,-1-1-47,6 0 1,-1 0-1,0 0 1,0 0-1,-2-1 1,1 0-1,-1 1 1,-1-1-1,0 0 1,0 0-1,-1 0 1,1 0 0,-1 0-1,-1 0 1,1 0-1,0 0 1,0 1-1,-1-1 1,1 0-21,2 1 0,0 0 0,-1-1 1,1 1-1,-1 0 0,0 0 0,0 0 1,0-1-1,-1 1 0,1 0 0,-1 0 1,0 0-1,-1 0 0,0-1 0,0 1 1,0-1-1,-1 0 103,5 0 1,0 0 0,-1-1 0,0 0 0,0 1 0,-1-1 0,0 0 0,0 0 0,-1 0 0,0 0 0,0 1 0,0-1 0,-1 1 0,0-1 89,2 1 0,0 0 0,-1-1 0,0 1 0,-1 0 0,0 0 0,0 0 0,0 0 0,0 1 0,0-1 0,0 0 0,0 1-154,1 0 0,0 0 0,1 0 0,-1 0 0,1 1 0,0-1 0,-1 1 0,-1-1 0,0 1 0,-2 0 0,-1-1 0,-1 0 154,6 0 0,-3 0 0,0 0 0,-2 0 0,-1-1 0,0 2 0,1-1 0,0 1 213,7 0 1,3 0 0,-1 0-1,0 1 1,-3 0 0,-4 1-1,-5 1-213,6 3 0,-6 1 0,-5-2 1429,3-2 1,-5 0-1430,-5 5 0,-5 2 3276,-4 7-2276,5-12 2276,-22 11-977,6-15-301,-16 16-1998,6-12 0,-6 12 0,8-16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0:59:40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7655 7144 24575,'34'0'0,"-1"0"0,3 0 0,2 0 0,2 0 0,4 0 0,2 0-820,-8 0 1,1 0 0,1 0 0,1 0 611,-2 0 1,2 0 0,0 0 0,0 0 0,1 0-137,3 0 1,1 0 0,1 0 0,-1 0-1,2 0 344,-7 0 0,2 0 0,-1 0 0,1 0 0,0 0 0,-1 0 0,8 0 0,0 0 0,0 0 0,0 0 0,-1 0 0,0 0 0,-1 0 0,0 0 0,0 0 0,-2 0 0,-3 0 0,-1 0 0,-1 0 0,1 0 0,2 0 71,-2 0 0,2 0 0,0 0 0,0 0 0,1 0 1,-1 0-72,-1 0 0,-1 0 0,1 0 0,-1 0 0,1 0 0,0 0 0,4 0 0,1 0 0,0 0 0,-1 0 0,-1 0 0,-3 0 0,6 0 0,-3 0 0,-2 0 0,-3 0 0,1 0 0,-2 0 0,-8 0 0,3 0 0,0-16 1867,1 12-1867,-17-12 645,-3 16 0,-16 0 0,0 0 0</inkml:trace>
  <inkml:trace contextRef="#ctx0" brushRef="#br0" timeOffset="5867">21608 8273 24575,'35'0'0,"0"0"0,0 0 0,-9 1 0,-1-2 0,15-15 0,-15 14 0,1 0 0,9-14 0,0 16 0,-15 0 0,11 0 0,-27 0 0,12 0 0,-16 0 0</inkml:trace>
  <inkml:trace contextRef="#ctx0" brushRef="#br0" timeOffset="10199">27464 8484 24575,'0'20'0,"0"10"0,0 3 0,0 10 0,-4-13 0,-2 6 0,0 0 0,0-1 0,0 0 0,-2 0-263,-2 2 1,-3-1-1,1 1 263,0 1 0,0 1 0,1-2 0,0 8 0,2-2 97,2-2 0,-1-3-97,-8 1 0,12 8 0,-12-43 0,16 11 0,0-15 0</inkml:trace>
  <inkml:trace contextRef="#ctx0" brushRef="#br0" timeOffset="13867">28293 4674 24575,'45'0'0,"0"0"0,-9 0 0,-2 0 0,-6 0 0,-5 0 0,-3 0 0,11 0 0,-27 0 0,12 0 0</inkml:trace>
  <inkml:trace contextRef="#ctx0" brushRef="#br0" timeOffset="16216">27975 11501 24575,'20'0'0,"11"0"0,-27 0 0,12 0 0,-16 0 0,16 0 0,-13 0 0,44 0 0,-23 0 0,8 0 0,3 0 0,4 0 0,-13 0 0,-1 0 0,-6 0 0,13 0 0,-28 0 0,11 0 0,1 0 0,-12 0 0,12 0 0,-1 0 0,-11 0 0,12 0 0</inkml:trace>
  <inkml:trace contextRef="#ctx0" brushRef="#br0" timeOffset="27583">7585 8625 24575,'35'0'0,"0"0"0,7 0 0,5 0 0,-2 0 0,-9 1 0,-1-1 0,3-1-494,3-2 0,3-1 0,1-1 0,-4 2 494,0 1 0,-3 2 0,0-2 0,3-2 0,1-2 0,-3 0 318,8-2 0,-4 0-318,-7 7 0,-1-1 163,6-7 1,0 2-164,-12 7 0,1 0 0,13-8 0,0 0 0,-15 6 0,-1 0 506,6-6 1,0 1-507,-5 6 0,-1 2 0,20-1 0,-12 0 0,6 0 0,-5 0 0,-7 0 0,1 0 0,6 0 0,5 0 0,0 0 0,-6 0 0,0 0 0,-4 0 0,1 0 0,-1 0 0,20 0 0,-4 0 0,-8 0 0,-14 0 0,1 0 0,0 0 0,-1 0 0,14 0 0,-6 0 0,1 0 0,-6 0 0,-1 0 0,12 0 0,8 0 0,-35 0 0,21 0 0,-5 0 0,-3 0 0,1 0 0,13 0 0,-13 0 0,-1 0 0,-6 0 0,13 0 0,-28 0 0,27 0 0,-11 0 0,-1 0 0,-3 0 0,-16 0 0,0 0 0,0 15 0,0-11 0,0 12 0,0-16 0,0 0 0,0 16 0,0-13 0,0 13 0,0-16 0,0 0-820,0-16 1,0 13 0,0-13 0</inkml:trace>
  <inkml:trace contextRef="#ctx0" brushRef="#br0" timeOffset="31549">31485 4674 24575,'28'0'0,"21"0"0,-18 0 0,-5 0 0,-1 0 0,10 0 0,1 0 0,-1 0 0,0 0 0,1 0 0,-1 0 0,0 0 0,-15 0 0,11 0 0,-11 0 0,15 16 0,-15-12 0,-5 12 0,-15-16 0,0 0 0,0 0 0</inkml:trace>
  <inkml:trace contextRef="#ctx0" brushRef="#br0" timeOffset="33716">23689 8132 24575,'33'0'0,"1"0"0,2 0 0,2 0 0,-1 0 0,2 1 0,-1-2 0,9-7 0,-2 0 0,-4 6 0,-4 0 0,-9-6 0,-5 0 0,-3 8 0,-4 0 0,-16 0 0</inkml:trace>
  <inkml:trace contextRef="#ctx0" brushRef="#br0" timeOffset="42066">31380 11430 24575,'19'0'0,"13"0"0,-13 0 0,16 0 0,-15 0 0,4 0 0,-23 0 0,7 16 0,-8-12 0,0 11 0,0-15 0,0 0 0,0 0 0</inkml:trace>
  <inkml:trace contextRef="#ctx0" brushRef="#br0" timeOffset="71598">3052 11677 24575,'-20'0'0,"42"0"0,19 0 0,-10 0 0,4 0 0,4 0 0,0 0 0,5 0 0,3 0 0,2 0 0,-1 0 0,-2 0-656,2 0 1,-1 0-1,0 0 1,1 0 0,1 0 195,-1 0 0,1 0 1,2 0-1,-1 0 0,-1 0 1,-2 0 459,-1 0 0,-3 0 0,0 0 0,0 0 0,1 0 96,0 0 0,1 0 0,1 0 0,0 0 0,0 0 0,0 0-96,-1 0 0,-1 0 0,1 0 0,-1 0 0,1 0 0,-2 0 0,8 0 0,-1 0 0,-1 0 0,0 0 0,-1 0 0,-2 0 0,-1 0 0,-1 0 0,-1 0 0,-3 0 0,6 0 0,-3 0 0,1 0 0,-5 0 0,0 0 0,1 0 0,-1 0 0,9 0 0,0 0 0,1 0 0,-7 0 0,1 0 0,1 0 0,0 0-119,-2 0 1,-1 0 0,1 0 0,1 0 118,5 0 0,0 0 0,1 0 0,0 0 0,-2 0 0,1 0 0,-1 0 0,-1 0 0,-1 0 0,-1 0 0,0 0 0,0 0-241,-1 0 1,2 1 0,-2-1 0,-2-1 240,3-4 0,-2-1 0,1 1 0,6 3 0,0 2 0,-2-2 0,-5-2 0,-3-2 0,4 1 0,0 0 0,3 1 0,0 0 0,-1 1 0,-6 2 0,-2 0 0,1 0 0,1 0 228,1-2 0,1 0 1,1-1-1,0 1 1,-3 0-229,0 3 0,-1 0 0,-1 1 0,2-2 0,4-2 0,1-1 0,0-1 0,-1 2 0,-1 1 0,0 2 0,0-1 0,1 0 0,1-3 0,0 0 0,1-1 0,-2 2 0,-2 2 0,-1 2 0,0 0 0,0-2 0,3-2 0,0-1 0,1-1 0,-2 1 0,-3 3 0,-1 0 0,0 1 0,0-1 0,5-3 0,1-1 0,0 1 0,0 1 0,-2 2 0,0 1 0,0 0 0,0 1 0,-1-1 0,-1 0 0,0 0 0,0 0-2,-1 0 1,1 0-1,-1 0 1,0 0 1,8 0 0,0 0 0,0 0 0,2 0 0,1 0 0,0 0 0,-11 0 0,1 0 0,-1 0 0,2 0 76,0 0 1,1 0 0,1 0-1,-1 0-76,2 0 0,1 0 0,-1 0 0,-1 0 0,-2 0 0,-1 0 0,0 0 0,0 0 38,0 0 0,-1 0 1,1 0-1,-2 0-38,7-1 0,0 1 0,-2 1 0,-1 3 0,0 1 0,-2 2 708,10 2 0,-2 1-708,-5-1 0,0 2 0,0 5 0,0-1 0,-6-12 0,1-2 498,5 6 0,0 2-498,-7-1 0,-2-1 818,3-5 0,-3 0-818,5 14 1153,-7-16-1153,-17 16 97,-11-12-97,12 11 0,-16-15 0,-16 0 0,12 0 0,-11 0 0</inkml:trace>
  <inkml:trace contextRef="#ctx0" brushRef="#br0" timeOffset="77933">29880 15787 24575,'36'0'0,"-12"0"0,3 0 0,-1 0 0,2 0 0,15 0 0,1 0 0,-15 0 0,0 0 0,6 0 0,-3 0 0,3 0 0,1 0 0,-17 0 0,13 0 0,-29 0 0,13 15 0,-16-11 0,0 12 0,0-16 0,0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1:03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2875 13300 24575,'35'0'0,"-10"0"0,1 0 0,1 0 0,1 0 0,14 0 0,2 0 0,1 0 0,1 0-372,-10 0 1,3 0 0,-1 0 371,3 0 0,1 0 0,-1 0 0,-2 0 0,1 0 0,-2 0-19,-2 0 0,0 0 0,-2 0 19,10 0 0,-2 0 0,-6 0 0,-1 0 0,0 0 0,1 0 0,7 0 0,0 0 0,-6 1 0,0-2 0,7-7 0,-1 0 0,-11 6 0,-2 0 0,-3-6 0,-1 0 827,17 8-827,-16 0 0,-3 0 0,0 0 0,7 0 0</inkml:trace>
  <inkml:trace contextRef="#ctx0" brushRef="#br0" timeOffset="1082">4392 13264 24575,'26'-7'0,"-1"-1"0,9 5 0,3 2 0,7-6 0,2-2 0,-12 3 0,0 1 0,4 0 0,-2 4 0,4 0 0,-1 1 0,-2-1 0,4-4 0,-3-2 0,1 3-300,4 3 1,1 1 0,-2 1 299,10-1 0,-4 0 0,-6 0 0,-1 0 0,3-1 0,2 2 0,-12 3 0,0 3 0,0-2 0,11-3 0,0-1 0,-10 4 0,0 1 0,1-1 0,-2 1 0,1-1 0,2 0 0,8-3 0,3-2 0,-4 2 0,1 5 0,0 1 0,-2-2 0,4 0 0,-6-2 0,-6-3 0,-3 2 147,11 13 1,0-1-148,-7-12 0,-1-2 74,0 7 1,0 0-75,-7-7 0,-1-2 0,7 1 0,-1 0 0,6 0 227,-7 0 0,3 0-227,0 0 0,0 0 0,-5 0 0,-1 0 0,5 0 0,-1 0 0,2 0 0,0 0 0,-15 0 0,27 0 0,-32 0 0,16 0 0,3 0 0,13 0 0,-20 0 0,1 0 0,7 0 0,-3 0 0,-9 0 0,24 0 0,-12 0 0,5 0 0,-15 0 0,1 0 0,9 0 0,-10 0 0,1 0 0,13 0 0,-4 0 0,-3 0 0,-28 16 0,11-12 0,-15 11 0</inkml:trace>
  <inkml:trace contextRef="#ctx0" brushRef="#br0" timeOffset="9782">28222 11395 24575,'26'0'0,"-1"0"0,2 0 0,1 0 0,7-1 0,1 2 0,-8 6 0,-2 1 0,1-6 0,-3 0 0,12 14 0,-17-16 0,-3 0 0,-63 0 0,20 0 0,-13 1 0,-3-2 0,15-7 0,1 0 0,0 6 0,-1 0 0,2-6 0,2 1 0,-12 7 0,17-16 0,3 12 0,16-12 0,0 16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1:19.6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3052 14728 24575,'39'0'0,"0"0"0,0 0 0,0 0 0,2 0 0,2 0 0,3 0 0,-3 0 0,3 0 0,2 0 0,2 0 0,3 0 0,3 0-298,-13 0 0,4 0 0,1 0 0,3 0 0,0 0 0,2 0 0,-1 0 0,0 0 1,0 0-1,-1 0 0,-3 0-30,0 0 0,-1 0 0,-2 0 1,1 0-1,-1 0 0,0 0 1,1 0-1,0 0 0,2 0 1,1 0 74,-4 0 1,1 0 0,2 0 0,0 0 0,1 0 0,1 0 0,-1 0 0,1 0 0,-2 0 0,0 0 0,-1 0 0,-2 0 0,-1 0-113,6 0 1,-2 0 0,-1 0 0,-1 0 0,-1 0 0,0 0 0,0 0 0,-1 0 0,2 0 305,4 0 0,1 0 1,-1 0-1,1 0 0,-1 0 1,-1 0-1,1 0 0,-1 0 59,-4 0 0,0 0 0,0 0 0,-1 0 0,0 0 0,0 0 0,0 0 0,-1 0-188,5 0 0,0 0 0,0 0 0,-1 0 0,0 0 0,-1 0 0,0 0 188,0 0 0,-1 0 0,-1 0 0,0 0 0,0 0 0,1 0 267,2 0 0,1 0 0,1 0 0,-1 0 0,-1 0 1,0 0-268,-4 0 0,-1 0 0,0 0 0,-1 0 0,0 0 0,1 0 0,1 0 0,-1 0 0,1 0 0,0 0 0,-1 0 0,0 0 0,4 0 0,-1 0 0,-1 0 0,2 0 0,2 0 0,-6 2 0,2-1 0,1 1 0,0 1 0,1-1 0,0 1 0,0 0 0,1 0 0,1 1 0,0 0 0,0 0 0,1 0 0,-1 0 0,1 1 0,0-1 0,1 1 0,0 0 0,0 1 0,0-1 0,-1 1 0,0 0 0,-3 0 0,1 0 0,0 1 0,-1 0 0,0-1 0,-3 0 0,-1-1 0,4-1 0,-3 0 0,-1-1 0,-1 1 0,-1 1 0,4 2 0,-2 2 0,-1 0 0,0-3 764,-1-4 0,0-1 0,-2-2 0,-1 3-764,4 3 0,-2 1 0,-1-1 1638,9-6 0,-4 2-1602,-8 6 1,-3 1 763,3-4 1,-15 12 0,-5-16 0</inkml:trace>
  <inkml:trace contextRef="#ctx0" brushRef="#br0" timeOffset="8267">29669 15998 24575,'40'0'0,"0"0"0,0 0 0,0 0 0,0 0 0,0 0 0,-1 0 0,-1 0 0,5 0 0,-2 0 0,1 0 0,-1 0 0,0 0 0,-2 0 0,7 0 0,-2 0 0,0 0 0,-2 0 0,-5 0 0,-3 0 0,13 0 0,-14 0 0,-25 0 0,-8 0 0,0 0 0</inkml:trace>
  <inkml:trace contextRef="#ctx0" brushRef="#br0" timeOffset="11116">31380 11395 24575,'33'0'0,"0"0"0,3 0 0,3 0 0,0 0 0,-1 0 0,1 0 0,0 0 0,0 0 0,0 0 0,-4 0 0,2 0 0,-7 0 0,-11 0 0,13 0 0,-28 0 0,11 15 0,-15-11 0,0 12 0</inkml:trace>
  <inkml:trace contextRef="#ctx0" brushRef="#br0" timeOffset="18750">27869 5503 24575,'45'0'0,"-1"0"0,0 0 0,0 0 0,0 0 0,0 0 0,0 0 0,0 0 0,3 0 0,0 0 0,0 0 0,1 0 0,1 0 0,1 0 0,0 0 0,2 0 0,1 0-253,-7 0 1,0 0 0,2 0 0,1 0 0,0 0 0,1 0 0,0 0 0,1 0 0,0 0 0,1 0 0,-1 0 0,0 0 0,0 0 33,-5 0 1,0 0-1,1 0 1,-1 0-1,1 0 1,-1 0-1,1 0 1,0 0-1,1 0 1,-1 0 0,1 0-1,1 0 1,-1 0-1,2 0 1,-1 0 35,-2 0 1,1 0 0,1 0 0,1 0 0,0 0 0,1 0 0,0 0 0,0 0 0,0 0 0,0 0 0,0 0 0,-1 0 0,0 0 0,-1 0 0,-1 0 0,-1 0 0,-1 0 0,-2 0 57,9 0 1,-2 0 0,-2 0 0,0 0 0,-1 0 0,-1 0 0,-1 0 0,1 0-1,-1 0 1,1 0 0,0 0 0,1 0 124,2 0 0,1 0 0,2 0 0,0 0 0,-1 0 0,1 0 0,-2 0 0,-1 0 0,-2 0 0,-2 0 0,-4 0 0,-3 0 269,13 0 0,-7 0 0,-3 0 0,-2 0 0,1 0-269,5 0 0,-1 0 0,-2 0 0,-3 0 634,2 0 1,-3 0-1,-2 0-634,8 0 0,-4 0 0,-6-1 0,-3 2 0,-4 7 0,-1 0 1638,0-6 0,1 0-203,-1 6 0,-3 0 485,-5-8-1920,-3 0 7,-16 15-7,0-11 0,0 12 0,0-16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1:51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1658 14852 24575,'-35'0'0,"10"0"0,-1 0 0,-1-1 0,-1 2 0,-4 5 0,1 4 0,4-1 0,1 1 0,-17 10 0,8 11 0,9-14 0,1 1 0,5 9 0,1 1 0,-13 7 0,-3 1 0,12-8 0,0 2 0,-1-2 0,0-3 0,-1-2 0,-1 4 0,-2 4 0,-3 4 0,1 0 0,2-3 0,0-4 0,3-2 0,-1 2 0,-4 11 0,1 2 0,2-3 0,-1-6 0,5-2 0,12-3 0,2-1 0,0 3 0,3 1 0,5 5 0,2 1 0,-9 7 0,0 4-419,6-8 0,2 2 0,-2 0 419,-3 5 0,-1 1 0,1 2 0,4-10 0,1 1 0,1 1 0,-1-1 0,0 2 0,0 1 0,0-1 0,0 0 0,0-2 0,0 0 0,0-1 0,0 1 0,0 10 0,-1 0 0,2-1 0,3-6 0,1-1 0,2-2-19,3-3 0,2-1 1,1-3 18,4 5 0,6-6 0,15-4 0,6-5 0,-8-4 0,2-2 0,-4-5 0,2-1 0,0 1 0,0 0 0,-1 0 0,0-1 0,11 0 0,-2-2 0,-8 0 0,-1-3 0,6-10 0,0-7 0,0-5 0,0-4-266,-6 4 1,2-3 0,-1 0 265,2-3 0,1-2 0,-2-1 0,-2-2 0,-1-2 0,3-1 0,-1 1 0,3-1 0,1-2 0,-3 1 0,-3 2 0,-1-1 0,0-1 0,1 0-131,0 1 1,2-1-1,0-1 1,-1 0 0,-4 2 130,-3 0 0,-2 0 0,-2 1 0,0 0 0,6-6 0,0 0 0,-6-1 17,-6 3 0,-4-1 0,-2 0-17,-1-11 0,-3-1 0,-2 12 0,0-2 0,-2 1-196,-3 0 0,-2 0 0,1-1 196,0-4 0,0-1 0,0 0 0,1 2 0,0 1 0,-3-2 0,-4 2 0,-2-1 0,-1-1 0,0 2-71,0-9 0,-1 2 1,-2 0 70,1 9 0,-2-1 0,-1 2 0,-1 2 0,-4-5 0,-2 4 0,2 0 888,1-12 0,-3 5-888,-12 12 0,0 4 0,13 6 0,0 2 0,-5 1 0,-1 1 641,-9-5-641,10 3 0,-1-1 1093,-13-2-1093,13 11 0,1 3 0,5 6 0,-11-16 0,11 12 0,-15-11 0,0 15 0,15 0 0,-11 0 0,27 0 0,-12 0 0,16-16 0,0 12 0,0-12 0,0 16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2:53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 7232 24575,'20'0'0,"27"0"0,0 0 0,-5-1 0,4 2 0,2 7 0,2 0 0,-16-7 0,1-1 0,2 3 0,3 3 0,3 3 0,1 0 0,-3-2 0,0-5 0,-1-1 0,1 0-255,0 2 1,4 2-1,-2 0 1,-4-2 254,8-3 0,-3 0 124,0 0 1,-2 0-125,-11-1 0,0 2 0,2 3 0,2 2 0,-3-1 0,3-3 0,1 0 0,2 3 0,4 1 0,-4-1 0,-8-5 0,-2 0 0,14 0 0,-1 0 0,-13 0 0,-1 0 384,0 0 1,0 0-385,7 0 0,-1 0 0,-6 0 0,1 0 0,6 0 0,3 0 0,6 0 0,0 0 0,-13 0 0,-1 0 0,5 0 0,-2 0 0,-4 0 0,-11 0 0,7 0 0,-20 0 0,27 0 0,-27 0 0,27 0 0,-11 0 0,0 0 0,11 0 0,-27 0 0,27 0 0,-27 0 0,27 0 0,-27 0 0,28 0 0,-13 0 0,1 0 0,11 0 0,-27 0 0,28 0 0,-29 0 0,29 0 0,-28 0 0,27 0 0,-27 0 0,27 0 0,-27 0 0,12 0 0,-16 0 0</inkml:trace>
  <inkml:trace contextRef="#ctx0" brushRef="#br0" timeOffset="59716">2805 10072 24575,'0'35'0,"0"-10"0,0 1 0,0 13 0,0-13 0,0-1 0,0 10 0,0-9 0,0-1 0,0 15 0,0-15 0,0 1 0,0 9 0,0 0 0,0 0 0,0 1 0,0-11 0,0 1 0,0 13 0,0-6 0,0 0 0,0 7 0,-2-15 0,4 1 0,13 9 0,-11 0 0,12 0 0,-16-7 0,0 5 0,0-5 0,0-3 0,0 1 0,0 13 0,0 8 0,0 4 0,0-20 0,0 1 0,0 0 0,0 3 0,0-1 0,0 10 0,0-1 0,0-6 0,0 0 0,0-3 0,0 1 0,0-2 0,-1 4 0,2 1 0,3-5 0,3 2 0,-2-2 0,-4 1 0,1-1 0,7 9 0,-2 0 0,-6-10 0,-2-1 0,1 4 0,0 1 0,0-1 0,0 0 0,0-7 0,0-1 0,0 6 0,0 1 0,0-7 0,0 1 0,0 14 0,0 2 0,0-7 0,0 0 0,0 7 0,0-1 0,0-8 0,0 0 0,0 0 0,0 1 0,0-1 0,0 0 0,0 4 0,0 1 0,0 3 0,0 2 0,0 3 0,0 2-170,0-15 1,0 0 0,0 1 169,0-1 0,0 1 0,0-2 0,0 12 0,0-1 0,0-11 0,0 0 0,0 0 0,0 3 0,0 0 0,0 6 0,0 0 0,0-7 0,0-1 0,0-5 0,0 2 0,0 18 0,0 0 0,0-14 0,0-1 0,0-2 0,0 2 0,0-1 0,1 10 0,-2-2 0,-6-5 0,-2 1 0,8 5 0,-1 0 254,-7-7 0,2-2-254,6 2 0,2-1 0,-1-7 0,0-1 0,0 0 0,0-3 0,0-5 0,0 13 0,0-13 0,0 6 0,0 1 0,0 14 0,-8-14 0,0-2 0,4 4 0,-11-10 0,15-11 0,0-7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7:47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13617 13758 24575,'10'0'0,"21"0"0,9 0 0,5 0 0,4 0-578,-4 0 0,4 0 0,2 0 578,-9 0 0,3 0 0,-2 0 0,-1 0 0,3 0 0,-3 0 0,1 0 0,-2 0 0,0 0 0,-2 0 280,6 0 1,-4 0-281,-5 0 0,-1 0 0,3 0 0,2 0 0,4 0 0,0 0 0,4 0 0,2 0-220,-10 0 1,1-1-1,0 2 220,-1 4 0,1 1 0,3-1 0,-3-3 0,4-2 0,1 0 0,0 0 0,-4 2 0,-2 1 0,-3 2 0,0-1 0,2 0 0,0-3 0,4-1 0,0 0 0,-3-1 0,-3 1 0,14 0 0,-4 0 0,-4 0 0,0 0 0,0 0 0,0 0 0,-6 0 0,1 0 422,5 0-1,0 0-421,-15 0 0,-1 0 0,5 1 0,2-2 0,1-6 0,1-2 0,8 0 0,2-2 0,-9 1 0,1-3 0,1 1-101,1 0 1,1 0 0,1 1 100,-6 1 0,1 1 0,1 0 0,0 2-406,2 0 0,-1 2 0,2 1 0,0 0 406,2-1 0,1 1 0,1 0 0,-1 1 0,2 2 0,0 1 0,0 1 0,0-1 0,-1 0 0,0 0 0,-1 0 0,1 0 0,1 0 0,1 0 0,-1 0 0,-1 0 0,5 0 0,-2 0 0,-1 0-203,0 0 1,-1 0 0,-2 0 202,-7 1 0,-2 0 0,-1-3 0,12-5 0,-2-1 0,0 6 0,-2 0 570,-5-5 0,-3-2-570,-6 0 0,-1 2 1672,16 3-1672,-25-11 709,5 15-709,-19 0 0,27 15 0,-27-11 0,28 12 0,-28-16 0,11 16 0,1-12 0,-12 11 0,12-15 0,-16 0 0,0 0 0,0 16 0,0-12 0,0 12 0,0-16 0,0 0 0</inkml:trace>
  <inkml:trace contextRef="#ctx0" brushRef="#br0" timeOffset="6134">6756 9454 24575,'35'0'0,"-11"0"0,3 0 0,8 0 0,0 0 0,-2 0 0,1 0 0,8 0 0,0 0 0,-2 0 0,-1 0 0,-2 0 0,0 0 0,7 0 0,-1 0 0,-8 0 0,0 0 0,8 0 0,0 0 0,-6 0 0,1 0 0,-6 0 0,3 0 0,0 0 0,0 0 0,0 0 0,1 0 0,-1 0 0,1 0 0,2 0 0,1 0 0,2 0 0,1 0 0,-3 0 0,1 0 0,-3 0 0,2 0 0,4 0 0,2 0 0,-4 0 0,4 0 0,-4 0 0,-12 0 0,-3 0 0,9 0 0,-3 0 0,-28 0 0,27 0 0,-27 0 0,12 0 0,-1 0 0,-11-15 0,28 11 0,-13-12 0,16 16 0,1 0 0,-17 0 0,13 0 0,-13 0 0,17 0 0,-1 0 0,0 0 0,-15 0 0,11 16 0,-27-12 0,12 11 0,-16-15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9:01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22895 14482 24575,'45'0'0,"-1"0"0,1 0 0,-1 0 0,0 0 0,1 0 0,-2 0 0,-1 0 0,0 0 0,1 0 0,1 0 0,2 0 0,0 0 0,1 0 0,3 0 0,0 0 0,0 0 0,0 0 0,-1 0 0,-2 0-547,5 0 1,-1 0 0,-1 0 0,-1 0 0,-2 0 0,-1 0 95,1 0 1,-1 0 0,-2 0-1,-1 0 1,-3 0 450,11 0 0,-2 0 0,-4 0 551,-8 0 0,-3 0 0,-3 0-551,-3 0 0,-5 0 894,-4 0-894,-3 0 0,-16 15 0,0-11 2982,16 12-2982,3-16 0,5 0 0,3 0 0,7-1 0,3 2 0,10 6 0,4 1-263,-11-6 0,2-1 0,-1 0 263,-1 4 0,0 2 0,-2-3 0,9-3 0,-4-2 0,-6 1 0,-7 0 0,-11 0 0,-3 16 0,-16-12 0,0 11 0,0 1 0,0-12 0,0 12 0,0-16 0</inkml:trace>
  <inkml:trace contextRef="#ctx0" brushRef="#br0" timeOffset="9934">8555 10389 24575,'16'20'0,"-13"-4"0,29-16 0,-13 0 0,17 0 0,-17 0 0,13 0 0,-28 0 0,11 0 0,1 0 0,-12 0 0,27 0 0,-11 0 0,15 0 0,-9 0 0,-1 0 0,-1 0 0,7 0 0,-31 0 0</inkml:trace>
  <inkml:trace contextRef="#ctx0" brushRef="#br0" timeOffset="12282">24306 13794 24575,'36'0'0,"-1"0"0,-15 0 0,11 0 0,-11 0 0,-1 0 0,-3 0 0,-16 0 0,15 0 0,-11 0 0,12 0 0,0 0 0,3 0 0,1 7 0,11-5 0,-27 6 0,12-8 0,-16 16 0,0-12 0,0 12 0,0-16 0</inkml:trace>
  <inkml:trace contextRef="#ctx0" brushRef="#br0" timeOffset="13448">8343 10530 24575,'0'0'0</inkml:trace>
  <inkml:trace contextRef="#ctx0" brushRef="#br0" timeOffset="14917">8308 14129 24575,'46'0'0,"-1"0"0,1 0 0,-2 0 0,-1 0 0,-1 0 0,1 0 0,0 0 0,-3 0 0,6 0 0,-6 0 0,-5 0 0,-19 0 0</inkml:trace>
  <inkml:trace contextRef="#ctx0" brushRef="#br0" timeOffset="26451">7990 14023 24575,'36'0'0,"-12"0"0,3 0 0,0 0 0,1 0 0,6 0 0,2 0 0,0 0 0,-1 0 0,-7 0 0,-1 0 0,-1 0 0,-2 0 0,12 0 0,-17 0 0,13 0 0,-28 0 0,27 0 0,-27 0 0,12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09:55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8132 13547 24575,'25'0'0,"0"0"0,9 0 0,3 0 0,-4 0 0,3 0 0,1 0-746,8 0 0,3 0 0,0 0 746,0 0 0,0 0 0,1 0 0,-10 0 0,1 1 0,0-1 0,-2-1 0,3-4 0,-3-1 0,0 1 29,-2 3 1,-2 2 0,0-2-30,14-6 0,-2 0 257,-8 8 1,-1 0-258,6 0 0,0 0 0,-8 0 0,1 0 0,6 0 0,2 0-159,-10 0 1,2 0 0,0 0 158,0 0 0,0 0 0,1 0 0,4 0 0,0 0 0,-1 0 0,-2 0 0,0 0 0,0 0 0,-2 0 0,-1 0 0,1 0 0,2 0 0,0 0 0,0 0 0,-2 0 0,-1 0 0,0 0 0,0 0 0,0 0 0,1 0 0,-1 0 0,0 0 0,1 0 0,-1 0 0,0 0 0,0 0 0,6 0 0,0 0 0,-1 0 0,-6 0 0,-1 0 0,2 0 0,9 0 0,2 0 0,-1 0 0,-5 0 0,-2 0 0,2 0 0,1 0 0,1 0 0,0 0 0,-1 0 0,0 0 0,-1 0 0,-5 0 0,0 0 0,0 0 0,1 0 0,0 0 0,-2 0 547,4 1 0,-1-2-547,5-6 0,-2-1 249,-12 6 0,-1 0-249,4-6 0,1 0 0,2 7 0,0 2 0,-2-1 0,-1 0 258,5 0 1,-1 0-259,-7 0 0,-2 0 0,1 0 0,-3 0 0,12 0 0,-1 0 0,-15 0 0,11 0 0,-27 0 0,27 0 0,-27 0 0,12 0 0,-16 0 0</inkml:trace>
  <inkml:trace contextRef="#ctx0" brushRef="#br0" timeOffset="18734">22543 12753 24575,'0'25'0,"0"1"0,0 11 0,0 4 0,0-2 0,0 3 0,0 1-385,0-7 0,0 0 1,0 2-1,0 5 385,0-5 0,0 4 0,0 2 0,-1 2 0,1-1 0,1 0 0,-1-4-656,0 7 1,0-3-1,0-1 1,0 2 0,0 3 601,0-4 1,0 4 0,-1 1-1,2 1 1,-1-1 0,0-2 0,0-2 53,0 1 0,0-2 0,0-2 0,-1 1 0,2 0 0,-2 4 0,1 0 0,-1 1 0,2 0 0,0 0 0,0-7 0,2 0 0,0 0 0,0 0 0,0 1 0,-1 1 0,-1-1 0,0 2 0,-1 0 0,0 0 0,1 1 0,-1 0 0,1 0 0,1-1 0,0 0 0,1 1 0,-1-1 0,1 2 0,-1 0 0,0 3 0,-1-7 0,-1 2 0,0 1 0,0 2 0,0 0 0,0 0 0,-1-1 0,1 0 0,0-2 0,0-2 0,0 8 0,0-2 0,0-2 0,0 0 0,0 0 0,0 1 0,0 1-248,0-2 0,0 2 0,0 1 0,0-1 0,0 1 0,0-2 0,0-1 0,0-3 248,0 9 0,0-3 0,0-2 0,0-1 0,0 0 0,0-5 0,0 0 0,0-1 0,0-1 0,0-2-84,0 5 0,0-2 1,0-1-1,0-3 84,0 1 0,0-3 0,0-2 258,0 3 1,0-5-259,0 4 2662,0-15-2662,0 11 3276,0 4-3007,-6 1 0,-4 7-269,0-1 0,-2 5 0,-1 3-555,0-5 1,0 1 0,-1 2 0,-1 1 554,2-7 0,-1 1 0,-1 0 0,1 1 0,-1-1 0,1 3 0,0 1 0,0 0 0,0-2 0,0-2 0,-1-2 0,1-1 0,0-2 0,2 0 0,-1 9 0,1 0 0,2-6 0,0-7 0,4-5 0,6 6 0,0-19 0,0-16 0,16 0 2732,19 0-2732,5 0 0,6 0 0,-11 0 0,1 0 0,3 0-544,1 0 1,3 0-1,2 0 1,-1 0 543,3 0 0,-1 0 0,1 0 0,2 0 0,-8 0 0,2 0 0,0 0 0,0 0 0,0 0 0,1 0 0,0 0 0,0 0 0,0 0 0,0 0 0,-2 0 0,1 0 0,-1 0 0,1 0 0,-2 0 0,9 0 0,0 0 0,-1 0 0,-2 0 0,-4 0 0,-1 0 0,0 0 0,0 0-247,1 0 1,1 0-1,-1 0 1,-3 0 246,2 0 0,-2 0 0,0 0-116,1 0 1,0 0 0,-2 0 115,-3 0 0,-1 0 0,-4 0 0,0 0 0,-3 0 0,7 0 0,-3 0 2016,3 0-2016,0 0 1081,1 0-1081,-1 0 409,0 0-409,0 0 0,-15 0 0,-4 0 0,-16-16 0,0-4 0,0-15 0,0 0 0,0 7 0,0-5 0,-16-10 0,14 17 0,0-3 0,-12-12 0,-3-4 0,9 11 0,2-1 0,0-2 0,0-7 0,-1-3 0,1-3 0,-1 8 0,0-4 0,0-1 0,1 1 0,1 3-284,3 3 1,2 3 0,0 0 0,-2-2 283,-1-7 0,-2-2 0,0 1 0,3 6 0,1-1 0,2 6 0,-1 8 0,0 1 0,0 1 0,0 1 0,0-10 0,0-1 0,0 6 0,0-6 0,0-2 0,0-4 0,0 0 0,-1 3 0,1 1 0,1-2 126,2 2 1,1-2 0,1 1-1,-2 3-126,-2-11 0,2 4 0,13-4 0,0 0 0,-14 3 0,-1-1 0,9 8 0,2-2 0,-2 2 0,-8-3 0,0 1 0,6 6 0,4-2 0,-1 5 0,9-9 0,-12 12 0,3 3 0,12 14 0,1 1 0,-5-13 0,2-3 0,15-1 0,6-3-488,-13 2 0,1-4 0,0-1 0,1 0 488,-2 2 0,1 1 0,0-2 0,2 0 0,1-2 0,2-2 0,1-1 0,-1 2 0,-2 1 0,0 2 0,-2 1 0,1 1 0,2-2 0,-3 2 0,3-2 0,2-1 0,-1-1 0,-2 2 0,-2 2 0,-1-1 0,-2 0 0,-2 2 0,3-1 0,1 1 0,3 0 0,-1 0 0,-1 1 0,-6 1 131,-1-5 1,-5 2-1,1 2-131,15 0 0,-3-1 0,-20-5 0,-1 0 0,13 6 0,-1-1 0,-11-9 0,-4-4 0,-2 7 0,0-1 0,1 0-155,4 1 1,1 0-1,-3 0 155,-6-6 0,-3-1 0,1 0 0,4 6 0,1 0 0,-2-1 0,-2-3 0,-3-2 0,0 0 0,1 0 0,-1-1 0,2-1 0,4-3 0,1-2 0,-1 1 138,-3 3 0,-2 1 0,2-3-138,1 5 0,2-2 0,0-1 0,-2 2 0,-2 2 0,-1 1 0,-1 0 0,1 0 0,0-5 0,0 0 0,0 0 0,0-1 0,0 2 0,0-2 0,0 2 0,0 2 0,0-4 0,0 2 0,0 2 21,0 2 0,0 0 0,0 3-21,0-7 0,0 2 0,0 2 0,0-1 0,0-4 0,0-2 0,0 11 0,1 0 0,-2-1 0,-3 1 0,-2 0 0,0-1 0,1 0 0,-1 0 0,-3 3 0,-5-6 0,-7 3 0,-7 6 0,-7 2 0,0 4 0,-8 2 0,-4 5-426,8 6 1,-4 2 0,-2 0 0,1 2 425,3 2 0,-1 0 0,0 2 0,-1 1 0,-5 0 0,0 3 0,-1-1 0,-2 1-412,4-1 0,-2 0 0,-1 0 0,1 0 0,1 0 412,5 0 0,1 0 0,0 0 0,0 0 0,-1 0 0,-4 0 0,-3 1 0,1-1 0,1 0 0,1-1-96,-1-3 1,1 0 0,1-1 0,-1 2 95,-1 1 0,-2 2 0,2 0 0,2-2-137,-4-4 1,2-1-1,1 4 137,5 7 0,1 3 0,2-2 704,-2-5 1,4 4-705,9 11 0,3 1 2598,-18 4-2598,18-11 0,-1 2 1004,-1 4 0,-1 1-1004,1-6 0,-1-1 354,1 1 1,3 0-355,5 6 0,-28-1 0,23 5 0,-7-3 0,-4 1 0,0 7 0,-1 1-169,7-7 1,-2-1-1,1 0 169,0 0 0,0 0 0,0 1 0,-5 3 0,1 0 0,1 1 0,-4 4 0,-1 1 0,-2-5 0,-4 1 0,3-1 0,0 6 0,1-3 0,9-13 0,-2-2 0,3 0 0,3 7 0,3-4 0,-11-10 0,16 11 0,-13-15 0,28 0 0,-27 16 506,27-12-506,-12 11 0,1-15 0,11 0 0,-28 0 0,28 0 0,-11 0 0,-1 0 0,12 0 0,-11-15 0,15 11 0,0-12 0,0 16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15:49.88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1147 9137 24575,'35'0'0,"-4"-7"0,4-2 0,5 0 0,3-1-705,-4-2 0,4-3 1,-2-1 704,-1-5 0,-1-3 0,0 0 0,-3 3 0,0-1 0,-2-2 206,-4-4 1,-1-2 0,-2 2-207,1 0 0,-1 1 181,-1 2 1,-1-1-182,-7 0 0,-1 1 0,1 6 0,-1-1 0,1-12 0,0-3 541,-1 8 1,1 0-542,0-8 0,-1-1 24,0 2 0,1-3-24,0 4 0,0-2 0,-3 2 0,-3 1 0,0 1 0,4 0 0,2-2 0,-5 7 0,-9 4 0,12-17 0,-16 19 0,0 1 0,-16-13 0,12 13 0,-27-1 0,27-11 0,-12 27 0,0-27 0,12 27 0,-27-12 0,27 16 0,-27-16 0,27 12 0,-28-27 0,13-4 0,-6 15 0,-1 1 0,6-7 0,1 1 0,-6 6 0,-1 2 0,0-1 0,1 1 0,-14-3 0,5 3 0,1 3 0,-6 10 0,13-3 0,1-2 0,-10-6 0,-1 11 0,1-28 0,9 31 0,1-1 0,-6-30 0,-2 22 0,1 1 0,1-11 0,-2 10 0,-1 4 0,-5 6 0,13 0 0,1 0 0,-10 0 0,15 0 0,-11 0 0,27 0 0,-28 0 0,13 16 0,-1 4 0,-11-1 0,27 13 0,-12-29 0,16 13 0,0 0 0,0-12 0,-16 27 0,13-11 0,-13 4 0,0 3 0,12 12 0,-11-7 0,-1 3 0,13-8 0,2 0 0,-7 0 0,0 1 0,7 6 0,2-1 0,-1 6 0,0-13 0,0-1 0,0 10 0,0-7 0,0 5 0,0 10 0,0-4 0,0-14 0,0 1 0,8 7 0,0 1 0,-7-5 0,2 1 0,12 4 0,1 2 0,-7 7 0,2-3 0,6-18 0,1-1 0,1 12 0,-3 0 0,4 3 0,11-1 0,-11 0 0,0 1 0,11-17 0,-11 12 0,15-11 0,0 15 0,-15-15 0,11 11 0,-27-27 0,27 28 0,-27-28 0,12 27 0,0-27 0,-12 11 0,11 1 0,-15-12 0,0 12 0,0-16 0,0 0 0,0 0 0</inkml:trace>
  <inkml:trace contextRef="#ctx0" brushRef="#br0" timeOffset="2750">1658 10319 24575,'-25'8'0,"-1"-1"0,-1 2 0,-1 2 0,0 5 0,1 3 0,1 5 0,1 3 0,4 14 0,-1 4 0,0-8 0,-2 0 0,2-1 0,4-4 0,2 0 0,-1-2 0,-9 14 0,1-5 0,-7-4 0,28-15 0,-27 11 0,27-27 0,-11 11 0,15 1 0,0-12 0,-16 12 0,12-8 0,-12 9 0,16-5 0,-15 35 0,11-23 0,-5 7 0,2 4 0,6-7 0,2-1 0,-1 0 0,0 1 0,0 5 0,0 1 0,0 1 0,0 0 0,0 2 0,0 1 0,-1-3 0,2 0 0,6-2 0,2 1 0,-3-2 0,-1 4 0,3-2 0,9 10 0,2 2-152,-7-2 0,-1 4 0,1-5 152,6-1 0,-1-2 0,-7 4 0,0-1 0,5-7 0,1-2 0,-7-6 0,2-1 0,6 1 0,1-5 0,2-3 0,11 11 0,-19-27 456,21 12-456,-6-16 0,9 0 0,-12 0 0,3 0 0,0 0 0,1 0 0,7 0 0,0 0 0,-7 0 0,-1 0 0,7-7 0,-1-2 0,6-11 0,-7 5 0,2-5 0,2-10 0,-1-7 0,-5 4 0,1-4 0,-2 2 0,-3 5 0,-1 1 0,-1-3-214,1-10 1,-2-3-1,-5 1 214,-7-5 0,-2 0 0,1 13 0,2 0 0,-3-2 0,-6-2 0,-3 0 0,1-1 0,4 0 0,1 0 0,-1 1 0,-4 4 0,-2-1 0,1 1 0,0-5 0,0 0 0,0 1 0,0 4 0,0 0 0,0 2-40,1-7 0,-2 0 40,-3 7 0,-1-1 0,-2 4 0,-2 5 0,-1 1 0,-6-19 0,-4 6 0,-15 14 0,17 0 0,1 1 638,-19 4-638,1-1 83,0 4-83,0 1 0,-1 11 0,4-4 0,-2 0 0,4 7 0,1 2 0,-6-1 0,-1 0 0,2 0 0,2 0 0,-8 0 0,5 0 0,4 0 0,11 0 0,1 0 0,3 0 0,16 0 0,0 0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33:02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25312 14993 24575,'19'0'0,"13"0"0,-28 0 0,27 0 0,-27 0 0,12 0 0,-16 0 0,0 0 0,15 0 0,5 0 0,15 0 0,-10 0 0,1 0 0,1 0 0,1 0 0,7-1 0,1 2 0,-1 7 0,0 0 0,-7-6 0,-1 0 0,0 6 0,-3-1 0,3-7 0,7 0 0,-23 16 0,21-12 0,-13 12 0,17-16 0,-1 15 0,0-11 0,1 12 0,-11-15 0,1-2 0,13 1 0,-7 7 0,2 2 0,-6-7 0,-1-1 0,8 8 0,1-2 0,-9-6 0,1-2 0,5 0 0,0 2 0,-5 7 0,-1 0 0,1-6 0,-1 0 0,-1 6 0,-1-1 0,10-7 0,-15 0 0,11 0 0,-11 0 0,-1 0 0,5 0 0,-6 0 0,9 0 0,8 0 0,1 0 0,-1 0 0,-16 0 0,13 0 0,-13 0 0,1 0 0,-4 0 0,-16 0 0,0 0 0,0 0 0</inkml:trace>
  <inkml:trace contextRef="#ctx0" brushRef="#br0" timeOffset="9567">8520 7108 24575,'35'0'0,"0"0"0,0 0 0,1 0 0,-1 0 0,0 0 0,9 0 0,-2 0 0,-8 0 0,-1 0 0,9 0 0,0 0 0,-2 0 0,-1 0 0,-3 0 0,2 0 0,-4 0 0,1 0 0,-2 0 0,5 0 0,-1 0 0,-1 0 0,-2 0 0,-6 0 0,-5 0 0,-3 0 0,11 16 0,-11-12 0,4 4 0,3 0 0,12-8 0,-5 0 0,-1 0 0,-10 0 0,24 0 0,-43 0 0,12 8 0,-16-6 0,0 5 0,0-7 0</inkml:trace>
  <inkml:trace contextRef="#ctx0" brushRef="#br0" timeOffset="13866">25453 16069 24575,'35'0'0,"-3"0"0,3 0 0,-7 0 0,3 0 0,1 0 0,3 0 0,0 0 0,6 0 0,0 0 0,-7 0 0,1 0 0,0 0 0,14 0 0,0 0 0,-4 0 0,0 0 0,-1 0 0,-2 0 0,-6 0 0,-1 0 0,-7 0 0,-1 0 0,-2 0 0,1 0 0,-1 0 0,0 0 0,15 0 0,-8 0 0,2 0 0,1 0 0,1 0 0,1 0 0,0 0 0,7-1 0,-1 2 0,-12 7 0,0 0 0,11-6 0,1 0 0,-3 6 0,2-1 0,-8-5 0,2-3 0,0 0 0,-1 1 0,1 0 0,-1 0 0,10 0 0,0 0 0,-2 0 0,0 0 0,-6 0 0,-4 0 0,7 0 0,7 0 0,-28 0 0,17 0 0,-1 0 0,0 0 0,0 0 0,1 0 0,-9 0 0,22 0 0,-2 0 0,-5 0 0,2 0 0,1 0 0,1 0 0,-1 0 0,0 0 0,-1 0 0,-2 0 0,-14 0 0,-1 0 0,0 0 0,-3 0 0,-5 0 0,13 0 0,-28 0 0,27 0 0,-27 0 0,12 0 0,-16 0 0,15 0 0,-11 0 0,12 16 0,-32-12 0,12 12 0,-11-16 0</inkml:trace>
  <inkml:trace contextRef="#ctx0" brushRef="#br0" timeOffset="55507">28804 13847 24575,'-19'0'0,"-13"0"0,5 0 0,-10 15 0,9-11 0,-3 27 0,27-27 0,-12 28 0,16-28 0,0 27 0,0-27 0,0 27 0,0-11 0,0 15 0,-15 0 0,11-15 0,-12 11 0,16-27 0,0 12 0,0 0 0,0-12 0,0 11 0,0 17 0,0 7 0,0-13 0,0 3 0,0 5 0,0-2 0,0 8 0,0-14 0,0-1 0,0-6 0,16 12 0,-12-27 0,11 12 0,-15-16 0,0 0 0,0 16 0,16-12 0,-12 11 0,12-15 0,-1 16 0,-11-12 0,20 12 0,-22-16 0,21 0 0,-19 0 0,43 0 0,-23 0 0,0 0 0,3 0 0,8 0 0,-10 0 0,1 0 0,13 0 0,-6 0 0,1 0 0,5 0 0,-5 0 0,-2 0 0,-8 0 0,23 0 0,-27 0 0,15 0 0,0 0 0,0 0 0,1 0 0,-17-16 0,-3 12 0,-16-27 0,0 27 0,0-12 0,16 0 0,-12 12 0,11-11 0,-15-1 0,0 12 0,0-27 0,0 11 0,0 1 0,0-13 0,0 28 0,0-27 0,0 27 0,0-27 0,0 27 0,0-28 0,0 13 0,0-16 0,0-1 0,0 1 0,0 0 0,0 15 0,0-11 0,-15 27 0,11-27 0,-12 27 0,0-28 0,12 13 0,-27-1 0,27-11 0,-27 11 0,11-15 0,4 12 0,-3 3 0,-16-2 0,16 1 0,2 3 0,-2 14 0,-13-12 0,28 16 0,-11 0 0,15 0 0,-16 0 0,12 0 0,-11 0 0,15 0 0,0 0 0,-16 0 0,12 0 0,-12 0 0,16 0 0,-15 0 0,-5 0 0,-15 0 0,-1 0 0,1 0 0,0 0 0,15 16 0,-11-12 0,27 12 0,-12-16 0,16 0 0</inkml:trace>
  <inkml:trace contextRef="#ctx0" brushRef="#br0" timeOffset="61265">27499 5750 24575,'35'0'0,"-10"0"0,1 0 0,12 0 0,3 0 0,3 0 0,4 0-753,-7 0 1,3 0 0,0 0 752,-2 0 0,0 0 0,0 0 0,-5 0 0,-1 0 0,0 0 66,4 0 1,0 0 0,-2 0-67,8 0 0,-2 0 0,1 0 0,0 0 0,-11 0 0,1 0 0,-2 0 0,5 0 0,-1 0 247,2 0 0,0 0-247,-4 0 0,-1 0 0,13 0 0,-14 0 0,0 0 1137,6 0-1137,-12 0 0,-3 0 426,-4 0-426,11 0 0,-11 0 0,4 0 0,3 0 0,12 0 0,-13 0 0,-1 0 0,10 0 0,-9 0 0,-1 0 0,15 0 0,-15 0 0,0 0 0,11 0 0,-10 0 0,-1 0 0,-2 0 0,24 0 0,-43 0 0,28 0 0,-29 0 0,13 0 0,-16 16 0,0-12 0,0 12 0,0-16 0</inkml:trace>
  <inkml:trace contextRef="#ctx0" brushRef="#br0" timeOffset="64844">21996 5997 24575,'-20'20'0,"4"-4"0,16-1 0,0-11 0,0 12 0,0-1 0,-15-11 0,11 12 0,-12 0 0,16-12 0,0 11 0,0 1 0,-16-12 0,13 19 0,-13-21 0,16 6 0,0 8 0,0-12 0,0 27 0,0-27 0,0 27 0,0-27 0,0 12 0,0 0 0,0 3 0,0 1 0,0 11 0,0-27 0,16 28 0,-13-28 0,29 27 0,-28-27 0,27 27 0,-11-11 0,15-1 0,0 13 0,-7-28 0,5 27 0,-21-27 0,19 12 0,-11-16 0,15 0 0,-10 0 0,1 0 0,13 0 0,1 1 0,2-2 0,-5-6 0,1-2-330,0 3 1,4 0-1,-1-2 330,1-2 0,0-3 0,0 1 0,0 0 0,0 1 0,-1-1 0,-2 0 0,-1 1 0,-1-2 0,9-5 0,-4 1 0,-8 8 0,-5-1 0,6-22 0,-3 28 0,-29-11 0,13-1 989,-16 12-989,0-27 0,0 27 0,0-28 0,0 28 0,0-27 0,0 27 0,0-11 0,-16 15 0,13 0 0,-13 0 0,0 0 0,-3 0 0,-17-16 0,17 12 0,-5-20 0,7 22 0,-11-21 0,2 21 0,1 0 0,2-29 0,-24 27 0,27-12 0,-15 0 0,-1 12 0,1-11 0,0-1 0,10 7 0,-1-1 0,-13-10 0,5 12 0,1 0 0,-6-7 0,14 12 0,-1 2 0,0-8 0,1 2 0,-14 7 0,13 0 0,1 0 0,-10 0 0,8-8 0,3 0 0,0 4 0,-23-11 0,27 15 0,1 0 0,-5-16 0,22 12 0,-21-12 0,3 16 0,1 0 0,3 0 0,0 0 0,12 0 0,-11 0 0</inkml:trace>
  <inkml:trace contextRef="#ctx0" brushRef="#br0" timeOffset="-101920.73">9525 8414 24575,'-35'0'0,"10"0"0,-1 0 0,-2 0 0,1 0 0,-1-1 0,1 2 0,1 5 0,1 3 0,-10 11 0,0 15 0,-1 1 0,11-12 0,-1 3 0,-1 7 0,-1 2 0,-3 1 0,0 1 0,8-10 0,0 2 0,0-2 0,-7 8 0,-3-2-179,6-10 1,-3 0-1,1-1 179,-8 8 0,0 1 0,8-9 0,-1 0 0,2-1 0,1 2 0,0-1 0,-7 3 0,1-1 0,13-7 0,1 0 0,-14-1 0,-1 1 0,6 6 0,1 3 0,-8-1 0,0 3 0,7 5 0,1 2 0,-7-1 0,1 1 0,14-8 0,2 1 0,-2 0 0,-12 8 0,0 0 0,12-3 0,2 2 0,0-4 0,-6-2 0,3-1 0,8 5 0,4-1 0,-8 2 536,16-15-536,0 19 0,0-18 0,7 14 0,2 5 0,0-4 0,2 2 0,-3-4 0,1 2 0,1 0-163,1 0 0,0-1 0,0 0 163,-2 0 0,-1 1 0,3-1 0,4 1 0,3-1 0,0 0 0,0 11 0,3-2 0,-1-14 0,3-1 0,0-2 0,5 1 0,-1-1-32,8 7 0,1-1 32,-1-13 0,0-1 0,1 2 0,-1 1 0,-1 3 0,3-1 0,-5-13 0,3-3 0,-1 4-260,-2 9 1,-2 4-1,3-4 260,8-6 0,4-4 0,-2 2 0,-6 4 0,-2 1 0,1-2 0,1-2 0,1-3 0,0-1 0,2-2 0,1-3 0,0 2 0,0 4 0,1 0 0,0-2 0,4-6 0,1-3 0,1 1-371,-5 3 0,0 0 0,1 1 0,-1-2 371,-4-2 0,-1-1 0,1-1 0,2 1-305,-2 0 0,3 0 0,0 0 0,0 0 0,-2 0 305,5 0 0,-2 0 0,-1 0 0,1 0 0,1 1 0,1 0 0,-1-1 0,-1-2-301,-3-4 0,-1-2 0,0-1 0,0 1 301,1 2 0,0 2 0,-1-1 0,-1-4 0,-3-5 0,-1-4 0,-1-1 0,2 3 0,3 5 0,1 3 0,0-1 0,0-2 0,-1-4 0,-1-3 0,0 0 0,0 3 0,-1 3 0,0 3 0,0 1 0,1-3 0,2-3 0,0-1 0,0-1 0,1 3 0,-1 2 0,1 2 0,-1 1 0,0-2 0,6-3 0,0-2 0,2 0 0,-6 3 0,2-1 0,1 1 0,-2-2 0,-3 1 0,-2 0 0,1-1 0,1-1-231,-2 2 1,2 0 0,0-1 0,0-1 0,-1 0 230,8-6 0,-1 0 0,-1-1 0,1 0 0,-8 4 0,1 0 0,-1 0 0,0 0 0,-1-1 0,4-3 0,0-1 0,-1 0 0,0 1 76,-1 4 1,1 0 0,-2 1 0,-2 0-77,4-6 0,-3 0 0,-1 2 854,11 2 1,-6-1-855,-11-6 0,-7 1 1329,-2 5-1329,-4-11 2184,-16 11-2184,0-15 1167,0 0-1167,15-8 0,-11 5 0,4 9 0,0 0 0,-8-11 0,0 0 0,0-2 0,0 13 0,0-1 0,0-1 0,0-4 0,0-1 0,0 2 0,0-1 0,0-1-358,0-5 0,0-1 1,0-1 357,0-3 0,0-2 0,0 1 0,1 2 0,-1 1 0,-1 0 0,-2 2 0,-2 0 0,-3 2 0,-1 6 0,-3 2 0,-2 0-88,-2 2 1,-3 1-1,-1 2 88,-13-9 0,-4 2 0,5 5 0,-3 1 0,0-2-560,3 4 1,0 0 0,-2-1 0,-2 0 559,3 5 0,-2 0 0,-1 1 0,-1-1 0,0 0-477,-3-3 0,0 0 1,-1 0-1,0 1 0,-1 1 477,0 3 0,0 1 0,-1 2 0,1 0 0,-1 0 0,4 1 0,0 1 0,-1 1 0,1 0 0,0 2-190,-7 1 1,1 2-1,-1 1 1,-1 1 189,0 2 0,0 0 0,-1 2 0,0 1 0,8 0 0,-1 2 0,1 1 0,-1-1 0,-1 1-304,0-1 1,-1 0-1,0 0 1,0 0-1,-1 0 304,-3-1 0,0 1 0,-1-1 0,1 1 0,1 2 0,2-1 0,1 2 0,1 0 0,0 1 0,-1 0 0,-1 2 0,0 1 0,0 0 0,0 1 0,0-1 0,2 1 0,-1-1 0,1 1 0,-1 0 0,2 1 0,1 0 0,0 2 0,1 0 0,0-1 0,1 0 196,-6-1 0,2 0 0,0-1 1,1 1-197,-7 2 0,1 1 0,3 0 712,9 0 1,3 0 0,1-1-713,-6-1 0,4 0 860,6 6 1,3-1-861,-2-5 0,1 0 1177,5 7 0,0 1-1177,-5 0 0,-1 0 1235,-9 17-1235,16-16 0,-13 13 0,13-13 0,-1 1 0,4-4 0,16-16 0</inkml:trace>
  <inkml:trace contextRef="#ctx0" brushRef="#br0" timeOffset="-97220.73">27393 4886 24575,'26'0'0,"-1"0"0,6 0 0,3 0 0,3 0 0,-1 0 0,1 0 0,2 0 0,2 0-656,-1 0 1,2-1-1,2 1 1,0 0 0,0 1 228,2 1 0,2 1 1,0 0-1,0 1 0,1 0 427,0-1 0,0 0 0,1 0 0,-1 1 0,1 2 0,-8 1 0,1 1 0,0 0 0,-1 2 0,1-1 0,-2 0 0,7 2 0,-1-1 0,0 1 0,-1 0 0,0 1 0,-1 1 0,-1 1 0,1 0 0,-2 1 0,-1 0 0,4 2 0,-1 2 0,-2-1 0,0-2 134,5 1 1,-1-2-1,-1 0-134,-2 2 0,-1 0 0,-1-2 0,-5-5 0,-1-2 0,-1 2 0,-2 1 0,-1 1 0,1 0 374,2 0 1,0 0 0,-3-1-375,-2-1 0,-2 0 0,7 7 0,-3-3 0,3-10 2751,-15 12-2751,-4-1 0,-16-11 0,0 12 0</inkml:trace>
  <inkml:trace contextRef="#ctx0" brushRef="#br0" timeOffset="-95953.73">27640 5962 24575,'35'0'0,"1"-6"0,3-4 0,6-5 0,2-5-820,-15 5 1,1-1 0,1-3 0,0-2 401,5-6 0,0-3 0,0-2 0,1 0 418,-5 4 0,0 0 0,1-1 0,-1 0 0,0-2-481,-3 2 0,-1-1 1,-1-1-1,1 0 1,1-1-1,1 1 481,-2 1 0,1 1 0,0-1 0,1 0 0,0 0 0,-1 0 0,0-1 0,-2 0 0,0-1 0,0 0 0,-1 0 0,1-1 0,-1 1 0,1 1 0,0-1 0,1 1 0,0 0 0,0 0 0,-1 0 0,0 1 0,-2 0 71,7-7 1,-3 1 0,0 0 0,0 1 0,-2 3-72,2-1 0,0 1 0,-2 3 0,-2 1 0,10-10 0,-6 5 0,3-2 482,-19 20 0,-16 15 1,0 0-1</inkml:trace>
  <inkml:trace contextRef="#ctx0" brushRef="#br0" timeOffset="-93203.73">27869 3704 24575,'-19'16'0,"3"19"0,16 4 0,0-5 0,0-1 0,0 6 0,0-13 0,0-1 0,0 10 0,0 1 0,0-17 0,0 13 0,0-13 0,0 1 0,0-4 0,0-1 0,0-11 0,0 12 0,16-1 0,-12-26 0,11 7 0,-12-18 0,-6-7 0,3 2 0,0-1 0,0-7 0,0-1 0,0 8 0,0 2 0,0-1 0,0 3 0,0-12 0,0 1 0,0 0 0,7 10 0,2-1 0,0-1 0,2-1 0,6-7 0,1-1 0,-8 0 0,0 2 0,6 6 0,-1 1 0,-13 0 0,0 3 0,14 4 0,-1 5 0,-11 15 0,12 0 0,0 0 0,-13 0 0,29 0 0,-28 15 0,27-11 0,-27 12 0,12 0 0,-16-12 0,15 27 0,-11-27 0,12 27 0,-16-27 0,16 43 0,-12-23 0,4 0 0,-1 3 0,-7 8 0,0 0 0,0 0 0,0 1 0,0-11 0,0 1 0,0 13 0,0-6 0,0 1 0,0 5 0,0-14 0,0 1 0,0 9 0,0-15 0,0 11 0,0-27 0,0 12 0,0-1 0,0-11 0,0 12 0,0-1 0,0-11 0,0 12 0,0-16 0</inkml:trace>
  <inkml:trace contextRef="#ctx0" brushRef="#br0" timeOffset="-91186.73">28734 3669 24575,'0'19'0,"0"29"0,0-25 0,0 9 0,0 3 0,0 4 0,0-13 0,0-1 0,0 10 0,0 0 0,0 1 0,0-17 0,0 13 0,0-13 0,0 1 0,0-4 0,0-16 0,0 15 0,0-11 0,0 12 0,0-1 0,0-11 0,0 28 0,15-28 0,-11 11 0,12 1 0,-16-12 0,0 12 0,0-16 0,0 7 0,0-5 0,0 6 0,0-8 0,0 0 0</inkml:trace>
  <inkml:trace contextRef="#ctx0" brushRef="#br0" timeOffset="-89420.73">28504 4092 24575,'36'0'0,"-1"0"0,0 0 0,1 0 0,-9 0 0,6 0 0,-21 0 0,19 0 0,-11 0 0,0 0 0,11 0 0,-11 0 0,-1 0 0,13 0 0,-29 0 0,29 0 0,-28 0 0,27 0 0,-27 0 0,12 0 0,-1 0 0,-11 0 0,28 0 0,-28 0 0,11 0 0,-15 0 0</inkml:trace>
  <inkml:trace contextRef="#ctx0" brushRef="#br0" timeOffset="-88254.73">29739 3775 24575,'-19'15'0,"3"21"0,14 4 0,4 6 0,-2 0 0,0 2 0,0-8 0,0 2 0,0-2 0,0 2 0,0-2 0,0-5 0,0-2 0,0 11 0,0-25 0,0-3 0,0-16 0</inkml:trace>
  <inkml:trace contextRef="#ctx0" brushRef="#br0" timeOffset="-29914.73">24553 2840 24575,'36'0'0,"-1"0"0,-16 0 0,13 0 0,-28 0 0,27 0 0,-27 0 0,27 0 0,-27 0 0,43 0 0,-23 0 0,10 0 0,6 0 0,4 0 0,1 0 0,-12 0 0,1 0 0,0 0 0,7 0 0,1 0 0,-3 0 0,0-1 0,-4 2 0,0 6 0,-3 2 0,3-6 0,-15 29 0,-4-28 0,-16 11 0,0-15 0,0 0 0</inkml:trace>
  <inkml:trace contextRef="#ctx0" brushRef="#br0" timeOffset="-26837.73">27464 4392 24575,'19'0'0,"-3"0"0,-16 0 0,0 0 0,16 0 0,-12 0 0,43 0 0,-24 0 0,9 7 0,3 2 0,12-5 0,-21 4 0,1-1 0,16-7 0,-17 0 0,-1 0 0,14 0 0,-13 0 0,-1 0 0,10 0 0,-15 0 0,11 0 0,-11 0 0,-1 0 0,13 0 0,-28 0 0,27 0 0,-27 0 0,12 0 0,-1 0 0,-11 0 0,12 0 0,0 0 0,3 0 0,5 0 0,3 0 0,0 0 0,1 0 0,0 0 0,-1 0 0,0 0 0,-3 0 0,-5 0 0,-3 0 0,-16-15 0,0 11 0,0-12 0,0 16 0,0-16 0,0 12 0,0-11 0,0 15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34:40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3157 10213 24575,'37'0'0,"0"0"0,-1 0 0,4 0 0,3 0 0,2 0 0,2 0 0,-8 0 0,3 0 0,1 0 0,1 0 0,1 0 0,0 0-469,-2 0 1,1 0 0,0 0 0,1 0 0,0 0 0,1 0 0,1 0 58,-1 0 0,1 0 1,1 0-1,1 0 1,-1 0-1,1 0 0,-1 0 1,-1 0 123,-2 0 0,-1 0 1,0 0-1,0 0 1,0 0-1,0 0 1,0 0-1,0 0 286,1 0 0,0 0 0,1 0 0,-1 0 0,1 0 0,-1 0 0,-1 0 0,0 0-121,3 0 0,-1 0 1,0 0-1,-1 0 1,0 0-1,-1 0 1,-1 0 120,2 0 0,-1 0 0,0 0 0,-1 0 0,-1 0 0,-1 0 291,10 0 1,0 0 0,-3 0-1,-2 0-291,3 0 0,-2 0 0,-6 0 0,-8 0 0,-3 0 0,19 0 3276,-22 0-2962,-2 1 1,1-2 2961,13-15-3180,-14 14 1,1 0 474,0-6 1,-1 1-572,14 7 0,-6 1 0,1-2 0,-7-7 0,1 0 0,13 6 0,4 0 0,0-6 0,0 0 0,0 8 0,0 0 0,-11-4 0,1-2 0,-2 1 0,9 3 0,-1 0 0,3-6 0,0 0 0,-12 7 0,-2 2 0,4-1 0,-1 0 0,-5 0 0,-1 0 0,1 0 0,-1 0 0,-2 0 0,1 0 0,0 0 0,-1 0 0,-2 0 0,24 0 0,-43 16 0,12-12 0,-16 11 0,0-15 0</inkml:trace>
  <inkml:trace contextRef="#ctx0" brushRef="#br0" timeOffset="2600">1482 10178 24575,'-20'0'0,"4"0"0,1 0 0,11 15 0,-20 5 0,14 4 0,3 3 0,-5 12 0,-11-5 0,-1-1 0,0 6 0,0-6 0,-3 1 0,9-15 0,1 1 0,0 13 0,-1 0 0,-7-12 0,-1-2 0,6 6 0,1 1 0,-17 9 0,21 0 0,-1-15 0,12-5 0,-12 1 0,16-12 0,0 27 0,0-11 0,0 15 0,-15 0 0,11 9 0,-4-18 0,0 1 0,8 20 0,0-21 0,0-1 0,0-6 0,0 12 0,0-27 0,0 28 0,0-28 0,16 27 0,3-11 0,17 15 0,-1 0 0,0 0 0,1 1 0,-19-12 0,1 3 0,7-1 0,1 3 0,-7 6 0,1 0 0,6-7 0,-1-1 0,-6 7 0,-3-1 0,12 6 0,-12-12 0,1-3 0,10-5 0,9 13 0,-1-28 0,-10 4 0,1-1 0,1-6 0,1-2 0,7 1 0,0 0 0,1 0 0,-1 0 0,0 0 0,0 0 0,1 0 0,-1 0 0,-7 0 0,-1 0 0,-1 0 0,-1 0 0,10 0 0,-15 0 0,11-15 0,-11 11 0,-1-28 0,-3 28 0,-16-27 0,0 27 0,0-27 0,0 11 0,0-15 0,-16 0 0,14 2 0,0-1 0,-6 5 0,1-1 0,5-12 0,4-2 0,-2 8 0,0 1 0,0 0 0,0 0 0,0 7 0,0 1 0,0-7 0,0 1 0,0-6 0,0 6 0,0 0 0,0-7 0,-8 11 0,0 0 0,4-9 0,-12-5 0,1 24 0,11-13 0,-28 13 0,15-6 0,-1-1 0,0 6 0,-3 0 0,-12-7 0,-1 4 0,-5 3 0,14 3 0,-1 3 0,-9 10 0,15-12 0,5 16 0</inkml:trace>
  <inkml:trace contextRef="#ctx0" brushRef="#br0" timeOffset="12582">24518 15558 24575,'35'0'0,"-3"0"0,3 0 0,2 0 0,0 0 0,8 0 0,1 0 0,1 0 0,0 0 0,-3 0 0,0 0 0,-3 0 0,0 0 0,3 0 0,-2 0 0,-5 0 0,-3 0 0,-6 0 0,-1 0 0,0 0 0,-3 0 0,-5 0 0,-3 0 0</inkml:trace>
  <inkml:trace contextRef="#ctx0" brushRef="#br0" timeOffset="14798">25100 15311 24575,'20'0'0,"-5"15"0,1-11 0,4 28 0,-1-13 0,13 1 0,-28 11 0,11-27 0,1 12 0,-12-16 0,12 0 0,-1 15 0,-11-11 0,27 12 0,-27-16 0,28 0 0,-28 0 0,11 0 0,-15 16 0,0-12 0,0 11 0,0-15 0,0 0 0,0 16 0,0-12 0,0 12 0,0-1 0,-15-11 0,-5 27 0,-15-11 0,15 0 0,-11 11 0,27-27 0,-12 12 0,16-16 0,0 7 0,-15-5 0,11 6 0,-12-8 0,16 16 0,0-12 0,0 12 0,0-1 0,0-11 0,0 27 0,0-27 0,0 12 0,0 0 0,0-12 0,0 27 0,-16-27 0,12 27 0,-11-27 0,15 12 0,0-16 0</inkml:trace>
  <inkml:trace contextRef="#ctx0" brushRef="#br0" timeOffset="65331">21819 5891 24575,'0'20'0,"-15"27"0,11-8 0,-11 3 0,-2 2 0,8-10 0,-1-1 0,-7 11 0,-2-4 0,0-8 0,3 15 0,16-43 0,0 11 0,0 1 0,0-12 0,0 12 0,16-16 0,-12 0 0,11 0 0,1 0 0,-12 0 0,27 15 0,-11-11 0,15 12 0,-15-16 0,11 0 0,-11 0 0,15 16 0,0-12 0,1 11 0,-1-15 0,0 0 0,-7 16 0,5-12 0,10 11 0,-16-13 0,1-4 0,7 2 0,1 0 0,-8 0 0,-2 0 0,2 0 0,-5 0 0,-3 0 0,11 0 0,-11-15 0,0 11 0,11-12 0,-27 1 0,12 11 0,-1-12 0,-11 16 0,12 0 0,-16-16 0,15 12 0,-11-27 0,12 11 0,-16 1 0,0 3 0,0 0 0,0 12 0,0-27 0,16 12 0,-12-25 0,11 7 0,-15 10 0,0 11 0,0 0 0,0 12 0,-15-11 0,11-1 0,-28 12 0,13-27 0,-16 11 0,15 1 0,-11 3 0,11 0 0,0 12 0,-11-11 0,11 15 0,-3-8 0,-5 0 0,1 6 0,0 0 0,-1-5 0,1-2 0,-8 1 0,3 1 0,1 3 0,-3-5 0,3 2 0,15 7 0,-31 0 0,28 0 0,-1 0 0,4 0 0,16 0 0,-15 16 0,11-12 0,-28 11 0,13 1 0,-1-12 0,5 12 0,-1-1 0,-4-11 0,-15 12 0,0 0 0,-1-12 0,17 11 0,3-15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2:19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3563 13882 24575,'35'0'0,"1"0"0,7 0 0,0 0 0,-6 0 0,0 0 0,7 0 0,-1 0 0,-9 0 0,2 0 0,-3 0 0,2 0 0,-1 0 0,6 0 0,-2 0 0,3 0 0,-3 0 0,11 0 0,-22 0 0,-7 0 0,11 0 0,-27 0 0,27 0 0,-27 0 0,12 0 0,-16 0 0</inkml:trace>
  <inkml:trace contextRef="#ctx0" brushRef="#br0" timeOffset="2167">3634 10037 24575,'19'0'0,"-3"0"0,0 0 0,-13 0 0,13 0 0,0 0 0,-12 0 0,11 0 0,1 0 0,-12 0 0,27 0 0,-27 0 0,28 0 0,-13 0 0,1 0 0,11 0 0,-27 0 0,12 0 0,-16 15 0,0-11 0,16 12 0,-13-16 0,13 0 0,0 0 0,3 0 0,17 0 0,-1 0 0,0 0 0,-15 0 0,-4 0 0,-16 0 0</inkml:trace>
  <inkml:trace contextRef="#ctx0" brushRef="#br0" timeOffset="4951">3634 6932 24575,'35'0'0,"0"0"0,0 0 0,1 0 0,-1 0 0,-15 0 0,11 0 0,-27 0 0,27 0 0,-27 0 0,28 0 0,-29 0 0,29 0 0,-28 0 0,11 0 0,-15 0 0,0 0 0</inkml:trace>
  <inkml:trace contextRef="#ctx0" brushRef="#br0" timeOffset="5315">3986 6932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3:06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13794 24575,'35'0'0,"-10"0"0,1 0 0,1 0 0,1 0 0,7-8 0,1 0 0,-2 6 0,2 0 0,7-6 0,0 0 0,3 7 0,-1 2 0,-8-1 0,0 0 0,6 0 0,-4 0 0,-7 0 0,17 0 0,-22 0 0,8 0 0,1 0 0,-17 0 0,13 0 0,-13 0 0,1 0 0,11 0 0,-11 0 0,15 0 0,-10 0 0,1 0 0,1 0 0,1 0 0,6 1 0,2-2 0,7-6 0,1-1 0,-7 6 0,0 0 0,-1-6 0,-1 0 0,-1 9 0,-2-2 0,8-15 0,-15 14 0,1 0 0,9-13 0,-8 15 0,7 0 0,-23 0 0,21 0 0,-28 0 0,27 0 0,-27 0 0,27 0 0,-27 0 0,12 0 0,-1 0 0,-11 0 0,12 0 0,-16 0 0</inkml:trace>
  <inkml:trace contextRef="#ctx0" brushRef="#br0" timeOffset="3299">25770 15452 24575,'26'0'0,"-1"0"0,22 0 0,-12 0 0,-1 0 0,13 0 0,-20 0 0,-3 0 0,-4 0 0,11 0 0,-27 0 0,27 0 0,-11 0 0,15 0 0,0 0 0,-10 0 0,1 0 0,1 0 0,1 0 0,8 0 0,-1 0 0,-7 0 0,-1 0 0,0 0 0,-3 0 0,-5 0 0,13 0 0,-13 0 0,16 0 0,1 0 0,-17 0 0,13 0 0,-13 0 0,1 0 0,11 0 0,-11 0 0,-1 0 0,5 0 0,-6 0 0,-7 0 0,21 0 0,-13 0 0,1 0 0,-4 0 0,-16 0 0,-16 0 0,12 0 0,-12 0 0</inkml:trace>
  <inkml:trace contextRef="#ctx0" brushRef="#br0" timeOffset="6298">27252 2593 24575,'35'0'0,"1"0"0,-11 0 0,1 0 0,13 0 0,-14 0 0,1 0 0,9 0 0,0 0 0,-15 0 0,-4 0 0,-16 0 0,0 0 0,0 0 0</inkml:trace>
  <inkml:trace contextRef="#ctx0" brushRef="#br0" timeOffset="50882">30745 15028 24575,'-16'36'0,"12"-17"0,-12 13 0,16-29 0,0 13 0,0 0 0,16-12 0,-12 11 0,27 1 0,-11 4 0,-1 15 0,13-15 0,-28 11 0,11-27 0,-15 12 0,16-16 0,-12 15 0,27-11 0,-27 12 0,28 0 0,-13-13 0,17 29 0,-1-28 0,-16 11 0,13-15 0,-28 0 0,27 0 0,-27 0 0,12 0 0,-1 0 0,-11 0 0,28 0 0,-28 0 0,27-15 0,-27 11 0,27-12 0,-27 16 0,12-16 0,-16 13 0,0-13 0,0 0 0,0-3 0,15-17 0,-11 1 0,12 0 0,-16-1 0,0 17 0,0-13 0,0 29 0,0-13 0,0 0 0,0 12 0,0-11 0,0 15 0,0-16 0,-16 12 0,12-27 0,-27 27 0,11-12 0,-15 0 0,10 14 0,-1 0 0,-13-13 0,6 6 0,-1 2 0,-5 3 0,14-3 0,-1-1 0,0-1 0,1 2 0,-14 3 0,13-4 0,1 0 0,-10 8 0,15 0 0,-11 0 0,27 0 0,-12 0 0,16 0 0,0 16 0,0-12 0,0 12 0,-15-16 0,11 0 0,-12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4:45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3739 6862 24575,'44'0'0,"-1"0"0,-9 0 0,2 0 0,0 0 0,0 0 0,0 0 0,1 0 0,2 0 0,-1 0 0,-1 0 0,9 0 0,-4 0 0,-10 0 0,-1 0 0,3 0 0,-2 0 0,8 0 0,-15 0 0,1 0 0,9 0 0,0 0 0,-10 0 0,1 0 0,1 0 0,1 0 0,14 0 0,2 0 0,1 0 0,0 0 0,-10 0 0,1 0 0,-1 0 0,11 0 0,-2 0 0,4 0 0,-2 0 0,-2 0 0,1 0 0,4 0 0,0 0 0,-4 0 0,0 0 0,-1 0 0,-2 0 0,-14 0 0,-1 0 0,-1 0 0,-1 0 0,1 0 0,-1 0 0,14 0 0,-6 0 0,1 0 0,-7 0 0,1 0 0,7 0 0,0 0 0,-7-1 0,-1 2 0,-1 6 0,-1 1 0,10-4 0,-15 12 0,11-16 0,-27 0 0,27 0 0,-19 0 0,22 0 0,-23 0 0,5 0 0,-16 0 0,0 0 0,0 0 0</inkml:trace>
  <inkml:trace contextRef="#ctx0" brushRef="#br0" timeOffset="2501">25894 13882 24575,'35'0'0,"0"0"0,1 0 0,-1 0 0,-10 0 0,1 0 0,13 0 0,-14 0 0,1 0 0,-1 0 0,1 0 0,1 0 0,1 0 0,14 0 0,2 0 0,-7 0 0,1 0 0,4 0 0,2 0 0,-1 0 0,0 0 0,-5 0 0,-1 0 0,2 0 0,0 0 0,-4 0 0,-1 0 0,13 0 0,-21 0 0,-1 0 0,10 0 0,-16 0 0,-3 0 0,-16 15 0,0-11 0,0 12 0,0-16 0,0 0 0</inkml:trace>
  <inkml:trace contextRef="#ctx0" brushRef="#br0" timeOffset="10050">7003 13847 24575,'0'25'0,"0"0"0,0 10 0,0 1 0,-7 8 0,-2 2 0,-1-1 0,0 0 0,2 0 0,-3-3 0,-6-14 0,2-2 0,13 2 0,0-5 0,-13-3 0,-1 11 0,12-11 0,-11 0 0,15-5 0,0 1 0,0 19 0,0 4 0,7-13 0,1-1 0,-4 11 0,27-17 0,-27-3 0,28-16 0,-28 0 0,27 0 0,-27-16 0,13 0 0,5-3 0,3-7 0,3-3 0,-2 5 0,2 0 0,0 2 0,2 2 0,1 2 0,-1 1 0,7-10 0,-4 3 0,2 4 0,-3-11 0,-28 27 0,11-28 0,-15 13 0,0-16 0,0 10 0,0-1 0,0-1 0,0-1 0,0-7 0,0-1 0,0 1 0,0 0 0,0-1 0,0 1 0,0 7 0,0 1 0,0-16 0,0 25 0,0 11 0,0 7 0,-15 0 0,11 0 0,-28 0 0,28 0 0,-27 0 0,27 7 0,-27-5 0,27 6 0,-12-8 0,1 16 0,-5-12 0,0 27 0,-11-27 0,27 27 0,-12-27 0,1 12 0,-5-16 0,1 0 0,3 0 0,16 0 0</inkml:trace>
  <inkml:trace contextRef="#ctx0" brushRef="#br0" timeOffset="13167">26423 15452 24575,'35'0'0,"1"0"0,-11 0 0,1 0 0,13 0 0,-14 0 0,1 0 0,9 0 0,0 0 0,1 0 0,-1 0 0,-16 0 0,5 0 0,-22 0 0,21 0 0,-19 0 0,28 0 0,-28 0 0,11 0 0,-15 0 0</inkml:trace>
  <inkml:trace contextRef="#ctx0" brushRef="#br0" timeOffset="21150">27287 13300 24575,'0'35'0,"0"0"0,0 1 0,0-1 0,0 0 0,0 0 0,0 1 0,0-17 0,0 13 0,0-28 0,0 27 0,0-27 0,0 27 0,0-27 0,0 27 0,0-11 0,16 0 0,-12-5 0,27-15 0,-27 0 0,12 0 0,0 0 0,3 0 0,16 0 0,1 0 0,-1-15 0,0 11 0,-15-12 0,11 0 0,-27 12 0,28-27 0,-29 27 0,13-11 0,-16-1 0,0 12 0,0-12 0,0 1 0,0 11 0,0-12 0,0 0 0,0 12 0,0-11 0,0-1 0,0 12 0,0-12 0,0 16 0,-16 0 0,13 0 0,-29 0 0,28 0 0,-11 0 0,-1 0 0,12 0 0,-12 0 0,1 0 0,11 0 0,-12 0 0</inkml:trace>
  <inkml:trace contextRef="#ctx0" brushRef="#br0" timeOffset="25299">7549 14728 24575,'-19'0'0,"-13"0"0,13 0 0,-5 0 0,-3 0 0,0 0 0,-1 0 0,-6 0 0,-2 0 0,-7 8 0,-1 0 0,7-6 0,0 0 0,-10 10 0,0 0 0,9-12 0,3 2 0,4 8 0,-1 3 0,-1-3 0,0 0 0,5-1 0,1 1 0,0 7 0,-1-2 0,2-13 0,1 0 0,-10 13 0,0-15 0,15 16 0,-11-12 0,11 12 0,-15-16 0,15 0 0,4 0 0,1 0 0,-8-1 0,-5 2 0,-8 6 0,-3 1 0,3-6 0,-3-1 0,1 0 0,1 4 0,1 1 0,1-1 0,-15-4 0,2-2 0,2 1 0,6 0 0,0 0 0,-7 0 0,44 15 0,-13-11 0,16 12 0,0-16 0,0 16 0,0-12 0,0 11 0,0 1 0,0-12 0,0 12 0,0-1 0,0-11 0,0 28 0,0-13 0,0 16 0,0 1 0,0-17 0,16-3 0,-13-16 0,29 0 0,-28 0 0,27 0 0,-27 0 0,27 0 0,-11 16 0,4-15 0,3 2 0,-4 11 0,1 3 0,16-7 0,4 0 0,-3 6 0,1 3-180,-8-7 1,1 1-1,1-3 180,0-3 0,-1-1 0,0 1 0,0 3 0,1 2 0,-1-3 0,0-7 0,1-2 0,-1 2 0,0 7 0,0 4 0,1-4 0,4-6 0,2-4 0,-3 3 0,4 14 0,0 0 0,-4-13 0,1-4 0,-3 3 0,-3 6 0,-1-1-21,0-5 1,2-3 0,-1 0 20,3 2 0,0-2 0,-4-3 0,2-1 0,-1-1 0,11-2 0,0-4 0,-10-3 0,1-4 0,-1 2 0,10-3 0,0 1 0,-11 2 0,1-1 0,-2 2 0,8-3 0,0 3-344,-2 4 1,1 1 0,1-2 343,-2-2 0,0-2 0,1-2 0,-6 3 0,2-3 0,0 1 0,-1 1 0,8-2 0,0 1 0,-4-4 0,-7-5 0,-2-3 0,-2 5 0,8 5 0,-5 0 0,-11-12 0,-5-2 509,5-5-509,-11 10 0,-3-1 29,-5 3 1,-2 1-30,1-21 531,-6 20 0,-3 3-531,-11 4 0,-15-11 0,11 28 0,-3 2 0,-7-7 0,-3 0 0,-7 7 0,-2 2 0,11-1 0,-1 0 0,1 0 0,-11 0 0,2 0 0,8 0 0,2 0 0,3 0 0,3 0 0,-9 0 0,-6 0 0,7 0 0,12 0 0,-3 0 0,-7 7 0,-2 2 0,-8-1 0,-2 4-238,11 3 1,-1 3 0,1 0 237,0-5 0,-1 0 0,1 0 0,0 2 0,0 0 0,-1-2 0,1-5 0,-1-3 0,1 0-14,-10-1 0,0-1 14,-3 5 0,2 0 0,10-6 0,-1 0 0,-9 6 0,-2 0 0,3-7 0,0-2 0,0 1 0,0 0 0,1 0 0,2 0 0,6 0 0,1 0 0,7 0 0,1 0 0,1 0 0,1 0 710,-10 0-710,0 15 15,3-6 0,-3 2-15,6 6 0,-1 1 0,-5 0 0,0 0 0,8-2 0,3 3 0,-3 16 0,9-15 0,10-5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5:25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5786 7867 24575,'33'0'0,"0"0"0,4 0 0,1 0 0,9 0 0,4 0-599,-12 0 0,1 0 0,0 0 599,-1 0 0,0 0 0,1 0 0,6 0 0,1 0 0,1 0 0,-1 0 0,0 0 0,0 0 0,0 0 0,0 0 0,0 0 0,1 0 0,-1 0 0,-1 0 0,-5 0 0,-2 0 0,-1 0 193,-3 0 1,0 0 0,-1 0-194,6 0 0,-2 0 148,-10 0 1,-1 0-149,0 0 0,-3 0 0,-4 0 0,11 0 919,-27 0-919,27 0 0,-27 0 0,27 0 0,-11 0 0,15 0 0,1 0 0,-17 0 0,13 0 0,-29 0 0,13 0 0,-16 0 0,16-16 0,3 12 0,17-11 0,-1 15 0,-15 0 0,-5 0 0,-15 0 0,0 0 0,-15-16 0,11 12 0,-12-12 0,16 16 0,0 0 0,0-15 0,0 11 0,-16-12 0,12 16 0,-11 0 0,15 0 0,0 16-820,0-12 1,0 11 0,0-15 0</inkml:trace>
  <inkml:trace contextRef="#ctx0" brushRef="#br0" timeOffset="9050">8026 14887 24575,'25'0'0,"1"0"0,7 0 0,4 0 0,-3 0 0,2 0 0,0 0 0,1 0 0,-1 0 0,1 0 0,-1 0 0,-1 0 0,0 0 0,8 0 0,0 0 0,0 0 0,0 0 0,2 0 0,0 0 0,-10 0 0,1 0 0,-1 0 0,15 0 0,-2 0 0,-11 0 0,-1 0 0,-5 0 0,-4 0 0,-7 0 0,-4 0 0,-48 0 0,9 0 0,-2 8 0,-1 0 0,-17-4 0,16 4 0,1 0 0,-21-8 0,13 0 0,1 0 0,-6 0 0,13 0 0,1 0 0,-10 0 0,-1 0 0,1 0 0,0 0 0,15 0 0,-11 0 0,27 15 0,-27-11 0,27 12 0,-12-16 0,0-16 0,-3 12 0,-17-11 0,12 13 0,-2 4 0,-2-2 0,1 0 0,-2-1 0,3 2 0,-10-1 0,5 0 0,12 0 0,-17 0 0,17 0 0,-13 0 0,28 0 0,-11 0 0,15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6:04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4710 14658 24575,'19'0'0,"13"0"0,-29 0 0,29 0 0,-28 0 0,11 0 0,-15 0 0,16-16 0,4 12 0,3-3 0,5-1 0,6-1 0,2 2 0,1 6 0,1-2 0,1-13 0,0 1 0,-4 12 0,-1 2 0,-3-7 0,0 0 0,4 7 0,1 2 0,-1-1 0,1 0 0,-1 0 0,0 0 0,-7 1 0,-1-2 0,7-6 0,-1-2 0,6 5 0,-14-4 0,1 1 0,9 7 0,0 0 0,1 0 0,-1 0 0,-16 0 0,13 0 0,-28 0 0,27-16 0,-11 12 0,3-4 0,5 1 0,-1 6 0,1 2 0,2-1 0,2 0 0,3 0 0,-1 0 0,13 0 0,-13 0 0,-2 0 0,8 0 0,-15 0 0,1 0 0,9 0 0,0 0 0,0-16 0,1 12 0,-11-4 0,1 0 0,13 8 0,-13 0 0,-1 0 0,10 0 0,0 0 0,-15 0 0,11 0 0,-11 0 0,4 0 0,3 0 0,0 1 0,1-2 0,-1-6 0,1-1 0,1 6 0,0 0 0,-2-6 0,-1 0 0,21 8 0,-21-8 0,-1 0 0,11 4 0,-1-11 0,0 15 0,1 0 0,-17 0 0,-3 0 0,-16 0 0</inkml:trace>
  <inkml:trace contextRef="#ctx0" brushRef="#br0" timeOffset="2500">27040 13159 24575,'0'35'0,"0"0"0,0-10 0,0 1 0,0 1 0,0 1 0,0 7 0,0 1 0,0-1 0,0 0 0,0 0 0,0 1 0,0-1 0,0 0 0,0 1 0,0-1 0,0-4 0,0 0 0,0 4 0,0-1 0,0 13 0,0-22 0,0 1 0,-1 0 0,2-1 0,15 14 0,4-3 0,15-21 0,0-15 0,1 0 0,-12 0 0,2 0 0,9 0 0,1 0 0,8 1 0,2-2 0,-11-3 0,0-1 0,1-1 0,0 0 0,0 0 0,-2-2 0,8-9 0,-2-1 0,4 2 0,-4-4 0,-15-5 0,-3-1 0,12 7 0,-1-1 0,-13-9 0,-1-1 0,8 12 0,-3-1 0,-4-24 0,-4 23 0,-16-11 0,0 27 0,0-27 0,0-4 0,-16-5 0,15 13 0,-2 3 0,-28 5 0,11-13 0,-15 29 0,-1-13 0,1 0 0,0 12 0,-8-11 0,6 15 0,8 0 0,-1 0 0,-5-8 0,-1 0 0,-8 7 0,-2-2 0,1-13 0,0 1 0,11 12 0,-1 4 0,2-3 0,-6-14 0,3 0 0,8 14 0,2 0 0,-6-13 0</inkml:trace>
  <inkml:trace contextRef="#ctx0" brushRef="#br0" timeOffset="5084">28293 14517 24575,'-20'35'0,"5"0"0,15 1 0,0-1 0,0 0 0,0 0 0,0-7 0,0 5 0,0-21 0,0 19 0,0-27 0,0 28 0,0-28 0,0 27 0,0-11 0,-7 11 0,-2 4 0,-1-6 0,0 1 0,3 2 0,1 4 0,0-2 0,-3 4 0,2-2 0,6 0 0,2-1 0,-1-8 0,0-3 0,0-5 0,0 13 0,0-28 0,16 11 0,-12 1 0,27-12 0,-27 27 0,27-27 0,-27 12 0,27-16 0,-27 0 0,28 0 0,-13 0 0,17 0 0,-11 0 0,1 0 0,13 0 0,-14-8 0,1 0 0,9 4 0,0-11 0,-15-1 0,11 12 0,-19-27 0,21 27 0,-21-28 0,19 29 0,-27-29 0,28 28 0,-13-27 0,1 11 0,-4-15 0,-16 0 0,0 15 0,0-11 0,0 27 0,0-12 0,-16 0 0,12-3 0,-11-4 0,-1-5 0,5-6 0,2-3 0,0 0 0,-2 0 0,-5 0 0,1 3 0,11-9 0,-19 26 0,21-7 0,-22 20 0,5-12 0,-1 16 0,-11 0 0,11 0 0,-15 0 0,10-7 0,-1-1 0,-2 7 0,1-2 0,-1-13 0,1 1 0,0 12 0,3 2 0,4-15 0,5 16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6:39.0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5786 9984 24575,'35'0'0,"0"0"0,0 0 0,1 0 0,-1 0 0,0 0 0,-15 0 0,-4 7 0,-16-5 0,0 6 0,15-8 0,-11 0 0,12 0 0,-16 16 0,0-12 0,0 12 0</inkml:trace>
  <inkml:trace contextRef="#ctx0" brushRef="#br0" timeOffset="2217">4745 10707 24575,'35'0'0,"0"0"0,1 0 0,-17 0 0,13 0 0,-28 0 0,11 15 0,-15-11 0,16 12 0,-12-16 0,27 0 0,-27 16 0,27-12 0,-27 11 0,28-15 0,-28 0 0,11 0 0</inkml:trace>
  <inkml:trace contextRef="#ctx0" brushRef="#br0" timeOffset="4718">25806 14129 24575,'19'0'0,"13"0"0,-21 0 0,23 0 0,-7 0 0,-7 0 0,11 0 0,-27 0 0,27 0 0,-11 0 0,15 0 0,-9 0 0,-1 0 0,14 0 0,-6 0 0,1 0 0,-7 0 0,1 0 0,14 0 0,2 0 0,-7 0 0,1 0 0,-5 0 0,2 0 0,-1 0 0,4 0 0,-2 0 0,0 0 0,-1 0 0,-8 0 0,-3 0 0,-5 0 0,13 0 0,-29 0 0,21 0 0,-22 0 0,-2 0 0,-2 0 0,-6 0 0</inkml:trace>
  <inkml:trace contextRef="#ctx0" brushRef="#br0" timeOffset="6452">27675 14058 24575,'40'0'0,"-1"0"0,-6 0 0,2 0 0,1 0 0,7 0 0,2 0 0,0 0-993,2 0 0,1 0 0,2 0 993,-7 0 0,1 0 0,0 0 0,-3 0 0,4 0 0,-3 0 0,1 0-3,5 0 1,2 0-1,-3 0 3,-10 0 0,-1 0 0,-1 0 351,15 0 1,-2 0-352,-12 0 0,-2 0 0,-6 0 0,-5 0 0,-3 0 1488,-5 0-1488,1 0 796,-12 0-796,27 0 0,-27 0 0,28-15 0,-28 11 0,27-12 0,-27 16 0,27 0 0,-27 0 0,12 0 0,-1 0 0,-11 0 0,12 0 0,0 0 0,-12 0 0,11 0 0,-15 0 0,16 0 0,-12 0 0,12 0 0,-1 0 0,-11 0 0,12 0 0,-16 0 0</inkml:trace>
  <inkml:trace contextRef="#ctx0" brushRef="#br0" timeOffset="14950">7655 15311 24575,'-19'0'0,"3"0"0,0 0 0,-3 0 0,-7 5 0,1 5 0,1 10 0,-1-11 0,3 1 0,18 6 0,-11 0 0,15-12 0,-16 11 0,-4 1 0,-4 1 0,-3 1 0,0 1 0,0 2 0,-9 12 0,1 0 0,7-13 0,1-1 0,0 8 0,3-3 0,5-4 0,3-4 0,16-9 0,0-5 0,0 22 0,0-20 0,0 27 0,0 4 0,0 5 0,0-15 0,0 1 0,0 9 0,0 0 0,0 0 0,16-15 0,-13-4 0,29-16 0,-28 15 0,27-11 0,-11 12 0,15 0 0,0-12 0,1 11 0,-12-13 0,2-4 0,1 2 0,1 0 0,7 0 0,1 0 0,-1 0 0,0 0 0,1 0 0,-1 0 0,0 1 0,1-2 0,7-6 0,0-1 0,-6 6 0,0 0 0,11-13 0,-2-2 0,-17 8 0,-1-1 0,11-6 0,-3-4 0,-16 2 0,-1 1 0,16-2 0,-4-13 0,-27 28 0,12-27 0,-16 27 0,16-12 0,-12 1 0,27-5 0,-21-5 0,0-1 0,25-5 0,-25 5 0,0 3 0,5 11 0,-15-19 0,0 27 0,0-28 0,0 28 0,0-27 0,-15 12 0,11-17 0,-12 1 0,0 15 0,12-11 0,-27 11 0,27 1 0,-27-13 0,27 29 0,-12-13 0,0 0 0,12 12 0,-27-11 0,27-1 0,-27 12 0,27-12 0,-12 16 0,16 0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7:22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22648 13441 24575,'36'0'0,"-1"0"0,-16 0 0,13 0 0,-13 0 0,1 0 0,27 0 0,-23 0 0,1 0 0,1 0 0,-7 0 0,13 0 0,-13 0 0,9 0 0,21 0 0,-2 0 0,-21 7 0,2 2 0,8-8 0,-5 1 0,-7 14 0,23-16 0,-28 16 0,17-12 0,-11 10 0,0 3 0,15 3 0,-15-10 0,1-1 0,9 7 0,0 0 0,-15-12 0,11 11 0,-27-15 0,12 0 0,-1 0 0,-11 0 0,12 16 0,-16-12 0,16 12 0,3-16 0,1 0 0,11 0 0,-11 0 0,15 0 0,-15 0 0,-5 0 0,-15 0 0,0 0 0,-15-16 0,11 12 0,-28-12 0,29 16 0,-29-15 0,13 11 0,-1-12 0,-11 16 0,27 0 0,-28-16 0,28 12 0,-27-27 0,11-4 0,-15 11 0,17-1 0,1 3 0,-3 18 0,5-11 0,-1 15 0,28 0 0,-24 15 0,43 5 0,-27 15 0,28-15 0,-13 11 0,1-11 0,11-1 0,-11 13 0,-1-13 0,13 17 0,-13-1 0,17 0 0,-1 0 0,0-7 0,0 5 0,1-5 0,-17-9 0,13 12 0,-28-27 0,-4 12 0,-20-16 0,-15 0 0,-1 0 0,10 0 0,1 0 0,2 0 0,-24 0 0,27 0 0,1 0 0,-13 0 0,13 0 0,-1 0 0,-11 0 0,11 0 0,-15 0 0,15 0 0,5 0 0,-1 0 0,12 0 0,-12 0 0,16 0 0,0 0 0</inkml:trace>
  <inkml:trace contextRef="#ctx0" brushRef="#br0" timeOffset="3634">22895 15205 24575,'36'0'0,"-1"0"0,0 0 0,-15 0 0,-5 0 0,-7 0 0,-6 0 0,22 0 0,-5 0 0,1 0 0,11 0 0,5 0 0,3 15 0,-6-13 0,0 0 0,7 14 0,-15-15 0,1-2 0,9 1 0,0 0 0,0 0 0,1 0 0,-1 0 0,0 16 0,0-12 0,1 11 0,-17-15 0,13 0 0,-28 0 0,27 0 0,-11 0 0,15 0 0,0 0 0,-10 0 0,1 0 0,13 0 0,-3 16 0,-21-12 0,-15 12 0,-15-16 0,11 0 0,-28 0 0,28 0 0,-27 0 0,27 0 0,-12 0 0,1 0 0,11 0 0,-12 0 0,0 0 0,-19-16 0,-4 12 0,6-10 0,-1-3 0,7 7 0,-1 0 0,-7-7 0,0-1 0,6 0 0,3 0 0,-9-1 0,3 3 0,28 0 0,-27 13 0,43-13 0,-24 32 0,43-13 0,-11 13 0,0 0 0,-5-12 0,1 11 0,-12 1 0,27-12 0,-11 27 0,4-21 0,3 0 0,-7 15 0,-1 1 0,8-14 0,-3-1 0,-14 14 0,0-2 0,21-20 0,-27 29 0,12-28 0,-32 11 0,12-15 0,-27 0 0,11 0 0,0 16 0,-11-12 0,27 27 0,-27-27 0,11 28 0,-15-13 0,15 1 0,-11-4 0,27-16 0,-12 0 0,16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8:26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5609 11748 24575,'45'0'0,"-1"0"0,0 0 0,-6-1 0,2 2 0,1-1 0,1 0 0,1 0 0,-2 0 0,1 0 0,1 0 0,0 0 0,1 0 0,0 0-547,4-1 1,1 2 0,0-1 0,0 0 0,-1-1 0,-1 2 54,1-1 1,0 0 0,-2 0-1,0 0 1,-3 0 491,4 0 0,-2 0 0,-1 0 0,-3 0 549,-1 0 1,-2 0 0,-3 0-550,9 0 0,-3 0 469,-2 0 0,0 0-469,-2 0 0,1 0 0,-5 0 0,2 0 0,-2 0 0,5-1 0,-1 2 0,-3-1 0,1 0 0,-2 0 0,-3 0 0,-1 0 1546,6 0 1,-4 0-1547,-11 0 54,11 0-54,-43 0 0,24 0 0,-27 0 0</inkml:trace>
  <inkml:trace contextRef="#ctx0" brushRef="#br0" timeOffset="5784">27605 14093 24575,'35'0'0,"-7"0"0,3 0 0,4 0 0,2 0 0,4 0 0,1 0 0,1 0 0,0 0 0,-7 0 0,-1 0 0,0 8 0,0 0 0,-7-6 0,-1 0 0,7 6 0,-1 0 0,6-8 0,-14 7 0,1 1 0,0-6 0,-1 0 0,14 14 0,-14-15 0,1-2 0,9 1 0,0 0 0,1 0 0,-17 0 0,-3 0 0,0 0 0,-12 0 0,11 0 0</inkml:trace>
  <inkml:trace contextRef="#ctx0" brushRef="#br0" timeOffset="15800">7990 15169 24575,'-9'0'0,"-15"0"0,5 0 0,-17 16 0,1-12 0,0 27 0,15-27 0,4 12 0,16 0 0,0-12 0,0 11 0,0-15 0,0 16 0,0-12 0,0 27 0,0-11 0,-15 15 0,13-10 0,0 1 0,-14 13 0,15-12 0,2-3 0,-1-4 0,0-4 0,0-1 0,0-11 0,16 12 0,-12-1 0,43-11 0,-24 28 0,10-22 0,1-1 0,-3 19 0,-6-10 0,-1-3 0,4-3 0,-4-3 0,3-2 0,-1-6 0,3-2 0,5 1 0,2 0 0,7 0 0,0 0 0,-6 0 0,1 0 0,-5 0 0,2 0 0,-1 0 0,11 0 0,0 0 0,0 1 0,0-2 0,-1-7 0,-2 0 0,-5 2 0,-3 0 0,-5-2 0,-3-2 0,9-13 0,-4 19 0,-27-43 0,20 23 0,-15-8 0,-1-2 0,20-5 0,-19 5 0,1 1 0,7 13 0,-2 1 0,-12-6 0,-2-1 0,7-1 0,-1 3 0,-7 0 0,0-23 0,0 43 0,0-11 0,-15-1 0,-5-4 0,2-3 0,1-5 0,4 1 0,-2 0 0,-9-1 0,-1 1 0,10-1 0,-1 5 0,-9 11 0,-1 4 0,-9-7 0,0 15 0,-1 0 0,17 0 0,-13 0 0,13 0 0,-5 0 0,-3 0 0,0-1 0,-1 2 0,-7-1 0,-1 0 0,8 0 0,1 0 0,0 0 0,3 0 0,5 0 0,3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9:03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4639 15381 24575,'27'0'0,"1"0"0,6 0 0,-1 0 0,6 0 0,-7 1 0,2-2 0,-6-7 0,-1 0 0,0 7 0,1-1 0,6-14 0,-1 0 0,6 12 0,-4-11 0,-3 15 0,-21 0 0,23 0 0,9-16 0,-4 12 0,-5-4 0,-1 0 0,-10 8 0,24 0 0,-43 0 0,12 0 0</inkml:trace>
  <inkml:trace contextRef="#ctx0" brushRef="#br0" timeOffset="2385">29051 15628 24575,'26'0'0,"-1"0"0,10 0 0,1 0 0,1 0 0,0 0 0,7 0 0,-2 0 0,-6 0 0,-1 0 0,0 0 0,1 0 0,-1 0 0,0 0 0,-3 0 0,-1 0 0,3 0 0,0 0 0,-2 0 0,-1 0 0,5 0 0,-1 0 0,-8 0 0,1 0 0,6 0 0,-2 0 0,7 0 0,-12 0 0,-3 0 0,-4 0 0,11 0 0,-11 0 0,15 0 0,1 0 0,-12 0 0,2 0 0,8 1 0,3-2 0,-3-3 0,2-1 0,0-2-173,-2 2 0,-1-2 0,2 0 173,5-4 0,1-2 0,-3 2 0,5 1 0,-3 0 0,-3-7 0,-4 3 0,2 10 0,-19-12 0,-16 32 0,0-12 0,0 11 519,0-15-519,0 16 0,0-12 0,0 12 0</inkml:trace>
  <inkml:trace contextRef="#ctx0" brushRef="#br0" timeOffset="8785">4674 13917 24575,'0'35'0,"-7"-10"0,-1 1 0,7 1 0,-2 1 0,-20 14 0,-1 2 0,20-7 0,0 1 0,-11-4 0,-4 1 0,6-2 0,10-3 0,2-1 0,-7 5 0,0-2 0,8 4 0,0-17 0,0 12 0,0-27 0,0 28 0,0-13 0,0 13 0,0 3 0,0-10 0,0 1 0,0 15 0,0 2 0,0-3 0,0-1 0,0-10 0,0 0 0,0 15 0,0-5 0,0-16 0,0 24 0,0-27 0,0-1 0,0-3 0,0-16 0,16 0 0,-12 0 0,11 0 0,1 0 0,4 0 0,-1 0 0,13 0 0,-13 16 0,6-14 0,1 0 0,13 13 0,-14-13 0,1-4 0,0 2 0,-1 0 0,2 8 0,1 0 0,8-6 0,-1 0 0,-8 6 0,1 0 0,6-7 0,-2-2 0,0 1 0,0 0 0,0 0 0,0 0 0,-7 0 0,1 0 0,9 0 0,0 0 0,1 0 0,-1 0 0,-10 1 0,1-2 0,0-7 0,3 0 0,12 7 0,4-2 0,-1-12 0,2-1-176,-11 8 0,0 2 0,1 0 176,-1 0 0,1 0 0,-1-1 0,-2-4 0,-1-1 0,1 3 0,1 7 0,1 3 0,0-4 0,-3-6 0,1-4 0,0 4 0,1 7 0,2 2 0,-1-2 0,1-7 0,-1-4 0,0 4 0,11 7 0,-2 0 0,0-14 0,-1 0 0,-8 14 0,0 0 0,0-6 0,1 1 0,-1 6 0,0 2 0,0-1 0,1 0 0,10 1 0,2-2 0,-3-7 0,2 0-264,-5 7 0,2 1 0,-1-3 264,-6-6 0,-1-4 0,1 4 0,4 6 0,0 3 0,-1-1 253,6-7 1,-2 0-254,0 7 0,-2 2 0,-6-1 0,-1 0 0,-7 0 0,-2 0 0,0 0 0,-1 0 0,1 0 0,-1 0 813,15 0-813,-12 0 0,2 0 0,4 0 0,1 0 0,5 0 0,2 0 0,3 0 0,0 0 0,-10 0 0,0 0 0,-3 0 0,-2 0 0,-1 0 0,13-1 0,-2 2 0,-12 7 0,-1 0 0,9-6 0,-1 0 0,-6 6 0,-3 0 0,9-8 0,-4 0 0,-27-16 0,12 12 0,-16-43 0,0 16 0,1-2 0,-2-3 0,-6-2 0,-2-2 0,3 5 0,0 0 0,-1-1-298,-4 0 0,-2 0 1,1-2 297,0-7 0,0-2 0,1 2 0,4 7 0,2 2 0,-2 0 0,-4 0 0,-1 0 0,3 2 0,7-4 0,0 6 0,-13-4 0,15 21 0,0-1 0,-16 12 893,12-12-893,-12 16 0,16-15 0,-15 11 0,11-28 0,-28 28 0,28-27 0,-27 27 0,27-11 0,-27 15 0,11 0 0,1 0 0,-13 0 0,13 0 0,-5 0 0,-3 0 0,0 0 0,-1 0 0,-7 0 0,-1 0 0,5 0 0,0 0 0,-11 0 0,-1 0 0,10 0 0,0 0 0,-11 0 0,1 0 0,15 0 0,2 0 0,-1 0 0,3 0 0,-12 0 0,1 0 0,0 0 0,10 0 0,-1 0 0,-9 0 0,-1 0 0,-1 0 0,0 0 0,-7 0 0,2 0 0,6 0 0,1 0 0,-1 0 0,1 0 0,3 0 0,2 0 0,3 0 0,1 0 0,-17 0 0,17 0 0,1 0 0,-15 0 0,7 0 0,0 0 0,-6 0 0,13 0 0,1 0 0,-11 0 0,17 0 0,-13 0 0,-3 0 0,-4 0 0,6-8 0,-1 0 0,7 6 0,-1 0 0,1-6 0,0 0 0,-7 7 0,1 2 0,6-1 0,-1 0 0,-6 0 0,-2 0 0,-3 1 0,-1-2 0,-3-3 0,-2 0-302,8 3 1,-1 1 0,-1-1 301,-2 0 0,-1-2 0,0 0 0,0-2 0,0-1 0,0 1 0,1 4 0,1 1 0,0-3 0,4-6 0,1-4 0,0 4-105,0 6 1,-1 4 0,1-3 104,2-8 0,1-2 0,-1 2 0,-1 8 0,-2 2 0,2-2 0,-8-6 0,2 1 0,4 6 0,1 2 0,8-1 0,4 0 0,3 0 0,-11 0 889,27 0-889,-12 0 328,0 0-328,12 0 0,-43 0 0,24 0 0,-9 0 0,-3 0 0,-4 0 0,13-1 0,1 2 0,-10 14 0,15-11 0,-11 12 0,27-16 0,-12 0 0,16 0 0,0 0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2T21:49:52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23230 3052 24575,'44'0'0,"-1"0"0,0 0 0,4 0 0,-3 0 0,3 0 0,-1 0-643,-3 0 0,0 0 0,0 0 643,4 0 0,1 0 0,-2 0 0,-2 0 0,-1 0 0,0 0 0,-2 0 0,0 0 0,0 0 0,-1 0 0,-1 0 0,0 0 0,2 0 0,-1 0 0,0 0 207,-3 0 1,-1 0-1,-3 0-207,5 0 0,-1 0 159,4 0 1,0 0-160,-5 0 0,-1 0 0,-6 0 0,0 0 0,6-8 0,-3 0 988,3 4-988,1-12 0,-17 16 0,-3 0 0,-16 0 0,16 0 0,-13 0 0,21 0 0,-6 0 0,9 0 0,8 0 0,-15 0 0,-4 0 0,-16 0 0,0 0 0,-16-15 0,-4 11 0,-15-12 0,8 0 0,3 7 0,-1-1 0,2-7 0,-1-2 0,-18 2 0,-3-1 0,16 2 0,-1-1 0,-1-1-263,-9 0 0,-2 1 0,3-3 263,6-2 0,3-2 0,-1 0 0,-4 0 0,-1 1 0,5-1 0,2-4 0,3 1 0,-1 8 0,3 3 0,4 0 0,5 16 0,30 16 0,-11 4 789,28-1-789,-13 13 0,16-28 0,1 27 0,-12-21 0,3-1 0,-1 8 0,3 2 0,-2-3 0,3 2 0,-1-1 0,9 1 0,-2 3 0,1 12 0,-3 1 0,-8-14 0,-1-1 0,10 16 0,0-19 0,-15-1 0,-4-11 0,-1 28 0,-11-28 0,28 27 0,-21-27 0,7 27 0,-10-27 0,7 27 0,-11-27 0,28 28 0,-28-28 0,11 27 0,-15-27 0,0 12 0,0-1 0,-15-11 0,11 28 0,-28-28 0,21 27 0,-23-27 0,7 27 0,-8-19 0,-1 21 0,1-21 0,10 3 0,-1 1 0,-13 4 0,4 0 0,3 11 0,28-27 0,-11 12 0,15-16 0,0 0 0,0 15 0,0-11 0,0 12 0,-16-16 0,12 15 0,-12-11 0,16 12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54:1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21219 7467 24575,'0'15'0,"0"19"0,0 1 0,0 5 0,0-2 0,0 5 0,0 1-820,0-2 1,0 2 0,0 1 0,0 0 699,0 0 1,0 1 0,0-1 0,0 0 119,0-2 0,0 0 0,0-1 0,0-1 171,0 7 0,0-2 1,0-2-172,0-9 0,0-1 0,0-1 379,0 13 0,0-1-379,0-4 0,0-1 0,0 6 0,0 1-224,0-11 0,0 1 0,0 0 224,0 3 0,0 1 0,0 0 0,0 1 0,0 0 0,0 0 0,0-4 0,0-1 0,0 2 0,0 5 0,0 1 0,0-2 0,0 4 0,0-2 615,1-9 1,-1 0-1,1-2-615,1 1 0,0-1 271,0 2 1,0 1-272,0 1 0,0 1 0,0-1 0,-1 1 0,-1 0 0,0 1 382,0-2 1,0 1-383,0 0 0,0 2 0,0 7 0,0 1-295,0-13 1,0 1 0,0 0 294,0 5 0,0 0 0,0 2 0,0 1 0,0 2 0,0-1 0,0-2 0,0 0 0,0 0 0,0-2 0,0-1 0,0 0 0,0-4 0,0-2 0,0-1 0,1 11 0,0-2 0,0-5 0,1-1 0,0-2 0,1 0 0,0 0 0,1 0 0,-1 2 0,0 0 0,1 0 0,0 0 441,0-2 1,-1-1-442,0-1 0,0-2 0,0-1 0,0 0 0,-1 0 0,1 0 0,-1 1 0,0 2 0,2 9 0,-1 5 0,1-2 0,-1-8 0,-1-1 0,1 2-263,0 1 1,0 3-1,0 1 1,1-3 262,-1 2 0,0-2 0,0 0 0,1-1 0,-1 1 0,1-1-163,-1 0 0,1-1 1,-1 0 162,2-2 0,-1 0 0,0 0 0,3 14 0,-1-1 0,1-5 0,-1-1 0,-1-7 0,0-3 0,-1-6 0,-1-2 0,2 11 1023,-2 1-1023,-2-12 515,-1 5-515,0-12 0,0 0 0,0-2 0,0 1 0,0 3 0,0 11 0,0 16 0,0-13 0,0 3 0,-1 7 0,-1 1 0,1 4 0,0 0 0,-1-2 0,1-1 0,0-8 0,0-2 0,1-9 0,0-2 0,-1 12 0,-2-9 0,-3-2 0,-2 10 0,-2 7 0,2 4 0,2-3 0,5-11 0,1-8 0,0-8 0,0-3 0,0 1 0,0 3 0,0 4 0,0 1 0,0 1 0,0-3 0,0-1 0,0-3 0,0-4 0,0-1 0,0-4 0,0-1 0,0-2 0,0-1 0,0 1 0,0 0 0,0-2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47:45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2806 7581 24575,'18'0'0,"13"0"0,10 0 0,5 0 0,1 0 0,-6 0 0,-12 0 0,-1 0 0,12 0 0,7 0 0,-25 0 0,-7 0 0,-6 0 0,11 4 0,2 1 0,12 2 0,-6-1 0,-5-1 0,-7-2 0,-2 0 0,4-1 0,6-1 0,6-1 0,0 0 0,-1 0 0,-1 0 0,-1 0 0,4 0 0,3 0 0,2 0 0,-2 1 0,-3 2 0,-3 1 0,-1-1 0,2-2 0,3-1 0,2 0 0,3 0 0,8 0 0,-20 0 0,0 0 0,2 0 0,0 0 0,-1 0 0,-1 0 0,21 0 0,-9 0 0,-3 0 0,-1 0 0,1 0 0,3 0 0,2 0 0,3 0 0,5 0 0,-21 0 0,0 0 0,3 0 0,1 0 0,3 0 0,2 0 0,1 0 0,1 0 0,1 0 0,0 0 0,-1 0 0,-2 0 0,-3 1 0,-2 0 0,-4 0 0,0 0 0,14 3 0,-8-1 0,-4-1 0,0-2 0,6 0 0,5 0 0,4 0 0,2 0 0,-2 0 0,-4 0 0,-1 0 0,-1 0 0,-4 0 0,1 0 0,-2 0 0,0 0 0,1 0 0,0 1 0,2 2 0,0 0 0,1 3 0,2-2 0,1-2 0,0 0 0,-3-2 0,-6 0 0,-6 0 0,-7 0 0,-5 0 0,-5 0 0,1 0 0,2 0 0,6 0 0,7 0 0,7 0 0,3 0 0,2 0 0,3 0 0,0-2 0,3-2 0,0-1 0,-1-2 0,1 0 0,1 2 0,1 2 0,-1 1 0,-2 1 0,-3 0 0,-1-1 0,3 0 0,3 1 0,2 1 0,5 0 0,0 0 0,-23 0 0,1 0 0,2 0 0,0 0 0,3 0 0,0 0 0,2 0 0,1 0 0,1 0 0,0 0 0,0 0 0,0 0 0,-1 0 0,0 0 0,-2 0 0,-1 0 0,-3 0 0,0 0 0,-3 0 0,-1 0 0,23 0 0,-22 0 0,1 0 0,1 0 0,1 0 0,2 0 0,1 0 0,3 0 0,0 0 0,2 0 0,0 0 0,1 0 0,0 0 0,0 0 0,0 0 0,0 0 0,-1 0 0,-2 0 0,0 0 0,-2 0 0,0 0 0,-1 0 0,-1 0 0,0 0 0,1 0 0,0 0 0,0 1 0,0 0 0,1 2 0,-2 0 0,-1 0 0,-2 0 0,-1 1 0,0-1 0,0 1 0,1-2 0,0 0 0,4-1 0,2 0 0,4 0 0,2 0 0,1 0 0,1 0 0,-2 1 0,0 1 0,-1 2 0,-2 1 0,-2 3 0,0 1 0,-1 3 0,-1 1 0,0 1 0,-2 0 0,-1 1 0,0-2 0,-1-1 0,1-2 0,0-3 0,1-2 0,7-1 0,2-2 0,5-2 0,2-1 0,-13 0 0,1-2 0,0 1 0,0-2 0,0 0 0,-2 0 0,12-2 0,-4-2 0,-4 0 0,-4 0 0,-7 0 0,-3 0 0,15-6 0,-7 0 0,-4 2 0,-2 3 0,-1 2 0,0 3 0,2 1 0,5 2 0,8 0 0,9 0 0,-20 0 0,2 0 0,3 0 0,0 0 0,1 0 0,-1 0 0,1 0 0,-1 0 0,-1 0 0,0 0 0,-3 0 0,0 0 0,-2 0 0,0 0 0,-2 0 0,0 0 0,23 0 0,-3-1 0,0-1 0,-1 0 0,0 0 0,1 1 0,-1 1 0,-4-1 0,-3-1 0,-1 0 0,-2-1 0,2 1 0,1 0 0,0 1 0,-2 1 0,-2 0 0,-5 0 0,-5 0 0,-2 0 0,0 0 0,4 0 0,0-1 0,-1-1 0,-6 1 0,-6 0 0,-5 1 0,-2 0 0,-3 2 0,-1 1 0,-1 1 0,1-1 0,1 0 0,4 0 0,1 0 0,3 1 0,-1-2 0,-2 1 0,-3 0 0,-2-2 0,-2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50:03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16703 9620 24575,'23'0'0,"2"0"0,6 0 0,4 0 0,7 0 0,2 0 0,3 0 0,1-2 0,-14-2 0,0-1 0,-5-1 0,1 0 0,9-3 0,0-1 0,-8 3 0,0-1 0,0 1 0,0 1 0,-2 0 0,-1 1 0,-1 1 0,-2 0 0,18-2 0,-6 3 0,-1 1 0,0-2 0,-8 1 0,0 0 0,16-3 0,-14 2 0,-1-1 0,11-3 0,1-2 0,0 1 0,-5 2 0,4 3 0,-17 3 0,0 1 0,-13 0 0,5 0 0,6-2 0,8 0 0,6-1 0,4-2 0,3 1 0,5-1 0,-13 2 0,1 1 0,15-2 0,-19 2 0,-1-1 0,4 0 0,-3 1 0,0-1 0,0 1 0,2 1 0,5 0 0,0 1 0,2 0 0,-1 0 0,-3 3 0,-2 2 0,-6 1 0,-7-1 0,-6-3 0,-5 0 0,-5 1 0,-2 0 0,-4 1 0,-1 0 0,-1 2 0,1 0 0,0-1 0,0-2 0,1-8 0,0 3 0,1-4 0</inkml:trace>
  <inkml:trace contextRef="#ctx0" brushRef="#br0" timeOffset="5249">6898 12208 24575,'14'2'0,"22"0"0,-6-2 0,3 0 0,10 0 0,2 0 0,-9 0 0,2 0 0,2 0 0,1 0 0,3 0 0,1 0 0,-1 0 0,-6 0 0,0 0 0,0 0 0,2 0-458,8 0 0,2 0 1,0 0-1,-3 0 458,1 0 0,-2 0 0,-2 0 0,-1 0 0,0 0 0,-2 0 123,-6 0 1,-2 0 0,0 0-124,12 0 0,-2 0 0,-8 0 0,-2 0 0,-5 0 0,-1 0 0,20 3 0,-5 2 1384,-5 3-1384,-7 1 76,-7-1-76,-7-1 0,-5-4 0,-3 0 0,-1-2 0,4-1 0,13 0 0,20 0 0,-13 0 0,3 0 0,7 0 0,1 0 0,2 0 0,0 0 0,0 0 0,-1 0 0,-4 0 0,-3 0 0,-6 0 0,-2 0 0,13 1 0,-16 1 0,-11 1 0,-6 2 0,-5-2 0,-2-1 0</inkml:trace>
  <inkml:trace contextRef="#ctx0" brushRef="#br0" timeOffset="18049">6977 13714 24575,'26'0'0,"8"0"0,8 0 0,6 0 0,-24-1 0,2 2 0,13 1 0,1 0 0,-9-1 0,1 1 0,10 1 0,0 0 0,-14-2 0,0 1 0,-2 0 0,0-1 0,22 1 0,-5 1 0,-6 0 0,0 1 0,5 2 0,-15-3 0,1 1 0,6 1 0,1 0 0,4-1 0,-1 0 0,-2 0 0,-2-1 0,-5-1 0,-2-1 0,9 0 0,-16-1 0,-9 0 0,-4 0 0,-2 0 0,11 0 0,16 0 0,-7 0 0,4 0 0,8 2 0,2 1 0,3 0 0,1 1 0,-1 1 0,-1-1 0,-6 1 0,-3-1 0,12 0 0,-20-2 0,-12-1 0,-4-1 0,9 0 0,21-4 0,-11 1 0,2-2 0,3 0 0,1-2 0,-3 0 0,-1 0 0,18-5 0,-11 5 0,-9 3 0,-10 2 0,-8 0 0,-5 1 0,-2-1 0</inkml:trace>
  <inkml:trace contextRef="#ctx0" brushRef="#br0" timeOffset="27566">3175 6172 24575,'23'0'0,"24"0"0,-12 0 0,4 0 0,9 0 0,1 0 0,1 0 0,-1 0 0,-2 0 0,-1 0 0,-3 0 0,-2 0 0,-6 0 0,-1 0 0,-5 0 0,-2 0 0,17 0 0,-19 0 0,-6 0 0,-4 0 0,10 0 0,17 0 0,-9 0 0,3 0 0,6 0 0,1 0 0,4 0 0,1 0 0,-2 0 0,-2 0 0,-9 0 0,-3 0 0,16 0 0,-21 0 0,-13 0 0,-4 0 0,6 0 0,13 4 0,18 3 0,-16-3 0,0 0 0,2 1 0,0 0 0,-3-1 0,-2-1 0,18 1 0,-16-2 0,-12-2 0,-8 0 0,-4 0 0,-3 0 0,-2 0 0</inkml:trace>
  <inkml:trace contextRef="#ctx0" brushRef="#br0" timeOffset="30299">5209 5352 24575,'9'0'0,"-2"0"0,1 0 0,-2 0 0,0 0 0,0 0 0,-1 0 0,-2 0 0,2 0 0,2 0 0,6 0 0,7 0 0,4 0 0,1 1 0,-3 0 0,-5 2 0,-7-1 0,-5 0 0,-3-1 0</inkml:trace>
  <inkml:trace contextRef="#ctx0" brushRef="#br0" timeOffset="47149">12512 13813 24575,'22'0'0,"13"0"0,-10 0 0,2 0 0,4 0 0,2 0 0,-2 0 0,2 0 0,14 0 0,2 0 0,-11 0 0,1 0 0,-4 0 0,1 0 0,-2 0 0,8 0 0,0 0 0,4 0 0,1 0 0,-14 0 0,1 1 0,1 0-171,1 0 1,1 1-1,0 0 171,-1 0 0,1 0 0,0 1 0,-2 1 0,0 0 0,-1 1 0,12 1 0,-1 2 0,-4 0 0,0 1 0,-2 0 0,1 1 0,-3-1 0,-1 0 0,0 0 0,-1 0 0,-1-1 0,-2-1 0,-3 0 0,0-1 256,-3-2 0,-1 0-256,19 2 0,-7-2 0,-6 0 0,3-1 0,5-1 0,-14-2 0,2 0 0,7 1 0,1-2 0,5 1 0,1 0 0,2 0 0,-1 0 0,-1 0 0,-2 0 0,-3 0 0,-3 0 0,-3 0 0,-2 0 0,19 0 0,-11 0 0,-12 0 0,-9 0 0,-6 0 0,-3 0 0,3 0 0,8 0 0,12 0 0,12 0 0,8 2 0,-22 0 0,0 0 0,0 0 0,-1 0 0,21 4 0,-11-3 0,-14-1 0,-10-1 0,-5-2 0,-1-1 0,-1-2 0,-1 1 0,-1 0 0</inkml:trace>
  <inkml:trace contextRef="#ctx0" brushRef="#br0" timeOffset="50065">7165 15292 24575,'6'2'0,"20"0"0,23-2 0,-15 0 0,1 0 0,7 0 0,2 0 0,0 0 0,0 0 0,-2 0 0,0 0 0,-2 0 0,1 0 0,-6 0 0,3 0 0,-2 0 0,5 0 0,0 0 0,-6 0 0,2 0 0,-2 0 0,3 0 0,-3 0 0,0 0 0,0 0 0,-2 0 0,-1 0 0,-1 0 0,-1 0 0,-1 0 0,0 0 0,-2 0 0,-1 0 0,24 0 0,-19 0 0,0 0 0,15 0 0,-18 0 0,0 0 0,12 0 0,4 2 0,-18 1 0,1 1 0,3 1 0,0 0 0,3 2 0,1 0 0,1 0 0,1 0 0,0-1 0,0 1 0,-1 0 0,0 0 0,-3-2 0,-1 1 0,-1-1 0,-1 0 0,-1-1 0,0 0 0,-1 0 0,-1 0 0,0-2 0,0 1 0,0 0 0,1-1 0,0 0 0,1-1 0,3 0 0,1 0 0,1 1 0,0 0 0,0 0 0,-1 0 0,-2 0 0,-1 1 0,-3 0 0,0 0 0,19 2 0,-8 0 0,-6-1 0,-8-1 0,-7-1 0,-2-2 0,2 1 0,9 2 0,7 0 0,4 2 0,-3-2 0,-5 1 0,-6-1 0,-6-1 0,-6-1 0,-6-2 0,-2 0 0,-2 0 0</inkml:trace>
  <inkml:trace contextRef="#ctx0" brushRef="#br0" timeOffset="64049">16705 15490 24575,'23'-3'0,"2"1"0,2 2 0,-4 0 0,-8 0 0,-5 0 0,-1 0 0,1 0 0,5 0 0,10 0 0,1 0 0,3 0 0,17 0 0,-13 0 0,0 0 0,6 0 0,-9 0 0,-11 0 0,-9 2 0,-5-1 0,-1 0 0,0 0 0,1-1 0,7 0 0,6 0 0,7 0 0,5 0 0,-1 0 0,-6 0 0,-5 0 0,-9 0 0,-5 5 0,-3-3 0,-1 2 0</inkml:trace>
  <inkml:trace contextRef="#ctx0" brushRef="#br0" timeOffset="65715">15737 13804 24575,'36'0'0,"5"0"0,6 0 0,-1 0 0,-7 0 0,-9 0 0,-7 0 0,-9 0 0,-3 0 0,-2 0 0,3 0 0,2 0 0,0 0 0,0 0 0,-3 0 0,-3 0 0,-3 0 0,-1 0 0,-1-2 0,-1 2 0,-1-2 0</inkml:trace>
  <inkml:trace contextRef="#ctx0" brushRef="#br0" timeOffset="87015">1752 16215 24575,'-10'0'0,"-7"7"0,-8 9 0,-9 11 0,9-5 0,0 0 0,-6 8 0,-4 4 0,23-22 0,6-3 0,2-1 0,1 0 0,-1 1 0,-1 0 0,0 3 0,-2 6 0,1 7 0,1 2 0,-2 18 0,2-11 0,2 0 0,1 4 0,2-10 0,0-11 0,0-6 0,2-2 0,2-1 0,3 2 0,2 0 0,0 1 0,3 0 0,5 0 0,3 3 0,1 0 0,-2-3 0,-4-3 0,-3-5 0,1-3 0,6 0 0,11 0 0,17 0 0,-16 1 0,1 0 0,3 1 0,0 0 0,1 0 0,-1 0 0,-4 0 0,0 0 0,-4-1 0,0 0 0,-1-1 0,0 0 0,0 0 0,-1 0 0,22-2 0,-5-4 0,-12-1 0,-8-3 0,-2-2 0,3-3 0,7-9 0,-12 7 0,1-3 0,0-5 0,-1-2 0,-1-6 0,-2-1 0,-1-3 0,-2-1 0,-1 2 0,-3 0 0,-1 5 0,-2 1 0,2-19 0,-5 11 0,-6 7 0,-6 2 0,-5 5 0,-5 1 0,0 4 0,1 5 0,2 2 0,0 2 0,0 2 0,-5-2 0,-6 0 0,-8 0 0,-9-2 0,20 5 0,-1 1 0,-2-1 0,0 0 0,1 1 0,0 0 0,-21-4 0,6 4 0,6 3 0,5 1 0,6 2 0,13 0 0,6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52:22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8446 9305 24575,'-10'0'0,"-6"0"0,2 0 0,-1 1 0,2 4 0,-12 19 0,-1 3 0,6-5 0,-2 0 0,-10 13 0,-2 1 0,12-6 0,5-6 0,7-7 0,5-5 0,1-1 0,0 1 0,0 7 0,-3 8 0,-4 8 0,-1 6 0,1 0 0,1-2 0,4-6 0,1-6 0,4-6 0,1-7 0,0-4 0,0-4 0,1-2 0,2 1 0,6 1 0,8 7 0,7 6 0,10 5 0,3 3 0,2-4 0,-2-4 0,0-3 0,2-2 0,5 0 0,2-3 0,0 1 0,-21-7 0,0-1 0,1 1 0,2-1 0,4 1 0,2-1 0,5 0 0,2 0 0,5 0 0,1 0 0,-14-1 0,1-1 0,0 1 0,1-1 0,-1 0 0,1 0 0,15 0 0,-1 0 0,-2-1 0,-2 0 0,-4-1 0,-1 0 0,-3 0 0,0 0 0,-1 0 0,1 0 0,-1 0 0,1 0 0,1 0 0,1 0 0,-1 0 0,1 0 0,0 0 0,-1 0 0,0 0 0,1 0 0,0 0 0,1-1 0,-1 0 0,-1-2 0,2 0 0,0 0 0,2-1 0,1 0 0,3 1 0,2 1-203,-14 1 0,1 0 0,0 1 203,3 0 0,0 0 0,1 0 0,2 0 0,1 0 0,0 0 0,3-2 0,1 0 0,1 0-488,1-1 1,0 0 0,2-1 487,-11 2 0,1-1 0,0 0 0,1 1 0,-1-1 0,0 1 0,0 0 0,0 0 0,-1 1 0,0 0 0,0 0 0,-1 1 0,1 0 0,-1-1 0,0 2 0,-1-1-234,8 0 0,0 1 0,-1 0 234,-2-1 0,0 1 0,-2 0 0,-4 1 0,-1-1 0,-1 1 0,12 0 0,-3 1 0,-3-1 0,0 0 271,-4 1 0,-1-1-271,1 1 0,1-1 724,1 1 1,0 1-725,2-1 0,1-1 0,1 0 0,1 0 0,2-1 0,1 0 0,1 0 0,1 1 0,1 0 0,-1 1 0,0 2 0,0 0 0,-2 1 0,-2 1 0,-1-1 0,-1 0 0,0 0 0,-1-1 391,-2-1 0,0 0-391,0 0 0,-1-2 0,-3 1 0,1-1 0,-3 1 0,-1-1 0,-2-1 0,-1 0 0,21 1 0,-9-2 0,-10 0 0,-6 0 0,-5 0 0,0 0 0,7 0 0,11-2 0,11-7 0,-19 2 0,0-3 0,0-2 0,-1-3 0,-2-1 0,-2-1 0,-3 0 0,-4-1 0,7-12 0,-12 6 0,-8 7 0,-4 1 0,-1-5 0,0-11 0,0 7 0,0-2 0,0-7 0,0-2 0,0-6 0,0 0 0,0-3 0,0 2 0,0 3 0,0 2 0,0 6 0,0 2 0,0-14 0,-5 13 0,-4 6 0,-5 5 0,-3 3 0,2 4 0,2 4 0,0 1 0,-3-3 0,-6-2 0,-4-1 0,0 1 0,2 2 0,3 0 0,-2 0 0,0 0 0,-2 0 0,-1 0 0,-5-1 0,-6-3 0,-4-1 0,-1 0 0,4 1 0,5 3 0,4 3 0,1 1 0,-1 1 0,1 1 0,2 2 0,5 1 0,1 1 0,-3 2 0,-6-1 0,-6-3 0,-6-1 0,-7-3 0,24 4 0,-2 0 0,0 0 0,-1 0 0,0-1 0,-1 1 0,-1 0 0,-1-1 0,-1 1 0,0-1 0,0 0 0,0-1 0,0 1 0,2 0 0,2 0 0,2 0 0,-17-2 0,13 4 0,9 1 0,2 0 0,-4-1 0,-8-1 0,-7 0 0,-4 1 0,0 1 0,4 2 0,0-1 0,1-1 0,-1 0 0,-5 1 0,0 1 0,1 0 0,11 0 0,-1 0 0,3 0 0,-1 0 0,-13 0 0,-3 0 0,12 0 0,-1 0 0,-1 0-311,-5 0 1,-2 0 0,0 0 310,-3 0 0,-1 0 0,0 0 0,-1 0 0,-1 1 0,1 0 0,2 1 0,1-1 0,0 1 0,3 1 0,0 0 0,2-1-8,3 1 0,1 1 0,2-1 8,-10 1 0,3 1 0,6-2 0,3 0 0,2 0 0,2 0 0,-20 1 0,3-2 929,0-1-929,-1-1 26,-2 0-26,20 0 0,0 0 0,-3 0 0,0 0 0,-6 0 0,-1 0 0,-6 0 0,-2 0 0,-4 0 0,-1 0 0,15 0 0,0 0 0,1 0 0,-12 0 0,1 0 0,8 0 0,4 0 0,-16 0 0,19 0 0,7 0 0,2 0 0,-7 0 0,-13 0 0,15 0 0,-1 0 0,-2 0 0,-1 0 0,2 1 0,1 0 0,-14 1 0,12 1 0,11 0 0,5-1 0,-1 0 0,2 0 0,-4-1 0,-4 2 0,-10-1 0,-13 1 0,17-1 0,-1 1 0,-2-1 0,-1 0 0,1 0 0,0 0 0,3 0 0,0-1 0,-16 0 0,9-1 0,9 0 0,2 0 0,1 0 0,0 0 0,0 0 0,2 0 0,2 0 0,-1 0 0,-1 1 0,-1 1 0,-3 0 0,3 3 0,0 0 0,3 1 0,0 0 0,0 0 0,-1 1 0,-2 3 0,-2 1 0,-3 0 0,0-1 0,1-2 0,5-2 0,4-2 0,1-1 0,-2 1 0,-4 0 0,-7 2 0,-4 2 0,0 0 0,3 0 0,7-2 0,8-3 0,4 0 0,4 1 0,2-1 0,-1-1 0,2 0 0,0 0 0,0 1 0,2 1 0,0 0 0,0 0 0,0 1 0,0 0 0,0 0 0,0 0 0,0 0 0,0 1 0,0 0 0,0 1 0,0-4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1:02:18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21872 13007 24575,'14'0'0,"28"0"0,-10 0 0,3 0 0,8 0 0,2 0 0,5 0 0,-1 0 0,-3 0 0,-1 0 0,-3 0 0,-1 0 0,-6 0 0,0 0 0,-6 0 0,-2 0 0,21-1 0,-16 0 0,0-1 0,18 0 0,-16 0 0,1-2 0,-6 2 0,0-1 0,3-2 0,1 0 0,3-1 0,0 0 0,-2 0 0,-1 0 0,-3 1 0,-1 0 0,-3 1 0,-2 1 0,14-2 0,-4 1 0,-3-1 0,2-1 0,3 1 0,3-1 0,4 1 0,-1 1 0,-1-1 0,1-2 0,0-2 0,3 0 0,0 0 0,-1 4 0,0 3 0,1-2 0,-19 3 0,1 0 0,3 0 0,1 0 0,4 0 0,1-1 0,2 0 0,1 0 0,-2 0 0,0-2 0,-3 1 0,-1 0 0,1 1 0,-1 0 0,10-1 0,-1 3 0,-22 0 0,-6 0 0,0 0 0,6 0 0,9 0 0,12 0 0,4 0 0,-11 0 0,1 0 0,0 0 0,3 0 0,-3 0 0,0 0 0,-2 0 0,-3 0 0,-1 0 0,18 0 0,-9 0 0,-10 0 0,0 1 0,2 1 0,2 2 0,2 0 0,2 1 0,1 2 0,1-2 0,2 0 0,-4-1 0,-6-2 0,-7-1 0,-8 0 0,-4 0 0,5 2 0,8 2 0,7 0 0,3 0 0,1 0 0,-3-1 0,-2-2 0,-4 1 0,-5-2 0,-1 1 0,4 1 0,-7-2 0,-3 1 0,-4-2 0,4 0 0,5 0 0,2 0 0,1 0 0,1 2 0,3 0 0,-1-1 0,-4 0 0,-7 0 0,-6 0 0,-5 2 0,-1-1 0,1 0 0,1-1 0,-1 1 0,0 0 0,-3 0 0,-1 1 0,-1 0 0,0 2 0,1 2 0,-1-3 0,1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57:58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5515 12986 24575,'19'0'0,"3"0"0,6 0 0,18 0 0,6 0-801,-11 0 0,3 0 0,1 0 801,4 0 0,0 0 0,3 0 0,-4 0 0,4 0 0,-1 0 0,-4 0 0,-5 0 0,-3 0 0,1 0 0,9 0 0,1 0 0,-8 0 768,4 0-768,-19 1 396,-13 2-396,-6-1 0,3 0 0,12-1 1239,18-1-1239,-9 0 0,3 0 0,10 0 0,2 0 0,-13 1 0,1-1 0,0 0 0,1 1 0,0 0 0,-1 0 0,14 0 0,-1 0 0,-5 0 0,-2 0 0,-5 0 0,-1 1 0,-4-1 0,0 0 0,-1 0 0,0 0 0,2 0 0,2-1 0,5 0 0,2 0 0,6 0 0,2 0-181,-13 0 1,0 0-1,1 0 181,-1 0 0,0 0 0,-1 0 0,14 0 0,-4 0 0,-7 0 0,-3 0 0,12 0 0,-19 0 0,-8 0 0,-2 1 0,6 2 542,7 2-542,5 2 0,-1-1 0,-4-2 0,-4-3 0,-3-1 0,-4 0 0,-5 0 0,-6 0 0,-4 0 0,1 0 0,11 0 0,11 0 0,15 2 0,-15-1 0,0 0 0,2 0 0,1 0 0,0 0 0,0-1 0,-2 1 0,-2-2 0,18 1 0,-14 0 0,-11 0 0,-9 0 0,-6-2 0,-2-1 0,-3-1 0,0 2 0,0 0 0</inkml:trace>
  <inkml:trace contextRef="#ctx0" brushRef="#br0" timeOffset="6950">6673 14053 24575,'3'0'0,"26"0"0,0 0 0,6 0 0,-1 0 0,3 0 0,2 0-1093,8 0 1,2 0 0,1 0 1049,-6 0 1,1 0 0,2 0-1,0 0 43,-8 0 0,1 0 0,0 0 0,3 0 0,2 0 0,-6 0 0,4 0 0,2 0 0,0 0 0,1 0 0,0 0 0,-2 0 0,-2 0 0,3 0 0,-3 0 0,0-1 0,0 1 0,0 0 0,3 1-323,1-1 1,2 0 0,2 1-1,0 0 1,-2 0 0,-1 0 0,-4 0 322,8 2 0,-3 0 0,-3 0 0,1 1 0,-3 0 0,0 0 0,0 2 0,-1-1 48,-2 1 0,1 0 0,-1 0 0,-1 0-48,11 2 0,-1-1 0,0 0 0,-3-1 0,-1 0 0,2-1 0,-4-2 0,1 0 0,0 0 0,-2 0 0,0-1 0,-3 0 0,2 0-65,7-1 0,2 1 0,-5 0 65,-4 2 0,-5 0 713,0 0 0,-2 1-713,-2-1 0,0 1 1336,-3-1 0,-2-1-1336,16 1 1341,-16-2-1341,-6 0 267,0 1-267,5 1 0,2 0 0,20 2 0,-15-2 0,-1 1 0,4-2 0,-12-1 0,-12-2 0,-6-1 0,-3-2 0,-3-1 0,-1 1 0,-1 0 0,-2 0 0,-2 0 0,-1-1 0,-1-1 0,-2 1 0,-2-1 0,0 0 0,0-2 0,0 1 0,3 0 0,1 2 0,5 2 0,1 1 0</inkml:trace>
  <inkml:trace contextRef="#ctx0" brushRef="#br0" timeOffset="30533">10989 13962 24575,'30'0'0,"1"0"0,13 0 0,4 0 0,-4 0 0,3 0 0,3 0-820,-6 0 1,2 0 0,2 0 0,1 0 479,-6 0 0,1 0 0,0 0 1,2 0-1,-1 0 7,-4 0 1,1 0 0,0 0 0,1 0 0,-1 0 0,0 0 332,8 0 0,0 0 0,0 0 0,-1 0 0,0 0 0,-2 0 0,0 0 0,-1 0 0,0 0 0,-1 0-34,-2 0 1,0 0-1,0 0 1,-1 0 0,-1 0 33,6 0 0,-2 0 0,1 0 0,3 0 0,-7 0 0,3 0 0,0 0 0,1 0 0,-2 0 0,-2 0 0,8 0 0,-3 0 0,-1 0 0,3 0 0,-2 0 0,2 0 0,1 0 0,-2 0 0,-3 0 0,-5 0 0,-3 0 0,0 0 0,0 0-30,0 1 1,0 0 0,1 1 0,2 0 29,1-1 0,3 1 0,1 0 0,-1 0 0,-1 0 0,0 0 0,-2 1 0,-1-1 0,3 0 181,-2 0 0,2 0 0,1 0 0,-2-1 0,-3 1-181,6-1 0,-3-1 0,1 0 0,-4 0 0,2 0 0,-1 0 0,-1 0 0,4 0 0,-3 0 0,4 0 0,-4 0 0,3 0 0,2 0 0,-1 0 0,-3 0 0,9 0 0,-4 0 0,3 0 0,-4 0 0,3 0 0,-1 0 0,-3 0 0,-2 0 0,-4 0 0,-1 0 1333,10 1 0,-4 0-1333,-10 0 0,-4 1 2074,13 2-2074,-9 1 167,4 0-167,-12-2 0,2-1 720,7 1 1,1 0-721,6 0 0,1 0 0,2 0 0,3-1 0,-3-2 0,4 0 0,-2-2 0,-11 0 0,-1-1 0,0 0 0,8 0 0,2-1 0,-5-1 0,-5-1 0,-4-1 0,15-1 0,-11 5 0,-6 2 0,2 1 0,5 0 0,6 0 0,5 0 0,1 0 0,-22 0 0,1 0 0,1 1 0,0 0 0,1 1 0,-1 0 0,-2 0 0,0 0 0,12 1 0,-12-2 0,-10-1 0,-7 0 0,-2 0 0,-4 0 0,0 0 0</inkml:trace>
  <inkml:trace contextRef="#ctx0" brushRef="#br0" timeOffset="32483">18297 14035 24575,'30'0'0,"3"0"0,9 0 0,1 0 0,-7 0 0,0 0 0,-5 0 0,-3 0 0,0 0 0,2 0 0,12 0 0,-17 0 0,1 0 0,7 0 0,3 0 0,4 0 0,3 0 0,2 0 0,1 0 0,4 0 0,0 0 0,-16 0 0,-1 0 0,2 0 0,12 0 0,2 1 0,-3 0 0,4 2 0,-1 1 0,-7-1 0,1 1 0,-4 1 0,-1 2 0,-1 1 0,3 0 0,1 0 0,4 1 0,0-1 0,2 1 0,1 0 0,-15-2 0,0 0 0,1 0 0,-1-1 0,0 1 0,0 0-241,3 0 1,0 0 0,0 0 240,2 0 0,1 0 0,-1 0 0,2 1 0,-1-1 0,1 0 0,-1 0 0,0-1 0,0 0 0,-4 0 0,0-1 0,-1 0 0,12 2 0,0-1 0,-3 0 0,-2 0 0,-3 0 0,0 0 0,-2 0 0,1 0 0,-4-1 0,0 1 0,-5-2 0,-1 0 721,16 3-721,-14-2 0,-13-2 0,-10-1 0,-6-2 0,-6 0 0,2 0 0,-1 0 0,4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0:59:46.8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1134 12293 24575,'0'22'0,"0"14"0,0-12 0,0 2 0,0 5 0,0 1 0,0-2 0,0 0 0,0-2 0,0-1 0,0-1 0,0 0 0,0 4 0,0 1 0,0 9 0,0 2 0,0-9 0,0 1 0,0 0-162,1 4 1,-1 0 0,-1 0 161,1-1 0,0-1 0,0 0 0,-1 13 0,-1-2-26,1-3 1,0 0 25,0-3 0,0 0 0,0 3 0,1 3 0,-1-2 0,0 4 0,1-3 0,-1-11 0,0-2 0,0 0 0,0 10 0,-1 1 0,0-5 0,0-7 0,-1-3 0,1-4 0,0 0 0,-1 0 0,-1 0 0,0 6 0,1 1 0,-2 14 0,0 4-252,0-10 1,1 1 0,-1 2 251,2-6 0,-1 1 0,0 0 0,1 0 0,-1 2 0,0 0 0,0-1 0,1 1 0,-2 8 0,0 0 0,1-2 0,1-4 0,0-3 0,0-1 24,0 4 0,0-4-24,0 11 0,1-25 0,0-12 0,2-6 0,0-1 1241,-1-2-1241,0 0 0,0 0 0,-1 0 0</inkml:trace>
  <inkml:trace contextRef="#ctx0" brushRef="#br0" timeOffset="3650">5602 13720 24575,'34'0'0,"-10"0"0,3 0 0,7 0 0,2 0 0,5 0 0,1 0 0,-4 0 0,0 0 0,0 0 0,-1 0 0,-3 0 0,0 0 0,-2-1 0,0-1 0,-1 0 0,0-1 0,7 0 0,-1-1 0,-11 1 0,0 1 0,7 0 0,0 0 0,16 2 0,-17 0 0,2 1 0,6 1 0,1 0 0,4 2 0,0 0 0,1 1 0,-1 0 0,-4 0 0,0 1 0,-4-2 0,-1-1 0,-1-1 0,-1 0 0,0-1 0,-1 0 0,0-1 0,1 0 0,1 0 0,1 0 0,-1 0 0,-1 0 0,-2 0 0,-2 0 0,17 0 0,-19 0 0,-12 0 0,-7 0 0,-3-1 0,-3-2 0,-1 0 0,-1-1 0,0-1 0,-1 3 0,0 1 0</inkml:trace>
  <inkml:trace contextRef="#ctx0" brushRef="#br0" timeOffset="16000">4388 14467 24575,'17'2'0,"26"0"0,-7-1 0,4-2 0,-6 1 0,2 0 0,2 0-1093,10 0 1,3 0 0,0 0 1079,-9 0 1,0 0 0,1 0 0,0 0 12,1 0 0,0 0 0,1 0 0,-1 0 0,1 0 0,0 0 0,0 0 0,-1 0 0,-3 0 0,0 0 0,0 0 0,1 0 0,1 0 0,2 0 0,1 0 0,-1 0 0,-2 0 0,-1 0 0,-2 0 0,-1 0 0,2 0 0,8 0 0,3 0 0,-2 0 0,-5 0 348,-9 0 0,-2 0 0,-3 0-348,10 0 0,-2 0 272,-8 0 1,-2 0-273,-4 0 0,1 0 0,13 0 0,0 0 0,-11 0 0,-1 0 868,7 0 1,-2-1-869,-1-1 0,9 1 0,-12 0 0,2 0 0,10 1 0,3 0 0,-10 0 0,3 0 0,-1 0-189,3 0 0,0 0 0,0 0 189,1 0 0,-1 0 0,-1 0 0,-1 0 0,0 0 0,-2 0 0,10 0 0,-3 0 0,-10 0 0,-4 0 0,11 1 0,-21 1 0,-8-1 0,-7 0 0,-2-1 0,-4 0 0</inkml:trace>
  <inkml:trace contextRef="#ctx0" brushRef="#br0" timeOffset="29017">9183 14658 24575,'46'0'0,"-1"0"0,0 0 0,0 0 0,3 0 0,1 0 0,3 0 0,-8 0 0,2 0 0,2 0 0,1 0 0,0 0 0,0 0-469,-5 0 1,1 0 0,1 0 0,-1 0 0,0 0 0,0 0 0,-1 0-79,4 0 1,0 0 0,0 0 0,-1 0 0,-1 0 0,-1 0 471,2 0 0,1 0 0,-2 0 0,-1 0 0,-2 0 291,1 0 0,-1 0 1,-1 0-1,-2 0-216,5 0 0,-2 0 0,-1 0 379,-4 0 0,-1 0 0,-1 0-379,11 1 0,-2 0 0,-5 2 0,0 1 0,-4 0 0,4 1 0,5 0 0,6 1 0,-1-1 0,-6-1 0,-2-1 0,4 0 358,-9 0 0,4-1 1,0 0-1,0 0 1,-1 0-359,2-1 0,-2 0 0,0 0 0,3 1 0,2 0 0,4 0 0,0 1 0,-1 0 0,-3 0 0,-2 0 0,-3 0 0,0 0 0,3 1 0,-1 0 0,3 0 0,0 0 0,-1 0 0,-4 0 72,6 1 1,-4-1 0,-1 1-73,1-1 0,0 0 0,0 0-33,3 1 1,0 0 0,-3-1 32,0 1 0,-2-1 0,-1 1 0,-6 0 0,-10-2 1788,-8 0-1788,0-1 872,5 0-872,6-1 354,-1-1-354,-2 0 0,-6 0 0,-6 0 0,-5 0 0,-4 0 0,-6-4 0,2 4 0,-2-4 0</inkml:trace>
  <inkml:trace contextRef="#ctx0" brushRef="#br0" timeOffset="30750">14517 14417 24575,'22'0'0,"1"0"0,6 0 0,2 0 0,4 0 0,2 0-883,7 0 1,1 0 0,2 0 882,-8 0 0,2 0 0,0 0 0,0 0 0,2 0 0,0 0 0,0 0 0,0 0 0,-3 0 0,0 0 0,0 0 0,-1 0 0,0 0 0,0 0 0,0 0 0,-1 0 0,7 0 0,-1 0 0,-1 0 176,2 1 0,0 1 0,-4-1-176,0 0 0,-3 0 254,3 2 1,-5 0-255,-6-1 0,-2-1 0,5-1 1352,3 0-1352,1 0 258,-6 0-258,-7 0 0,-6 0 0,-2 0 0,-3 0 0,-1 0 0,-2 0 0,-5 0 0,-2 0 0</inkml:trace>
  <inkml:trace contextRef="#ctx0" brushRef="#br0" timeOffset="69617">6236 11435 24575,'18'3'0,"8"-1"0,17-2 0,5 0 0,-23-1 0,0 2 0,19-1 0,-11 3 0,-10 0 0,-10 0 0,-5-1 0,-4-2 0,-1 1 0,0 1 0,-2 1 0,0 0 0,-1 1 0,0 0 0,0 0 0,0 0 0,0-2 0,0 0 0</inkml:trace>
  <inkml:trace contextRef="#ctx0" brushRef="#br0" timeOffset="71549">7669 11553 24575,'12'0'0,"12"0"0,24 0 0,-16 0 0,2 0 0,10 0 0,1 0 0,3 0 0,-1 0 0,0 0 0,-2 0 0,-5 0 0,-2 0 0,-11 1 0,-2-1 0,8 3 0,-16-1 0,-8 2 0,-3-2 0,-2-1 0,4 1 0,8 0 0,8-1 0,6 1 0,0 0 0,-4 0 0,-6-1 0,-9 1 0,-6-2 0,-6 0 0,-5 0 0,4 0 0,-2 0 0</inkml:trace>
  <inkml:trace contextRef="#ctx0" brushRef="#br0" timeOffset="76117">12807 11385 24575,'14'0'0,"15"0"0,15 0 0,-17 0 0,1 0 0,2 0 0,0 0 0,-2 0 0,0 0 0,-1 0 0,2 0 0,2 0 0,2 0 0,3 0 0,3 0 0,-5 0 0,2 0 0,-3 0 0,2 0 0,-3 0 0,6 0 0,-7 0 0,-14 0 0,-7 0 0,1 0 0,5 0 0,4 0 0,0 0 0,-6 0 0,-5 1 0,5 4 0,2 1 0,8 3 0,2-1 0,-4-1 0,-5-2 0,-6-3 0,-6-1 0,-4-1 0,-3 2 0,-1 0 0,1 3 0,1-2 0,1-1 0</inkml:trace>
  <inkml:trace contextRef="#ctx0" brushRef="#br0" timeOffset="97882">5938 14434 24575,'18'0'0,"12"0"0,15 0 0,-7 0 0,1 0 0,-13 0 0,-2 0 0,5 0 0,-1 0 0,20 0 0,-4 0 0,-7 0 0,3 0 0,-4 0 0,-1 0 0,2 0 0,-2 0 0,-4 0 0,-1 0 0,15 0 0,-13 0 0,-13-1 0,-10-2 0,-5 1 0,-10 0 0,-10 2 0,-6-1 0,-8 1 0,-6 0 0,-7 0 0,-5 0 0,1 0 0,6 0 0,9 0 0,2 0 0,-3 0 0,-5 0 0,-1 0 0,5 0 0,10 0 0,10 0 0,10 0 0,18 0 0,1 0 0,11 1 0,-7 1 0,-2-1 0,-3 0 0,-4-1 0,-5 0 0,-3 0 0,-13 0 0,3 0 0,-8 0 0,8-1 0,3 0 0,3-3 0,1 2 0,1 7 0,0-2 0,0 6 0,0-6 0,0-2 0</inkml:trace>
  <inkml:trace contextRef="#ctx0" brushRef="#br0" timeOffset="99916">6183 11420 24575,'40'0'0,"-3"0"0,5 0 0,-8 0 0,2 0 0,1 0 0,2 0 0,0 0 0,-1 0 0,9 0 0,-5 0 0,4 0 0,-25 0 0,-22 0 0,-16 5 0,2 0 0,-8 3 0,7-3 0,-3-2 0,-8-2 0,-6-1 0,-11 0 0,-5 0 0,22 0 0,0 0 0,1 0 0,0 0 0,-18 0 0,17 0 0,12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1:01:45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4900 16892 24575,'8'0'0,"18"0"0,-2 0 0,4 0 0,12 0 0,6 0 0,-10 0 0,4 0 0,1 0 0,-1 0 0,4 0 0,-2 0 0,3 0-212,-6 0 1,3 0-1,-1 0 1,-3 0 211,12 0 0,-4-1 104,-5 0 0,-1 0-104,-7 0 0,0 0 0,-1 0 0,0 0 0,1 1 0,2 0 0,3 0 0,2 0 0,6 0 0,1-1 0,-13 1 0,1-1 0,0 0 0,0 0 0,1-1 0,-1 0 0,15-1 0,-1 0 0,-6-1 0,-2 1 0,-6 0 0,-1 0 0,-7 0 0,-1 0 638,18-1-638,-4-1 0,7 1 0,-19 3 0,2 0 0,3 0 0,1 0 0,0 1 0,0 0 0,1 0 0,-2 0 0,6-1 0,-7 0 0,-27-2 0,-2 0 0,-3 1 0,-1 0 0,-3 1 0,1 1 0,0 0 0,1 0 0</inkml:trace>
  <inkml:trace contextRef="#ctx0" brushRef="#br0" timeOffset="8052">7445 16885 24575,'20'0'0,"8"0"0,15 0 0,-16 0 0,3 0 0,4 0 0,2 0 0,0 0 0,0 0 0,0 0 0,-1 0 0,-4 0 0,-1 0 0,20-2 0,-10 0 0,-12 0 0,-3 1 0,-4 1 0,13 0 0,13 0 0,-16 0 0,1 0 0,2-1 0,1 0 0,-2 0 0,0-1 0,-3 0 0,0 0 0,-3 0 0,-1 0 0,20-2 0,-5 0 0,-6 2 0,-2 0 0,0 0 0,0 1 0,3-1 0,-2 2 0,0 0 0,-3-1 0,-5-1 0,-5 0 0,-7 0 0,-6 1 0,-2 0 0,-1 0 0,-1 0 0,5 1 0,6-1 0,6-1 0,3 0 0,-4 1 0,-6 0 0,-8 0 0,-4 0 0,-2 1 0</inkml:trace>
  <inkml:trace contextRef="#ctx0" brushRef="#br0" timeOffset="12701">9632 16828 24575,'46'0'0,"-1"0"0,-2 0 0,2 0 0,4 0 0,-12 0 0,2 0 0,2 0 0,0 0 0,1 0-656,4 0 1,1 0-1,0 0 1,1 0 0,-2 0 327,-2 0 0,0 0 0,-1 0 0,0 0 0,-1 0 328,6 0 0,0 0 0,-2 0 0,-1 0 156,7 0 1,-2 0-1,-2 0-156,-7 0 0,-1 0 0,0 0 0,-3 0 0,1 0 0,-2 0 436,13 0 1,-1 0-437,-1 0 0,0 0 0,0 0 0,1 0 0,-13 0 0,0 0 0,1 0-297,3-1 0,1 2 0,2-1 297,3 0 0,1 0 0,5 0 0,-7-1 0,4 1 0,1 0 0,0 0 0,-3 1 0,-1-1 0,-3 0 0,0 0 0,2 1 175,2-1 1,2 1 0,1-1 0,-2 1 0,-4 0-176,4 0 0,-4 0 0,-1 0 0,-1 0 0,-1 0 0,-1-1 215,-3 1 0,0-1 1,-2 0-216,12 0 0,-1 0 0,-2 0 0,0 0 0,4 0 0,1 0-205,-11 1 0,0 0 0,2 1 205,2 0 0,1 0 0,0 0 0,2 1 0,0 1 0,-1-1 0,0 1 0,1-1 0,-2 1 0,-3-1 0,0 0 0,-1-1 314,-2 1 0,-1 0 0,0 0-314,5-1 0,0 1 0,-2 0 0,3 0 0,-2 1 780,8 0 1,-2-1-781,-16 0 0,-1 0 87,1 0 0,0 0-87,1 0 0,1 1 439,0-1 1,0 1-440,-1-1 0,-1 0 0,17 1 0,-15-2 0,-13-2 0,-5 1 0,8 0 0,13 1 0,-10-2 0,2 1 0,8-1 0,2 0 0,3 0 0,0 0 0,0 0 0,0 0 0,-5 0 0,-2 0 0,12 0 0,-10 0 0,-8 0 0,-2 0 0,0 0 0,-6 0 0,-4 0 0,-3-1 0,2-1 0,3-2 0,2-1 0,-1 0 0,-4 1 0,1 2 0,8-1 0,7 0 0,4-2 0,-2-1 0,-10 2 0,-10 0 0,-7 1 0,-5 1 0,-3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21:03:10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22870 7738 24575,'25'0'0,"11"0"0,-10 0 0,3 0 0,3 0 0,1 0 0,3 0 0,0 0 0,1 0 0,-1 0 0,0 0 0,0 0 0,-2 0 0,0 0 0,-3 0 0,-2 0 0,-3 0 0,0 0 0,18 0 0,0 0 0,5-1 0,-3-3 0,4-2 0,-11 1 0,1-1 0,-4 0 0,3 0 0,-2 0 0,14-2 0,-5-1 0,-14 3 0,-1 1 0,6-1 0,-3 1 0,-2 0 0,-5 2 0,-3 0 0,-3-1 0,21-2 0,-1 0 0,-9 2 0,2 0 0,-2 1 0,-1 1 0,2-1 0,0 0 0,-4 1 0,-1 0 0,15 0 0,-16 0 0,-14 1 0,-4 0 0,-5 0 0,0 0 0,1 1 0,12 0 0,26-5 0,-5 1 0,4-2 0,-8 1 0,3 1 0,1-2 0,2 0 0,3-1 0,-1-1 0,-3 2 0,-2 0 0,-4 1 0,1-1 0,5 0 0,0-1 0,-7 2 0,-2 0 0,-19 4 0,-6 1 0</inkml:trace>
  <inkml:trace contextRef="#ctx0" brushRef="#br0" timeOffset="17549">25978 7627 24575,'15'0'0,"2"0"0,2 0 0,-2 0 0,-6 0 0,-1 0 0,-1 0 0,1 0 0,-1 0 0,-2-2 0,-2-1 0,-4-1 0,1 0 0,0 2 0,-1 1 0,1 1 0,-2-1 0</inkml:trace>
  <inkml:trace contextRef="#ctx0" brushRef="#br0" timeOffset="19300">26836 7590 24575,'19'0'0,"2"0"0,1 0 0,2 0 0,-1 0 0,4 0 0,8 0 0,12 0 0,-16 1 0,4-2 0,-1-1 0,3-1 0,-1 0 0,4 0 0,-1 0 0,11-3 0,-3 0 0,-21 4 0,-2 0 0,21 0 0,-1 2 0,-3 0 0,-1 0 0,1 0 0,2 0 0,1 0 0,3 0 0,-6 0 0,-10 0 0,-11-1 0,-9 0 0,-3-1 0,1 1 0,3 0 0,3 0 0,3-1 0,-2 1 0,-3-1 0,-6 1 0,-4-1 0</inkml:trace>
  <inkml:trace contextRef="#ctx0" brushRef="#br0" timeOffset="23467">25674 2276 24575,'25'0'0,"22"0"0,-10 0 0,4 0 0,-7 0 0,2 0 0,1 0-284,1 0 0,1 0 1,-1 0 283,-1 0 0,-1 0 0,-2 0 0,10 0 0,-3 0 139,-13 0 1,-2 1-140,6 0 0,-18 1 0,-8-1 0</inkml:trace>
  <inkml:trace contextRef="#ctx0" brushRef="#br0" timeOffset="25050">27868 2313 24575,'14'0'0,"12"0"0,22 0 0,-11 0 0,4 0 0,-6 0 0,1 0 0,3 0-717,7 0 0,2 0 1,1 0 716,-7 0 0,0 0 0,1 0 0,0 0-365,3 0 0,0 0 1,0 0-1,0 0 365,3 0 0,0 0 0,0 0 0,-1 0 0,-1 0 0,-1 0 0,1 0 0,-1 0 0,-1 0 0,0 0 0,1 0 0,2 0 0,-1 0 0,3 0 0,1 0 0,-2 0 0,-2 0 0,-3 0 0,-2 0 0,-1 0 0,2 0 0,-1 0 0,2 0 0,1 0 0,-2 0 0,-4 0-180,5 0 1,-4 0-1,0 0 180,-2 0 0,0 0 0,0 0 0,-3 0 0,1 0 0,-2 0 0,14 0 0,-2 0 0,-7 0 0,-2 0 708,-6 0 1,-1 0-709,-3 0 0,-1 0 1038,-1 0 1,1 0-1039,3 0 0,2 0 327,4 0 0,2 0-327,3 0 0,1 0 0,1 0 0,-1 0 0,-4 0 0,-3 0 0,-6 0 0,-3 0 0,8 0 0,-16 2 0,-9 5 0,-4-3 0,-3 2 0</inkml:trace>
  <inkml:trace contextRef="#ctx0" brushRef="#br0" timeOffset="27582">26204 6279 24575,'48'0'0,"-13"0"0,2 0 0,8 0 0,1 0 0,-3 0 0,0 0 0,-6 0 0,-3 0 0,2 0 0,-18 0 0,-13 0 0,-6-2 0,-2 0 0,2-1 0,2 2 0,9 0 0,14 1 0,13 0 0,10 0 0,0 0 0,-5 0 0,-9 0 0,-9 0 0,-10 0 0,10 0 0,-4 0 0,11 0 0,-8 0 0,-4 0 0,-10 0 0,-4 0 0</inkml:trace>
  <inkml:trace contextRef="#ctx0" brushRef="#br0" timeOffset="33249">24045 1494 8191,'0'9'0,"0"2"3276,0 3-1489,0 18-378,0-8 0,0 3-1409,0 6 0,0 3 0,0 6 0,0 2 0,0 1 0,0 1 0,0-13 0,0 1 0,0 0 433,0 3 1,0 1-1,0 0-433,0 1 0,0-1 0,0 0 0,0 0 0,0 0 0,0 0 0,0-1 0,0 0 0,0-1 0,0-2 0,0 0 0,0 1 0,0 2 0,0 0 0,0 1 0,0 4 0,0 0 0,0 1 1092,0 3 0,0 1 0,0 0-412,0 3 1,0 0 0,0 0-681,0-1 0,1 0 0,0-1 0,0-4 0,1-1 0,0 1 0,1-5 0,0 1 0,1 0 0,0-1 0,2 1 0,0-2 0,1 1-202,0-2 0,0 1 1,1 0-1,0-3 202,2 4 0,1-2 0,1-1 0,0 2 0,0-1 0,0 1 0,0-1 0,-1-1 0,1 2 0,0 0 0,-1 1 0,0 1 0,0 3 0,0 1 0,0 2-585,-3-5 0,1 1 1,-1 1-1,0 1 585,0-1 0,-1 2 0,0 1 0,0 0 0,-1 1-379,1 1 0,0 2 0,-1-1 0,1 1 0,-1 0 379,1-1 0,-1 0 0,1 1 0,-1-2 0,-1-1 0,0-4 0,0-1 0,-1-1 0,0-2 0,0-1 284,1 10 0,0-4 0,-1-3-284,0 4 0,-1-6 653,-2 4-653,1-24 2281,0-12-2281,1-4 3047,0-3-3047,1 0 93,7 0-93,10 0 0,10 2 0,10 4 0,-15-2 0,0 0 0,7 3 0,2-2 0,-25-5 0,-4 0 0,-3 0 0</inkml:trace>
  <inkml:trace contextRef="#ctx0" brushRef="#br0" timeOffset="35449">24085 1456 24575,'30'0'0,"0"0"0,-1 0 0,0 0 0,18 0 0,-9 0 0,-13 0 0,-14 0 0,-6 0 0</inkml:trace>
  <inkml:trace contextRef="#ctx0" brushRef="#br0" timeOffset="38732">25553 10980 24575,'11'0'0,"8"0"0,6 0 0,8 0 0,3 0 0,5 0 0,-16 0 0,0 0 0,5 0 0,0 0 0,6 1 0,2-2 0,4 1 0,2-2 0,2 1 0,1-2 0,2 0 0,0-1 0,-1-1 0,-2 0 0,-1-1 0,-1 0 0,-2 0 0,1-1 0,-6 0 0,2-1 0,-2 1 0,5 0 0,-1 1 0,9-3 0,-2 1 0,-20 6 0,-3 0 0,20 1 0,-6 1 0,0 0 0,8 0 0,-20 0 0,2 0 0,5 0 0,2 0 0,1 0 0,3 0 0,-2 0 0,3 0 0,0 0 0,-6 0 0,2 0 0,-5 0 0,18 0 0,-16 0 0,-11 0 0,-14 0 0,-4 0 0</inkml:trace>
  <inkml:trace contextRef="#ctx0" brushRef="#br0" timeOffset="42016">29376 10901 24575,'31'0'0,"17"0"0,-14 0 0,2 0 0,7 0 0,0 0 0,-1 0 0,0 0 0,-4 0 0,-1 0 0,-6 0 0,-1 0 0,-3 0 0,-1 0 0,1 0 0,0 0 0,4 0 0,1 0 0,5 0 0,3 0 0,5 0 0,3 0 0,-3 0 0,4 0 0,-4 0 0,3 0 0,-1 0 0,-9 0 0,1 0 0,-6 0 0,7 0 0,-9 1 0,-5 0 0,0 2 0,3 1 0,2 0 0,2 0 0,4-2 0,-1 0 0,-2-2 0,-7 0 0,-7 0 0,-5 0 0,-4 0 0,3 0 0,8 0 0,8 0 0,5 0 0,-4 0 0,-9 0 0,-11 0 0,-6 0 0</inkml:trace>
  <inkml:trace contextRef="#ctx0" brushRef="#br0" timeOffset="47299">26361 5805 24575,'37'0'0,"0"0"0,10 0 0,6 0 0,-11 0 0,5 0 0,1 0 0,-2 0 0,2 0 0,-3 0 0,2 0 0,-7 0 0,1 0 0,-2 0 0,-5 0 0,-1 0 0,-5 0 0,6 0 0,-19 0 0,-7 0 0,5 0 0,6 0 0,10 0 0,4 0 0,-4 0 0,-7 0 0,-8 0 0,-5 0 0,-5-1 0,-2 1 0</inkml:trace>
  <inkml:trace contextRef="#ctx0" brushRef="#br0" timeOffset="73083">24754 14690 24575,'25'0'0,"6"0"0,8 0 0,2 0 0,6 0 0,4 0-656,-10 0 1,2 0-1,3 0 1,1 0 0,0 0 108,-1 0 1,2 0 0,0 0 0,2 0 0,-1 0 0,0 0 498,-5 0 0,0 0 0,0 0 0,1 0 0,-1 0 0,0 0 0,0 0 48,0 0 0,-1 0 0,1 0 0,0 0 0,-1 0 0,-1 0 0,-1 0 0,10 0 0,-2 0 0,0 0 0,-2 0 0,-1 0 107,4 0 1,-2 0-1,-1 0 1,-1 0-108,-6 0 0,0 0 0,-2 0 0,0 0 303,5-1 1,-2 1-1,0-1-303,-2 0 0,0 0 0,0-2 0,3 0 0,0-2 0,-3 1 0,4-2 0,-3 0 0,7-1 0,-2-1 0,-13 2 0,-2 0 1638,2 1 0,0-1-1577,1 0 0,2-1-61,4 0 0,1 0 0,3-1 0,1 0 0,4 1 0,1 0 0,-15 3 0,0 0 0,0 0 0,13 0 0,0 0 0,-3 1 0,0 1 755,-4-1 0,0 1-755,0 1 0,0 0 0,7 0 0,3 0-85,-13 1 0,2 0 0,0 0 85,3 0 0,0 0 0,1 0 0,-1 0 0,0 0 0,-1 0 0,-4 0 0,0 0 0,-2 0 0,12 0 0,-2 0 0,-4 0 0,-1 0 0,-2 0 0,0 0 0,2 0 0,1 0 0,4-1 0,0 0 0,3-1 0,1-1-294,-14 2 0,1-1 0,1 0 294,5 0 0,1-1 0,2 1 0,-9 0 0,2 0 0,0 1 0,0-1 0,1 0 0,1 0 0,0 0 0,-1 0 0,0 0 0,-1 0 0,0 1 0,-1-1 0,8 0 0,-1 1 0,-2 0 0,-5 0 0,-1 0 0,-1 1 428,13 1 1,-3 2-429,-8 0 0,-3 2 0,14 6 0,-17-1 0,-15-4 0,-6-5 922,-5-1-922,-1 0 0,4 0 0,7 0 0,10 2 0,8 2 0,-1 0 0,-5 1 0,-10-3 0,-10 0 0,-6-1 0,-8-1 0,1 0 0,-4 0 0,3 1 0,-4 2 0,-3 1 0,-4 3 0,-1-1 0,2 1 0,3-2 0,6-2 0,4-2 0</inkml:trace>
  <inkml:trace contextRef="#ctx0" brushRef="#br0" timeOffset="75399">7425 16770 24575,'28'0'0,"-1"0"0,5 0 0,15 0 0,5 0-858,-7 0 1,3 0-1,0 0 858,0 0 0,0 0 0,0 0 0,-1 0 0,0 0 0,-1 0 273,-5 0 0,-1 0 1,1 0-274,1 0 0,0 0 0,-2 0 0,1 0 0,-2 0 211,2 0 1,-6 0-212,-13 0 0,-11-1 0,-6-1 0,-3 1 0,-2-1 0</inkml:trace>
  <inkml:trace contextRef="#ctx0" brushRef="#br0" timeOffset="77799">9954 16729 24575,'36'0'0,"-1"0"0,11 0 0,3 0 0,-7 0 0,3 0 0,0 0-741,-6 0 1,0 0-1,1 0 1,0 0 740,-1 0 0,0 0 0,1 0 0,-1 0 0,11 0 0,0 0 0,-1 0-87,-2 0 1,0 0-1,-2 0 87,-2 0 0,-1 0 0,0 0 0,1 0 0,-1 0 0,2 0 0,2 0 0,2 0 0,3 0 0,-11 0 0,4 0 0,0 0 0,0 0 0,-2 0 0,2 0 0,-3 0 0,1 0 0,1 0 0,-2 0 0,3 0 0,-1 0 0,-1 0 0,-3 0 0,3 0 0,-2 0 0,-2 0 0,0 0 0,0 0 0,-1 0 0,0 0 0,0 0 0,0 0 0,1 0 0,0 0 0,2 0 0,0 0 0,3 0 0,0 0 0,-3 0 0,-2 0 0,-1 0 0,0 0 0,8 0 0,0 0 0,-4 0 377,-8 0 1,-3 0-378,-1 0 0,-2 0 0,1 0 0,0 2 0,0-1 0,0 2 731,2 0 1,0 1-732,3-1 0,0 0 502,1 0 0,1-2-502,-1 1 0,1-2 0,-2 0 0,-1 0 0,-1 0 0,-1 0 0,-2 0 0,0 0 0,21 0 0,-2 0 0,1 2 0,-22-1 0,2 1 0,3-1 0,1 1 0,3 0 0,0 0 0,1-1 0,1 0 0,-2 0 0,0 0 0,-3 0 0,0-1 0,-3 1 0,-1 0 0,-2 0 0,1 0 0,12 0 0,-1 0 0,-10 0 0,1 0 0,10-1 0,0 0 0,-12 0 0,-1 0 0,2 0 0,0 0 0,1 0 0,-2 0 0,22 0 0,-10 0 0,-12 0 0,-7 0 0,-2 0 0,-1 0 0,7 0 0,7 0 0,9 0 0,9 0 0,-22 0 0,1 0 0,2 0 0,2 0 0,-1 0 0,0 0 0,-1 0 0,1 0 0,-2 0 0,0 0 0,-1 0 0,-1 0 0,0 0 0,-1 0 0,1 0 0,1 0 0,7 0 0,1 0 0,-10 0 0,0 0 0,7 0 0,-2 0 0,3 0 0,-8 0 0,-10 0 0,-9 0 0,-4 0 0</inkml:trace>
  <inkml:trace contextRef="#ctx0" brushRef="#br0" timeOffset="103732">714 8365 24575,'31'0'0,"13"0"0,-14 0 0,0 0 0,3 0 0,0 0 0,5 0 0,-2 0 0,-9 0 0,-2 0 0,5 0 0,-2 0 0,11 0 0,6 0 0,4 0 0,-22 0 0,1 0 0,2 0 0,1 0 0,0 0 0,1 0 0,1 0 0,0 0 0,-2-1 0,0 2 0,3 1 0,-2 2 0,9 0 0,-5 4 0,-25-5 0,-5-2 0,4 0 0,10-1 0,14-1 0,12-4 0,-19 2 0,0-1 0,7-4 0,0 0 0,14-2 0,-20 3 0,-1 2 0,4 1 0,-2 1 0,3 2 0,2 1 0,6 0 0,8 0 0,-21 0 0,1 0 0,3 0 0,1 0 0,1 0 0,0 0 0,2 0 0,-1 0 0,-3 0 0,-1 0 0,18 0 0,-12 0 0,-15 0 0,-9 1 0,-7 0 0,-3 1 0,-2-1 0</inkml:trace>
  <inkml:trace contextRef="#ctx0" brushRef="#br0" timeOffset="106681">1976 16574 24575,'12'0'0,"13"0"0,1 0 0,3 0 0,11 0 0,4 0 0,-10 0 0,1 0 0,1 0-285,2 0 1,1 0 0,0 0 284,0 0 0,0 0 0,0 0 0,0 0 0,1 0 0,0 0 0,0 0 0,0 0 0,0 0 0,-2 0 0,-1 0 0,2 0 0,5 2 0,1 1 0,-3-1 0,3 2 0,-1 0 105,5 0 0,-2 1-105,-20 0 0,-3-2 0,26 1 0,-1-2 0,-24-1 0,1 0 0,2-1 0,-2 0 643,8 0-643,-5 0 0,-20 0 0,-4 0 0,2 0 0,10 0 0,17 0 0,-8 0 0,3 0 0,4 0 0,1 0 0,0-1 0,-1 0 0,-5-1 0,-3 0 0,10-1 0,-14-1 0,-9 3 0,-6 1 0,3 0 0,0 0 0,7 2 0,-5 0 0,-1 1 0,-9-2 0,-4 0 0,1-1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16645-A47E-C944-9552-3D8AE4E849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19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16645-A47E-C944-9552-3D8AE4E8498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5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CB0B-4803-44BC-000B-BAB5ABBDE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C373-5F3F-7832-0AE2-DDDB2F418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CMPT 125-D100</a:t>
            </a:r>
            <a:br>
              <a:rPr lang="en-US"/>
            </a:br>
            <a:r>
              <a:rPr lang="en-US"/>
              <a:t>Spring 2026</a:t>
            </a:r>
          </a:p>
          <a:p>
            <a:r>
              <a:rPr lang="en-US"/>
              <a:t>SFU Burnaby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4CA26-60A0-F5E3-EA9F-04376B69C722}"/>
              </a:ext>
            </a:extLst>
          </p:cNvPr>
          <p:cNvSpPr txBox="1"/>
          <p:nvPr/>
        </p:nvSpPr>
        <p:spPr>
          <a:xfrm>
            <a:off x="8865252" y="1577499"/>
            <a:ext cx="2888976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Finish basic C++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 function calls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Testing code</a:t>
            </a:r>
          </a:p>
        </p:txBody>
      </p:sp>
    </p:spTree>
    <p:extLst>
      <p:ext uri="{BB962C8B-B14F-4D97-AF65-F5344CB8AC3E}">
        <p14:creationId xmlns:p14="http://schemas.microsoft.com/office/powerpoint/2010/main" val="235452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9CF4-1571-35AB-FBA0-D3D18545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99E3-DD9C-D634-9E4D-57D8FF73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BD36B5-B8A0-963B-4085-E431F3E372F2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D94A75FD-9D5C-6659-BBBC-CC22DF5991F9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EB101C-DA25-1504-0AC0-8E56FC500749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err="1"/>
                <a:t>hello_world.cpp</a:t>
              </a:r>
              <a:endParaRPr lang="en-US" sz="120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7C87165B-0FF0-A7A8-1DC5-BE392DA55B99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F7873-7CF4-232A-F504-FA0785E8FA56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C++</a:t>
            </a:r>
            <a:br>
              <a:rPr lang="en-US"/>
            </a:br>
            <a:r>
              <a:rPr lang="en-US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7265D9-ACF4-3537-C062-47173942942F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580F72-ABD7-174D-24AF-B3A8F13AFDBA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7B3E4292-20F4-F4BB-E9DD-F951A48DF319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679332-B5BC-7CB2-13BA-BEB721617430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/>
                <a:t>./</a:t>
              </a:r>
              <a:r>
                <a:rPr lang="en-US" sz="1200" err="1"/>
                <a:t>hello_world</a:t>
              </a:r>
              <a:endParaRPr lang="en-US" sz="120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2004E9-B219-8A84-5F14-6C7648A88F12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69ED06F8-9775-BE99-9983-1480F0983C45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81F8F1-7274-4A95-1CF0-BAEFB12FB02D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Text</a:t>
            </a:r>
            <a:br>
              <a:rPr lang="en-US"/>
            </a:br>
            <a:r>
              <a:rPr lang="en-US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318E15-49CA-AA49-9CA2-821ADFA49218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1EB327-DCF3-46E2-B906-8C74F86817BF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Compiler</a:t>
            </a:r>
            <a:br>
              <a:rPr lang="en-US"/>
            </a:br>
            <a:r>
              <a:rPr lang="en-US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695471-A570-5CAD-E251-F218EC911C80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264B074-1501-F9A0-443F-60268002C0D7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B04031-5CCD-61D1-645E-36727D0E1A05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476D1-DA30-45B5-2A4C-6B880E957C16}"/>
              </a:ext>
            </a:extLst>
          </p:cNvPr>
          <p:cNvSpPr txBox="1"/>
          <p:nvPr/>
        </p:nvSpPr>
        <p:spPr>
          <a:xfrm>
            <a:off x="5104019" y="2073270"/>
            <a:ext cx="691826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make </a:t>
            </a:r>
            <a:r>
              <a:rPr lang="en-US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-std=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17 –Wall ...</a:t>
            </a: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FB3C-3AA8-6819-7E7C-2B81C99F68DF}"/>
              </a:ext>
            </a:extLst>
          </p:cNvPr>
          <p:cNvSpPr txBox="1"/>
          <p:nvPr/>
        </p:nvSpPr>
        <p:spPr>
          <a:xfrm>
            <a:off x="6600497" y="296360"/>
            <a:ext cx="32169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Reminder</a:t>
            </a:r>
            <a:r>
              <a:rPr lang="en-US"/>
              <a:t>: In this course you should compile programs from the command-line. </a:t>
            </a:r>
          </a:p>
          <a:p>
            <a:pPr algn="ctr"/>
            <a:r>
              <a:rPr lang="en-US"/>
              <a:t>Use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make</a:t>
            </a:r>
            <a:r>
              <a:rPr lang="en-US"/>
              <a:t> to avoid typing.</a:t>
            </a:r>
          </a:p>
        </p:txBody>
      </p:sp>
    </p:spTree>
    <p:extLst>
      <p:ext uri="{BB962C8B-B14F-4D97-AF65-F5344CB8AC3E}">
        <p14:creationId xmlns:p14="http://schemas.microsoft.com/office/powerpoint/2010/main" val="406194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D098-3B50-6CBC-2F93-EAF51E9D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4A1E8-3E56-59E2-A064-DD2A84B0E781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3C74A-40BE-58E3-6D5E-E5BB47763BB8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005AF3-F5E9-F95C-F95A-FADE3135C00B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0E3FBC-5AAB-D4C4-E68C-411870FF439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5D91B1-8D2B-C1E2-0437-BE0EF7188FAA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224E76-6E23-F544-CE96-A97CAA5BAC74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B61F48-D147-AC81-C221-A201094F714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D0C22-3B2A-9749-208B-B71F340C2E0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110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B288-2582-1BB6-B116-CEE8129AE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E441-1D37-A1EE-19BC-99004977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DDA28-6426-7FDF-715A-D8A3C99C8DCE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D9A8A-C7C5-10F5-E638-0F2DF26F20A6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C501FB-5484-7116-953A-6A195A861197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9269DE-76D2-2780-7112-5D70497AA8C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A0FDE3-601C-72A3-5FFD-5BD6DEE1771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845333-D117-2124-F243-CD9C778B8B6D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C2B15D0-0AB2-9BE1-D41B-68FC31EF714B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EA75FC-93A9-0499-812D-0FFBB78B35B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D1D6060-01E6-6A3A-72B2-CAA5EBA177E2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44D47F-894B-7F47-27DF-297709CCA4FC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3B9F4D-EC11-905B-C048-588DB5FFE22B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4BFB46-C3BB-816B-9303-24EAFD00AEDF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F2AD7-CAE2-65D2-9FB7-388B88BA1240}"/>
              </a:ext>
            </a:extLst>
          </p:cNvPr>
          <p:cNvSpPr txBox="1"/>
          <p:nvPr/>
        </p:nvSpPr>
        <p:spPr>
          <a:xfrm>
            <a:off x="6539412" y="3987985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swap(x, y)</a:t>
            </a:r>
            <a:r>
              <a:rPr lang="en-US"/>
              <a:t> is called,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/>
              <a:t> become new names for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 (no copy is made).</a:t>
            </a:r>
          </a:p>
        </p:txBody>
      </p:sp>
    </p:spTree>
    <p:extLst>
      <p:ext uri="{BB962C8B-B14F-4D97-AF65-F5344CB8AC3E}">
        <p14:creationId xmlns:p14="http://schemas.microsoft.com/office/powerpoint/2010/main" val="1403931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5EC0-0E5B-A462-3845-D17A2431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965A-7DEA-D438-0C06-80486AE7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B3F2B-8E37-43AC-6120-2FB5CFA4DB88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DBDED-75F8-172C-17AD-57A127412384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3E25A3B-1BD6-10D0-4DE3-4D2BC4DB0C62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F75514-941D-20D0-9D62-244E13F6DA1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DE0078A-26FD-3188-8475-D48DCDA81D9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DFC966-48E9-6F1C-44DB-EF3CCD85AFCE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ED377B-23BA-10FA-6F5B-1262F4A9955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6239CF5-030E-708F-0393-785ECB2102C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2C31562-F42D-4B46-518A-648BE5E1F772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8F7D11-F9D8-F5E2-F3FE-3AC4A2A854B0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930F59-DBCC-D6F9-E18F-9579748A3834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10E18-E08F-F479-886F-991CE1F18665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349EF-4B71-94F7-B407-BB7C89BF1CEA}"/>
              </a:ext>
            </a:extLst>
          </p:cNvPr>
          <p:cNvSpPr txBox="1"/>
          <p:nvPr/>
        </p:nvSpPr>
        <p:spPr>
          <a:xfrm>
            <a:off x="6539412" y="3987985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Changes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/>
              <a:t> are also changes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FF969E-45B8-4670-26E0-5FAAE687A60D}"/>
                  </a:ext>
                </a:extLst>
              </p14:cNvPr>
              <p14:cNvContentPartPr/>
              <p14:nvPr/>
            </p14:nvContentPartPr>
            <p14:xfrm>
              <a:off x="310680" y="5226120"/>
              <a:ext cx="325080" cy="661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FF969E-45B8-4670-26E0-5FAAE687A6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5216760"/>
                <a:ext cx="343800" cy="6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765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DF09-10D0-187B-D146-98301F64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B534-F2E0-ABDC-D336-ABC73F8E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F4382-ACD6-B078-423A-890DA035BCE3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6BA43-41C7-109A-1006-FBDB8B107CA6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31EE3B-0B59-E3DD-D3D4-710357DBFBF3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EE6D39-FE48-BD62-5E6B-68372F46AE8D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9A55BA-2634-E431-0DA4-BA85B1C1ABE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4C335D-11F0-0F9B-70C2-AD88E518F4D0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F294F4-65F0-206A-6E4D-F0CE373AC17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DBB6C8-CACD-CE1A-A3FB-552E37188A6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CF9A5A-77D0-49D8-8EE3-118D0F703FB6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5F867-8262-2D95-A45A-56C9A86B2F8B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09692F-FA55-F94E-CC92-5CEE7BC7533B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596087-7906-6178-6E23-320525A89DA9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E7E6-8838-C851-19C9-3DCA22EFA9F8}"/>
              </a:ext>
            </a:extLst>
          </p:cNvPr>
          <p:cNvSpPr txBox="1"/>
          <p:nvPr/>
        </p:nvSpPr>
        <p:spPr>
          <a:xfrm>
            <a:off x="6539412" y="3987985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Changes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/>
              <a:t> are also changes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69B6A8-2A0E-79E8-203F-7938735B51CD}"/>
                  </a:ext>
                </a:extLst>
              </p14:cNvPr>
              <p14:cNvContentPartPr/>
              <p14:nvPr/>
            </p14:nvContentPartPr>
            <p14:xfrm>
              <a:off x="310680" y="5226120"/>
              <a:ext cx="325080" cy="661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69B6A8-2A0E-79E8-203F-7938735B51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5216760"/>
                <a:ext cx="343800" cy="6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596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9E89-CFE3-9886-E5FE-1E7E03FB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E396-9962-DFBE-12F8-9EDFB5FB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ED0696-9023-E154-1F24-0029ED49B893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89D19-E433-A800-FD3A-D354657FD503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AF4123-7634-AF65-F50C-C37188378333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B39401-2B0F-A057-5261-93829CE0AE62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7AD70-1585-4862-4645-606819B4DCD4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CF7BFC-B3A8-B476-788A-38176A4241B3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61493-6A4B-A8FA-8375-35C2871AFC51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D8868B-DE7C-075D-1BD7-BC83B8CA51B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2EFE09B-CC3F-2439-49AA-1299763249CA}"/>
              </a:ext>
            </a:extLst>
          </p:cNvPr>
          <p:cNvSpPr txBox="1"/>
          <p:nvPr/>
        </p:nvSpPr>
        <p:spPr>
          <a:xfrm>
            <a:off x="10037232" y="1745527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2483F-ED9D-2310-6AD1-7FA588C15490}"/>
              </a:ext>
            </a:extLst>
          </p:cNvPr>
          <p:cNvSpPr txBox="1"/>
          <p:nvPr/>
        </p:nvSpPr>
        <p:spPr>
          <a:xfrm>
            <a:off x="11193408" y="1745526"/>
            <a:ext cx="48767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B274CD-5373-3649-4384-1324FBEEC75B}"/>
              </a:ext>
            </a:extLst>
          </p:cNvPr>
          <p:cNvSpPr txBox="1"/>
          <p:nvPr/>
        </p:nvSpPr>
        <p:spPr>
          <a:xfrm>
            <a:off x="10281071" y="3341654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35479-018B-F007-01A1-55F7143C6D2F}"/>
              </a:ext>
            </a:extLst>
          </p:cNvPr>
          <p:cNvSpPr txBox="1"/>
          <p:nvPr/>
        </p:nvSpPr>
        <p:spPr>
          <a:xfrm>
            <a:off x="10281071" y="2695322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D71C6-2B36-4514-4BA2-FE872DBCE485}"/>
              </a:ext>
            </a:extLst>
          </p:cNvPr>
          <p:cNvSpPr txBox="1"/>
          <p:nvPr/>
        </p:nvSpPr>
        <p:spPr>
          <a:xfrm>
            <a:off x="6539412" y="3987985"/>
            <a:ext cx="309382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en-US"/>
              <a:t> returns, its local variables and values are all de-allocated.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6C087D-818C-5CAE-59C6-13BAAC1374C3}"/>
              </a:ext>
            </a:extLst>
          </p:cNvPr>
          <p:cNvGrpSpPr/>
          <p:nvPr/>
        </p:nvGrpSpPr>
        <p:grpSpPr>
          <a:xfrm>
            <a:off x="10248390" y="2847657"/>
            <a:ext cx="1486285" cy="1443791"/>
            <a:chOff x="8872151" y="4895139"/>
            <a:chExt cx="2007616" cy="92773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B774383-E2ED-1B76-B70B-4EB595B6D396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8F9B126-088C-6326-5D2A-036FEA448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23F134-F25C-4503-47D4-35E9826C23B7}"/>
              </a:ext>
            </a:extLst>
          </p:cNvPr>
          <p:cNvGrpSpPr/>
          <p:nvPr/>
        </p:nvGrpSpPr>
        <p:grpSpPr>
          <a:xfrm>
            <a:off x="9973862" y="1881393"/>
            <a:ext cx="598696" cy="452846"/>
            <a:chOff x="8872151" y="4895139"/>
            <a:chExt cx="2007616" cy="927738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4A56D40-0696-1E1D-4D99-8959CFBE24DB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E790C82-0EBC-5265-A5B3-694D67A3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79A567-DE0D-5190-0A7F-02C2279048CF}"/>
              </a:ext>
            </a:extLst>
          </p:cNvPr>
          <p:cNvGrpSpPr/>
          <p:nvPr/>
        </p:nvGrpSpPr>
        <p:grpSpPr>
          <a:xfrm>
            <a:off x="11212523" y="1850979"/>
            <a:ext cx="598696" cy="452846"/>
            <a:chOff x="8872151" y="4895139"/>
            <a:chExt cx="2007616" cy="92773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DA906C-3AA3-7781-F511-64482484CD72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F246CF3-EEDA-FE07-4698-7547E60F4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1D20C66-5E59-C4F0-7E53-3AED7354EE8D}"/>
                  </a:ext>
                </a:extLst>
              </p14:cNvPr>
              <p14:cNvContentPartPr/>
              <p14:nvPr/>
            </p14:nvContentPartPr>
            <p14:xfrm>
              <a:off x="196560" y="2419200"/>
              <a:ext cx="11735280" cy="36900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1D20C66-5E59-C4F0-7E53-3AED7354EE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200" y="2409840"/>
                <a:ext cx="11754000" cy="37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226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B0E6-903C-36A8-1644-98316B49B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0F2F-881E-69C6-DA0C-9468BB3E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BA3BD-645D-B003-8FAE-126704588C06}"/>
              </a:ext>
            </a:extLst>
          </p:cNvPr>
          <p:cNvSpPr txBox="1"/>
          <p:nvPr/>
        </p:nvSpPr>
        <p:spPr>
          <a:xfrm>
            <a:off x="274815" y="1939636"/>
            <a:ext cx="47436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swap(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int&amp;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D965A-49E5-874F-7A67-D7CE7C36613C}"/>
              </a:ext>
            </a:extLst>
          </p:cNvPr>
          <p:cNvSpPr txBox="1"/>
          <p:nvPr/>
        </p:nvSpPr>
        <p:spPr>
          <a:xfrm>
            <a:off x="6662552" y="662781"/>
            <a:ext cx="29706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swap(x,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9E9CA-98A7-D75E-3F7C-625988903A87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7BFEC8-7D67-C150-01FE-75C43FA2E902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6CF5AA-3341-B180-4A11-9D55266F9F1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A534F4-B0AC-6129-39EE-A35CC9B0D972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6529D4-425A-D370-981F-AEEC0011033C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B41CAB-E247-9470-280F-4605227BD9D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0FB431-ED62-50BB-6A24-011722DE9604}"/>
              </a:ext>
            </a:extLst>
          </p:cNvPr>
          <p:cNvSpPr txBox="1"/>
          <p:nvPr/>
        </p:nvSpPr>
        <p:spPr>
          <a:xfrm>
            <a:off x="9814561" y="2072099"/>
            <a:ext cx="218740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values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 have been correctly swapped.</a:t>
            </a:r>
          </a:p>
        </p:txBody>
      </p:sp>
    </p:spTree>
    <p:extLst>
      <p:ext uri="{BB962C8B-B14F-4D97-AF65-F5344CB8AC3E}">
        <p14:creationId xmlns:p14="http://schemas.microsoft.com/office/powerpoint/2010/main" val="298610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055C-37A3-B70D-4BDC-9FFAFEBA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77C4-ADF1-B0B9-24B2-0C8DA5C7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E068C5-3109-9AE2-4471-9F040E5FC8F8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37CEF-A10C-7186-243B-6830852F3CF3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406226-13C8-C20B-8ADF-2CE3B355FD7F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65EC93-AD05-6075-F426-F0A53C0D32A9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C50A0A-9C53-689D-C5F8-5A27B1BFBE0D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FE0861-1062-49BE-4D42-7A677B6D262C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5B6ED5-3947-7C37-2657-DD18481985BA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F1FE0C-49EE-0B81-97B6-8CE9D19826A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37C506-1A00-D05F-9621-F43A8D038924}"/>
                  </a:ext>
                </a:extLst>
              </p14:cNvPr>
              <p14:cNvContentPartPr/>
              <p14:nvPr/>
            </p14:nvContentPartPr>
            <p14:xfrm>
              <a:off x="2705040" y="851040"/>
              <a:ext cx="9049320" cy="2394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37C506-1A00-D05F-9621-F43A8D0389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5680" y="841680"/>
                <a:ext cx="9068040" cy="241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273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DBFB-964D-2520-E3A3-AE153575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8BCF-404A-6499-E4D8-71859DB8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F2388-C84A-6019-336A-22455773DC18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CF5D1-46F3-7CFA-2183-BE485690EBBC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985F6A-AD5C-A76A-FE37-9DBFD232EDD5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B322D8-16F2-3201-5EAB-6EF3C0C490D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B0A210-652D-0711-19D9-81ACDA3C455C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2E495E-14BA-0B41-9228-D1B644F029EF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99019E-38A8-7FAC-C65B-CFB85BD971E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FE850F-4CE4-8B8A-A7FD-AE377A5BC6C8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B0D7BD7-CEE5-D963-AD5C-7459A5200229}"/>
              </a:ext>
            </a:extLst>
          </p:cNvPr>
          <p:cNvSpPr txBox="1"/>
          <p:nvPr/>
        </p:nvSpPr>
        <p:spPr>
          <a:xfrm>
            <a:off x="5886270" y="3674476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bad(x, y)</a:t>
            </a:r>
            <a:r>
              <a:rPr lang="en-US"/>
              <a:t> is called, </a:t>
            </a:r>
            <a:br>
              <a:rPr lang="en-US"/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 are copied into new local variables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5B45C5-A62B-5055-05DE-C3F73962F938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19EB24-E807-7D8F-8B5F-FE73D62217E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0FB921-75C4-4557-2C7A-5CDEA2B3BB38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6242DE-F799-185D-642C-C9A58DD377A3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7A8739-20BD-37FE-7A61-AED3276C754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DA1BC0-598C-AA49-3EFA-81B3DF26BDC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32244E2-17CA-B084-6967-630455AC311D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315694-DCFF-F1F2-5766-325A8E132668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4DCCEC4-36B7-EE28-9C01-000852507C5C}"/>
                  </a:ext>
                </a:extLst>
              </p14:cNvPr>
              <p14:cNvContentPartPr/>
              <p14:nvPr/>
            </p14:nvContentPartPr>
            <p14:xfrm>
              <a:off x="1091520" y="1682640"/>
              <a:ext cx="10440360" cy="4013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4DCCEC4-36B7-EE28-9C01-000852507C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2160" y="1673280"/>
                <a:ext cx="10459080" cy="403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669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C3B5-53EE-605B-CEE0-887F8BB21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CF5F-49B0-B413-680E-0074E8CA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A2E22-5F9C-D2CF-8407-C780B1210D2B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308616-4982-E53A-D44E-E02A2B0F097A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F06E4B6-9FCB-322C-A1BB-FE65AC9116F5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AD1CB5-3F82-6502-30EF-AA3C920060AE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98FE789-1FF0-65C7-CF44-0DA369EFBE1E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A715A2-0DB1-9914-571C-D846874500B4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50F6AC-74B4-20A2-1CB7-814ABCCA135A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234829-B1EB-3500-A60B-61DB916E7804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0783059-6552-98B2-FBC8-6060D95706E2}"/>
              </a:ext>
            </a:extLst>
          </p:cNvPr>
          <p:cNvSpPr txBox="1"/>
          <p:nvPr/>
        </p:nvSpPr>
        <p:spPr>
          <a:xfrm>
            <a:off x="5886270" y="3674476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Changes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/>
              <a:t> </a:t>
            </a:r>
            <a:r>
              <a:rPr lang="en-US" b="1"/>
              <a:t>do not </a:t>
            </a:r>
            <a:r>
              <a:rPr lang="en-US"/>
              <a:t>change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680187-B4FE-9344-7941-86A47B442B98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C3A3CC-A98A-9D42-EABB-00DDE63CE380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F78161-E9CB-D7FD-7163-A61BFF605B9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D83C40-D9C3-BF48-32FC-30558EA15E49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EE427F-0317-6082-A74F-785FAD384F0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5497C13-F42B-1DA4-56A5-BCBBE4D1857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A737034-92C1-6C3D-3528-2F5DDF666A4C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065A2-116F-AAAF-EEF2-C400C6DBA32B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0AC2B91-0439-A482-E101-3843EFACA294}"/>
                  </a:ext>
                </a:extLst>
              </p14:cNvPr>
              <p14:cNvContentPartPr/>
              <p14:nvPr/>
            </p14:nvContentPartPr>
            <p14:xfrm>
              <a:off x="1035000" y="4089240"/>
              <a:ext cx="9252360" cy="724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0AC2B91-0439-A482-E101-3843EFACA2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640" y="4079880"/>
                <a:ext cx="9271080" cy="74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745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DB85-4F68-0973-D816-8B394D7E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973F-9E4C-72DF-A4E7-698BD368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0EB61-B7A3-43B8-9174-8EE4C7358C6D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FEEBE-D105-417B-4C5D-02CAF3E44658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920E98-F508-27C5-A2B7-2CFF0DA14C79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544BB5-A55A-9C5A-2771-D8F071B1164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D272D1-03FF-C9FB-6AA0-D9A025C898A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367112-AC90-D8CF-D0BF-D752A64E48CE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4870F-3C78-B968-CEB4-FB625DEE94F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BB3B59-CB32-738D-8CFD-87CE762FDB9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786B9B-85EE-34A1-04D3-D9C859A32B6D}"/>
              </a:ext>
            </a:extLst>
          </p:cNvPr>
          <p:cNvSpPr txBox="1"/>
          <p:nvPr/>
        </p:nvSpPr>
        <p:spPr>
          <a:xfrm>
            <a:off x="5886270" y="3674476"/>
            <a:ext cx="32169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Changes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/>
              <a:t> </a:t>
            </a:r>
            <a:r>
              <a:rPr lang="en-US" b="1"/>
              <a:t>do not </a:t>
            </a:r>
            <a:r>
              <a:rPr lang="en-US"/>
              <a:t>change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2EB21E-E0B1-F94A-B7DF-4B02F3E9B0FC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380D4F4-0E6D-1CF5-9D83-D60B139796D1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C2A9DD-AC0E-1346-6DDD-FA78F44F1677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835EED-61EB-3284-0E71-89A927B89C55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68DCA8-BFA9-DEF3-468C-08D9CA8BD54D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8E009E-6408-1001-5A5A-B26483691D1D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99A7F5C-370B-F946-F51B-CFCDA7B152F7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F1648D-F435-2015-E6F2-01EA2026BE4C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61EEFB-BC53-99F6-F72E-4F743347CFAC}"/>
                  </a:ext>
                </a:extLst>
              </p14:cNvPr>
              <p14:cNvContentPartPr/>
              <p14:nvPr/>
            </p14:nvContentPartPr>
            <p14:xfrm>
              <a:off x="1098720" y="1980720"/>
              <a:ext cx="10757160" cy="3778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61EEFB-BC53-99F6-F72E-4F743347CF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360" y="1971360"/>
                <a:ext cx="10775880" cy="379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151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4C28-3E67-DDFA-4276-3CAD160E1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BD3A-1658-E389-D45F-90436CAB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97C7B-FC47-02F0-8413-842E1B4B7C93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184B9-5F9D-0CD5-4921-00BB10440FEC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5BD56-1CBF-F8D0-6E20-38858C838624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75DE56-D229-3FBD-3205-7514CC0BD5C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369FC3-FA53-E097-3263-72B87FC6E4BB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D14706-96AA-3381-E605-A9010030BF8B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BEC80D-F2AD-EF7A-F5BD-8FD82DF0B8A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F32CF4-44D2-7CC0-CDB8-E01334E132B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83A25C-F3EE-1508-DC0D-4D30BE1047CC}"/>
              </a:ext>
            </a:extLst>
          </p:cNvPr>
          <p:cNvSpPr txBox="1"/>
          <p:nvPr/>
        </p:nvSpPr>
        <p:spPr>
          <a:xfrm>
            <a:off x="5886270" y="3674476"/>
            <a:ext cx="32169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bad returns, it’s local variables and values are automatically de-allocated.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E1EC12-847E-6495-6061-0A723B21E32D}"/>
              </a:ext>
            </a:extLst>
          </p:cNvPr>
          <p:cNvGrpSpPr/>
          <p:nvPr/>
        </p:nvGrpSpPr>
        <p:grpSpPr>
          <a:xfrm>
            <a:off x="9954500" y="2915194"/>
            <a:ext cx="487678" cy="1292662"/>
            <a:chOff x="8902635" y="869491"/>
            <a:chExt cx="487678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17DBD0-0CF2-0827-B3FF-5A8434BB9400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174B22-54AA-BFD7-A1B7-965424BB6EBB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33F003-D585-7EB8-DEB8-F1960316CF4A}"/>
              </a:ext>
            </a:extLst>
          </p:cNvPr>
          <p:cNvGrpSpPr/>
          <p:nvPr/>
        </p:nvGrpSpPr>
        <p:grpSpPr>
          <a:xfrm>
            <a:off x="11110676" y="2915194"/>
            <a:ext cx="487678" cy="1292662"/>
            <a:chOff x="8902635" y="869491"/>
            <a:chExt cx="487678" cy="129266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D91249-A736-27B9-3EFD-ED090D57062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B03001-E1CC-899A-2F89-DD77AC1D8435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5728A74-0177-9576-8E6F-BD4E03D00AB7}"/>
              </a:ext>
            </a:extLst>
          </p:cNvPr>
          <p:cNvSpPr txBox="1"/>
          <p:nvPr/>
        </p:nvSpPr>
        <p:spPr>
          <a:xfrm>
            <a:off x="10254945" y="5177353"/>
            <a:ext cx="123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88E9BD-9891-186A-B171-ACB19C1F848A}"/>
              </a:ext>
            </a:extLst>
          </p:cNvPr>
          <p:cNvSpPr txBox="1"/>
          <p:nvPr/>
        </p:nvSpPr>
        <p:spPr>
          <a:xfrm>
            <a:off x="10254945" y="4531021"/>
            <a:ext cx="12308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temp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8544D4-C665-0824-86EF-A9D635D82279}"/>
              </a:ext>
            </a:extLst>
          </p:cNvPr>
          <p:cNvGrpSpPr/>
          <p:nvPr/>
        </p:nvGrpSpPr>
        <p:grpSpPr>
          <a:xfrm>
            <a:off x="9771732" y="3296475"/>
            <a:ext cx="821412" cy="797009"/>
            <a:chOff x="8872151" y="4895139"/>
            <a:chExt cx="2007616" cy="92773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E93325A-A922-03A4-A3FE-D8C76ED413AD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124243F-5A47-5D58-F8C5-62A35F59BB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DBBE76-23B0-3D70-242E-C263663B3633}"/>
              </a:ext>
            </a:extLst>
          </p:cNvPr>
          <p:cNvGrpSpPr/>
          <p:nvPr/>
        </p:nvGrpSpPr>
        <p:grpSpPr>
          <a:xfrm>
            <a:off x="10943809" y="3324603"/>
            <a:ext cx="821412" cy="797009"/>
            <a:chOff x="8872151" y="4895139"/>
            <a:chExt cx="2007616" cy="92773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D26D8A-C70E-613B-048E-E2CEB0C8C7A9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1E50DAD-4E97-7327-9A9C-50A3F98D25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7EE73F-561C-C747-7B25-7F4013F0E9E0}"/>
              </a:ext>
            </a:extLst>
          </p:cNvPr>
          <p:cNvGrpSpPr/>
          <p:nvPr/>
        </p:nvGrpSpPr>
        <p:grpSpPr>
          <a:xfrm>
            <a:off x="10442178" y="4713968"/>
            <a:ext cx="821412" cy="797009"/>
            <a:chOff x="8872151" y="4895139"/>
            <a:chExt cx="2007616" cy="92773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E67D1F0-AD98-3447-45BA-D2244F1C27F5}"/>
                </a:ext>
              </a:extLst>
            </p:cNvPr>
            <p:cNvCxnSpPr>
              <a:cxnSpLocks/>
            </p:cNvCxnSpPr>
            <p:nvPr/>
          </p:nvCxnSpPr>
          <p:spPr>
            <a:xfrm>
              <a:off x="8872151" y="4895139"/>
              <a:ext cx="1841157" cy="83839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0BC2810-EF5B-06EF-3B58-1449EA741B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5029" y="4895139"/>
              <a:ext cx="1684738" cy="92773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658C420-6F86-6C7F-7403-B3AF55DEEEE3}"/>
                  </a:ext>
                </a:extLst>
              </p14:cNvPr>
              <p14:cNvContentPartPr/>
              <p14:nvPr/>
            </p14:nvContentPartPr>
            <p14:xfrm>
              <a:off x="221760" y="5346360"/>
              <a:ext cx="662040" cy="889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658C420-6F86-6C7F-7403-B3AF55DEEE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2400" y="5337000"/>
                <a:ext cx="680760" cy="90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9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561F-11FC-D2AE-148E-50D907D5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AA88-5C0C-D31B-889F-B744838D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561114" cy="1325563"/>
          </a:xfrm>
        </p:spPr>
        <p:txBody>
          <a:bodyPr/>
          <a:lstStyle/>
          <a:p>
            <a:r>
              <a:rPr lang="en-US"/>
              <a:t>Pass by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2B27E-5E08-482B-7D92-219450CB0B2F}"/>
              </a:ext>
            </a:extLst>
          </p:cNvPr>
          <p:cNvSpPr txBox="1"/>
          <p:nvPr/>
        </p:nvSpPr>
        <p:spPr>
          <a:xfrm>
            <a:off x="274815" y="1939636"/>
            <a:ext cx="42370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void bad(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b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int temp = a;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a = b;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  b = temp;</a:t>
            </a: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7E84E-F45A-135E-85C1-926AF578E1D8}"/>
              </a:ext>
            </a:extLst>
          </p:cNvPr>
          <p:cNvSpPr txBox="1"/>
          <p:nvPr/>
        </p:nvSpPr>
        <p:spPr>
          <a:xfrm>
            <a:off x="6662552" y="662781"/>
            <a:ext cx="27174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x = 2;</a:t>
            </a:r>
            <a:b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y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bad(x, y);</a:t>
            </a:r>
          </a:p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63516A-636D-D96C-8AE8-360E9E39E409}"/>
              </a:ext>
            </a:extLst>
          </p:cNvPr>
          <p:cNvGrpSpPr/>
          <p:nvPr/>
        </p:nvGrpSpPr>
        <p:grpSpPr>
          <a:xfrm>
            <a:off x="10037232" y="452865"/>
            <a:ext cx="487678" cy="1292662"/>
            <a:chOff x="8902635" y="869491"/>
            <a:chExt cx="487678" cy="129266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2C2F3E8-BFA2-4C0C-B468-710962D6A06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1AA3B6-9655-636F-D181-DA73F8F94271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DCE543-BCA2-D50A-E1FC-0C91EF5E08F2}"/>
              </a:ext>
            </a:extLst>
          </p:cNvPr>
          <p:cNvGrpSpPr/>
          <p:nvPr/>
        </p:nvGrpSpPr>
        <p:grpSpPr>
          <a:xfrm>
            <a:off x="11193408" y="452865"/>
            <a:ext cx="487678" cy="1292662"/>
            <a:chOff x="8902635" y="869491"/>
            <a:chExt cx="487678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04B796-C01A-9392-0209-37390D7C23B1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7B403A-075B-CBB5-BC95-048CDCAC054A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y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781DCC-BF0F-7C1F-20DA-31339FEACF05}"/>
              </a:ext>
            </a:extLst>
          </p:cNvPr>
          <p:cNvSpPr txBox="1"/>
          <p:nvPr/>
        </p:nvSpPr>
        <p:spPr>
          <a:xfrm>
            <a:off x="9282612" y="2228671"/>
            <a:ext cx="290938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/>
              <a:t> are not swapped: </a:t>
            </a:r>
            <a:br>
              <a:rPr lang="en-US"/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bad(x, y)</a:t>
            </a:r>
            <a:r>
              <a:rPr lang="en-US"/>
              <a:t> only swapped local copies (and then threw them away!)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1D959CF-DDDD-8FC6-36CE-9BB33DE8227B}"/>
                  </a:ext>
                </a:extLst>
              </p14:cNvPr>
              <p14:cNvContentPartPr/>
              <p14:nvPr/>
            </p14:nvContentPartPr>
            <p14:xfrm>
              <a:off x="438120" y="2603160"/>
              <a:ext cx="933840" cy="2718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1D959CF-DDDD-8FC6-36CE-9BB33DE822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8760" y="2593800"/>
                <a:ext cx="952560" cy="27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853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0530-5C0B-C90C-9D52-5327869B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AAAEF-3EE7-79CE-4370-D61CDA6930A7}"/>
              </a:ext>
            </a:extLst>
          </p:cNvPr>
          <p:cNvSpPr txBox="1"/>
          <p:nvPr/>
        </p:nvSpPr>
        <p:spPr>
          <a:xfrm>
            <a:off x="2303130" y="2844862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7A4A3-20A6-C8D1-902C-EFBF77266465}"/>
              </a:ext>
            </a:extLst>
          </p:cNvPr>
          <p:cNvSpPr txBox="1"/>
          <p:nvPr/>
        </p:nvSpPr>
        <p:spPr>
          <a:xfrm>
            <a:off x="210087" y="2198531"/>
            <a:ext cx="163949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This defines the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5819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A961-1EF8-46BF-5759-7E401FF9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70E0-E147-9531-1786-DF9B7FE2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EFD8F-D061-A531-F8EF-B83BC7468C4F}"/>
              </a:ext>
            </a:extLst>
          </p:cNvPr>
          <p:cNvSpPr txBox="1"/>
          <p:nvPr/>
        </p:nvSpPr>
        <p:spPr>
          <a:xfrm>
            <a:off x="2303130" y="2844862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88897-5837-6F2D-C78E-58BF3153B82F}"/>
              </a:ext>
            </a:extLst>
          </p:cNvPr>
          <p:cNvSpPr txBox="1"/>
          <p:nvPr/>
        </p:nvSpPr>
        <p:spPr>
          <a:xfrm>
            <a:off x="210087" y="2198531"/>
            <a:ext cx="163949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This defines the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84F66-CBFE-A346-B6F5-9E063DC11A1A}"/>
              </a:ext>
            </a:extLst>
          </p:cNvPr>
          <p:cNvSpPr/>
          <p:nvPr/>
        </p:nvSpPr>
        <p:spPr>
          <a:xfrm>
            <a:off x="2303130" y="2844862"/>
            <a:ext cx="3603400" cy="65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AE0C8-031E-981F-FB86-ED182F715E2A}"/>
              </a:ext>
            </a:extLst>
          </p:cNvPr>
          <p:cNvSpPr txBox="1"/>
          <p:nvPr/>
        </p:nvSpPr>
        <p:spPr>
          <a:xfrm>
            <a:off x="8023676" y="1944609"/>
            <a:ext cx="108325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Function 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AFE7FA-933A-0884-9012-F93A0235E604}"/>
              </a:ext>
            </a:extLst>
          </p:cNvPr>
          <p:cNvCxnSpPr>
            <a:stCxn id="8" idx="1"/>
            <a:endCxn id="6" idx="3"/>
          </p:cNvCxnSpPr>
          <p:nvPr/>
        </p:nvCxnSpPr>
        <p:spPr>
          <a:xfrm flipH="1">
            <a:off x="5906530" y="2267775"/>
            <a:ext cx="2117146" cy="905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BCC79D-8DB8-4277-CFD0-0B4FD0DCB814}"/>
              </a:ext>
            </a:extLst>
          </p:cNvPr>
          <p:cNvSpPr txBox="1"/>
          <p:nvPr/>
        </p:nvSpPr>
        <p:spPr>
          <a:xfrm>
            <a:off x="8023676" y="3799387"/>
            <a:ext cx="108325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Function body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8A18A4-2F89-31E5-37A3-0103ED219A8A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6858000" y="4122553"/>
            <a:ext cx="1165676" cy="32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7AA6171-2A41-7801-9907-A39FBDFCF701}"/>
              </a:ext>
            </a:extLst>
          </p:cNvPr>
          <p:cNvSpPr/>
          <p:nvPr/>
        </p:nvSpPr>
        <p:spPr>
          <a:xfrm>
            <a:off x="2303130" y="3590386"/>
            <a:ext cx="4554870" cy="1710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00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A170-9826-6D8D-1CF1-A87D23AA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1833-39DE-A29F-4C66-2D210184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EEB14-8523-30F3-D6E6-F186AEBE314C}"/>
              </a:ext>
            </a:extLst>
          </p:cNvPr>
          <p:cNvSpPr txBox="1"/>
          <p:nvPr/>
        </p:nvSpPr>
        <p:spPr>
          <a:xfrm>
            <a:off x="2303130" y="2844862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C2BE8-9FA2-3BB2-7090-70B3FC1854EF}"/>
              </a:ext>
            </a:extLst>
          </p:cNvPr>
          <p:cNvSpPr txBox="1"/>
          <p:nvPr/>
        </p:nvSpPr>
        <p:spPr>
          <a:xfrm>
            <a:off x="210087" y="2198531"/>
            <a:ext cx="163949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This defines the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BC3FD-7852-6BFB-3553-2A418B9393CB}"/>
              </a:ext>
            </a:extLst>
          </p:cNvPr>
          <p:cNvSpPr/>
          <p:nvPr/>
        </p:nvSpPr>
        <p:spPr>
          <a:xfrm>
            <a:off x="2303130" y="2844862"/>
            <a:ext cx="946697" cy="65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62581-F8CD-1E5F-7455-45FE8ADF1C5C}"/>
              </a:ext>
            </a:extLst>
          </p:cNvPr>
          <p:cNvSpPr txBox="1"/>
          <p:nvPr/>
        </p:nvSpPr>
        <p:spPr>
          <a:xfrm>
            <a:off x="3958475" y="1690688"/>
            <a:ext cx="108325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Type of returned value.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EAB713-C6B2-6607-5C55-A3555B08DCC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743200" y="2152353"/>
            <a:ext cx="1215275" cy="692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4674E5-302E-B898-725F-B4B48B2DBF57}"/>
              </a:ext>
            </a:extLst>
          </p:cNvPr>
          <p:cNvSpPr txBox="1"/>
          <p:nvPr/>
        </p:nvSpPr>
        <p:spPr>
          <a:xfrm>
            <a:off x="7527701" y="2521696"/>
            <a:ext cx="1268605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Returned value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4AF256-2918-665D-6293-4D3F4C2CE4AF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869459" y="2844862"/>
            <a:ext cx="1658242" cy="1329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14FC2FA-4DAF-72E6-4407-62AF91274375}"/>
              </a:ext>
            </a:extLst>
          </p:cNvPr>
          <p:cNvSpPr/>
          <p:nvPr/>
        </p:nvSpPr>
        <p:spPr>
          <a:xfrm>
            <a:off x="5041729" y="4174283"/>
            <a:ext cx="1618563" cy="521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22690A-A660-38D0-D813-4DE37F0BC8CC}"/>
                  </a:ext>
                </a:extLst>
              </p14:cNvPr>
              <p14:cNvContentPartPr/>
              <p14:nvPr/>
            </p14:nvContentPartPr>
            <p14:xfrm>
              <a:off x="2432160" y="3390840"/>
              <a:ext cx="4223160" cy="1575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22690A-A660-38D0-D813-4DE37F0BC8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2800" y="3381480"/>
                <a:ext cx="4241880" cy="15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9483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FD08-AFFB-BBFF-16E3-F7944B95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A1F3-B095-DAC3-5A3D-D83849DE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AC7B0-27B7-29C5-95B6-18C0977B9D94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BA269-3A27-7148-F968-7BDD8FA26F19}"/>
              </a:ext>
            </a:extLst>
          </p:cNvPr>
          <p:cNvSpPr/>
          <p:nvPr/>
        </p:nvSpPr>
        <p:spPr>
          <a:xfrm>
            <a:off x="1866569" y="3124910"/>
            <a:ext cx="1475565" cy="657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DDAA6-71F5-8B3F-6B59-0498D2F18324}"/>
              </a:ext>
            </a:extLst>
          </p:cNvPr>
          <p:cNvSpPr txBox="1"/>
          <p:nvPr/>
        </p:nvSpPr>
        <p:spPr>
          <a:xfrm>
            <a:off x="1435171" y="1970736"/>
            <a:ext cx="216898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single parameter passed by value.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3C0887-71B8-DEBD-7B2F-BD4463513E40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2519661" y="2617067"/>
            <a:ext cx="84691" cy="507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84FAC7-64CB-81FE-B58A-92380D380B61}"/>
              </a:ext>
            </a:extLst>
          </p:cNvPr>
          <p:cNvSpPr txBox="1"/>
          <p:nvPr/>
        </p:nvSpPr>
        <p:spPr>
          <a:xfrm>
            <a:off x="3927020" y="1690688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Pass by value means the function is given a copy of the value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5157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1F53-BD79-BBF5-263B-CA1CE0B9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090A-02CE-0D3D-EE51-B8D6BA73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59830-8A1E-CCC7-1ADA-1DFBEEAE8E6B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563637-F7BB-5C1C-53DE-40BD1C037509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1EB861-9A0B-30BF-A6B3-0EC4EFC2D332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721083-780C-3747-D1B6-9A000EB0C6DB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3FAF5B-E401-6208-F686-C00ED29ECD22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BF6F58-F729-2FB9-B5A6-706D4DD91A80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95A0F5B-EF8E-AEF7-2CCD-6641B9104411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/>
              <a:t> runs we imagine a memory location called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/>
              <a:t> is created with value 3.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A3CC02-8491-9709-C0CD-A8F22444AAEB}"/>
                  </a:ext>
                </a:extLst>
              </p14:cNvPr>
              <p14:cNvContentPartPr/>
              <p14:nvPr/>
            </p14:nvContentPartPr>
            <p14:xfrm>
              <a:off x="2876400" y="3740040"/>
              <a:ext cx="6248880" cy="152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A3CC02-8491-9709-C0CD-A8F22444AA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7040" y="3730680"/>
                <a:ext cx="6267600" cy="15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4391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8120-8394-715B-93FE-0467155A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A1D5-C4BF-4866-4F75-E8B657FC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21CB0-F0CD-15FA-5EEE-BABBBEDEAA4C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95200-0649-A265-C474-2FA2496A1FCD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F32236-2D5D-A029-B606-050500C7724A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B7393E-EA63-8771-88D0-A8C266DA8117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D21526-490D-0922-E61F-847530896417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40D5D1-5E99-301E-0A22-4463D8E365CB}"/>
              </a:ext>
            </a:extLst>
          </p:cNvPr>
          <p:cNvGrpSpPr/>
          <p:nvPr/>
        </p:nvGrpSpPr>
        <p:grpSpPr>
          <a:xfrm>
            <a:off x="8261729" y="5093743"/>
            <a:ext cx="487678" cy="1292662"/>
            <a:chOff x="8902635" y="869491"/>
            <a:chExt cx="487678" cy="12926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5DF541-6F0F-90C5-24B2-B4CAF49F154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F18EFA-4A04-0A2E-4434-8EFA60462AA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F2E331-C205-E12B-29B4-01C21A9BA23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E0029B0-3D4F-7F39-A81A-1B98AD392EC1}"/>
              </a:ext>
            </a:extLst>
          </p:cNvPr>
          <p:cNvGrpSpPr/>
          <p:nvPr/>
        </p:nvGrpSpPr>
        <p:grpSpPr>
          <a:xfrm>
            <a:off x="10012535" y="5093743"/>
            <a:ext cx="487678" cy="1292662"/>
            <a:chOff x="8902635" y="869491"/>
            <a:chExt cx="487678" cy="129266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FBF979C-6B3A-E0C3-B6B3-F102CAD07F3F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B29573-58F4-9306-84DD-A26594B524EF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CA" sz="3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D71E65E-3BA0-474F-6491-6437CAB2D157}"/>
              </a:ext>
            </a:extLst>
          </p:cNvPr>
          <p:cNvSpPr txBox="1"/>
          <p:nvPr/>
        </p:nvSpPr>
        <p:spPr>
          <a:xfrm>
            <a:off x="8940478" y="5878573"/>
            <a:ext cx="89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9115C-F756-9C3F-25F7-B175E6DE0CC4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/>
              <a:t> runs we imagine a memory location called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/>
              <a:t> is created with value 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9A71A-75B0-0307-FB6A-F27AD370C300}"/>
              </a:ext>
            </a:extLst>
          </p:cNvPr>
          <p:cNvSpPr txBox="1"/>
          <p:nvPr/>
        </p:nvSpPr>
        <p:spPr>
          <a:xfrm>
            <a:off x="4192043" y="5380672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f(n)</a:t>
            </a:r>
            <a:r>
              <a:rPr lang="en-US"/>
              <a:t> is called,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is created with a copy of the value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BF741-9A84-0DBC-6822-31E9FC7F633A}"/>
              </a:ext>
            </a:extLst>
          </p:cNvPr>
          <p:cNvSpPr txBox="1"/>
          <p:nvPr/>
        </p:nvSpPr>
        <p:spPr>
          <a:xfrm>
            <a:off x="1230857" y="5519171"/>
            <a:ext cx="224199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 is a </a:t>
            </a:r>
            <a:r>
              <a:rPr lang="en-US" b="1"/>
              <a:t>local variable</a:t>
            </a:r>
            <a:r>
              <a:rPr lang="en-US"/>
              <a:t>: it only exists when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 is running.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20648E-EEAE-C8B2-4955-14B4E360C1E1}"/>
                  </a:ext>
                </a:extLst>
              </p14:cNvPr>
              <p14:cNvContentPartPr/>
              <p14:nvPr/>
            </p14:nvContentPartPr>
            <p14:xfrm>
              <a:off x="2927520" y="4336920"/>
              <a:ext cx="6522120" cy="2407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20648E-EEAE-C8B2-4955-14B4E360C1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8160" y="4327560"/>
                <a:ext cx="6540840" cy="24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6785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3FEA-47BC-1C79-2D2F-AB7C578C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6E04-BE02-A547-3FF8-027C5436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B6230-9152-7BC2-D889-B07132EC7E92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0D6F9A-D59D-AD46-76DA-DF68237CCF50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39CCCB-09A7-1CC2-FEDE-A607029D57A7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926D632-31CF-2C29-700C-E35201C9FBF0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E47A01-9B22-0593-C268-01A01BB06B49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AF966F-54DC-9388-1837-2EBE4EE59E6C}"/>
              </a:ext>
            </a:extLst>
          </p:cNvPr>
          <p:cNvGrpSpPr/>
          <p:nvPr/>
        </p:nvGrpSpPr>
        <p:grpSpPr>
          <a:xfrm>
            <a:off x="8261729" y="5093743"/>
            <a:ext cx="487678" cy="1292662"/>
            <a:chOff x="8902635" y="869491"/>
            <a:chExt cx="487678" cy="12926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DEA74D-DF75-916B-C32E-7A0FD238EC93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9FB79B-FEEA-0AA6-83A5-F7B4DADC8398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9E46AE-CA8D-1634-F624-155CCB62983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4121F4-B2B4-59CE-CE50-4534E782A3F8}"/>
              </a:ext>
            </a:extLst>
          </p:cNvPr>
          <p:cNvGrpSpPr/>
          <p:nvPr/>
        </p:nvGrpSpPr>
        <p:grpSpPr>
          <a:xfrm>
            <a:off x="10012535" y="5093743"/>
            <a:ext cx="487678" cy="1292662"/>
            <a:chOff x="8902635" y="869491"/>
            <a:chExt cx="487678" cy="129266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B6D976-95D5-AD6E-ED20-6C06385FD238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270E02-FDF3-78CE-44E7-7067EB3FD7C7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CA" sz="3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648D62-066A-D886-697A-56ABE78FA9AC}"/>
              </a:ext>
            </a:extLst>
          </p:cNvPr>
          <p:cNvSpPr txBox="1"/>
          <p:nvPr/>
        </p:nvSpPr>
        <p:spPr>
          <a:xfrm>
            <a:off x="8940478" y="5878573"/>
            <a:ext cx="89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01BA1-893A-90E8-170D-5433382797B5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/>
              <a:t> runs we imagine a memory location called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/>
              <a:t> is created with value 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1BF46-03BA-03F7-64C0-60741CBDA8CB}"/>
              </a:ext>
            </a:extLst>
          </p:cNvPr>
          <p:cNvSpPr txBox="1"/>
          <p:nvPr/>
        </p:nvSpPr>
        <p:spPr>
          <a:xfrm>
            <a:off x="4192043" y="5380672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Important</a:t>
            </a:r>
            <a:r>
              <a:rPr lang="en-US"/>
              <a:t>: when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 </a:t>
            </a:r>
            <a:r>
              <a:rPr lang="en-US" b="1"/>
              <a:t>ends</a:t>
            </a:r>
            <a:r>
              <a:rPr lang="en-US"/>
              <a:t>, what happens to memory location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575697-25C9-4EC4-694F-7D6E0B1B295B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361023" y="5964382"/>
            <a:ext cx="1900706" cy="9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CBF9966-AF29-4676-1BB3-FA4BAAFFEB95}"/>
              </a:ext>
            </a:extLst>
          </p:cNvPr>
          <p:cNvSpPr txBox="1"/>
          <p:nvPr/>
        </p:nvSpPr>
        <p:spPr>
          <a:xfrm>
            <a:off x="7103627" y="55950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148621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C9FB5-D72B-DCE1-F00E-E1139953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84C6-2557-9E60-68C5-71544F72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2849" cy="1325563"/>
          </a:xfrm>
        </p:spPr>
        <p:txBody>
          <a:bodyPr/>
          <a:lstStyle/>
          <a:p>
            <a:r>
              <a:rPr lang="en-US"/>
              <a:t>Calling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198ED-5FB6-CFB0-064A-A77DAA74FD2F}"/>
              </a:ext>
            </a:extLst>
          </p:cNvPr>
          <p:cNvSpPr txBox="1"/>
          <p:nvPr/>
        </p:nvSpPr>
        <p:spPr>
          <a:xfrm>
            <a:off x="134150" y="3065623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18EF23-11FD-3DAF-C391-3CDE1967FD8B}"/>
              </a:ext>
            </a:extLst>
          </p:cNvPr>
          <p:cNvSpPr txBox="1"/>
          <p:nvPr/>
        </p:nvSpPr>
        <p:spPr>
          <a:xfrm>
            <a:off x="6096000" y="3339417"/>
            <a:ext cx="48191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 // 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EB9F58-59B0-B6C4-946E-8F2C1F5DEC7D}"/>
              </a:ext>
            </a:extLst>
          </p:cNvPr>
          <p:cNvGrpSpPr/>
          <p:nvPr/>
        </p:nvGrpSpPr>
        <p:grpSpPr>
          <a:xfrm>
            <a:off x="7645335" y="931837"/>
            <a:ext cx="487678" cy="1292662"/>
            <a:chOff x="8902635" y="869491"/>
            <a:chExt cx="487678" cy="129266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FC60C6-43EE-996C-4AF1-889EF0DF297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BE273D-B82A-C4EC-E791-1D6B8967A0D6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D7269A-EBBF-6B0C-FB19-D9171CC494D1}"/>
              </a:ext>
            </a:extLst>
          </p:cNvPr>
          <p:cNvGrpSpPr/>
          <p:nvPr/>
        </p:nvGrpSpPr>
        <p:grpSpPr>
          <a:xfrm>
            <a:off x="8261729" y="5093743"/>
            <a:ext cx="487678" cy="1292662"/>
            <a:chOff x="8902635" y="869491"/>
            <a:chExt cx="487678" cy="12926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85E6A1-BBA3-00A4-5811-BB284CCB9CE6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744FDFF-B5C3-8E40-6C7F-4916C330855D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C9B0FF-C394-1F80-DF69-4A09EE01D775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889174" y="2224499"/>
            <a:ext cx="0" cy="1204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1F834A-093A-8FBE-EB91-B3BF0F1A83F6}"/>
              </a:ext>
            </a:extLst>
          </p:cNvPr>
          <p:cNvGrpSpPr/>
          <p:nvPr/>
        </p:nvGrpSpPr>
        <p:grpSpPr>
          <a:xfrm>
            <a:off x="10012535" y="5093743"/>
            <a:ext cx="487678" cy="1292662"/>
            <a:chOff x="8902635" y="869491"/>
            <a:chExt cx="487678" cy="129266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7594F12-7CA8-5018-2C3E-80797D20CE64}"/>
                </a:ext>
              </a:extLst>
            </p:cNvPr>
            <p:cNvSpPr txBox="1"/>
            <p:nvPr/>
          </p:nvSpPr>
          <p:spPr>
            <a:xfrm>
              <a:off x="8902635" y="1515822"/>
              <a:ext cx="487678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3340D4-1FCE-9419-D10A-8573D9268F60}"/>
                </a:ext>
              </a:extLst>
            </p:cNvPr>
            <p:cNvSpPr txBox="1"/>
            <p:nvPr/>
          </p:nvSpPr>
          <p:spPr>
            <a:xfrm>
              <a:off x="8902635" y="869491"/>
              <a:ext cx="4876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CA" sz="36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E0B13CE-AFF8-6384-D2B0-5B2CDAF79B5B}"/>
              </a:ext>
            </a:extLst>
          </p:cNvPr>
          <p:cNvSpPr txBox="1"/>
          <p:nvPr/>
        </p:nvSpPr>
        <p:spPr>
          <a:xfrm>
            <a:off x="8940478" y="5878573"/>
            <a:ext cx="89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7ED0B-FA33-3183-71A8-C1BAFCB2C9D6}"/>
              </a:ext>
            </a:extLst>
          </p:cNvPr>
          <p:cNvSpPr txBox="1"/>
          <p:nvPr/>
        </p:nvSpPr>
        <p:spPr>
          <a:xfrm>
            <a:off x="8746156" y="1077259"/>
            <a:ext cx="21689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int n = 3</a:t>
            </a:r>
            <a:r>
              <a:rPr lang="en-US"/>
              <a:t> runs we imagine a memory location called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/>
              <a:t> is created with value 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0B278-9283-C1D1-13BE-DD4D2C3DC2BB}"/>
              </a:ext>
            </a:extLst>
          </p:cNvPr>
          <p:cNvSpPr txBox="1"/>
          <p:nvPr/>
        </p:nvSpPr>
        <p:spPr>
          <a:xfrm>
            <a:off x="4192043" y="5380672"/>
            <a:ext cx="21689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Important</a:t>
            </a:r>
            <a:r>
              <a:rPr lang="en-US"/>
              <a:t>: when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 </a:t>
            </a:r>
            <a:r>
              <a:rPr lang="en-US" b="1"/>
              <a:t>ends</a:t>
            </a:r>
            <a:r>
              <a:rPr lang="en-US"/>
              <a:t>, what happens to memory location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/>
              <a:t>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3D73D4-7A09-5DCD-7C74-1835D7E36509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361023" y="5964382"/>
            <a:ext cx="1900706" cy="98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85234F7-706D-B267-865E-27EC8BD8903D}"/>
              </a:ext>
            </a:extLst>
          </p:cNvPr>
          <p:cNvSpPr txBox="1"/>
          <p:nvPr/>
        </p:nvSpPr>
        <p:spPr>
          <a:xfrm>
            <a:off x="7103627" y="55950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??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50E107-722E-395F-C226-77CF1D06B9ED}"/>
              </a:ext>
            </a:extLst>
          </p:cNvPr>
          <p:cNvSpPr txBox="1"/>
          <p:nvPr/>
        </p:nvSpPr>
        <p:spPr>
          <a:xfrm>
            <a:off x="1523217" y="5225718"/>
            <a:ext cx="1908796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Answer</a:t>
            </a:r>
            <a:r>
              <a:rPr lang="en-US"/>
              <a:t>: it is </a:t>
            </a:r>
            <a:r>
              <a:rPr lang="en-US" i="1"/>
              <a:t>automatically</a:t>
            </a:r>
            <a:r>
              <a:rPr lang="en-US"/>
              <a:t> </a:t>
            </a:r>
            <a:br>
              <a:rPr lang="en-US"/>
            </a:br>
            <a:r>
              <a:rPr lang="en-US"/>
              <a:t>de-allocated so that the memory can be re-used.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C23BC9-0A77-EF2B-1D6D-9CD7A586CE45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432013" y="5964382"/>
            <a:ext cx="760030" cy="16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87FA80-7C4C-B3F8-6434-BD615F9D1AB0}"/>
              </a:ext>
            </a:extLst>
          </p:cNvPr>
          <p:cNvCxnSpPr>
            <a:cxnSpLocks/>
          </p:cNvCxnSpPr>
          <p:nvPr/>
        </p:nvCxnSpPr>
        <p:spPr>
          <a:xfrm>
            <a:off x="8097459" y="5380672"/>
            <a:ext cx="684794" cy="10057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117AA9-8974-D03F-576F-8053415FB01E}"/>
              </a:ext>
            </a:extLst>
          </p:cNvPr>
          <p:cNvCxnSpPr>
            <a:cxnSpLocks/>
          </p:cNvCxnSpPr>
          <p:nvPr/>
        </p:nvCxnSpPr>
        <p:spPr>
          <a:xfrm flipV="1">
            <a:off x="8163171" y="5560373"/>
            <a:ext cx="777307" cy="82603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10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971A1-2686-459C-16CE-D63A54302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36BF-2DF4-7F22-C995-05C89CFD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D2B83-5DCC-C875-73D6-7D16C4DB08AB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6B586E-6EF6-366D-4BDE-7CCB9DB52D2E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17C80-2571-F40F-046B-849DE013CCD0}"/>
              </a:ext>
            </a:extLst>
          </p:cNvPr>
          <p:cNvSpPr txBox="1"/>
          <p:nvPr/>
        </p:nvSpPr>
        <p:spPr>
          <a:xfrm>
            <a:off x="3044539" y="4382540"/>
            <a:ext cx="317416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Every running C++ program has a special memory region named the call stack. </a:t>
            </a:r>
            <a:br>
              <a:rPr lang="en-US"/>
            </a:br>
            <a:r>
              <a:rPr lang="en-US"/>
              <a:t>It is the key trick for making function calls and returns.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0FC696-B6A2-0A82-EC61-43F1C97CE84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EF11A53-45EA-B9FD-E2EA-CF3E5A3545A7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E93687F-852B-1062-FD63-CD010CAEB0AA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05335EE-6D33-6128-D7B2-87AD28C21DDF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C092DE-5F3F-1E44-8637-DB0D9BDD39B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218700" y="4946073"/>
            <a:ext cx="1480964" cy="175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BA43229-741C-E31D-7EF9-82DFD1678CBF}"/>
              </a:ext>
            </a:extLst>
          </p:cNvPr>
          <p:cNvSpPr txBox="1"/>
          <p:nvPr/>
        </p:nvSpPr>
        <p:spPr>
          <a:xfrm>
            <a:off x="8599897" y="3048768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67A3BF-6877-654B-7E77-DEE2E1C284EE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A1BE5AC-40FB-3E98-F56C-A9132EB40CFB}"/>
                  </a:ext>
                </a:extLst>
              </p14:cNvPr>
              <p14:cNvContentPartPr/>
              <p14:nvPr/>
            </p14:nvContentPartPr>
            <p14:xfrm>
              <a:off x="310680" y="2666880"/>
              <a:ext cx="502920" cy="1772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A1BE5AC-40FB-3E98-F56C-A9132EB40C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320" y="2657520"/>
                <a:ext cx="521640" cy="179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684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B35E-C493-7AFD-6B16-23A9C530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8154-B28A-3EFA-1727-82F1A62A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E1108-9992-5648-7814-B420CBAC99EC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C8B40-5BF5-84A0-AD8C-7CABE167C33C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4A015-B823-35B0-FC2B-DCF99F396A90}"/>
              </a:ext>
            </a:extLst>
          </p:cNvPr>
          <p:cNvSpPr txBox="1"/>
          <p:nvPr/>
        </p:nvSpPr>
        <p:spPr>
          <a:xfrm>
            <a:off x="2140529" y="4382540"/>
            <a:ext cx="4078172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/>
              <a:t>A stack allows for two main 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push</a:t>
            </a:r>
            <a:r>
              <a:rPr lang="en-US"/>
              <a:t> (add) a value on the 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pop</a:t>
            </a:r>
            <a:r>
              <a:rPr lang="en-US"/>
              <a:t> (remove) a value off the top</a:t>
            </a:r>
          </a:p>
          <a:p>
            <a:endParaRPr lang="en-US"/>
          </a:p>
          <a:p>
            <a:r>
              <a:rPr lang="en-US"/>
              <a:t>The key idea is that on a stack items can only be added/removed at the top.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42B3F1-9C74-89C4-82C0-FC49B9778065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7F2469-2093-4453-3DCE-920B0EC60597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9BF4156-F121-71F7-D888-6A266EF786FA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09F6E1-F564-7715-1087-DD009D135032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61EDB0-4985-EA6F-B6BF-D841F15D5667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218701" y="4946073"/>
            <a:ext cx="1480963" cy="313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9B2C4D0-03F1-14A0-AED2-21BE83057FDB}"/>
              </a:ext>
            </a:extLst>
          </p:cNvPr>
          <p:cNvSpPr txBox="1"/>
          <p:nvPr/>
        </p:nvSpPr>
        <p:spPr>
          <a:xfrm>
            <a:off x="8599897" y="3048768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22242-3F7A-E06C-B421-830B0EDF8DA7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</p:spTree>
    <p:extLst>
      <p:ext uri="{BB962C8B-B14F-4D97-AF65-F5344CB8AC3E}">
        <p14:creationId xmlns:p14="http://schemas.microsoft.com/office/powerpoint/2010/main" val="3537340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9CCA-08AA-2702-3596-CC4C53D2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E45C-3C8C-CD2C-0B51-62DB0A07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D91CC-36B4-1BD4-FFA5-6322FE2ED818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E6B590-6A6C-B256-C179-2DBF2C8F91E9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2B611-E2BB-DEDD-713A-172A369C6EBA}"/>
              </a:ext>
            </a:extLst>
          </p:cNvPr>
          <p:cNvSpPr txBox="1"/>
          <p:nvPr/>
        </p:nvSpPr>
        <p:spPr>
          <a:xfrm>
            <a:off x="2140529" y="4104683"/>
            <a:ext cx="407817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/>
              <a:t>When a function is </a:t>
            </a:r>
            <a:r>
              <a:rPr lang="en-US" b="1"/>
              <a:t>called</a:t>
            </a:r>
            <a:r>
              <a:rPr lang="en-US"/>
              <a:t>, the function,  it’s parameters and local variables, and pointer for where to return to get pushed onto the top of the stack.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0D1417-CD52-5C1F-3413-127CDF598DF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B56D968-5A36-182A-A8AE-1A898A1F3832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4DC6CB1-6B02-4749-F16E-A722007DD8F4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60E916-99B9-15DF-DD7E-9FE7F573DA68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AEDE91-9D54-6B1A-7CD1-6EDE9F9DC63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6218701" y="4668216"/>
            <a:ext cx="1480963" cy="36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96DB4A5-2C72-03A7-3FB5-4FFBBB5FAD84}"/>
              </a:ext>
            </a:extLst>
          </p:cNvPr>
          <p:cNvSpPr txBox="1"/>
          <p:nvPr/>
        </p:nvSpPr>
        <p:spPr>
          <a:xfrm>
            <a:off x="8619829" y="441082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5296D3-044A-19D8-8C4B-5B4A104561E4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7CAF8-6153-BADF-66C7-1B1653CDE140}"/>
              </a:ext>
            </a:extLst>
          </p:cNvPr>
          <p:cNvSpPr txBox="1"/>
          <p:nvPr/>
        </p:nvSpPr>
        <p:spPr>
          <a:xfrm>
            <a:off x="9079641" y="4895139"/>
            <a:ext cx="11705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b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a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068D4-3A30-7BCD-5380-07550445C335}"/>
              </a:ext>
            </a:extLst>
          </p:cNvPr>
          <p:cNvSpPr txBox="1"/>
          <p:nvPr/>
        </p:nvSpPr>
        <p:spPr>
          <a:xfrm>
            <a:off x="2509405" y="5502717"/>
            <a:ext cx="33404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Rule of thumb</a:t>
            </a:r>
            <a:br>
              <a:rPr lang="en-US" b="1"/>
            </a:br>
            <a:r>
              <a:rPr lang="en-US" i="1"/>
              <a:t>Calling</a:t>
            </a:r>
            <a:r>
              <a:rPr lang="en-US"/>
              <a:t> a function corresponds to pushing that function onto the call stack.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1F344DC-F592-824A-F303-380316EF2D5C}"/>
              </a:ext>
            </a:extLst>
          </p:cNvPr>
          <p:cNvSpPr/>
          <p:nvPr/>
        </p:nvSpPr>
        <p:spPr>
          <a:xfrm>
            <a:off x="7956533" y="2459269"/>
            <a:ext cx="3258714" cy="2680573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72255-3D60-517E-7884-BAC776B2D5EE}"/>
              </a:ext>
            </a:extLst>
          </p:cNvPr>
          <p:cNvSpPr txBox="1"/>
          <p:nvPr/>
        </p:nvSpPr>
        <p:spPr>
          <a:xfrm>
            <a:off x="9664897" y="2357827"/>
            <a:ext cx="2098263" cy="107721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This pointer tells C++ where to continue execution from after the function returns.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490643-0D0E-CDCF-3670-21C4A01A4FF1}"/>
                  </a:ext>
                </a:extLst>
              </p14:cNvPr>
              <p14:cNvContentPartPr/>
              <p14:nvPr/>
            </p14:nvContentPartPr>
            <p14:xfrm>
              <a:off x="2844720" y="1022040"/>
              <a:ext cx="7976160" cy="4788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490643-0D0E-CDCF-3670-21C4A01A4F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5360" y="1012680"/>
                <a:ext cx="7994880" cy="48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9025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E775-1703-1A55-E9B6-6E7E4F61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87CD-2C51-D5A4-3AA2-8F98EEAF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A21DB-006D-BE29-0D12-AEE8F98EB08C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8E9C3-6B20-60B6-C06B-6061A8177E64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3D5F6-9CD2-89CD-25F8-CB4AE94E7C31}"/>
              </a:ext>
            </a:extLst>
          </p:cNvPr>
          <p:cNvSpPr txBox="1"/>
          <p:nvPr/>
        </p:nvSpPr>
        <p:spPr>
          <a:xfrm>
            <a:off x="2140529" y="4382540"/>
            <a:ext cx="40781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/>
              <a:t>When a function </a:t>
            </a:r>
            <a:r>
              <a:rPr lang="en-US" b="1"/>
              <a:t>returns</a:t>
            </a:r>
            <a:r>
              <a:rPr lang="en-US"/>
              <a:t>, the top of the stack is popped (removed) and the return value is put on top of the stack.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916B13-FC91-F37A-96D8-3E2217B776AC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270427-2252-1145-1578-A992F792FFE7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9FD95BE-FF6A-E68A-9F49-A5041D0F1DA6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503A12-4E8F-36F5-BAAC-D9403C7F386F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CC6A8AF-8B1D-4A78-5213-1F9FA91C91D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218701" y="4844205"/>
            <a:ext cx="1480963" cy="101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B017788-0604-32BC-0F39-C9BDEE0D96C8}"/>
              </a:ext>
            </a:extLst>
          </p:cNvPr>
          <p:cNvSpPr txBox="1"/>
          <p:nvPr/>
        </p:nvSpPr>
        <p:spPr>
          <a:xfrm>
            <a:off x="8619829" y="441082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D53DD1-A71F-6C26-B2FD-E6315893E82A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32795-E2E9-B2CE-2EE6-BC61F104CD42}"/>
              </a:ext>
            </a:extLst>
          </p:cNvPr>
          <p:cNvSpPr txBox="1"/>
          <p:nvPr/>
        </p:nvSpPr>
        <p:spPr>
          <a:xfrm>
            <a:off x="9079641" y="4895139"/>
            <a:ext cx="11705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b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a =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25933-F3B1-7386-EC83-5FCB4D97DE74}"/>
              </a:ext>
            </a:extLst>
          </p:cNvPr>
          <p:cNvSpPr txBox="1"/>
          <p:nvPr/>
        </p:nvSpPr>
        <p:spPr>
          <a:xfrm>
            <a:off x="2509405" y="5502717"/>
            <a:ext cx="33404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Rule of thumb</a:t>
            </a:r>
            <a:br>
              <a:rPr lang="en-US" b="1"/>
            </a:br>
            <a:r>
              <a:rPr lang="en-US" i="1"/>
              <a:t>Returning</a:t>
            </a:r>
            <a:r>
              <a:rPr lang="en-US"/>
              <a:t> from a function corresponds to popping that function off the call stack.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4D69EA-A003-D5D9-ED5E-E8573ACE8A6E}"/>
              </a:ext>
            </a:extLst>
          </p:cNvPr>
          <p:cNvCxnSpPr>
            <a:cxnSpLocks/>
          </p:cNvCxnSpPr>
          <p:nvPr/>
        </p:nvCxnSpPr>
        <p:spPr>
          <a:xfrm>
            <a:off x="8872151" y="4895139"/>
            <a:ext cx="1841157" cy="83839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F88C9E-1ECA-EC5D-1B7D-D6D8E8D6A857}"/>
              </a:ext>
            </a:extLst>
          </p:cNvPr>
          <p:cNvCxnSpPr>
            <a:cxnSpLocks/>
          </p:cNvCxnSpPr>
          <p:nvPr/>
        </p:nvCxnSpPr>
        <p:spPr>
          <a:xfrm flipV="1">
            <a:off x="9195029" y="4895139"/>
            <a:ext cx="1684738" cy="9277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>
            <a:extLst>
              <a:ext uri="{FF2B5EF4-FFF2-40B4-BE49-F238E27FC236}">
                <a16:creationId xmlns:a16="http://schemas.microsoft.com/office/drawing/2014/main" id="{8AB5DE9E-B32F-0818-4040-A680317D56B8}"/>
              </a:ext>
            </a:extLst>
          </p:cNvPr>
          <p:cNvSpPr/>
          <p:nvPr/>
        </p:nvSpPr>
        <p:spPr>
          <a:xfrm>
            <a:off x="7956533" y="2459269"/>
            <a:ext cx="3258714" cy="2680573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C099EC-5F89-21B8-7373-CEF5A975BC1F}"/>
                  </a:ext>
                </a:extLst>
              </p14:cNvPr>
              <p14:cNvContentPartPr/>
              <p14:nvPr/>
            </p14:nvContentPartPr>
            <p14:xfrm>
              <a:off x="349200" y="2108160"/>
              <a:ext cx="8788680" cy="3626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C099EC-5F89-21B8-7373-CEF5A975BC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840" y="2098800"/>
                <a:ext cx="8807400" cy="36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284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49CD-081D-03ED-6727-4E81B849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3B34-58B7-AF88-B8F0-70A064EF4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DB9CF-1BA1-12E5-B50F-6B2AF809FC33}"/>
              </a:ext>
            </a:extLst>
          </p:cNvPr>
          <p:cNvSpPr txBox="1"/>
          <p:nvPr/>
        </p:nvSpPr>
        <p:spPr>
          <a:xfrm>
            <a:off x="246190" y="1901841"/>
            <a:ext cx="469872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int f(int a) 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 sz="4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56F38C-5FCA-F75D-47E3-AC5FD90C0B79}"/>
              </a:ext>
            </a:extLst>
          </p:cNvPr>
          <p:cNvSpPr txBox="1"/>
          <p:nvPr/>
        </p:nvSpPr>
        <p:spPr>
          <a:xfrm>
            <a:off x="7699664" y="398827"/>
            <a:ext cx="3515591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endParaRPr lang="en-CA" sz="3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f(n);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2575B-3EE6-43E3-A1C1-1D59C4AA52E5}"/>
              </a:ext>
            </a:extLst>
          </p:cNvPr>
          <p:cNvSpPr txBox="1"/>
          <p:nvPr/>
        </p:nvSpPr>
        <p:spPr>
          <a:xfrm>
            <a:off x="2140529" y="4382540"/>
            <a:ext cx="40781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/>
              <a:t>When a function </a:t>
            </a:r>
            <a:r>
              <a:rPr lang="en-US" b="1"/>
              <a:t>returns</a:t>
            </a:r>
            <a:r>
              <a:rPr lang="en-US"/>
              <a:t>, the top of the stack is popped (removed) and the return value is put on top of the stack.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46E4AA-7624-EEB1-F166-3B18FF043052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2E3058-F80F-C8D9-5E3C-B6DED181B992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AFF07D-DABA-37F8-E292-64DBF41081F7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562CC5-6E9E-E505-A840-655103EF0608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CA97198-E4FE-3FE5-2FED-00371CC748BD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6218701" y="4844205"/>
            <a:ext cx="1480963" cy="101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59A99C1-8517-0172-5147-252C8AC3C383}"/>
              </a:ext>
            </a:extLst>
          </p:cNvPr>
          <p:cNvSpPr txBox="1"/>
          <p:nvPr/>
        </p:nvSpPr>
        <p:spPr>
          <a:xfrm>
            <a:off x="8619829" y="441082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24F65F-6569-46AF-B9E2-6EDD2EB54F61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7E7B3-A5DB-3CD7-F48C-5422F81D95F0}"/>
              </a:ext>
            </a:extLst>
          </p:cNvPr>
          <p:cNvSpPr txBox="1"/>
          <p:nvPr/>
        </p:nvSpPr>
        <p:spPr>
          <a:xfrm>
            <a:off x="9432370" y="505840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8966C-42E2-8B0D-2812-AD8F74FC789A}"/>
              </a:ext>
            </a:extLst>
          </p:cNvPr>
          <p:cNvSpPr txBox="1"/>
          <p:nvPr/>
        </p:nvSpPr>
        <p:spPr>
          <a:xfrm>
            <a:off x="2509405" y="5502717"/>
            <a:ext cx="33404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Rule of thumb</a:t>
            </a:r>
            <a:br>
              <a:rPr lang="en-US" b="1"/>
            </a:br>
            <a:r>
              <a:rPr lang="en-US" i="1"/>
              <a:t>Returning</a:t>
            </a:r>
            <a:r>
              <a:rPr lang="en-US"/>
              <a:t> from a function corresponds to popping that function off the call stack.</a:t>
            </a:r>
          </a:p>
        </p:txBody>
      </p:sp>
    </p:spTree>
    <p:extLst>
      <p:ext uri="{BB962C8B-B14F-4D97-AF65-F5344CB8AC3E}">
        <p14:creationId xmlns:p14="http://schemas.microsoft.com/office/powerpoint/2010/main" val="1361559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209B-4458-3CD3-2998-4F348174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53EFA-78CF-34B4-17A3-594A31E3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Function calls take up some memory</a:t>
            </a:r>
          </a:p>
          <a:p>
            <a:r>
              <a:rPr lang="en-US"/>
              <a:t>If you do too many function calls within function calls, you could run out of stack memory. This is called a </a:t>
            </a:r>
            <a:r>
              <a:rPr lang="en-US" b="1"/>
              <a:t>stack overflow</a:t>
            </a:r>
            <a:r>
              <a:rPr lang="en-US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350EB-149E-878B-0FC7-03C6DCE9498A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 particular, recursive functions often make a lot of function calls and are a common source of </a:t>
            </a:r>
            <a:r>
              <a:rPr lang="en-US" b="1"/>
              <a:t>stack overflows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3147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DD3E-13B5-6A38-ABDD-001BE492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72CC-D24A-13AD-FA07-37660B63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2148-C119-1711-7AAB-844A8135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Function calls take up some memory</a:t>
            </a:r>
          </a:p>
          <a:p>
            <a:r>
              <a:rPr lang="en-US"/>
              <a:t>If you do too many function calls within function calls, you could run out of stack memory. This is called a </a:t>
            </a:r>
            <a:r>
              <a:rPr lang="en-US" b="1"/>
              <a:t>stack overflow</a:t>
            </a:r>
            <a:r>
              <a:rPr lang="en-US"/>
              <a:t>.</a:t>
            </a:r>
          </a:p>
          <a:p>
            <a:r>
              <a:rPr lang="en-US"/>
              <a:t>Using a trick called </a:t>
            </a:r>
            <a:r>
              <a:rPr lang="en-US" b="1"/>
              <a:t>function inlining</a:t>
            </a:r>
            <a:r>
              <a:rPr lang="en-US"/>
              <a:t>, the C++ compiler might, in some cases, replace function calls with their code so that the function all does not use the call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CE30A-C18E-DB05-7D08-169697745ECC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 particular, recursive functions often make a lot of function calls and are a common source of </a:t>
            </a:r>
            <a:r>
              <a:rPr lang="en-US" b="1"/>
              <a:t>stack overflows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6556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01E1-5D3D-7F62-292F-C297DB98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04D44-1C10-2861-6656-B419F15F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6B77A-418C-C223-0FDF-9447C10B1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Function calls take up some memory</a:t>
            </a:r>
          </a:p>
          <a:p>
            <a:r>
              <a:rPr lang="en-US"/>
              <a:t>If you do too many function calls within function calls, you could run out of stack memory. This is called a </a:t>
            </a:r>
            <a:r>
              <a:rPr lang="en-US" b="1"/>
              <a:t>stack overflow</a:t>
            </a:r>
            <a:r>
              <a:rPr lang="en-US"/>
              <a:t>.</a:t>
            </a:r>
          </a:p>
          <a:p>
            <a:r>
              <a:rPr lang="en-US"/>
              <a:t>Using a trick called </a:t>
            </a:r>
            <a:r>
              <a:rPr lang="en-US" b="1"/>
              <a:t>function inlining</a:t>
            </a:r>
            <a:r>
              <a:rPr lang="en-US"/>
              <a:t>, the C++ compiler might, in some cases, replace function calls with their code so that the function all does not use 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3084B-45AF-9C2B-29E0-ADEF2DE600F7}"/>
              </a:ext>
            </a:extLst>
          </p:cNvPr>
          <p:cNvSpPr txBox="1"/>
          <p:nvPr/>
        </p:nvSpPr>
        <p:spPr>
          <a:xfrm>
            <a:off x="669593" y="5277139"/>
            <a:ext cx="351559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f(n)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FE678-C230-3E31-4519-30A052D1BF54}"/>
              </a:ext>
            </a:extLst>
          </p:cNvPr>
          <p:cNvSpPr txBox="1"/>
          <p:nvPr/>
        </p:nvSpPr>
        <p:spPr>
          <a:xfrm>
            <a:off x="7789717" y="5328482"/>
            <a:ext cx="39104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+ 1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32217-D9E3-4578-3DA8-35D5A641FE81}"/>
              </a:ext>
            </a:extLst>
          </p:cNvPr>
          <p:cNvSpPr txBox="1"/>
          <p:nvPr/>
        </p:nvSpPr>
        <p:spPr>
          <a:xfrm>
            <a:off x="4955728" y="5507971"/>
            <a:ext cx="2001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Might be </a:t>
            </a:r>
            <a:r>
              <a:rPr lang="en-US" err="1"/>
              <a:t>inlined</a:t>
            </a:r>
            <a:r>
              <a:rPr lang="en-US"/>
              <a:t> to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DDA698-1FD5-2D8B-8D4B-7B6FD0FE56B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185184" y="5877304"/>
            <a:ext cx="3604533" cy="5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6FF2BC-742B-D620-182D-D78CF9A0DB4D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 particular, </a:t>
            </a:r>
            <a:r>
              <a:rPr lang="en-US" b="1"/>
              <a:t>recursive functions</a:t>
            </a:r>
            <a:r>
              <a:rPr lang="en-US"/>
              <a:t> often make a lot of function calls and are a common source of </a:t>
            </a:r>
            <a:r>
              <a:rPr lang="en-US" b="1"/>
              <a:t>stack overflows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6794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EF9E-8A85-AAC8-7CF1-D73E1604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5B9F-88F3-20B3-ED59-B21E23F0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Note About the Call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81EA-8D58-D00A-4474-321E62C00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Function calls take up some memory</a:t>
            </a:r>
          </a:p>
          <a:p>
            <a:r>
              <a:rPr lang="en-US"/>
              <a:t>If you do too many function calls within function calls, you could run out of stack memory. This is called a </a:t>
            </a:r>
            <a:r>
              <a:rPr lang="en-US" b="1"/>
              <a:t>stack overflow</a:t>
            </a:r>
            <a:r>
              <a:rPr lang="en-US"/>
              <a:t>.</a:t>
            </a:r>
          </a:p>
          <a:p>
            <a:r>
              <a:rPr lang="en-US"/>
              <a:t>Using a trick called </a:t>
            </a:r>
            <a:r>
              <a:rPr lang="en-US" b="1"/>
              <a:t>function inlining</a:t>
            </a:r>
            <a:r>
              <a:rPr lang="en-US"/>
              <a:t>, the C++ compiler might, in some cases, replace function calls with their code so that the function all does not use 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0C53F-28D7-0DEC-FB14-C8D04C361302}"/>
              </a:ext>
            </a:extLst>
          </p:cNvPr>
          <p:cNvSpPr txBox="1"/>
          <p:nvPr/>
        </p:nvSpPr>
        <p:spPr>
          <a:xfrm>
            <a:off x="669593" y="5277139"/>
            <a:ext cx="351559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f(n)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346A8-8AC8-34FA-0721-A8E0CA8CE396}"/>
              </a:ext>
            </a:extLst>
          </p:cNvPr>
          <p:cNvSpPr txBox="1"/>
          <p:nvPr/>
        </p:nvSpPr>
        <p:spPr>
          <a:xfrm>
            <a:off x="7789717" y="5328482"/>
            <a:ext cx="391044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int n = 3;</a:t>
            </a:r>
          </a:p>
          <a:p>
            <a:r>
              <a:rPr lang="en-CA" sz="360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CA" sz="36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+ 1</a:t>
            </a:r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53F3C-0B6F-F507-DDA8-9B6938568487}"/>
              </a:ext>
            </a:extLst>
          </p:cNvPr>
          <p:cNvSpPr txBox="1"/>
          <p:nvPr/>
        </p:nvSpPr>
        <p:spPr>
          <a:xfrm>
            <a:off x="4955728" y="5507971"/>
            <a:ext cx="2001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Might be </a:t>
            </a:r>
            <a:r>
              <a:rPr lang="en-US" err="1"/>
              <a:t>inlined</a:t>
            </a:r>
            <a:r>
              <a:rPr lang="en-US"/>
              <a:t> to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E5B8E1-CBEF-6BC5-1278-FA767492FAA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185184" y="5877304"/>
            <a:ext cx="3604533" cy="51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1EF04E-CC1C-4FFF-B41E-962451181A81}"/>
              </a:ext>
            </a:extLst>
          </p:cNvPr>
          <p:cNvSpPr txBox="1"/>
          <p:nvPr/>
        </p:nvSpPr>
        <p:spPr>
          <a:xfrm>
            <a:off x="9372602" y="681037"/>
            <a:ext cx="2690132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 particular, recursive functions often make a lot of function calls and are a common source of </a:t>
            </a:r>
            <a:r>
              <a:rPr lang="en-US" b="1"/>
              <a:t>stack overflows</a:t>
            </a:r>
            <a:r>
              <a:rPr lang="en-US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A8478-1B5B-60A0-3F5A-B48DC5633337}"/>
              </a:ext>
            </a:extLst>
          </p:cNvPr>
          <p:cNvSpPr txBox="1"/>
          <p:nvPr/>
        </p:nvSpPr>
        <p:spPr>
          <a:xfrm>
            <a:off x="8547144" y="4237971"/>
            <a:ext cx="351559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 practice inlining usually speeds up programs, but can increase the executable file size.</a:t>
            </a:r>
          </a:p>
        </p:txBody>
      </p:sp>
    </p:spTree>
    <p:extLst>
      <p:ext uri="{BB962C8B-B14F-4D97-AF65-F5344CB8AC3E}">
        <p14:creationId xmlns:p14="http://schemas.microsoft.com/office/powerpoint/2010/main" val="4164178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31CC-6107-7F41-518B-10D646C0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F15E-8076-9AA3-0DDF-3FE4870B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EC529-8B93-3EB7-E228-5DE1F842565F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2F89B-0E52-3483-5D34-5DE353C245EE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E6AE22-5DA0-41E7-056B-EB914D4CF4C8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8AE554-A096-40B3-3372-54C3246AB59E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9F3784F-7D82-1E8D-C433-9A468822466F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8C01F-669C-E3E8-4FC8-9C6DDF13C5A1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750B182-5EAB-7F55-6706-6301F6A0E32C}"/>
              </a:ext>
            </a:extLst>
          </p:cNvPr>
          <p:cNvSpPr txBox="1"/>
          <p:nvPr/>
        </p:nvSpPr>
        <p:spPr>
          <a:xfrm>
            <a:off x="8689528" y="5117402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FB4FF6-2F87-9353-4BC2-C2F4AFE2CC4F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D3C0D-4059-4B3B-7C00-E25C0E0C1378}"/>
              </a:ext>
            </a:extLst>
          </p:cNvPr>
          <p:cNvSpPr txBox="1"/>
          <p:nvPr/>
        </p:nvSpPr>
        <p:spPr>
          <a:xfrm>
            <a:off x="3408220" y="1853651"/>
            <a:ext cx="40781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Suppose we have the three functions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/>
              <a:t>, and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/>
              <a:t>, can then call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</a:t>
            </a:r>
            <a:r>
              <a:rPr lang="en-US"/>
              <a:t>. Let’s trace the call stack.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DF44BB-D194-6C9F-598C-EE97FD3C031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486392" y="776167"/>
            <a:ext cx="1720439" cy="1539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343E70-829A-3B17-C303-9F243CB8C0A4}"/>
                  </a:ext>
                </a:extLst>
              </p14:cNvPr>
              <p14:cNvContentPartPr/>
              <p14:nvPr/>
            </p14:nvContentPartPr>
            <p14:xfrm>
              <a:off x="1282680" y="2495520"/>
              <a:ext cx="298800" cy="2502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343E70-829A-3B17-C303-9F243CB8C0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3320" y="2486160"/>
                <a:ext cx="317520" cy="252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202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BFEA9-F6AF-64C3-FCBC-3E4556B7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72C5-CE9D-50F3-269B-1FF68A5B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6064B-81FC-F0AB-FFA4-30EE73E2A31A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D1095C-E199-188C-401D-A7F5909B1D61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039C86-BD65-5BD3-3467-0B5A676D5AB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92B125-96C7-09A9-FC6B-18E82303D522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D5F72F7-97C6-9A6F-295F-4CEFECCEA257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6630BAF-5602-74F3-D098-B11295CF8C4E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8D46840-F6EC-7323-804E-45C2CE2C798C}"/>
              </a:ext>
            </a:extLst>
          </p:cNvPr>
          <p:cNvSpPr txBox="1"/>
          <p:nvPr/>
        </p:nvSpPr>
        <p:spPr>
          <a:xfrm>
            <a:off x="8689528" y="454273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4D95EF-A626-2F68-6AD5-EF9D5A01C60B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F40BF-04E5-A320-FB07-2DD458D4152B}"/>
              </a:ext>
            </a:extLst>
          </p:cNvPr>
          <p:cNvSpPr txBox="1"/>
          <p:nvPr/>
        </p:nvSpPr>
        <p:spPr>
          <a:xfrm>
            <a:off x="3937234" y="4707426"/>
            <a:ext cx="298510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</a:t>
            </a:r>
            <a:r>
              <a:rPr lang="en-US">
                <a:cs typeface="Consolas" panose="020B0609020204030204" pitchFamily="49" charset="0"/>
              </a:rPr>
              <a:t> is called this is pushed on top of the stack.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9CCAB1-84F6-749B-72E9-714ED68553A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>
            <a:off x="6922338" y="5030592"/>
            <a:ext cx="1563700" cy="414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60DD6A-8BF5-2E13-85BC-BF02145AA73F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131F8B8-787A-0201-24B5-EC2261689DF0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275EF6-3D93-680C-984A-E6540EAB5D9D}"/>
                  </a:ext>
                </a:extLst>
              </p14:cNvPr>
              <p14:cNvContentPartPr/>
              <p14:nvPr/>
            </p14:nvContentPartPr>
            <p14:xfrm>
              <a:off x="1619280" y="933480"/>
              <a:ext cx="9652320" cy="4629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275EF6-3D93-680C-984A-E6540EAB5D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9920" y="924120"/>
                <a:ext cx="9671040" cy="46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383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E3CB8-153B-6EF3-BD2B-8D39672D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E109-298D-AAE8-72BC-357748ED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40497-22F3-6181-5E74-8FD1EA0AA548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B22EC-8827-5FA9-EE84-2A54D87BDC3C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3AA47F-F8BD-2268-5CD2-B52060CCDE7C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F2D44E7-115B-07CF-15D5-471986CF9695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033D9D-9008-6766-D42D-D8E13B8232A3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B1DA5F4-9E8B-9021-F389-19563CE82EDF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70ECE5B-97E5-9B68-C517-C7BC1007495F}"/>
              </a:ext>
            </a:extLst>
          </p:cNvPr>
          <p:cNvSpPr txBox="1"/>
          <p:nvPr/>
        </p:nvSpPr>
        <p:spPr>
          <a:xfrm>
            <a:off x="8689528" y="4542731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00294C-19A1-C03A-E88A-5F15DA509387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4718A6-6739-92D4-E2A6-6271B956E87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147066" y="5531860"/>
            <a:ext cx="2746770" cy="613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8E6301C-AC37-6A53-294B-C75175C3AB2B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BD1D3-16B1-D59D-5063-525AF545AA80}"/>
              </a:ext>
            </a:extLst>
          </p:cNvPr>
          <p:cNvSpPr txBox="1"/>
          <p:nvPr/>
        </p:nvSpPr>
        <p:spPr>
          <a:xfrm>
            <a:off x="4648447" y="5821704"/>
            <a:ext cx="249861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Next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r>
              <a:rPr lang="en-US">
                <a:cs typeface="Consolas" panose="020B0609020204030204" pitchFamily="49" charset="0"/>
              </a:rPr>
              <a:t> is called to get the value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>
                <a:cs typeface="Consolas" panose="020B0609020204030204" pitchFamily="49" charset="0"/>
              </a:rPr>
              <a:t>.</a:t>
            </a:r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E88CCAE-5A96-68EF-5B99-711279B1D56C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03D76A-8D8D-B288-CDDA-0450C0699007}"/>
              </a:ext>
            </a:extLst>
          </p:cNvPr>
          <p:cNvSpPr/>
          <p:nvPr/>
        </p:nvSpPr>
        <p:spPr>
          <a:xfrm>
            <a:off x="2195454" y="4912063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D4F510-4C23-7744-8C37-251F037F255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799720" y="5260564"/>
            <a:ext cx="1848727" cy="884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945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314F5-F786-F7D2-671D-6F64F646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7DC0-5BE1-93E0-16B3-7620BA61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FC36D-B5D4-C799-F412-F3070148AAFE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0462-2028-AB78-FCB6-B87AEBDF80D0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E3D88F-3DEE-350A-EC30-3D602D047599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2CD4D3-24F3-9790-AF32-112BCFFFAF23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A3DA86E-02C7-E38D-664C-291BA57C5AB8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092ACEC-F09A-A345-FDC5-AAAD3449531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FC8D743-6462-76D2-7ED1-C5675DCF6B8B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70975C-E9DE-EE86-A0D8-3D6158C4FB9F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700175-F95F-3252-A791-A04B6D3B53DC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7031572" y="4856145"/>
            <a:ext cx="1474293" cy="8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0087CE-DA16-81F9-E0DF-60EE2571C397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0902F-1581-4C73-AEF6-817FF2BE1CEE}"/>
              </a:ext>
            </a:extLst>
          </p:cNvPr>
          <p:cNvSpPr txBox="1"/>
          <p:nvPr/>
        </p:nvSpPr>
        <p:spPr>
          <a:xfrm>
            <a:off x="4532953" y="5086313"/>
            <a:ext cx="24986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call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f(3)</a:t>
            </a:r>
            <a:r>
              <a:rPr lang="en-US"/>
              <a:t> is pushed on top of the stack (the call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/>
              <a:t> stays there).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5A6493-B2F5-6E14-263F-0178ED911A1C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C44B1F-E8C5-F78A-DE9C-B939B851A205}"/>
              </a:ext>
            </a:extLst>
          </p:cNvPr>
          <p:cNvSpPr/>
          <p:nvPr/>
        </p:nvSpPr>
        <p:spPr>
          <a:xfrm>
            <a:off x="2195454" y="4912063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DA19C-EEE3-840C-BA24-8DEAC2CA54DF}"/>
              </a:ext>
            </a:extLst>
          </p:cNvPr>
          <p:cNvSpPr txBox="1"/>
          <p:nvPr/>
        </p:nvSpPr>
        <p:spPr>
          <a:xfrm>
            <a:off x="8505865" y="4671479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f(3), a=3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C4E85B51-5CA0-3844-6F2D-9808DFB8B174}"/>
              </a:ext>
            </a:extLst>
          </p:cNvPr>
          <p:cNvSpPr/>
          <p:nvPr/>
        </p:nvSpPr>
        <p:spPr>
          <a:xfrm>
            <a:off x="2836718" y="4190847"/>
            <a:ext cx="7907387" cy="1056562"/>
          </a:xfrm>
          <a:custGeom>
            <a:avLst/>
            <a:gdLst>
              <a:gd name="csX0" fmla="*/ 7003473 w 7907387"/>
              <a:gd name="csY0" fmla="*/ 661708 h 1056562"/>
              <a:gd name="csX1" fmla="*/ 7585364 w 7907387"/>
              <a:gd name="csY1" fmla="*/ 422717 h 1056562"/>
              <a:gd name="csX2" fmla="*/ 2608118 w 7907387"/>
              <a:gd name="csY2" fmla="*/ 17471 h 1056562"/>
              <a:gd name="csX3" fmla="*/ 0 w 7907387"/>
              <a:gd name="csY3" fmla="*/ 1056562 h 1056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07387" h="1056562">
                <a:moveTo>
                  <a:pt x="7003473" y="661708"/>
                </a:moveTo>
                <a:cubicBezTo>
                  <a:pt x="7660698" y="595899"/>
                  <a:pt x="8317923" y="530090"/>
                  <a:pt x="7585364" y="422717"/>
                </a:cubicBezTo>
                <a:cubicBezTo>
                  <a:pt x="6852805" y="315344"/>
                  <a:pt x="3872345" y="-88170"/>
                  <a:pt x="2608118" y="17471"/>
                </a:cubicBezTo>
                <a:cubicBezTo>
                  <a:pt x="1343891" y="123112"/>
                  <a:pt x="671945" y="589837"/>
                  <a:pt x="0" y="105656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AE0908-251D-185B-4A88-D3EC97D91EB0}"/>
                  </a:ext>
                </a:extLst>
              </p14:cNvPr>
              <p14:cNvContentPartPr/>
              <p14:nvPr/>
            </p14:nvContentPartPr>
            <p14:xfrm>
              <a:off x="1346040" y="2469960"/>
              <a:ext cx="8604720" cy="3119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AE0908-251D-185B-4A88-D3EC97D91E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6680" y="2460600"/>
                <a:ext cx="8623440" cy="313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7214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2AE1-BAEE-F2FF-BBE4-346B857A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9C5E-CF2F-1761-199F-D90AECF9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7DC63-C108-077C-97AD-060402FAC963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F8FEBC-D728-4B43-A7B4-F686B576817F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BD2C29-76A3-E87D-35C7-E4483CB9D410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36BDF7-1EB7-FCA0-D0B3-A8F39BC81FB0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DB2B485-5EFB-6A09-ACB2-96E4A29719C5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A8B8E90-67B4-6C34-EED7-CB00646BE124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74A69B2-EFC7-EAA3-32C7-7CDA74C50CAE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D3C905-C54D-3BC5-DE63-CE22CEBDCFD2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1AD9B7-D263-5396-278D-5D9E11D9E998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7031572" y="4856145"/>
            <a:ext cx="1474293" cy="8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DA99B25-409A-49A7-4E36-EF23FD1AB162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B54E8-4A18-3055-16C8-3A73148E60DB}"/>
              </a:ext>
            </a:extLst>
          </p:cNvPr>
          <p:cNvSpPr txBox="1"/>
          <p:nvPr/>
        </p:nvSpPr>
        <p:spPr>
          <a:xfrm>
            <a:off x="4532953" y="5086313"/>
            <a:ext cx="24986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body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 runs and returns the value 4. The return pointer tells us what to execute next.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30A9C42-EDCA-BD8F-3754-1686E240B204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60061-0E3D-39CE-4204-4B7759D66F01}"/>
              </a:ext>
            </a:extLst>
          </p:cNvPr>
          <p:cNvSpPr/>
          <p:nvPr/>
        </p:nvSpPr>
        <p:spPr>
          <a:xfrm>
            <a:off x="2206209" y="5198720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72DEF-6F4A-5A06-6F40-67B6E967F1EF}"/>
              </a:ext>
            </a:extLst>
          </p:cNvPr>
          <p:cNvSpPr txBox="1"/>
          <p:nvPr/>
        </p:nvSpPr>
        <p:spPr>
          <a:xfrm>
            <a:off x="8505865" y="4671479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f(3), a=3</a:t>
            </a: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43F9B72-DDFF-FF0C-9F29-B741FEDBC508}"/>
              </a:ext>
            </a:extLst>
          </p:cNvPr>
          <p:cNvSpPr/>
          <p:nvPr/>
        </p:nvSpPr>
        <p:spPr>
          <a:xfrm>
            <a:off x="2836718" y="4190847"/>
            <a:ext cx="7907387" cy="1056562"/>
          </a:xfrm>
          <a:custGeom>
            <a:avLst/>
            <a:gdLst>
              <a:gd name="csX0" fmla="*/ 7003473 w 7907387"/>
              <a:gd name="csY0" fmla="*/ 661708 h 1056562"/>
              <a:gd name="csX1" fmla="*/ 7585364 w 7907387"/>
              <a:gd name="csY1" fmla="*/ 422717 h 1056562"/>
              <a:gd name="csX2" fmla="*/ 2608118 w 7907387"/>
              <a:gd name="csY2" fmla="*/ 17471 h 1056562"/>
              <a:gd name="csX3" fmla="*/ 0 w 7907387"/>
              <a:gd name="csY3" fmla="*/ 1056562 h 10565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907387" h="1056562">
                <a:moveTo>
                  <a:pt x="7003473" y="661708"/>
                </a:moveTo>
                <a:cubicBezTo>
                  <a:pt x="7660698" y="595899"/>
                  <a:pt x="8317923" y="530090"/>
                  <a:pt x="7585364" y="422717"/>
                </a:cubicBezTo>
                <a:cubicBezTo>
                  <a:pt x="6852805" y="315344"/>
                  <a:pt x="3872345" y="-88170"/>
                  <a:pt x="2608118" y="17471"/>
                </a:cubicBezTo>
                <a:cubicBezTo>
                  <a:pt x="1343891" y="123112"/>
                  <a:pt x="671945" y="589837"/>
                  <a:pt x="0" y="105656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F8F8DB-378B-D2C8-2CBA-4CCC5116F9DF}"/>
              </a:ext>
            </a:extLst>
          </p:cNvPr>
          <p:cNvCxnSpPr>
            <a:cxnSpLocks/>
          </p:cNvCxnSpPr>
          <p:nvPr/>
        </p:nvCxnSpPr>
        <p:spPr>
          <a:xfrm>
            <a:off x="8454959" y="4544173"/>
            <a:ext cx="2373502" cy="5421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4AADC9-9CCD-2FF0-FBA1-38D53869623E}"/>
              </a:ext>
            </a:extLst>
          </p:cNvPr>
          <p:cNvCxnSpPr>
            <a:cxnSpLocks/>
          </p:cNvCxnSpPr>
          <p:nvPr/>
        </p:nvCxnSpPr>
        <p:spPr>
          <a:xfrm flipV="1">
            <a:off x="8454959" y="4671479"/>
            <a:ext cx="2715549" cy="433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A859414-53E3-A868-CBA6-756C3560EEC1}"/>
                  </a:ext>
                </a:extLst>
              </p14:cNvPr>
              <p14:cNvContentPartPr/>
              <p14:nvPr/>
            </p14:nvContentPartPr>
            <p14:xfrm>
              <a:off x="2082960" y="2793960"/>
              <a:ext cx="1194120" cy="2591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A859414-53E3-A868-CBA6-756C3560EE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3600" y="2784600"/>
                <a:ext cx="1212840" cy="26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890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297C-EB3E-0D30-A8BC-187E6771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C6DF-E882-0B7E-11BA-D7A66193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9EE97-8AE9-CAD6-44CE-DAE8DCD3D7C6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4F57D-17E6-3327-8504-2DDB5AAA9393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166F87-6923-6B02-0728-75CF8E006FC7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9C286FA-29F7-2C65-DE3E-2F748D4BB2AC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15C7F9E-C9F5-5AC2-A4FD-532777DF2B3C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47B51CE-197F-28A4-5965-7B8E841A511E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CCC0007-E1F3-47A2-DE01-EA7100C0318F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D37291-6C0D-25DB-87CB-97B837B97F9D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D082A7-6F57-9785-7B67-880D23CB0D8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7031572" y="4856145"/>
            <a:ext cx="2574802" cy="830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61DCE46-2F5F-90A6-2D43-5C2915FCA04A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x=?,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89DDC-058C-6DD4-48D0-82A403D739E4}"/>
              </a:ext>
            </a:extLst>
          </p:cNvPr>
          <p:cNvSpPr txBox="1"/>
          <p:nvPr/>
        </p:nvSpPr>
        <p:spPr>
          <a:xfrm>
            <a:off x="4532953" y="5086313"/>
            <a:ext cx="249861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body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/>
              <a:t> runs and returns the value 4. The return pointer tells us what to execute next.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64967F3-E1FC-6565-0229-6D42FC6E9156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6AA0E5-DDC7-8928-1991-244E4934C20B}"/>
              </a:ext>
            </a:extLst>
          </p:cNvPr>
          <p:cNvSpPr/>
          <p:nvPr/>
        </p:nvSpPr>
        <p:spPr>
          <a:xfrm>
            <a:off x="2206209" y="5198720"/>
            <a:ext cx="535389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A0857-3AD3-491A-A2DF-86C971753E3B}"/>
              </a:ext>
            </a:extLst>
          </p:cNvPr>
          <p:cNvSpPr txBox="1"/>
          <p:nvPr/>
        </p:nvSpPr>
        <p:spPr>
          <a:xfrm>
            <a:off x="9606374" y="462531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6A8293-8EEE-F27C-6812-2EBB852A1AE3}"/>
              </a:ext>
            </a:extLst>
          </p:cNvPr>
          <p:cNvSpPr/>
          <p:nvPr/>
        </p:nvSpPr>
        <p:spPr>
          <a:xfrm>
            <a:off x="9606375" y="4681893"/>
            <a:ext cx="349776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4BA8BD-8724-DEA3-F414-A33ED63107DD}"/>
              </a:ext>
            </a:extLst>
          </p:cNvPr>
          <p:cNvSpPr/>
          <p:nvPr/>
        </p:nvSpPr>
        <p:spPr>
          <a:xfrm>
            <a:off x="10166542" y="5270119"/>
            <a:ext cx="176063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BFCFD4-52B2-F7F2-11BA-03C11DA10E0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9781263" y="5030394"/>
            <a:ext cx="473311" cy="239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A6F8A3-7048-09C1-12B1-AFFDE2ED6628}"/>
                  </a:ext>
                </a:extLst>
              </p14:cNvPr>
              <p14:cNvContentPartPr/>
              <p14:nvPr/>
            </p14:nvContentPartPr>
            <p14:xfrm>
              <a:off x="1695600" y="4737240"/>
              <a:ext cx="8687160" cy="838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A6F8A3-7048-09C1-12B1-AFFDE2ED66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86240" y="4727880"/>
                <a:ext cx="8705880" cy="8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8176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06E-864D-47C3-4A7E-A1A2AFC5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843B-0EC6-24AB-1730-5E33571D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18121-5F25-8E19-F4FF-E9F769F72236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EA7C69-9322-F7F2-E97E-A2957649EC0D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18679A-E111-0813-446E-D700A79BEA0E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ECE601-C641-F795-4C01-A57B1A2495EA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7A5087-64AE-0F8E-AEF8-1D64F0F70CF0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6B948F-770D-4725-5B6B-2C889582DE2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084A906-0692-8AA4-379B-725C203F4D5C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8D6503-48E8-7893-2513-E005E9DA7151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17BA6-8249-2B6D-4B63-572497BDDED4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x=4,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96DFA-D1F7-E2F4-5FEB-66604EAEC39E}"/>
              </a:ext>
            </a:extLst>
          </p:cNvPr>
          <p:cNvSpPr txBox="1"/>
          <p:nvPr/>
        </p:nvSpPr>
        <p:spPr>
          <a:xfrm>
            <a:off x="4422855" y="4983565"/>
            <a:ext cx="249861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Next we call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g(4)</a:t>
            </a:r>
            <a:r>
              <a:rPr lang="en-US"/>
              <a:t>, which pushes this on top of the call stack.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832472F-B5DC-3C5B-634D-D97C904A5B4D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EDB1E-D175-8C20-04E5-CDBD0FDA59C2}"/>
              </a:ext>
            </a:extLst>
          </p:cNvPr>
          <p:cNvSpPr txBox="1"/>
          <p:nvPr/>
        </p:nvSpPr>
        <p:spPr>
          <a:xfrm>
            <a:off x="8486038" y="4737616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g(3), a=3, n=3+2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FC85C9-7D14-38DC-AD32-4E741E62390E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6921474" y="4922282"/>
            <a:ext cx="1564564" cy="52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8D4D9F90-A1CC-078C-77D3-CF741C3A5A88}"/>
              </a:ext>
            </a:extLst>
          </p:cNvPr>
          <p:cNvSpPr/>
          <p:nvPr/>
        </p:nvSpPr>
        <p:spPr>
          <a:xfrm>
            <a:off x="2867891" y="4401080"/>
            <a:ext cx="8563206" cy="1168447"/>
          </a:xfrm>
          <a:custGeom>
            <a:avLst/>
            <a:gdLst>
              <a:gd name="csX0" fmla="*/ 8115300 w 8563206"/>
              <a:gd name="csY0" fmla="*/ 513820 h 1168447"/>
              <a:gd name="csX1" fmla="*/ 8541327 w 8563206"/>
              <a:gd name="csY1" fmla="*/ 264438 h 1168447"/>
              <a:gd name="csX2" fmla="*/ 7512627 w 8563206"/>
              <a:gd name="csY2" fmla="*/ 108575 h 1168447"/>
              <a:gd name="csX3" fmla="*/ 3044536 w 8563206"/>
              <a:gd name="csY3" fmla="*/ 77402 h 1168447"/>
              <a:gd name="csX4" fmla="*/ 0 w 8563206"/>
              <a:gd name="csY4" fmla="*/ 1168447 h 1168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3206" h="1168447">
                <a:moveTo>
                  <a:pt x="8115300" y="513820"/>
                </a:moveTo>
                <a:cubicBezTo>
                  <a:pt x="8378536" y="422899"/>
                  <a:pt x="8641772" y="331979"/>
                  <a:pt x="8541327" y="264438"/>
                </a:cubicBezTo>
                <a:cubicBezTo>
                  <a:pt x="8440882" y="196897"/>
                  <a:pt x="8428759" y="139748"/>
                  <a:pt x="7512627" y="108575"/>
                </a:cubicBezTo>
                <a:cubicBezTo>
                  <a:pt x="6596495" y="77402"/>
                  <a:pt x="4296640" y="-99243"/>
                  <a:pt x="3044536" y="77402"/>
                </a:cubicBezTo>
                <a:cubicBezTo>
                  <a:pt x="1792431" y="254047"/>
                  <a:pt x="896215" y="711247"/>
                  <a:pt x="0" y="116844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8A2FB5-3C74-04C2-BE17-B217D8F3886C}"/>
                  </a:ext>
                </a:extLst>
              </p14:cNvPr>
              <p14:cNvContentPartPr/>
              <p14:nvPr/>
            </p14:nvContentPartPr>
            <p14:xfrm>
              <a:off x="1708200" y="3594240"/>
              <a:ext cx="8826840" cy="2204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8A2FB5-3C74-04C2-BE17-B217D8F388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8840" y="3584880"/>
                <a:ext cx="8845560" cy="222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8338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1554-53F0-5DD0-F162-0B7AB81F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709C-798E-FD56-DB48-DF26925D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D3942-E823-1759-DE81-BE9DE10023BF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C9EEA8-5837-40AB-27D1-F5509F23C6D1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D0D0A9-655A-E29D-93B1-F08531B8B266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24CCCD0-B6B7-5DA7-4236-AF4654DF05EE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2FB73ED-48D4-D49C-60F6-6C909609CA24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455392-469B-1189-F5FB-F175E8DDC6B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2E2AD20-E3C4-BAE4-5265-A37C8C7FD064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98CB72-27DE-31F9-0AED-33F3ABC30426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D1A62-78E2-622A-169F-AD6D9C74DB9E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x=4,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CE5FD-8CFE-E452-C449-B3F8A5E5FED5}"/>
              </a:ext>
            </a:extLst>
          </p:cNvPr>
          <p:cNvSpPr txBox="1"/>
          <p:nvPr/>
        </p:nvSpPr>
        <p:spPr>
          <a:xfrm>
            <a:off x="4422855" y="4983565"/>
            <a:ext cx="2498619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Notice that there are two a variables on the stack at the same time. There’s  no confusion because they are in different function calls.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BECCF80-1E6F-AE50-C44F-6FDAD4DF5FC8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3CACF-31A3-D725-3642-51E2F041D576}"/>
              </a:ext>
            </a:extLst>
          </p:cNvPr>
          <p:cNvSpPr txBox="1"/>
          <p:nvPr/>
        </p:nvSpPr>
        <p:spPr>
          <a:xfrm>
            <a:off x="8486038" y="4737616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g(3), a=3, n=3+2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2B0AC-23BE-1126-F767-A8FBF1F207E9}"/>
              </a:ext>
            </a:extLst>
          </p:cNvPr>
          <p:cNvCxnSpPr>
            <a:cxnSpLocks/>
          </p:cNvCxnSpPr>
          <p:nvPr/>
        </p:nvCxnSpPr>
        <p:spPr>
          <a:xfrm flipV="1">
            <a:off x="6921474" y="5106948"/>
            <a:ext cx="2398562" cy="229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471554A8-2156-C3AA-D781-63F4728651EC}"/>
              </a:ext>
            </a:extLst>
          </p:cNvPr>
          <p:cNvSpPr/>
          <p:nvPr/>
        </p:nvSpPr>
        <p:spPr>
          <a:xfrm>
            <a:off x="2867891" y="4401080"/>
            <a:ext cx="8563206" cy="1168447"/>
          </a:xfrm>
          <a:custGeom>
            <a:avLst/>
            <a:gdLst>
              <a:gd name="csX0" fmla="*/ 8115300 w 8563206"/>
              <a:gd name="csY0" fmla="*/ 513820 h 1168447"/>
              <a:gd name="csX1" fmla="*/ 8541327 w 8563206"/>
              <a:gd name="csY1" fmla="*/ 264438 h 1168447"/>
              <a:gd name="csX2" fmla="*/ 7512627 w 8563206"/>
              <a:gd name="csY2" fmla="*/ 108575 h 1168447"/>
              <a:gd name="csX3" fmla="*/ 3044536 w 8563206"/>
              <a:gd name="csY3" fmla="*/ 77402 h 1168447"/>
              <a:gd name="csX4" fmla="*/ 0 w 8563206"/>
              <a:gd name="csY4" fmla="*/ 1168447 h 1168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3206" h="1168447">
                <a:moveTo>
                  <a:pt x="8115300" y="513820"/>
                </a:moveTo>
                <a:cubicBezTo>
                  <a:pt x="8378536" y="422899"/>
                  <a:pt x="8641772" y="331979"/>
                  <a:pt x="8541327" y="264438"/>
                </a:cubicBezTo>
                <a:cubicBezTo>
                  <a:pt x="8440882" y="196897"/>
                  <a:pt x="8428759" y="139748"/>
                  <a:pt x="7512627" y="108575"/>
                </a:cubicBezTo>
                <a:cubicBezTo>
                  <a:pt x="6596495" y="77402"/>
                  <a:pt x="4296640" y="-99243"/>
                  <a:pt x="3044536" y="77402"/>
                </a:cubicBezTo>
                <a:cubicBezTo>
                  <a:pt x="1792431" y="254047"/>
                  <a:pt x="896215" y="711247"/>
                  <a:pt x="0" y="116844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20109-1BE3-FAFD-23DD-36FF6D4F676E}"/>
              </a:ext>
            </a:extLst>
          </p:cNvPr>
          <p:cNvSpPr/>
          <p:nvPr/>
        </p:nvSpPr>
        <p:spPr>
          <a:xfrm>
            <a:off x="9320037" y="5250345"/>
            <a:ext cx="426635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4E466-F66D-EFC2-533F-1104665EA0AB}"/>
              </a:ext>
            </a:extLst>
          </p:cNvPr>
          <p:cNvSpPr/>
          <p:nvPr/>
        </p:nvSpPr>
        <p:spPr>
          <a:xfrm>
            <a:off x="9320036" y="4768666"/>
            <a:ext cx="426635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DDCEE2-2A1A-49A6-6B83-55FD39F3764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921474" y="5613333"/>
            <a:ext cx="2389513" cy="247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67E2DB-BC1D-1915-7EB7-BEDA0F47BB70}"/>
                  </a:ext>
                </a:extLst>
              </p14:cNvPr>
              <p14:cNvContentPartPr/>
              <p14:nvPr/>
            </p14:nvContentPartPr>
            <p14:xfrm>
              <a:off x="8153280" y="4826160"/>
              <a:ext cx="476640" cy="77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67E2DB-BC1D-1915-7EB7-BEDA0F47BB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43920" y="4816800"/>
                <a:ext cx="495360" cy="7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743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F6C7-8672-5F7F-0016-9E3C8070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FE9C-421B-39A4-3E6F-CD766095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3B454-897B-5A6C-3227-EDC630FECFBC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D3922-94A9-97CE-EA78-7CA09B4DEA31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0647A8-15A9-84DB-7BB9-76B9B6198DD2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D5C4B4-13E5-D518-2B85-8102CDB2100F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0816000-6CB5-43B0-3834-0C54E49DD68E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77D1A1-AB48-7CA9-CB13-8AEA92445BEB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969DA4E-6849-F082-0E3B-EC1705E78844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C015F2-F181-4C5F-C3B4-054DD8E2D311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F2811-2E5A-9DE3-8B75-CC78B0CE9ECF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x=4, y=?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213F3C-164E-903D-C087-F2B0D0B66BA2}"/>
              </a:ext>
            </a:extLst>
          </p:cNvPr>
          <p:cNvSpPr txBox="1"/>
          <p:nvPr/>
        </p:nvSpPr>
        <p:spPr>
          <a:xfrm>
            <a:off x="4422855" y="4983565"/>
            <a:ext cx="249861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the body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/>
              <a:t> runs it returns 15.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BA99C82-5DF8-043B-4706-4EBC9EE3C7DE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FC35D-4E82-1D08-E848-4CFD8A329819}"/>
              </a:ext>
            </a:extLst>
          </p:cNvPr>
          <p:cNvSpPr txBox="1"/>
          <p:nvPr/>
        </p:nvSpPr>
        <p:spPr>
          <a:xfrm>
            <a:off x="8486038" y="4737616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g(3), a=3, n=5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776FB0-4B52-F172-3E03-4A6FCBEADA76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6921474" y="4922282"/>
            <a:ext cx="1564564" cy="384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F2D879C9-2366-217B-8FBC-D81CF13F1A51}"/>
              </a:ext>
            </a:extLst>
          </p:cNvPr>
          <p:cNvSpPr/>
          <p:nvPr/>
        </p:nvSpPr>
        <p:spPr>
          <a:xfrm>
            <a:off x="2867891" y="4401080"/>
            <a:ext cx="8563206" cy="1168447"/>
          </a:xfrm>
          <a:custGeom>
            <a:avLst/>
            <a:gdLst>
              <a:gd name="csX0" fmla="*/ 8115300 w 8563206"/>
              <a:gd name="csY0" fmla="*/ 513820 h 1168447"/>
              <a:gd name="csX1" fmla="*/ 8541327 w 8563206"/>
              <a:gd name="csY1" fmla="*/ 264438 h 1168447"/>
              <a:gd name="csX2" fmla="*/ 7512627 w 8563206"/>
              <a:gd name="csY2" fmla="*/ 108575 h 1168447"/>
              <a:gd name="csX3" fmla="*/ 3044536 w 8563206"/>
              <a:gd name="csY3" fmla="*/ 77402 h 1168447"/>
              <a:gd name="csX4" fmla="*/ 0 w 8563206"/>
              <a:gd name="csY4" fmla="*/ 1168447 h 1168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563206" h="1168447">
                <a:moveTo>
                  <a:pt x="8115300" y="513820"/>
                </a:moveTo>
                <a:cubicBezTo>
                  <a:pt x="8378536" y="422899"/>
                  <a:pt x="8641772" y="331979"/>
                  <a:pt x="8541327" y="264438"/>
                </a:cubicBezTo>
                <a:cubicBezTo>
                  <a:pt x="8440882" y="196897"/>
                  <a:pt x="8428759" y="139748"/>
                  <a:pt x="7512627" y="108575"/>
                </a:cubicBezTo>
                <a:cubicBezTo>
                  <a:pt x="6596495" y="77402"/>
                  <a:pt x="4296640" y="-99243"/>
                  <a:pt x="3044536" y="77402"/>
                </a:cubicBezTo>
                <a:cubicBezTo>
                  <a:pt x="1792431" y="254047"/>
                  <a:pt x="896215" y="711247"/>
                  <a:pt x="0" y="1168447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2EB4C-43FA-66ED-B1FB-C8BB210064FC}"/>
              </a:ext>
            </a:extLst>
          </p:cNvPr>
          <p:cNvCxnSpPr>
            <a:cxnSpLocks/>
          </p:cNvCxnSpPr>
          <p:nvPr/>
        </p:nvCxnSpPr>
        <p:spPr>
          <a:xfrm>
            <a:off x="8454959" y="4544173"/>
            <a:ext cx="2373502" cy="5421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185260-9DA7-703C-CE09-509889DA534E}"/>
              </a:ext>
            </a:extLst>
          </p:cNvPr>
          <p:cNvCxnSpPr>
            <a:cxnSpLocks/>
          </p:cNvCxnSpPr>
          <p:nvPr/>
        </p:nvCxnSpPr>
        <p:spPr>
          <a:xfrm flipV="1">
            <a:off x="8454959" y="4671479"/>
            <a:ext cx="2715549" cy="433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6D8C0-28DC-B1EF-CC2B-C3BCAFECDB2E}"/>
              </a:ext>
            </a:extLst>
          </p:cNvPr>
          <p:cNvSpPr/>
          <p:nvPr/>
        </p:nvSpPr>
        <p:spPr>
          <a:xfrm>
            <a:off x="2050007" y="5493349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D12D802-07C2-C750-6300-235EE546FB1A}"/>
                  </a:ext>
                </a:extLst>
              </p14:cNvPr>
              <p14:cNvContentPartPr/>
              <p14:nvPr/>
            </p14:nvContentPartPr>
            <p14:xfrm>
              <a:off x="2019240" y="4228920"/>
              <a:ext cx="8280720" cy="1442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D12D802-07C2-C750-6300-235EE546FB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9880" y="4219560"/>
                <a:ext cx="8299440" cy="146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0349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6845-B6EE-B3AB-07F7-CDBA86C28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0369F-B337-EAB2-6F78-29078E65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C3CD9-4DC0-EF39-C916-73141FD82467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783AF-1CCF-B2B4-C3CA-3F4722DE095F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CCE277-685B-80A2-602B-C619E00ABCB1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9A8D93-3D1F-65D7-7470-04CA282D074F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2CB9DD-367E-2E59-0519-C5F6A9381970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3C8AC21-D19A-FC5C-31CE-73E0A02E9EC3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309D8B2-0D4C-B766-396B-90C28BD17F70}"/>
              </a:ext>
            </a:extLst>
          </p:cNvPr>
          <p:cNvSpPr txBox="1"/>
          <p:nvPr/>
        </p:nvSpPr>
        <p:spPr>
          <a:xfrm>
            <a:off x="8689528" y="3953646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6DA1B1-161D-ECF3-8365-3D6D07C41A84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5F290-5812-0A37-6A86-FD1115F6E5DA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x=4, y=15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1A21C-6005-8437-5C57-4002B0828482}"/>
              </a:ext>
            </a:extLst>
          </p:cNvPr>
          <p:cNvSpPr txBox="1"/>
          <p:nvPr/>
        </p:nvSpPr>
        <p:spPr>
          <a:xfrm>
            <a:off x="4422855" y="4983565"/>
            <a:ext cx="249861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When the body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/>
              <a:t> runs it returns 15.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4F240C2-1C9D-2727-38C1-534FD7E82736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C17796-BBC6-E8BC-0957-24FBB43A7242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 flipV="1">
            <a:off x="6921474" y="4856144"/>
            <a:ext cx="2684901" cy="450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6FF6E84-95C5-FC65-647A-7C249F7E782A}"/>
              </a:ext>
            </a:extLst>
          </p:cNvPr>
          <p:cNvSpPr/>
          <p:nvPr/>
        </p:nvSpPr>
        <p:spPr>
          <a:xfrm>
            <a:off x="2050007" y="5493349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5C20B-8120-23ED-F80F-15343DADE0B6}"/>
              </a:ext>
            </a:extLst>
          </p:cNvPr>
          <p:cNvSpPr txBox="1"/>
          <p:nvPr/>
        </p:nvSpPr>
        <p:spPr>
          <a:xfrm>
            <a:off x="9606374" y="4625312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9C525D-C5B4-3D4D-6A63-5D5AE53C80D3}"/>
              </a:ext>
            </a:extLst>
          </p:cNvPr>
          <p:cNvSpPr/>
          <p:nvPr/>
        </p:nvSpPr>
        <p:spPr>
          <a:xfrm>
            <a:off x="9606375" y="4681893"/>
            <a:ext cx="514884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F22332-B31E-3139-63AB-1F996BD2D78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863817" y="5030394"/>
            <a:ext cx="887951" cy="34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5B46BB2-9A54-A28F-E35A-B7A40D49D150}"/>
              </a:ext>
            </a:extLst>
          </p:cNvPr>
          <p:cNvSpPr/>
          <p:nvPr/>
        </p:nvSpPr>
        <p:spPr>
          <a:xfrm>
            <a:off x="10833284" y="5304048"/>
            <a:ext cx="237599" cy="314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DEFABD-317F-EA61-58B9-944C5808CB78}"/>
                  </a:ext>
                </a:extLst>
              </p14:cNvPr>
              <p14:cNvContentPartPr/>
              <p14:nvPr/>
            </p14:nvContentPartPr>
            <p14:xfrm>
              <a:off x="1631880" y="4927320"/>
              <a:ext cx="9461880" cy="69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DEFABD-317F-EA61-58B9-944C5808CB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2520" y="4917960"/>
                <a:ext cx="9480600" cy="7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107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1C59-357C-B4C0-32D8-F1F8FFFE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905C-CF17-DD23-FEFC-75E25AAC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11D2E-BF98-9F2D-1553-9FFD050A309D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915A83-F7A4-32FC-846D-9F122D0A763F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42F6F-A00F-F668-E67F-33DDB99D5CAB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56DA2-7FE9-3664-A25A-D1E1F3F421E5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E221D2A-B4AA-A9BE-0DA1-2CAD94238471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5C996E-36F3-0710-7D78-5205DDBEA3E0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A022057-5BB0-5B54-08B5-40F5558EE672}"/>
              </a:ext>
            </a:extLst>
          </p:cNvPr>
          <p:cNvSpPr txBox="1"/>
          <p:nvPr/>
        </p:nvSpPr>
        <p:spPr>
          <a:xfrm>
            <a:off x="8689528" y="4499247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D3465C-0F99-D6F9-C40C-551389C58FD5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17D4E-ACBB-1FA3-38E5-2FB80150A9F7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x=4, y=15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65009-D5BA-5616-2AEF-001AFE873276}"/>
              </a:ext>
            </a:extLst>
          </p:cNvPr>
          <p:cNvSpPr txBox="1"/>
          <p:nvPr/>
        </p:nvSpPr>
        <p:spPr>
          <a:xfrm>
            <a:off x="4282191" y="4983565"/>
            <a:ext cx="263928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Now that the values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</a:t>
            </a:r>
            <a:r>
              <a:rPr lang="en-US">
                <a:cs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>
                <a:cs typeface="Consolas" panose="020B0609020204030204" pitchFamily="49" charset="0"/>
              </a:rPr>
              <a:t> </a:t>
            </a:r>
            <a:r>
              <a:rPr lang="en-US"/>
              <a:t>are computed,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/>
              <a:t> can return their sum, 19.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89AA830-53A2-D29A-09E7-A91A738DAE2D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EEC5B3-4802-F942-0217-93DFC09811DF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6921475" y="5445230"/>
            <a:ext cx="156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FAA8F8-8618-DEF9-5D3C-C4A6FC9BCC14}"/>
              </a:ext>
            </a:extLst>
          </p:cNvPr>
          <p:cNvSpPr/>
          <p:nvPr/>
        </p:nvSpPr>
        <p:spPr>
          <a:xfrm>
            <a:off x="2050007" y="5493349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5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7EC5-70D8-70F7-9253-F770D35C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6238-5EFA-50D0-C3A9-E2C3769C2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250C6-0A10-81ED-9C66-A1190F4E5EE5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6DF65-090F-99EF-FBF0-048C174C0259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E96660-5E23-D4B0-C629-8D47DFBBD589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96ADCE8-C530-2B5D-6286-045BF3750784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B44EC7D-CD4C-E6CB-EA56-9C2F507738A2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DCDAA1-3987-7262-62D5-EAC7FEF47EB1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A7ED903-AA8C-06A3-EA59-8705AE0F0515}"/>
              </a:ext>
            </a:extLst>
          </p:cNvPr>
          <p:cNvSpPr txBox="1"/>
          <p:nvPr/>
        </p:nvSpPr>
        <p:spPr>
          <a:xfrm>
            <a:off x="8689528" y="4499247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0655DD-1B40-5594-DFF8-CC000AA094A3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84FA0-7D8D-EFC9-72C1-EAA7FBA85BB2}"/>
              </a:ext>
            </a:extLst>
          </p:cNvPr>
          <p:cNvSpPr txBox="1"/>
          <p:nvPr/>
        </p:nvSpPr>
        <p:spPr>
          <a:xfrm>
            <a:off x="8486038" y="5260564"/>
            <a:ext cx="2940225" cy="369332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h(3), a=3, x=4, y=15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39A24-04FB-600E-62E6-333794F57C7A}"/>
              </a:ext>
            </a:extLst>
          </p:cNvPr>
          <p:cNvSpPr txBox="1"/>
          <p:nvPr/>
        </p:nvSpPr>
        <p:spPr>
          <a:xfrm>
            <a:off x="4282191" y="4983565"/>
            <a:ext cx="263928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Now that the values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</a:t>
            </a:r>
            <a:r>
              <a:rPr lang="en-US">
                <a:cs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>
                <a:cs typeface="Consolas" panose="020B0609020204030204" pitchFamily="49" charset="0"/>
              </a:rPr>
              <a:t> </a:t>
            </a:r>
            <a:r>
              <a:rPr lang="en-US"/>
              <a:t>are computed,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/>
              <a:t> can return their sum, 19.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8E49793-C109-811B-962C-7E5207DA18A2}"/>
              </a:ext>
            </a:extLst>
          </p:cNvPr>
          <p:cNvSpPr/>
          <p:nvPr/>
        </p:nvSpPr>
        <p:spPr>
          <a:xfrm>
            <a:off x="9320037" y="1228103"/>
            <a:ext cx="2436690" cy="4217127"/>
          </a:xfrm>
          <a:custGeom>
            <a:avLst/>
            <a:gdLst>
              <a:gd name="csX0" fmla="*/ 2389909 w 3260924"/>
              <a:gd name="csY0" fmla="*/ 2691246 h 2691246"/>
              <a:gd name="csX1" fmla="*/ 3127664 w 3260924"/>
              <a:gd name="csY1" fmla="*/ 2088573 h 2691246"/>
              <a:gd name="csX2" fmla="*/ 0 w 3260924"/>
              <a:gd name="csY2" fmla="*/ 0 h 26912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60924" h="2691246">
                <a:moveTo>
                  <a:pt x="2389909" y="2691246"/>
                </a:moveTo>
                <a:cubicBezTo>
                  <a:pt x="2957945" y="2614180"/>
                  <a:pt x="3525982" y="2537114"/>
                  <a:pt x="3127664" y="2088573"/>
                </a:cubicBezTo>
                <a:cubicBezTo>
                  <a:pt x="2729346" y="1640032"/>
                  <a:pt x="1364673" y="820016"/>
                  <a:pt x="0" y="0"/>
                </a:cubicBezTo>
              </a:path>
            </a:pathLst>
          </a:custGeom>
          <a:noFill/>
          <a:ln>
            <a:headEnd type="none" w="lg" len="lg"/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B80155-1F87-F578-E080-AB7EB4CEEFF9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6921475" y="5445230"/>
            <a:ext cx="156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6B50F53-07C6-7F00-320E-35EB8C1AD64F}"/>
              </a:ext>
            </a:extLst>
          </p:cNvPr>
          <p:cNvSpPr/>
          <p:nvPr/>
        </p:nvSpPr>
        <p:spPr>
          <a:xfrm>
            <a:off x="9329598" y="879602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693380-D13A-4B24-1E25-1B85A6C49457}"/>
              </a:ext>
            </a:extLst>
          </p:cNvPr>
          <p:cNvCxnSpPr>
            <a:cxnSpLocks/>
          </p:cNvCxnSpPr>
          <p:nvPr/>
        </p:nvCxnSpPr>
        <p:spPr>
          <a:xfrm>
            <a:off x="8710714" y="5083403"/>
            <a:ext cx="2373502" cy="5421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B84446-1A5A-C6AA-51C7-0591FC50C434}"/>
              </a:ext>
            </a:extLst>
          </p:cNvPr>
          <p:cNvCxnSpPr>
            <a:cxnSpLocks/>
          </p:cNvCxnSpPr>
          <p:nvPr/>
        </p:nvCxnSpPr>
        <p:spPr>
          <a:xfrm flipV="1">
            <a:off x="8710714" y="5210709"/>
            <a:ext cx="2715549" cy="43395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3247E8E-5FDD-94A4-E4AF-A59CA58023CF}"/>
                  </a:ext>
                </a:extLst>
              </p14:cNvPr>
              <p14:cNvContentPartPr/>
              <p14:nvPr/>
            </p14:nvContentPartPr>
            <p14:xfrm>
              <a:off x="8362800" y="907920"/>
              <a:ext cx="648360" cy="375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3247E8E-5FDD-94A4-E4AF-A59CA58023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53440" y="898560"/>
                <a:ext cx="667080" cy="3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7525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7B2AC-9156-75A6-09F7-171058E4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71D3-DE8A-53BD-A063-46C47FF8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190" y="154954"/>
            <a:ext cx="4462849" cy="1325563"/>
          </a:xfrm>
        </p:spPr>
        <p:txBody>
          <a:bodyPr/>
          <a:lstStyle/>
          <a:p>
            <a:r>
              <a:rPr lang="en-US"/>
              <a:t>Calling Functions: </a:t>
            </a:r>
            <a:r>
              <a:rPr lang="en-US" b="1"/>
              <a:t>The Call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2D656-656E-8D43-ADDD-D22A2DA626FC}"/>
              </a:ext>
            </a:extLst>
          </p:cNvPr>
          <p:cNvSpPr txBox="1"/>
          <p:nvPr/>
        </p:nvSpPr>
        <p:spPr>
          <a:xfrm>
            <a:off x="765736" y="2153153"/>
            <a:ext cx="233749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f(int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a + 1;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g(int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a + 2;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3*n;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int h(int a)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x = f(a);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y = g(a);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x + y;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14161F-4A23-95AD-080E-07B54D78EFB5}"/>
              </a:ext>
            </a:extLst>
          </p:cNvPr>
          <p:cNvSpPr txBox="1"/>
          <p:nvPr/>
        </p:nvSpPr>
        <p:spPr>
          <a:xfrm>
            <a:off x="9206831" y="351800"/>
            <a:ext cx="16729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CA" sz="3600">
                <a:latin typeface="Consolas" panose="020B0609020204030204" pitchFamily="49" charset="0"/>
                <a:cs typeface="Consolas" panose="020B0609020204030204" pitchFamily="49" charset="0"/>
              </a:rPr>
              <a:t>h(3);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A7FD3F-4F9C-3044-CE6F-646F04C0D752}"/>
              </a:ext>
            </a:extLst>
          </p:cNvPr>
          <p:cNvGrpSpPr/>
          <p:nvPr/>
        </p:nvGrpSpPr>
        <p:grpSpPr>
          <a:xfrm>
            <a:off x="7855528" y="3668700"/>
            <a:ext cx="3674918" cy="2191168"/>
            <a:chOff x="6619009" y="3429000"/>
            <a:chExt cx="3674918" cy="219116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1375CD-16A2-3D60-3066-7CFADE7FE2AD}"/>
                </a:ext>
              </a:extLst>
            </p:cNvPr>
            <p:cNvCxnSpPr/>
            <p:nvPr/>
          </p:nvCxnSpPr>
          <p:spPr>
            <a:xfrm>
              <a:off x="6619009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56E82D6-386D-8DA6-A0BC-6B8FDC265196}"/>
                </a:ext>
              </a:extLst>
            </p:cNvPr>
            <p:cNvCxnSpPr/>
            <p:nvPr/>
          </p:nvCxnSpPr>
          <p:spPr>
            <a:xfrm>
              <a:off x="10293927" y="3429000"/>
              <a:ext cx="0" cy="21911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B416547-57BD-69A3-05D6-0F82935F96A2}"/>
                </a:ext>
              </a:extLst>
            </p:cNvPr>
            <p:cNvCxnSpPr>
              <a:cxnSpLocks/>
            </p:cNvCxnSpPr>
            <p:nvPr/>
          </p:nvCxnSpPr>
          <p:spPr>
            <a:xfrm>
              <a:off x="6619009" y="5620168"/>
              <a:ext cx="3674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1125821-4639-7E3D-44FD-04F8F0EBAB69}"/>
              </a:ext>
            </a:extLst>
          </p:cNvPr>
          <p:cNvSpPr txBox="1"/>
          <p:nvPr/>
        </p:nvSpPr>
        <p:spPr>
          <a:xfrm>
            <a:off x="8689528" y="4499247"/>
            <a:ext cx="2006918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top</a:t>
            </a:r>
            <a:r>
              <a:rPr lang="en-US"/>
              <a:t> of the stack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4C9FC7-6021-9F4D-8768-4BD60353AE0F}"/>
              </a:ext>
            </a:extLst>
          </p:cNvPr>
          <p:cNvSpPr txBox="1"/>
          <p:nvPr/>
        </p:nvSpPr>
        <p:spPr>
          <a:xfrm>
            <a:off x="8683085" y="6089841"/>
            <a:ext cx="2196682" cy="369332"/>
          </a:xfrm>
          <a:prstGeom prst="rect">
            <a:avLst/>
          </a:prstGeom>
          <a:solidFill>
            <a:schemeClr val="accent2">
              <a:alpha val="74902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bottom</a:t>
            </a:r>
            <a:r>
              <a:rPr lang="en-US"/>
              <a:t> of the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11C70-62EA-5D12-70DE-9A4885BD6E72}"/>
              </a:ext>
            </a:extLst>
          </p:cNvPr>
          <p:cNvSpPr txBox="1"/>
          <p:nvPr/>
        </p:nvSpPr>
        <p:spPr>
          <a:xfrm>
            <a:off x="4282191" y="4983565"/>
            <a:ext cx="263928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Now that the values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/>
              <a:t> and</a:t>
            </a:r>
            <a:r>
              <a:rPr lang="en-US">
                <a:cs typeface="Consolas" panose="020B0609020204030204" pitchFamily="49" charset="0"/>
              </a:rPr>
              <a:t>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>
                <a:cs typeface="Consolas" panose="020B0609020204030204" pitchFamily="49" charset="0"/>
              </a:rPr>
              <a:t> </a:t>
            </a:r>
            <a:r>
              <a:rPr lang="en-US"/>
              <a:t>are computed,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/>
              <a:t> can return their sum, 19.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741FD5-6D98-8BBB-1FA8-0DA7DCC90087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6921475" y="5364224"/>
            <a:ext cx="2514070" cy="81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2D43FC8-13DC-9F66-B22A-D023BFDFB1F7}"/>
              </a:ext>
            </a:extLst>
          </p:cNvPr>
          <p:cNvSpPr/>
          <p:nvPr/>
        </p:nvSpPr>
        <p:spPr>
          <a:xfrm>
            <a:off x="9329598" y="879602"/>
            <a:ext cx="713701" cy="348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1D2A0-2078-95C1-7F84-A91B9622075E}"/>
              </a:ext>
            </a:extLst>
          </p:cNvPr>
          <p:cNvSpPr txBox="1"/>
          <p:nvPr/>
        </p:nvSpPr>
        <p:spPr>
          <a:xfrm>
            <a:off x="9435545" y="5133391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1CDED-3728-6E46-05B0-1A4C07D21D4D}"/>
              </a:ext>
            </a:extLst>
          </p:cNvPr>
          <p:cNvSpPr txBox="1"/>
          <p:nvPr/>
        </p:nvSpPr>
        <p:spPr>
          <a:xfrm>
            <a:off x="9329598" y="885501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38B94F-B246-0DE4-F562-5EAE338F64E6}"/>
              </a:ext>
            </a:extLst>
          </p:cNvPr>
          <p:cNvSpPr txBox="1"/>
          <p:nvPr/>
        </p:nvSpPr>
        <p:spPr>
          <a:xfrm>
            <a:off x="5539226" y="557187"/>
            <a:ext cx="2639284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After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lang="en-US"/>
              <a:t> returns, the program runs whatever code comes after it.</a:t>
            </a:r>
            <a:br>
              <a:rPr lang="en-US"/>
            </a:br>
            <a:r>
              <a:rPr lang="en-US"/>
              <a:t>In this case, the return value is ignored.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451ABA-CB15-C690-128F-29B57A24627E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 flipV="1">
            <a:off x="8178510" y="1070167"/>
            <a:ext cx="1151088" cy="225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040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DCC7-C54D-9407-4475-0E862861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0214-6C8C-871B-2554-1DFD4B615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Testing</a:t>
            </a:r>
            <a:r>
              <a:rPr lang="en-US" dirty="0"/>
              <a:t> is the most common practical way to check if a program is correct</a:t>
            </a:r>
          </a:p>
          <a:p>
            <a:pPr lvl="1"/>
            <a:r>
              <a:rPr lang="en-US" dirty="0"/>
              <a:t>Some computer scientists also try to </a:t>
            </a:r>
            <a:r>
              <a:rPr lang="en-US" i="1" dirty="0"/>
              <a:t>prove</a:t>
            </a:r>
            <a:r>
              <a:rPr lang="en-US" dirty="0"/>
              <a:t> programs are correct using mathematical proofs. But that has not caught on.</a:t>
            </a:r>
          </a:p>
          <a:p>
            <a:r>
              <a:rPr lang="en-CA" dirty="0"/>
              <a:t>“Program testing can be used to show the presence of bugs, but never to show their absence!” ― Edsger W. Dijkstra</a:t>
            </a:r>
            <a:endParaRPr lang="en-US" dirty="0"/>
          </a:p>
          <a:p>
            <a:r>
              <a:rPr lang="en-US" dirty="0"/>
              <a:t>In practice, testing frameworks are available that can help</a:t>
            </a:r>
          </a:p>
          <a:p>
            <a:pPr lvl="1"/>
            <a:r>
              <a:rPr lang="en-US" dirty="0"/>
              <a:t>But for this course we will not use those and stick to regular C++</a:t>
            </a:r>
          </a:p>
          <a:p>
            <a:r>
              <a:rPr lang="en-US" dirty="0"/>
              <a:t>To understand the key ideas of testing, let’s work through an example …</a:t>
            </a:r>
          </a:p>
        </p:txBody>
      </p:sp>
    </p:spTree>
    <p:extLst>
      <p:ext uri="{BB962C8B-B14F-4D97-AF65-F5344CB8AC3E}">
        <p14:creationId xmlns:p14="http://schemas.microsoft.com/office/powerpoint/2010/main" val="1132579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6F83-D02B-E6D5-D9E0-0473239A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D729-D314-3237-34BD-C096D4A35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084E6C-239B-2934-63EF-5A913EED5C4A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465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2AEE-E44F-6BDA-A950-865E2E54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1380-B87F-C614-6677-3A4F1056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66EBA-CCF1-7A81-3A82-B071947ED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C5F14-D785-4629-5544-0B57FC0A88B2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576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6A80-EFC1-DD00-A95E-3B007A5D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CC8D-ED1A-F515-EB9D-DAF73ADD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98782-0457-F21B-61B6-63628970F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72BFE-F414-3877-CDF3-8C9568B2500D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D9CDE-BD7F-30D3-3EAE-75BBAC552E48}"/>
              </a:ext>
            </a:extLst>
          </p:cNvPr>
          <p:cNvSpPr txBox="1"/>
          <p:nvPr/>
        </p:nvSpPr>
        <p:spPr>
          <a:xfrm>
            <a:off x="6598526" y="2967335"/>
            <a:ext cx="292910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the specification alone we can determine the function header.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5AFAD0-1C71-5BEC-4DB2-3B815CF214E1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5276193" y="2764221"/>
            <a:ext cx="1322333" cy="66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E0A496-2938-453D-40CA-E32A77ED99B8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887310" y="3429000"/>
            <a:ext cx="1711216" cy="152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541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14C7-1AA0-D925-A9DF-B35710CE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7349-05D6-1106-4BC3-9AD3458D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EBFF-319A-DDBC-015D-CAED55603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00E31-B194-9366-9B71-F368C895B668}"/>
              </a:ext>
            </a:extLst>
          </p:cNvPr>
          <p:cNvSpPr txBox="1"/>
          <p:nvPr/>
        </p:nvSpPr>
        <p:spPr>
          <a:xfrm>
            <a:off x="7586498" y="1490968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 we write any code, let’s write some test cases. Writing test cases first is called Test Driven Development (</a:t>
            </a:r>
            <a:r>
              <a:rPr lang="en-US" b="1" dirty="0"/>
              <a:t>TDD</a:t>
            </a:r>
            <a:r>
              <a:rPr lang="en-US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782E6-3861-6C41-7439-B31F97B54A7F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2674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5E50-9B8C-A5F3-92AA-DCA303F1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D042-408B-0EF3-1308-84A858DF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B87E-19F5-E7A8-8EAE-2A3647461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B73E73-3D35-F8EB-9C18-DC7A6814B9A0}"/>
              </a:ext>
            </a:extLst>
          </p:cNvPr>
          <p:cNvGraphicFramePr>
            <a:graphicFrameLocks noGrp="1"/>
          </p:cNvGraphicFramePr>
          <p:nvPr/>
        </p:nvGraphicFramePr>
        <p:xfrm>
          <a:off x="4042062" y="3210646"/>
          <a:ext cx="787631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  <a:gridCol w="3927763">
                  <a:extLst>
                    <a:ext uri="{9D8B030D-6E8A-4147-A177-3AD203B41FA5}">
                      <a16:colId xmlns:a16="http://schemas.microsoft.com/office/drawing/2014/main" val="38776512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leading and trailing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spaces in the middle are not 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leading spaces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trailing spaces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no leading/trailing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just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Consolas" panose="020B0609020204030204" pitchFamily="49" charset="0"/>
                        </a:rPr>
                        <a:t>always test the empty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3EAE1E-BDE2-603E-1308-8AFBE28C2408}"/>
              </a:ext>
            </a:extLst>
          </p:cNvPr>
          <p:cNvSpPr txBox="1"/>
          <p:nvPr/>
        </p:nvSpPr>
        <p:spPr>
          <a:xfrm>
            <a:off x="606674" y="3818695"/>
            <a:ext cx="2929101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Test Table</a:t>
            </a:r>
          </a:p>
          <a:p>
            <a:pPr algn="ctr"/>
            <a:r>
              <a:rPr lang="en-US" dirty="0"/>
              <a:t>All the cases have reasons for being there, and it seems like a reasonable start. We can always add more test cases later.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60636-4C24-A9D1-8CAA-9EA732C4B854}"/>
              </a:ext>
            </a:extLst>
          </p:cNvPr>
          <p:cNvSpPr txBox="1"/>
          <p:nvPr/>
        </p:nvSpPr>
        <p:spPr>
          <a:xfrm>
            <a:off x="7586498" y="1490968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Before we write any code, let’s write some test cases. Writing test cases first is called Test Driven Development (</a:t>
            </a:r>
            <a:r>
              <a:rPr lang="en-US" b="1"/>
              <a:t>TDD</a:t>
            </a:r>
            <a:r>
              <a:rPr lang="en-US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57594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39A3-89D8-6470-15A2-4F777F59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F75A-BB29-E8D0-B36E-F9FD14B4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26E2-1F33-D44E-8E73-4EB50092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2AEA96-D526-B19F-2015-A7A833589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31545"/>
              </p:ext>
            </p:extLst>
          </p:nvPr>
        </p:nvGraphicFramePr>
        <p:xfrm>
          <a:off x="7730835" y="2260864"/>
          <a:ext cx="39485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D52599-338A-6508-DE29-68F3A40E1225}"/>
              </a:ext>
            </a:extLst>
          </p:cNvPr>
          <p:cNvSpPr txBox="1"/>
          <p:nvPr/>
        </p:nvSpPr>
        <p:spPr>
          <a:xfrm>
            <a:off x="8142442" y="358359"/>
            <a:ext cx="292910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One way to convert the test table to code is to use </a:t>
            </a:r>
            <a:br>
              <a:rPr lang="en-US" dirty="0"/>
            </a:br>
            <a:r>
              <a:rPr lang="en-US" dirty="0"/>
              <a:t>if-statements. It’s flexible, but a lot of typing!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2E07A-7CD0-688B-D663-974F113DEB0A}"/>
              </a:ext>
            </a:extLst>
          </p:cNvPr>
          <p:cNvSpPr txBox="1"/>
          <p:nvPr/>
        </p:nvSpPr>
        <p:spPr>
          <a:xfrm>
            <a:off x="129886" y="1649070"/>
            <a:ext cx="68320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test_ifs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&lt;&lt; "Testing trim with if-statements ...\n";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if (trim(" cat  ") != "cat")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{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throw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("test failed");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if (trim(" cat  dog ") != "cat  dog")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{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  throw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("test failed");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&lt;&lt; "All if-statements tests passed!" &lt;&lt;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6001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A6A2-C112-AC5B-7197-6925F69F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AB8E-B376-6DA1-2934-00416AAC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3F796-45E5-4F99-15D3-7D1AA70C4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02BF76-5FCF-F132-A8F9-B4D0EA57C8DE}"/>
              </a:ext>
            </a:extLst>
          </p:cNvPr>
          <p:cNvGraphicFramePr>
            <a:graphicFrameLocks noGrp="1"/>
          </p:cNvGraphicFramePr>
          <p:nvPr/>
        </p:nvGraphicFramePr>
        <p:xfrm>
          <a:off x="7730835" y="2260864"/>
          <a:ext cx="39485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0F849C-456C-2617-CC7E-D929AB29AB6B}"/>
              </a:ext>
            </a:extLst>
          </p:cNvPr>
          <p:cNvSpPr txBox="1"/>
          <p:nvPr/>
        </p:nvSpPr>
        <p:spPr>
          <a:xfrm>
            <a:off x="8142442" y="358359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Another way is to use the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assert(expr)</a:t>
            </a:r>
            <a:r>
              <a:rPr lang="en-US"/>
              <a:t> macro, which does </a:t>
            </a:r>
            <a:r>
              <a:rPr lang="en-US" b="1"/>
              <a:t>nothing</a:t>
            </a:r>
            <a:r>
              <a:rPr lang="en-US"/>
              <a:t> if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expr</a:t>
            </a:r>
            <a:r>
              <a:rPr lang="en-US"/>
              <a:t> is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/>
              <a:t>, and </a:t>
            </a:r>
            <a:r>
              <a:rPr lang="en-US" b="1"/>
              <a:t>crashes</a:t>
            </a:r>
            <a:r>
              <a:rPr lang="en-US"/>
              <a:t> the program if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expr</a:t>
            </a:r>
            <a:r>
              <a:rPr lang="en-US"/>
              <a:t> is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E94CA-8D44-9179-880F-F2B9A064C879}"/>
              </a:ext>
            </a:extLst>
          </p:cNvPr>
          <p:cNvSpPr txBox="1"/>
          <p:nvPr/>
        </p:nvSpPr>
        <p:spPr>
          <a:xfrm>
            <a:off x="129886" y="1649070"/>
            <a:ext cx="71437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#include &lt;assert&gt;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test_asserts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"Testing trim with assert statements ...\n";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 cat  ") == "cat");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 cat  dog ") == "cat  dog");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  puppy") == "puppy");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assert(trim("puppy   ") == "puppy");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assert(trim("puppy") == "puppy");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        ") == "");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assert(trim("") == "");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"All assert tests passed!\n";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430B82-8334-D9E3-E97A-A7ADFC5E588E}"/>
              </a:ext>
            </a:extLst>
          </p:cNvPr>
          <p:cNvSpPr txBox="1"/>
          <p:nvPr/>
        </p:nvSpPr>
        <p:spPr>
          <a:xfrm>
            <a:off x="5085752" y="5342730"/>
            <a:ext cx="259715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Much more compact and readable compared to the if-statements, but not as flexible.</a:t>
            </a:r>
          </a:p>
        </p:txBody>
      </p:sp>
    </p:spTree>
    <p:extLst>
      <p:ext uri="{BB962C8B-B14F-4D97-AF65-F5344CB8AC3E}">
        <p14:creationId xmlns:p14="http://schemas.microsoft.com/office/powerpoint/2010/main" val="42678237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1E36-713F-AD45-62BF-4360703BA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1805-6BDC-B767-96C0-2CBC25CB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59AD0-D936-C765-E350-444DD6C4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77ADA1-FCA3-8363-ECF1-E151128B1E32}"/>
              </a:ext>
            </a:extLst>
          </p:cNvPr>
          <p:cNvGraphicFramePr>
            <a:graphicFrameLocks noGrp="1"/>
          </p:cNvGraphicFramePr>
          <p:nvPr/>
        </p:nvGraphicFramePr>
        <p:xfrm>
          <a:off x="7730835" y="2260864"/>
          <a:ext cx="394854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883">
                  <a:extLst>
                    <a:ext uri="{9D8B030D-6E8A-4147-A177-3AD203B41FA5}">
                      <a16:colId xmlns:a16="http://schemas.microsoft.com/office/drawing/2014/main" val="839168987"/>
                    </a:ext>
                  </a:extLst>
                </a:gridCol>
                <a:gridCol w="1984664">
                  <a:extLst>
                    <a:ext uri="{9D8B030D-6E8A-4147-A177-3AD203B41FA5}">
                      <a16:colId xmlns:a16="http://schemas.microsoft.com/office/drawing/2014/main" val="3018521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Expected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05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22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cat  dog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"cat  dog"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8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"puppy"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4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       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873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2707F5-56F1-21B2-B752-9D8EBDE61FCB}"/>
              </a:ext>
            </a:extLst>
          </p:cNvPr>
          <p:cNvSpPr txBox="1"/>
          <p:nvPr/>
        </p:nvSpPr>
        <p:spPr>
          <a:xfrm>
            <a:off x="8142442" y="358359"/>
            <a:ext cx="292910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Yet another way is to use </a:t>
            </a:r>
            <a:r>
              <a:rPr lang="en-US" b="1" dirty="0"/>
              <a:t>table-based testing</a:t>
            </a:r>
            <a:r>
              <a:rPr lang="en-US" dirty="0"/>
              <a:t>. You put the test cases into a “table”, e.g. a vector.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10413-1F5F-DE0E-493C-8F75F8F931B6}"/>
              </a:ext>
            </a:extLst>
          </p:cNvPr>
          <p:cNvSpPr txBox="1"/>
          <p:nvPr/>
        </p:nvSpPr>
        <p:spPr>
          <a:xfrm>
            <a:off x="129886" y="1649070"/>
            <a:ext cx="521104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#include &lt;vector&gt;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struct Testcase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string input;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string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vector&lt;Testcase&gt;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 cat  "    , "cat"     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 cat  dog ", "cat  dog"},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  puppy"   , "puppy"   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Testcase{"puppy   "  , "puppy"   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Testcase{"puppy"     , "puppy"   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        "  , ""        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Testcase{""          , ""        },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57CF4-3C08-D9A1-0EB7-61CE38EE69B3}"/>
              </a:ext>
            </a:extLst>
          </p:cNvPr>
          <p:cNvSpPr txBox="1"/>
          <p:nvPr/>
        </p:nvSpPr>
        <p:spPr>
          <a:xfrm>
            <a:off x="5153891" y="3588062"/>
            <a:ext cx="243260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code is similar to the test table, which improves readability.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B4BBE1-59EA-1CD3-F5AB-1FDC355C429C}"/>
                  </a:ext>
                </a:extLst>
              </p14:cNvPr>
              <p14:cNvContentPartPr/>
              <p14:nvPr/>
            </p14:nvContentPartPr>
            <p14:xfrm>
              <a:off x="7638840" y="2688120"/>
              <a:ext cx="73440" cy="2427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B4BBE1-59EA-1CD3-F5AB-1FDC355C42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29480" y="2678760"/>
                <a:ext cx="92160" cy="244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656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EDB8-EE36-F9C9-2BF9-2895DB28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9EA3-CE9E-3B1D-E003-1D5DF90DC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A34F-0A17-7022-871E-9FA2DA13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83B24-DF48-C0C1-F389-C5941C7BF967}"/>
              </a:ext>
            </a:extLst>
          </p:cNvPr>
          <p:cNvSpPr txBox="1"/>
          <p:nvPr/>
        </p:nvSpPr>
        <p:spPr>
          <a:xfrm>
            <a:off x="1629104" y="2327597"/>
            <a:ext cx="301646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we write a function that calls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trim</a:t>
            </a:r>
            <a:r>
              <a:rPr lang="en-US" dirty="0"/>
              <a:t> on all the test cases and checks that it returns the correct answer …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B8949-A7A2-9EF5-6FFC-D465B3441015}"/>
              </a:ext>
            </a:extLst>
          </p:cNvPr>
          <p:cNvSpPr txBox="1"/>
          <p:nvPr/>
        </p:nvSpPr>
        <p:spPr>
          <a:xfrm>
            <a:off x="129886" y="1364915"/>
            <a:ext cx="7268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</p:txBody>
      </p:sp>
    </p:spTree>
    <p:extLst>
      <p:ext uri="{BB962C8B-B14F-4D97-AF65-F5344CB8AC3E}">
        <p14:creationId xmlns:p14="http://schemas.microsoft.com/office/powerpoint/2010/main" val="10825586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87A17-81A1-385B-99AE-6E4B986F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C7C2-DCD8-3739-7D76-E7E6ED1E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9B74A-F3CF-8CC9-EAEF-3DD7D951C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34983-864A-23A6-5D37-17DCCD4E4A2E}"/>
              </a:ext>
            </a:extLst>
          </p:cNvPr>
          <p:cNvSpPr txBox="1"/>
          <p:nvPr/>
        </p:nvSpPr>
        <p:spPr>
          <a:xfrm>
            <a:off x="6096000" y="1723144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The test code loops through all the test cases in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7254B-8471-46B2-65CC-69589E5BB739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4D1B7B-4A6D-55A9-4DE6-D6BBEAD2B3DC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4436918" y="2184809"/>
            <a:ext cx="1659082" cy="319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A210809-4453-CCDB-F09B-3A069BFAEB53}"/>
              </a:ext>
            </a:extLst>
          </p:cNvPr>
          <p:cNvSpPr/>
          <p:nvPr/>
        </p:nvSpPr>
        <p:spPr>
          <a:xfrm>
            <a:off x="567737" y="2224161"/>
            <a:ext cx="3869181" cy="559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723BF63-DFEA-C12B-4680-59BFBBB73954}"/>
                  </a:ext>
                </a:extLst>
              </p14:cNvPr>
              <p14:cNvContentPartPr/>
              <p14:nvPr/>
            </p14:nvContentPartPr>
            <p14:xfrm>
              <a:off x="1010160" y="2729160"/>
              <a:ext cx="3206160" cy="88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723BF63-DFEA-C12B-4680-59BFBBB739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800" y="2719800"/>
                <a:ext cx="3224880" cy="1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10158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D1C5-EAD4-4DE9-6C6A-69B5A45B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E6B7-586E-ECD8-09C3-2E2FB555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9A51-3C3C-752F-E3E1-3375A1F75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4E080-7FF9-0E5D-7A71-00B3A7EA83B3}"/>
              </a:ext>
            </a:extLst>
          </p:cNvPr>
          <p:cNvSpPr txBox="1"/>
          <p:nvPr/>
        </p:nvSpPr>
        <p:spPr>
          <a:xfrm>
            <a:off x="7987146" y="2421677"/>
            <a:ext cx="225106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Print a helpful message.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580EB-99DD-B62F-BA04-6DFA4D8D10C0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787ECC-C2CD-8160-2459-E9F562FF27C7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785264" y="2744843"/>
            <a:ext cx="1201882" cy="320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AC54DE3-908C-ACA0-A13A-923A90DF2B15}"/>
              </a:ext>
            </a:extLst>
          </p:cNvPr>
          <p:cNvSpPr/>
          <p:nvPr/>
        </p:nvSpPr>
        <p:spPr>
          <a:xfrm>
            <a:off x="900246" y="2785270"/>
            <a:ext cx="5885018" cy="5597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466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A914-05A5-407F-BFAE-9D4DE66F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968C-3B97-F0FC-9F6C-A74BF79C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3E08-3801-33B4-728B-8DED7943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86C9C-E4E2-8A39-C458-610214C6662E}"/>
              </a:ext>
            </a:extLst>
          </p:cNvPr>
          <p:cNvSpPr txBox="1"/>
          <p:nvPr/>
        </p:nvSpPr>
        <p:spPr>
          <a:xfrm>
            <a:off x="7277102" y="3142456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Call the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</a:t>
            </a:r>
            <a:r>
              <a:rPr lang="en-US"/>
              <a:t> function and save the result it returns.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38EF1-8E81-4BA0-ACB0-D6491F8EBE69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459A0D-237E-E09C-756C-E00EDFC7AC54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 flipV="1">
            <a:off x="4914900" y="3465622"/>
            <a:ext cx="2362202" cy="13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8F254D6-6E5E-CB21-F1E0-07BDDD6A37C0}"/>
              </a:ext>
            </a:extLst>
          </p:cNvPr>
          <p:cNvSpPr/>
          <p:nvPr/>
        </p:nvSpPr>
        <p:spPr>
          <a:xfrm>
            <a:off x="900246" y="3315207"/>
            <a:ext cx="4014654" cy="3008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49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D38B-7DA3-4105-2546-7E662940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1A1C-EB32-AA6B-E44B-2CE08D87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4B766-7531-F80B-2C94-5153D8BD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B9C6C-0FEC-A06A-BF5C-061B9EDE99C1}"/>
              </a:ext>
            </a:extLst>
          </p:cNvPr>
          <p:cNvSpPr txBox="1"/>
          <p:nvPr/>
        </p:nvSpPr>
        <p:spPr>
          <a:xfrm>
            <a:off x="7043154" y="3445253"/>
            <a:ext cx="225106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If the returned value is the same as the expected value, then the test </a:t>
            </a:r>
            <a:r>
              <a:rPr lang="en-US" b="1"/>
              <a:t>passed</a:t>
            </a:r>
            <a:r>
              <a:rPr lang="en-US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B7FA64-015E-900C-F54B-129DFD9C4B85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306D90-FE27-FD96-E4A8-C3518922BBAA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 flipV="1">
            <a:off x="5590309" y="4031164"/>
            <a:ext cx="1452845" cy="14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40C9E0D-928D-FBC0-BC82-F8B9BD1E5996}"/>
              </a:ext>
            </a:extLst>
          </p:cNvPr>
          <p:cNvSpPr/>
          <p:nvPr/>
        </p:nvSpPr>
        <p:spPr>
          <a:xfrm>
            <a:off x="900245" y="3604627"/>
            <a:ext cx="4690064" cy="853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901B0A-4C08-9899-6353-92E8E0DEAFB5}"/>
                  </a:ext>
                </a:extLst>
              </p14:cNvPr>
              <p14:cNvContentPartPr/>
              <p14:nvPr/>
            </p14:nvContentPartPr>
            <p14:xfrm>
              <a:off x="531360" y="1926720"/>
              <a:ext cx="6264360" cy="4140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901B0A-4C08-9899-6353-92E8E0DEAF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2000" y="1917360"/>
                <a:ext cx="6283080" cy="415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98827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2ACB-C59D-910B-152A-AB2E60B7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A7E1F-6725-BF9C-DD02-DC324C9BD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4E81-855C-5D9D-3484-37548A35E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30DB0-B469-6957-6288-A48591D0B1BC}"/>
              </a:ext>
            </a:extLst>
          </p:cNvPr>
          <p:cNvSpPr txBox="1"/>
          <p:nvPr/>
        </p:nvSpPr>
        <p:spPr>
          <a:xfrm>
            <a:off x="7832863" y="4073744"/>
            <a:ext cx="2251063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the returned value is different than the expected value, then the test </a:t>
            </a:r>
            <a:r>
              <a:rPr lang="en-US" b="1" dirty="0"/>
              <a:t>failed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0D159-A9EB-9650-4C58-79C72C3B9C3D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2CDB0E-9F90-1AA9-0A6B-5367DD95A557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764481" y="4673909"/>
            <a:ext cx="1068382" cy="458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F94BE93-7781-6A1C-6658-5004C333927F}"/>
              </a:ext>
            </a:extLst>
          </p:cNvPr>
          <p:cNvSpPr/>
          <p:nvPr/>
        </p:nvSpPr>
        <p:spPr>
          <a:xfrm>
            <a:off x="975878" y="4425509"/>
            <a:ext cx="5788603" cy="1414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75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17B9-AF08-B206-62AA-89D1ACD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6B0D-5A8F-D374-0480-94884DDF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3CE2E-A260-461A-0361-FF60318AA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D5301-61A1-95CD-352B-B73C8793A36A}"/>
              </a:ext>
            </a:extLst>
          </p:cNvPr>
          <p:cNvSpPr txBox="1"/>
          <p:nvPr/>
        </p:nvSpPr>
        <p:spPr>
          <a:xfrm>
            <a:off x="7832863" y="5268699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Print a final summary of the testing.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9C0F0-5ED7-4DDA-A8F1-A83E14E40CB3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8214F-F35B-3541-FA7D-F5C99555D694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265717" y="5730364"/>
            <a:ext cx="1567146" cy="634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416BC69-8FF3-EBBC-E97C-BDC7705C34CF}"/>
              </a:ext>
            </a:extLst>
          </p:cNvPr>
          <p:cNvSpPr/>
          <p:nvPr/>
        </p:nvSpPr>
        <p:spPr>
          <a:xfrm>
            <a:off x="477114" y="6089072"/>
            <a:ext cx="5788603" cy="550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00EEFC-44AC-A870-AEC1-790D42ED58BA}"/>
                  </a:ext>
                </a:extLst>
              </p14:cNvPr>
              <p14:cNvContentPartPr/>
              <p14:nvPr/>
            </p14:nvContentPartPr>
            <p14:xfrm>
              <a:off x="2912400" y="3238560"/>
              <a:ext cx="2121480" cy="44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00EEFC-44AC-A870-AEC1-790D42ED58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3040" y="3229200"/>
                <a:ext cx="2140200" cy="4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35442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D760D-690E-345F-7812-0F281DDF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51B1-C814-07BD-E6CC-40C75C64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" y="0"/>
            <a:ext cx="1936173" cy="1325563"/>
          </a:xfrm>
        </p:spPr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A3AD4-D11E-A4B1-3987-7049370EC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007" y="858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0E1EB-4FF8-1FD2-AA96-BB4FD52859BA}"/>
              </a:ext>
            </a:extLst>
          </p:cNvPr>
          <p:cNvSpPr txBox="1"/>
          <p:nvPr/>
        </p:nvSpPr>
        <p:spPr>
          <a:xfrm>
            <a:off x="7832863" y="5268699"/>
            <a:ext cx="225106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Print a final summary of the testing.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47343-6DE4-A3BB-0292-D5AE0EE60DB8}"/>
              </a:ext>
            </a:extLst>
          </p:cNvPr>
          <p:cNvSpPr txBox="1"/>
          <p:nvPr/>
        </p:nvSpPr>
        <p:spPr>
          <a:xfrm>
            <a:off x="129886" y="1364915"/>
            <a:ext cx="726844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test_table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const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passed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for (int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 n;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Testcase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all_tests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"Test " &lt;&lt; 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+ 1) </a:t>
            </a:r>
            <a:b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&lt;&lt; ": trim(\""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"\") ... 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string actual = trim(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tc.input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if (actual ==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passed++;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"passed\n";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 else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"failed:\n" &lt;&lt; " expected \""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tc.expected_output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"\"\n"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      &lt;&lt; " returned \"" &lt;&lt; actual &lt;&lt; "\"\n";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&lt;&lt; "Done: " &lt;&lt; passed &lt;&lt; "/" &lt;&lt; n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     &lt;&lt; " tests passed.\n";}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592D4-6ED4-3DF1-ABC2-EB44809544D9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265717" y="5730364"/>
            <a:ext cx="1567146" cy="634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125266-6EC9-0A48-24F5-0402B4CE5AF2}"/>
              </a:ext>
            </a:extLst>
          </p:cNvPr>
          <p:cNvSpPr/>
          <p:nvPr/>
        </p:nvSpPr>
        <p:spPr>
          <a:xfrm>
            <a:off x="477114" y="6089072"/>
            <a:ext cx="5788603" cy="550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5C0C3-BE70-E4D3-455D-740C55A324E2}"/>
              </a:ext>
            </a:extLst>
          </p:cNvPr>
          <p:cNvSpPr txBox="1"/>
          <p:nvPr/>
        </p:nvSpPr>
        <p:spPr>
          <a:xfrm>
            <a:off x="8865516" y="1825844"/>
            <a:ext cx="243681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testing framework would provide most of this code, so all you’d need to do is write the table of tests.</a:t>
            </a:r>
          </a:p>
        </p:txBody>
      </p:sp>
    </p:spTree>
    <p:extLst>
      <p:ext uri="{BB962C8B-B14F-4D97-AF65-F5344CB8AC3E}">
        <p14:creationId xmlns:p14="http://schemas.microsoft.com/office/powerpoint/2010/main" val="22823764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BC8E-E8B5-ECF2-A271-24DAC52B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337E-B301-0E5E-551B-27C15B77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4685-C197-3F4C-B241-2FA283C68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F176D-834B-3351-B247-CA2F6D8DB0FD}"/>
              </a:ext>
            </a:extLst>
          </p:cNvPr>
          <p:cNvSpPr txBox="1"/>
          <p:nvPr/>
        </p:nvSpPr>
        <p:spPr>
          <a:xfrm>
            <a:off x="6908922" y="1410698"/>
            <a:ext cx="292910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We’ve written test cases, but still have not written the body of the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</a:t>
            </a:r>
            <a:r>
              <a:rPr lang="en-US"/>
              <a:t> function.</a:t>
            </a:r>
            <a:br>
              <a:rPr lang="en-US"/>
            </a:br>
            <a:r>
              <a:rPr lang="en-US"/>
              <a:t>This is typical in test-driven development.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9A851-4692-6730-6A7C-2063B497CA4A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0059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6CD5-5A56-98B5-8288-253B1042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8B92-74F4-2D92-4A99-2BA766D9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6612-F9E9-5422-E9A7-DE22EA1C3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A6BAA4-E1EC-DC99-09D4-8BB2C829875E}"/>
              </a:ext>
            </a:extLst>
          </p:cNvPr>
          <p:cNvSpPr txBox="1"/>
          <p:nvPr/>
        </p:nvSpPr>
        <p:spPr>
          <a:xfrm>
            <a:off x="7131998" y="1516549"/>
            <a:ext cx="243373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 helps to sketch a picture that shows what we want to 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47A8A-046A-64DD-7003-5FEE9631F9EF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9845F-2FAF-BB7A-1467-AD22230E854B}"/>
              </a:ext>
            </a:extLst>
          </p:cNvPr>
          <p:cNvSpPr/>
          <p:nvPr/>
        </p:nvSpPr>
        <p:spPr>
          <a:xfrm>
            <a:off x="6206340" y="4102932"/>
            <a:ext cx="3792682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7004F-AB25-C561-40B3-19E8E32AA1D3}"/>
              </a:ext>
            </a:extLst>
          </p:cNvPr>
          <p:cNvSpPr txBox="1"/>
          <p:nvPr/>
        </p:nvSpPr>
        <p:spPr>
          <a:xfrm>
            <a:off x="5839691" y="412667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7FB9AFA-BBDD-CBC2-F09D-B6E8D4C3532A}"/>
              </a:ext>
            </a:extLst>
          </p:cNvPr>
          <p:cNvSpPr/>
          <p:nvPr/>
        </p:nvSpPr>
        <p:spPr>
          <a:xfrm rot="16200000">
            <a:off x="8470578" y="4107562"/>
            <a:ext cx="255299" cy="14888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A9990-0C6C-F9D8-CBCA-C1EE3215821C}"/>
              </a:ext>
            </a:extLst>
          </p:cNvPr>
          <p:cNvSpPr txBox="1"/>
          <p:nvPr/>
        </p:nvSpPr>
        <p:spPr>
          <a:xfrm>
            <a:off x="7426954" y="4979645"/>
            <a:ext cx="2342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cs typeface="Consolas" panose="020B0609020204030204" pitchFamily="49" charset="0"/>
              </a:rPr>
              <a:t>this is the string we want </a:t>
            </a:r>
            <a:endParaRPr lang="en-US" sz="2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84C7C-9720-B53E-0142-240906810346}"/>
              </a:ext>
            </a:extLst>
          </p:cNvPr>
          <p:cNvSpPr/>
          <p:nvPr/>
        </p:nvSpPr>
        <p:spPr>
          <a:xfrm>
            <a:off x="6206340" y="4102931"/>
            <a:ext cx="1647454" cy="50915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B65667-A11A-64F7-08EF-1E06C58DBE15}"/>
              </a:ext>
            </a:extLst>
          </p:cNvPr>
          <p:cNvSpPr/>
          <p:nvPr/>
        </p:nvSpPr>
        <p:spPr>
          <a:xfrm>
            <a:off x="9342661" y="4100595"/>
            <a:ext cx="656361" cy="50915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37FF1A-EE93-305D-72C5-9A7301475626}"/>
              </a:ext>
            </a:extLst>
          </p:cNvPr>
          <p:cNvSpPr txBox="1"/>
          <p:nvPr/>
        </p:nvSpPr>
        <p:spPr>
          <a:xfrm>
            <a:off x="5839691" y="5447302"/>
            <a:ext cx="143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cs typeface="Consolas" panose="020B0609020204030204" pitchFamily="49" charset="0"/>
              </a:rPr>
              <a:t>leading </a:t>
            </a:r>
            <a:br>
              <a:rPr lang="en-US" sz="2400">
                <a:cs typeface="Consolas" panose="020B0609020204030204" pitchFamily="49" charset="0"/>
              </a:rPr>
            </a:br>
            <a:r>
              <a:rPr lang="en-US" sz="2400">
                <a:cs typeface="Consolas" panose="020B0609020204030204" pitchFamily="49" charset="0"/>
              </a:rPr>
              <a:t>spaces</a:t>
            </a:r>
            <a:endParaRPr lang="en-US" sz="24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3E011C-382C-4F9A-1A72-BFF308021F93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6557800" y="4612085"/>
            <a:ext cx="472267" cy="835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2056EA-E3DF-F64B-E455-680A2380BF5F}"/>
              </a:ext>
            </a:extLst>
          </p:cNvPr>
          <p:cNvSpPr txBox="1"/>
          <p:nvPr/>
        </p:nvSpPr>
        <p:spPr>
          <a:xfrm>
            <a:off x="10042483" y="5395143"/>
            <a:ext cx="143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cs typeface="Consolas" panose="020B0609020204030204" pitchFamily="49" charset="0"/>
              </a:rPr>
              <a:t>trailing </a:t>
            </a:r>
            <a:br>
              <a:rPr lang="en-US" sz="2400">
                <a:cs typeface="Consolas" panose="020B0609020204030204" pitchFamily="49" charset="0"/>
              </a:rPr>
            </a:br>
            <a:r>
              <a:rPr lang="en-US" sz="2400">
                <a:cs typeface="Consolas" panose="020B0609020204030204" pitchFamily="49" charset="0"/>
              </a:rPr>
              <a:t>spaces</a:t>
            </a:r>
            <a:endParaRPr lang="en-US" sz="24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280711-907A-B0D6-90CA-680E3B85B047}"/>
              </a:ext>
            </a:extLst>
          </p:cNvPr>
          <p:cNvCxnSpPr>
            <a:cxnSpLocks/>
            <a:stCxn id="21" idx="0"/>
            <a:endCxn id="15" idx="2"/>
          </p:cNvCxnSpPr>
          <p:nvPr/>
        </p:nvCxnSpPr>
        <p:spPr>
          <a:xfrm flipH="1" flipV="1">
            <a:off x="9670842" y="4609749"/>
            <a:ext cx="1089750" cy="78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686421-B7DD-8EA0-46EE-8C225E31EC38}"/>
              </a:ext>
            </a:extLst>
          </p:cNvPr>
          <p:cNvSpPr txBox="1"/>
          <p:nvPr/>
        </p:nvSpPr>
        <p:spPr>
          <a:xfrm>
            <a:off x="5891819" y="2842112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   Elon Musk  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9B605-AAE1-4EE4-0DDB-D5996B8DE9C0}"/>
              </a:ext>
            </a:extLst>
          </p:cNvPr>
          <p:cNvSpPr txBox="1"/>
          <p:nvPr/>
        </p:nvSpPr>
        <p:spPr>
          <a:xfrm>
            <a:off x="9253645" y="2842112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"Elon Musk"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A365525-478E-E104-32EE-F0E9B79E621F}"/>
              </a:ext>
            </a:extLst>
          </p:cNvPr>
          <p:cNvSpPr/>
          <p:nvPr/>
        </p:nvSpPr>
        <p:spPr>
          <a:xfrm>
            <a:off x="8301617" y="2842112"/>
            <a:ext cx="75309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69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7479-44E2-701D-4390-DDF057F1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1F5E-5B11-C7B2-E426-2B4304CA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CB226-1C72-CCB1-1BB4-F36F70EF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F14A5-7888-E3C8-CD9C-733CD0A4AEBE}"/>
              </a:ext>
            </a:extLst>
          </p:cNvPr>
          <p:cNvSpPr txBox="1"/>
          <p:nvPr/>
        </p:nvSpPr>
        <p:spPr>
          <a:xfrm>
            <a:off x="6793933" y="1840210"/>
            <a:ext cx="3303857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Strategy</a:t>
            </a:r>
            <a:r>
              <a:rPr lang="en-US"/>
              <a:t>: find the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en-US"/>
              <a:t> non-space character, and the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last</a:t>
            </a:r>
            <a:r>
              <a:rPr lang="en-US"/>
              <a:t> non-space character. Then extract and return the substring from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en-US"/>
              <a:t> to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last</a:t>
            </a:r>
            <a:r>
              <a:rPr lang="en-US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6B685C-D14A-CFF6-C3AC-B2B0E64BE690}"/>
              </a:ext>
            </a:extLst>
          </p:cNvPr>
          <p:cNvSpPr txBox="1"/>
          <p:nvPr/>
        </p:nvSpPr>
        <p:spPr>
          <a:xfrm>
            <a:off x="838200" y="3429000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0DD11-7EB4-3D9D-137C-5DEB968DA59B}"/>
              </a:ext>
            </a:extLst>
          </p:cNvPr>
          <p:cNvSpPr/>
          <p:nvPr/>
        </p:nvSpPr>
        <p:spPr>
          <a:xfrm>
            <a:off x="6206340" y="4102932"/>
            <a:ext cx="3792682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3D4AC-338D-ECB7-73E0-EF477382596F}"/>
              </a:ext>
            </a:extLst>
          </p:cNvPr>
          <p:cNvSpPr txBox="1"/>
          <p:nvPr/>
        </p:nvSpPr>
        <p:spPr>
          <a:xfrm>
            <a:off x="5839691" y="412667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22D14-B798-2ED7-572A-6B583B83F74E}"/>
              </a:ext>
            </a:extLst>
          </p:cNvPr>
          <p:cNvSpPr/>
          <p:nvPr/>
        </p:nvSpPr>
        <p:spPr>
          <a:xfrm>
            <a:off x="7853794" y="4102932"/>
            <a:ext cx="248887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0464F-BDD0-7CED-C8C8-EB6A05E99F36}"/>
              </a:ext>
            </a:extLst>
          </p:cNvPr>
          <p:cNvSpPr txBox="1"/>
          <p:nvPr/>
        </p:nvSpPr>
        <p:spPr>
          <a:xfrm>
            <a:off x="7403156" y="3652713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2A0D4CC-3E8D-6CAA-5358-725EF1A65A30}"/>
              </a:ext>
            </a:extLst>
          </p:cNvPr>
          <p:cNvSpPr/>
          <p:nvPr/>
        </p:nvSpPr>
        <p:spPr>
          <a:xfrm rot="16200000">
            <a:off x="8470578" y="4107562"/>
            <a:ext cx="255299" cy="14888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29CF1C-0A5B-3F9C-302A-6DD5F461AE9A}"/>
              </a:ext>
            </a:extLst>
          </p:cNvPr>
          <p:cNvSpPr/>
          <p:nvPr/>
        </p:nvSpPr>
        <p:spPr>
          <a:xfrm>
            <a:off x="9093774" y="4102932"/>
            <a:ext cx="248887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69E3A-D4BC-6EAB-191E-B754F9F660AB}"/>
              </a:ext>
            </a:extLst>
          </p:cNvPr>
          <p:cNvSpPr txBox="1"/>
          <p:nvPr/>
        </p:nvSpPr>
        <p:spPr>
          <a:xfrm>
            <a:off x="7426954" y="4979645"/>
            <a:ext cx="2342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cs typeface="Consolas" panose="020B0609020204030204" pitchFamily="49" charset="0"/>
              </a:rPr>
              <a:t>this is the string we want 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88D9D0-8680-3D1B-C896-CD7126C48CFE}"/>
              </a:ext>
            </a:extLst>
          </p:cNvPr>
          <p:cNvSpPr txBox="1"/>
          <p:nvPr/>
        </p:nvSpPr>
        <p:spPr>
          <a:xfrm>
            <a:off x="8698521" y="364126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last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F737CF-EE7A-BDB0-3BCF-E2CA9035FADC}"/>
              </a:ext>
            </a:extLst>
          </p:cNvPr>
          <p:cNvSpPr/>
          <p:nvPr/>
        </p:nvSpPr>
        <p:spPr>
          <a:xfrm>
            <a:off x="6206340" y="4102931"/>
            <a:ext cx="1647454" cy="50915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561F45-730A-7F3E-6356-0F20F3662E93}"/>
              </a:ext>
            </a:extLst>
          </p:cNvPr>
          <p:cNvSpPr/>
          <p:nvPr/>
        </p:nvSpPr>
        <p:spPr>
          <a:xfrm>
            <a:off x="9342661" y="4100595"/>
            <a:ext cx="656361" cy="50915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727725-99FA-87F6-27E2-DC1B59335BC1}"/>
              </a:ext>
            </a:extLst>
          </p:cNvPr>
          <p:cNvSpPr txBox="1"/>
          <p:nvPr/>
        </p:nvSpPr>
        <p:spPr>
          <a:xfrm>
            <a:off x="5839691" y="5447302"/>
            <a:ext cx="143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cs typeface="Consolas" panose="020B0609020204030204" pitchFamily="49" charset="0"/>
              </a:rPr>
              <a:t>leading </a:t>
            </a:r>
            <a:br>
              <a:rPr lang="en-US" sz="2400">
                <a:cs typeface="Consolas" panose="020B0609020204030204" pitchFamily="49" charset="0"/>
              </a:rPr>
            </a:br>
            <a:r>
              <a:rPr lang="en-US" sz="2400">
                <a:cs typeface="Consolas" panose="020B0609020204030204" pitchFamily="49" charset="0"/>
              </a:rPr>
              <a:t>spaces</a:t>
            </a:r>
            <a:endParaRPr lang="en-US" sz="24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4E0790-A5A5-2967-CE41-BB64FC1C8C24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6557800" y="4612085"/>
            <a:ext cx="472267" cy="835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2FDABC-C7B7-1C4B-D385-F8DC29EB6826}"/>
              </a:ext>
            </a:extLst>
          </p:cNvPr>
          <p:cNvSpPr txBox="1"/>
          <p:nvPr/>
        </p:nvSpPr>
        <p:spPr>
          <a:xfrm>
            <a:off x="10042483" y="5395143"/>
            <a:ext cx="143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cs typeface="Consolas" panose="020B0609020204030204" pitchFamily="49" charset="0"/>
              </a:rPr>
              <a:t>trailing </a:t>
            </a:r>
            <a:br>
              <a:rPr lang="en-US" sz="2400">
                <a:cs typeface="Consolas" panose="020B0609020204030204" pitchFamily="49" charset="0"/>
              </a:rPr>
            </a:br>
            <a:r>
              <a:rPr lang="en-US" sz="2400">
                <a:cs typeface="Consolas" panose="020B0609020204030204" pitchFamily="49" charset="0"/>
              </a:rPr>
              <a:t>spaces</a:t>
            </a:r>
            <a:endParaRPr lang="en-US" sz="240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3DBD21-B7D3-8F41-F088-B0478BBD578C}"/>
              </a:ext>
            </a:extLst>
          </p:cNvPr>
          <p:cNvCxnSpPr>
            <a:cxnSpLocks/>
            <a:stCxn id="21" idx="0"/>
            <a:endCxn id="15" idx="2"/>
          </p:cNvCxnSpPr>
          <p:nvPr/>
        </p:nvCxnSpPr>
        <p:spPr>
          <a:xfrm flipH="1" flipV="1">
            <a:off x="9670842" y="4609749"/>
            <a:ext cx="1089750" cy="78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AC1600-19F0-0E2E-10B2-CFB185631BF6}"/>
                  </a:ext>
                </a:extLst>
              </p14:cNvPr>
              <p14:cNvContentPartPr/>
              <p14:nvPr/>
            </p14:nvContentPartPr>
            <p14:xfrm>
              <a:off x="7873920" y="4614840"/>
              <a:ext cx="1420920" cy="68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AC1600-19F0-0E2E-10B2-CFB185631B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4560" y="4605480"/>
                <a:ext cx="1439640" cy="8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31895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B52F-5C69-985E-03FF-6903BEFF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47B5-DDBE-CB57-E5CE-7D5DBEE9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91FA0-1213-3E25-0E0D-228A522E6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249F3-E4C3-F385-8D7C-1B4E7B71E68B}"/>
              </a:ext>
            </a:extLst>
          </p:cNvPr>
          <p:cNvSpPr txBox="1"/>
          <p:nvPr/>
        </p:nvSpPr>
        <p:spPr>
          <a:xfrm>
            <a:off x="7758544" y="3198167"/>
            <a:ext cx="30895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good start is to write out pseudocode for the basic strategy your function follows to solve the problem.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02D5A-EDDC-83E0-9F1F-BC063C47D4D5}"/>
              </a:ext>
            </a:extLst>
          </p:cNvPr>
          <p:cNvSpPr txBox="1"/>
          <p:nvPr/>
        </p:nvSpPr>
        <p:spPr>
          <a:xfrm>
            <a:off x="838200" y="3429000"/>
            <a:ext cx="80842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 of 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 of 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of s between those characters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05228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4270-4712-A66D-A262-14DA1EAB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A3CF-FD25-BFB4-E47B-3EABE7D98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D917-5CA6-5CCC-D2C2-DB77370D9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B4925-269A-D2DD-13A9-C854CB818DFB}"/>
              </a:ext>
            </a:extLst>
          </p:cNvPr>
          <p:cNvSpPr txBox="1"/>
          <p:nvPr/>
        </p:nvSpPr>
        <p:spPr>
          <a:xfrm>
            <a:off x="8485908" y="2505670"/>
            <a:ext cx="30895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Use a loop to scan through the characters and find the first non-space character.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0E688-497F-5844-08A0-73DFE65A4E26}"/>
              </a:ext>
            </a:extLst>
          </p:cNvPr>
          <p:cNvSpPr txBox="1"/>
          <p:nvPr/>
        </p:nvSpPr>
        <p:spPr>
          <a:xfrm>
            <a:off x="838200" y="3429000"/>
            <a:ext cx="80842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 of 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 of 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of s between those characters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68DA67-B759-5CE2-9F24-475E50E74087}"/>
              </a:ext>
            </a:extLst>
          </p:cNvPr>
          <p:cNvCxnSpPr>
            <a:stCxn id="5" idx="1"/>
          </p:cNvCxnSpPr>
          <p:nvPr/>
        </p:nvCxnSpPr>
        <p:spPr>
          <a:xfrm flipH="1">
            <a:off x="7211291" y="2967335"/>
            <a:ext cx="1274617" cy="112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9549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E324-A4DB-635B-A33A-9BB8AF64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774A-7465-3D9C-0BD8-2C8BB6EA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DC29-4BD2-A32D-4919-291A4275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6FABA-14EE-8D94-29BE-071033EFED6A}"/>
              </a:ext>
            </a:extLst>
          </p:cNvPr>
          <p:cNvSpPr txBox="1"/>
          <p:nvPr/>
        </p:nvSpPr>
        <p:spPr>
          <a:xfrm>
            <a:off x="8485908" y="2505670"/>
            <a:ext cx="30895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a loop to scan through the characters and find the first non-space character.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83368-4EFF-AFA4-15F7-846BE86FF8F5}"/>
              </a:ext>
            </a:extLst>
          </p:cNvPr>
          <p:cNvSpPr txBox="1"/>
          <p:nvPr/>
        </p:nvSpPr>
        <p:spPr>
          <a:xfrm>
            <a:off x="838200" y="3429000"/>
            <a:ext cx="808426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 of s</a:t>
            </a:r>
          </a:p>
          <a:p>
            <a:r>
              <a:rPr lang="en-CA" sz="2000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 sz="2000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 of 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of s between those characters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AE7B1A-8D1A-E480-1C09-89354751B89F}"/>
              </a:ext>
            </a:extLst>
          </p:cNvPr>
          <p:cNvCxnSpPr>
            <a:stCxn id="5" idx="1"/>
          </p:cNvCxnSpPr>
          <p:nvPr/>
        </p:nvCxnSpPr>
        <p:spPr>
          <a:xfrm flipH="1">
            <a:off x="7211291" y="2967335"/>
            <a:ext cx="1274617" cy="112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DF408A-0E44-66C5-37A2-90856CAA6503}"/>
                  </a:ext>
                </a:extLst>
              </p14:cNvPr>
              <p14:cNvContentPartPr/>
              <p14:nvPr/>
            </p14:nvContentPartPr>
            <p14:xfrm>
              <a:off x="1985400" y="4674960"/>
              <a:ext cx="5639760" cy="49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DF408A-0E44-66C5-37A2-90856CAA65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6040" y="4665600"/>
                <a:ext cx="5658480" cy="50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02114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9D14-2970-A88D-7ED5-243C33EF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36F6-9069-0A33-BCA1-1A679BD5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DDEC-C613-4FA2-B34A-D3A9ABF2D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BF3E4-A108-67B7-3171-0D4C423E144B}"/>
              </a:ext>
            </a:extLst>
          </p:cNvPr>
          <p:cNvSpPr txBox="1"/>
          <p:nvPr/>
        </p:nvSpPr>
        <p:spPr>
          <a:xfrm>
            <a:off x="838200" y="3429000"/>
            <a:ext cx="808426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 of s</a:t>
            </a:r>
          </a:p>
          <a:p>
            <a:r>
              <a:rPr lang="en-CA" sz="2000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 sz="2000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 of 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of s between those characters</a:t>
            </a:r>
          </a:p>
          <a:p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4C827-64D0-9F58-52C2-7B86A87094BE}"/>
              </a:ext>
            </a:extLst>
          </p:cNvPr>
          <p:cNvSpPr txBox="1"/>
          <p:nvPr/>
        </p:nvSpPr>
        <p:spPr>
          <a:xfrm>
            <a:off x="8835735" y="4909000"/>
            <a:ext cx="30895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Need to check that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en-US"/>
              <a:t> is still in the string.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C258AC-74C1-7530-4011-26197A74C380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626427" y="5021821"/>
            <a:ext cx="5209308" cy="2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9C284D-D43F-DD03-6A42-2C66DE8CE415}"/>
              </a:ext>
            </a:extLst>
          </p:cNvPr>
          <p:cNvSpPr txBox="1"/>
          <p:nvPr/>
        </p:nvSpPr>
        <p:spPr>
          <a:xfrm>
            <a:off x="8485908" y="2505670"/>
            <a:ext cx="30895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a loop to scan through the characters and find the first non-space character.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53B4E3-2239-7495-2AA1-AD4B31B14E44}"/>
              </a:ext>
            </a:extLst>
          </p:cNvPr>
          <p:cNvCxnSpPr>
            <a:stCxn id="9" idx="1"/>
          </p:cNvCxnSpPr>
          <p:nvPr/>
        </p:nvCxnSpPr>
        <p:spPr>
          <a:xfrm flipH="1">
            <a:off x="7211291" y="2967335"/>
            <a:ext cx="1274617" cy="1126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8879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58E9-37EA-2B5F-2DE8-2313779D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BC0A00-3B1B-2570-C9A1-9E6FD31F0EE2}"/>
              </a:ext>
            </a:extLst>
          </p:cNvPr>
          <p:cNvSpPr txBox="1"/>
          <p:nvPr/>
        </p:nvSpPr>
        <p:spPr>
          <a:xfrm>
            <a:off x="162790" y="2689012"/>
            <a:ext cx="955582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59E86-E977-4226-780F-18EC7280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36EC2-85F0-ED35-DAFC-6AEF8B49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9ED5A-BBAD-54D9-A5DE-4CF7CD5426F5}"/>
              </a:ext>
            </a:extLst>
          </p:cNvPr>
          <p:cNvSpPr txBox="1"/>
          <p:nvPr/>
        </p:nvSpPr>
        <p:spPr>
          <a:xfrm>
            <a:off x="7685811" y="3892126"/>
            <a:ext cx="259079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starts at the right end of the string and scans through characters right-to-left.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A4F8A7-9DDF-BE93-5291-2FF779062A3B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455227" y="4492291"/>
            <a:ext cx="2230584" cy="261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0BE3809-AF0D-C73E-E548-372A1D2B77D3}"/>
                  </a:ext>
                </a:extLst>
              </p14:cNvPr>
              <p14:cNvContentPartPr/>
              <p14:nvPr/>
            </p14:nvContentPartPr>
            <p14:xfrm>
              <a:off x="359640" y="4098600"/>
              <a:ext cx="5470200" cy="1310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0BE3809-AF0D-C73E-E548-372A1D2B77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280" y="4089240"/>
                <a:ext cx="5488920" cy="132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5190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25F1-6D01-7D07-AC3D-39C2CC661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43549A-B1DF-E27F-E6A2-AC3D5FC4D568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460E5-1FA4-CA10-843A-3D268EF0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B8710-41C4-B628-CB77-3FC160BD9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0D19C3-657F-6853-898B-E717532C173D}"/>
              </a:ext>
            </a:extLst>
          </p:cNvPr>
          <p:cNvSpPr txBox="1"/>
          <p:nvPr/>
        </p:nvSpPr>
        <p:spPr>
          <a:xfrm>
            <a:off x="8506693" y="2967335"/>
            <a:ext cx="2684316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Now with first and last calculated, we can use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substr</a:t>
            </a:r>
            <a:r>
              <a:rPr lang="en-US"/>
              <a:t> to extra the substring of s without leading/trailing spaces …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09C459-F80F-9917-8828-122C484A47B7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822377" y="3705999"/>
            <a:ext cx="2684316" cy="2123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2B8CCD-3984-1793-6F74-5B16C9FEC868}"/>
                  </a:ext>
                </a:extLst>
              </p14:cNvPr>
              <p14:cNvContentPartPr/>
              <p14:nvPr/>
            </p14:nvContentPartPr>
            <p14:xfrm>
              <a:off x="1764000" y="6055920"/>
              <a:ext cx="3728160" cy="4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2B8CCD-3984-1793-6F74-5B16C9FEC8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4640" y="6046560"/>
                <a:ext cx="3746880" cy="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20167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7C8F-FF86-5A6E-5B1E-52E652B7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D81D6F7-CE07-3E49-187A-49D6362ECC28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7FC55-49C3-582C-517B-86FA394D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183308"/>
            <a:ext cx="6283039" cy="1325563"/>
          </a:xfrm>
        </p:spPr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70047-BD39-8E85-98FC-4A78B4E18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74B7B-B3A8-9925-179C-0ECFD94B0325}"/>
              </a:ext>
            </a:extLst>
          </p:cNvPr>
          <p:cNvSpPr/>
          <p:nvPr/>
        </p:nvSpPr>
        <p:spPr>
          <a:xfrm>
            <a:off x="581024" y="5778539"/>
            <a:ext cx="5279449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DBA60-C3C7-2D0A-A12D-933094691E11}"/>
              </a:ext>
            </a:extLst>
          </p:cNvPr>
          <p:cNvSpPr txBox="1"/>
          <p:nvPr/>
        </p:nvSpPr>
        <p:spPr>
          <a:xfrm>
            <a:off x="8053205" y="2418047"/>
            <a:ext cx="302479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, num)</a:t>
            </a:r>
            <a:r>
              <a:rPr lang="en-US"/>
              <a:t> returns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/>
              <a:t> characters from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/>
              <a:t> starting at location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D258C8-1FFB-98AD-C1FE-BFB4DB47415F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>
            <a:off x="5860473" y="2879712"/>
            <a:ext cx="2192732" cy="3059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77148C-1BEA-0FB2-ABB5-5FD1E47716E8}"/>
              </a:ext>
            </a:extLst>
          </p:cNvPr>
          <p:cNvGrpSpPr/>
          <p:nvPr/>
        </p:nvGrpSpPr>
        <p:grpSpPr>
          <a:xfrm>
            <a:off x="7220449" y="452066"/>
            <a:ext cx="4159331" cy="1728808"/>
            <a:chOff x="7667258" y="2034063"/>
            <a:chExt cx="4159331" cy="172880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ABF350-FD60-2437-C5A2-67EA505D568A}"/>
                </a:ext>
              </a:extLst>
            </p:cNvPr>
            <p:cNvSpPr/>
            <p:nvPr/>
          </p:nvSpPr>
          <p:spPr>
            <a:xfrm>
              <a:off x="8033907" y="2471984"/>
              <a:ext cx="3792682" cy="509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95C08B-7560-E426-8E01-8443F539E409}"/>
                </a:ext>
              </a:extLst>
            </p:cNvPr>
            <p:cNvSpPr txBox="1"/>
            <p:nvPr/>
          </p:nvSpPr>
          <p:spPr>
            <a:xfrm>
              <a:off x="7667258" y="2495728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5692FF-9BDE-1FDF-2963-1BDC58A0C1E2}"/>
                </a:ext>
              </a:extLst>
            </p:cNvPr>
            <p:cNvSpPr/>
            <p:nvPr/>
          </p:nvSpPr>
          <p:spPr>
            <a:xfrm>
              <a:off x="9681361" y="2471984"/>
              <a:ext cx="248887" cy="509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C9D5C5-37CB-1395-2EB0-D5CE9180C73B}"/>
                </a:ext>
              </a:extLst>
            </p:cNvPr>
            <p:cNvSpPr txBox="1"/>
            <p:nvPr/>
          </p:nvSpPr>
          <p:spPr>
            <a:xfrm>
              <a:off x="9614261" y="2034063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err="1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endParaRPr lang="en-US" sz="2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40ACBCD0-E263-326E-5E84-DDEAA43507F7}"/>
                </a:ext>
              </a:extLst>
            </p:cNvPr>
            <p:cNvSpPr/>
            <p:nvPr/>
          </p:nvSpPr>
          <p:spPr>
            <a:xfrm rot="16200000">
              <a:off x="10298145" y="2476614"/>
              <a:ext cx="255299" cy="148886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E20C78-0092-54C2-A920-7F58A789440E}"/>
                </a:ext>
              </a:extLst>
            </p:cNvPr>
            <p:cNvSpPr/>
            <p:nvPr/>
          </p:nvSpPr>
          <p:spPr>
            <a:xfrm>
              <a:off x="10921341" y="2471984"/>
              <a:ext cx="248887" cy="509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153F10-CBEC-B285-796D-B9F49C003BD2}"/>
                </a:ext>
              </a:extLst>
            </p:cNvPr>
            <p:cNvSpPr txBox="1"/>
            <p:nvPr/>
          </p:nvSpPr>
          <p:spPr>
            <a:xfrm>
              <a:off x="9735114" y="3301206"/>
              <a:ext cx="15009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Consolas" panose="020B0609020204030204" pitchFamily="49" charset="0"/>
                  <a:cs typeface="Consolas" panose="020B0609020204030204" pitchFamily="49" charset="0"/>
                </a:rPr>
                <a:t>num</a:t>
              </a:r>
              <a:r>
                <a:rPr lang="en-US" sz="2400"/>
                <a:t> chars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2E9FE2B-4DE7-4DEE-6BB4-648567876EF2}"/>
                </a:ext>
              </a:extLst>
            </p:cNvPr>
            <p:cNvSpPr txBox="1"/>
            <p:nvPr/>
          </p:nvSpPr>
          <p:spPr>
            <a:xfrm>
              <a:off x="10358737" y="2052290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latin typeface="Consolas" panose="020B0609020204030204" pitchFamily="49" charset="0"/>
                  <a:cs typeface="Consolas" panose="020B0609020204030204" pitchFamily="49" charset="0"/>
                </a:rPr>
                <a:t>num+i-1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6A343-9C72-597E-AD60-A07C7C82DF65}"/>
              </a:ext>
            </a:extLst>
          </p:cNvPr>
          <p:cNvSpPr/>
          <p:nvPr/>
        </p:nvSpPr>
        <p:spPr>
          <a:xfrm>
            <a:off x="7941682" y="3998185"/>
            <a:ext cx="3792682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3A189F-430E-978C-8976-D955BBEF5681}"/>
              </a:ext>
            </a:extLst>
          </p:cNvPr>
          <p:cNvSpPr txBox="1"/>
          <p:nvPr/>
        </p:nvSpPr>
        <p:spPr>
          <a:xfrm>
            <a:off x="7575033" y="4021929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32BE26-81D7-B1AC-3480-FBC4282EEB3F}"/>
              </a:ext>
            </a:extLst>
          </p:cNvPr>
          <p:cNvSpPr/>
          <p:nvPr/>
        </p:nvSpPr>
        <p:spPr>
          <a:xfrm>
            <a:off x="9589136" y="3998185"/>
            <a:ext cx="248887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2F6DAE-349A-8ED7-2300-AB91CE85205A}"/>
              </a:ext>
            </a:extLst>
          </p:cNvPr>
          <p:cNvSpPr txBox="1"/>
          <p:nvPr/>
        </p:nvSpPr>
        <p:spPr>
          <a:xfrm>
            <a:off x="9138498" y="3547966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C386BED4-1B76-E27A-CEE0-18295EB4A86D}"/>
              </a:ext>
            </a:extLst>
          </p:cNvPr>
          <p:cNvSpPr/>
          <p:nvPr/>
        </p:nvSpPr>
        <p:spPr>
          <a:xfrm rot="16200000">
            <a:off x="10205920" y="4002815"/>
            <a:ext cx="255299" cy="14888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167CC1-D301-088A-69A9-0B75BA0908F6}"/>
              </a:ext>
            </a:extLst>
          </p:cNvPr>
          <p:cNvSpPr/>
          <p:nvPr/>
        </p:nvSpPr>
        <p:spPr>
          <a:xfrm>
            <a:off x="10829116" y="3998185"/>
            <a:ext cx="248887" cy="509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458585-25D6-C8A5-154E-3A4B6577B0D9}"/>
              </a:ext>
            </a:extLst>
          </p:cNvPr>
          <p:cNvSpPr txBox="1"/>
          <p:nvPr/>
        </p:nvSpPr>
        <p:spPr>
          <a:xfrm>
            <a:off x="8819867" y="4857139"/>
            <a:ext cx="3030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last-first+1</a:t>
            </a:r>
            <a:r>
              <a:rPr lang="en-US" sz="2400"/>
              <a:t> chars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D7616B-9DC8-6871-6EC5-1C523094F448}"/>
              </a:ext>
            </a:extLst>
          </p:cNvPr>
          <p:cNvSpPr txBox="1"/>
          <p:nvPr/>
        </p:nvSpPr>
        <p:spPr>
          <a:xfrm>
            <a:off x="10433863" y="3536520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last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2F8E12-1330-15D9-BC9E-3562D13D2360}"/>
                  </a:ext>
                </a:extLst>
              </p14:cNvPr>
              <p14:cNvContentPartPr/>
              <p14:nvPr/>
            </p14:nvContentPartPr>
            <p14:xfrm>
              <a:off x="257040" y="524160"/>
              <a:ext cx="10932480" cy="5516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2F8E12-1330-15D9-BC9E-3562D13D23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80" y="514800"/>
                <a:ext cx="10951200" cy="553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9581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0F68A-0A01-6A8E-51AB-6BAA7352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E82FE6-8A6F-C08C-7B2B-B8B7431DA078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CBBD5-ED2D-6583-6221-9BEA5C933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79A5-3A28-D28C-C0C5-E37399078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97CA9-925C-0DD2-6AA5-335A732D872A}"/>
              </a:ext>
            </a:extLst>
          </p:cNvPr>
          <p:cNvSpPr/>
          <p:nvPr/>
        </p:nvSpPr>
        <p:spPr>
          <a:xfrm>
            <a:off x="581024" y="3252354"/>
            <a:ext cx="4728732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B9790-8CD5-98C9-A322-2A3AF6203D52}"/>
              </a:ext>
            </a:extLst>
          </p:cNvPr>
          <p:cNvSpPr/>
          <p:nvPr/>
        </p:nvSpPr>
        <p:spPr>
          <a:xfrm>
            <a:off x="581024" y="4374611"/>
            <a:ext cx="4728732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6FC4D1-42F9-E12A-2477-ECF8465380AD}"/>
              </a:ext>
            </a:extLst>
          </p:cNvPr>
          <p:cNvSpPr/>
          <p:nvPr/>
        </p:nvSpPr>
        <p:spPr>
          <a:xfrm>
            <a:off x="581023" y="5496868"/>
            <a:ext cx="8989003" cy="322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32856-2CF2-557C-DF65-0600412AA7D5}"/>
              </a:ext>
            </a:extLst>
          </p:cNvPr>
          <p:cNvSpPr txBox="1"/>
          <p:nvPr/>
        </p:nvSpPr>
        <p:spPr>
          <a:xfrm>
            <a:off x="8506693" y="2967335"/>
            <a:ext cx="24626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Leaving the comments in helps document the function.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C98021-1F23-2AAD-0A49-553994810A9A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 flipV="1">
            <a:off x="5309756" y="3413414"/>
            <a:ext cx="3196937" cy="15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BF81A0-0B19-DFBB-62E7-EC3CD036569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309756" y="3429000"/>
            <a:ext cx="3196937" cy="1106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FB44C5-977F-6A52-29F2-9F2BA3EED5A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982691" y="3429000"/>
            <a:ext cx="1524002" cy="2067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8561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65C9-AE79-2B5E-B7CC-B15CF989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132AD4-8F58-5078-9B2A-5F8945EC54FE}"/>
              </a:ext>
            </a:extLst>
          </p:cNvPr>
          <p:cNvSpPr txBox="1"/>
          <p:nvPr/>
        </p:nvSpPr>
        <p:spPr>
          <a:xfrm>
            <a:off x="162790" y="2689012"/>
            <a:ext cx="955582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string trim(const string&amp; s) {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n =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s.size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first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first = 0;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(first &lt; n &amp;&amp; s[first] == ' ') first++;</a:t>
            </a:r>
          </a:p>
          <a:p>
            <a:endParaRPr lang="en-CA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find the last non-space character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int last = n - 1;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while (last &gt;= 0 &amp;&amp; s[last] == ' ') last--;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// return the substring between the first and last non-space characters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CA" err="1">
                <a:latin typeface="Consolas" panose="020B0609020204030204" pitchFamily="49" charset="0"/>
                <a:cs typeface="Consolas" panose="020B0609020204030204" pitchFamily="49" charset="0"/>
              </a:rPr>
              <a:t>s.substr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(first, last - first + 1);</a:t>
            </a:r>
          </a:p>
          <a:p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092D8-3931-090E-18FC-F17B3FD7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736" y="-144030"/>
            <a:ext cx="10515600" cy="1325563"/>
          </a:xfrm>
        </p:spPr>
        <p:txBody>
          <a:bodyPr/>
          <a:lstStyle/>
          <a:p>
            <a:r>
              <a:rPr lang="en-US"/>
              <a:t>Testing the trim(s)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C918-D78F-68E5-735B-66664AE24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6" y="1316470"/>
            <a:ext cx="5001491" cy="12396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/>
              <a:t>Specification</a:t>
            </a:r>
            <a:r>
              <a:rPr lang="en-US"/>
              <a:t>: Write a function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trim(s)</a:t>
            </a:r>
            <a:r>
              <a:rPr lang="en-US"/>
              <a:t> that returns a copy of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string s</a:t>
            </a:r>
            <a:r>
              <a:rPr lang="en-US"/>
              <a:t> with leading/trailing spaces removed.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6E23A-4C24-8876-8F12-68984140F05D}"/>
              </a:ext>
            </a:extLst>
          </p:cNvPr>
          <p:cNvSpPr txBox="1"/>
          <p:nvPr/>
        </p:nvSpPr>
        <p:spPr>
          <a:xfrm>
            <a:off x="6736775" y="1642533"/>
            <a:ext cx="26115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Is this function correct? It’s very hard to tell just by looking at the code! So lets run the tests …</a:t>
            </a: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785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7700</Words>
  <Application>Microsoft Macintosh PowerPoint</Application>
  <PresentationFormat>Widescreen</PresentationFormat>
  <Paragraphs>1187</Paragraphs>
  <Slides>73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Aptos</vt:lpstr>
      <vt:lpstr>Aptos Display</vt:lpstr>
      <vt:lpstr>Arial</vt:lpstr>
      <vt:lpstr>Consolas</vt:lpstr>
      <vt:lpstr>Office Theme</vt:lpstr>
      <vt:lpstr>Week 2</vt:lpstr>
      <vt:lpstr>Compiling</vt:lpstr>
      <vt:lpstr>Pass by Reference</vt:lpstr>
      <vt:lpstr>Pass by Reference</vt:lpstr>
      <vt:lpstr>Pass by Reference</vt:lpstr>
      <vt:lpstr>Pass by Reference</vt:lpstr>
      <vt:lpstr>Pass by Reference</vt:lpstr>
      <vt:lpstr>Pass by Reference</vt:lpstr>
      <vt:lpstr>Pass by Value</vt:lpstr>
      <vt:lpstr>Pass by Value</vt:lpstr>
      <vt:lpstr>Pass by Value</vt:lpstr>
      <vt:lpstr>Pass by Value</vt:lpstr>
      <vt:lpstr>Pass by Value</vt:lpstr>
      <vt:lpstr>Pass by Value</vt:lpstr>
      <vt:lpstr>Calling Functions</vt:lpstr>
      <vt:lpstr>Calling Functions</vt:lpstr>
      <vt:lpstr>Calling Functions</vt:lpstr>
      <vt:lpstr>Calling Functions</vt:lpstr>
      <vt:lpstr>Calling Functions</vt:lpstr>
      <vt:lpstr>Calling Functions</vt:lpstr>
      <vt:lpstr>Calling Functions</vt:lpstr>
      <vt:lpstr>Calling Functions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Things to Note About the Call Stack</vt:lpstr>
      <vt:lpstr>Things to Note About the Call Stack</vt:lpstr>
      <vt:lpstr>Things to Note About the Call Stack</vt:lpstr>
      <vt:lpstr>Things to Note About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Calling Functions: The Call Stack</vt:lpstr>
      <vt:lpstr>Unit Testing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  <vt:lpstr>Testing the trim(s)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2026-01-14T21:06:57Z</dcterms:modified>
</cp:coreProperties>
</file>