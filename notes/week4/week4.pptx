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4"/>
  </p:notesMasterIdLst>
  <p:sldIdLst>
    <p:sldId id="288" r:id="rId2"/>
    <p:sldId id="290" r:id="rId3"/>
    <p:sldId id="292" r:id="rId4"/>
    <p:sldId id="321" r:id="rId5"/>
    <p:sldId id="322" r:id="rId6"/>
    <p:sldId id="323" r:id="rId7"/>
    <p:sldId id="324" r:id="rId8"/>
    <p:sldId id="325" r:id="rId9"/>
    <p:sldId id="326" r:id="rId10"/>
    <p:sldId id="327" r:id="rId11"/>
    <p:sldId id="328" r:id="rId12"/>
    <p:sldId id="329" r:id="rId13"/>
    <p:sldId id="330" r:id="rId14"/>
    <p:sldId id="331" r:id="rId15"/>
    <p:sldId id="332" r:id="rId16"/>
    <p:sldId id="306" r:id="rId17"/>
    <p:sldId id="305" r:id="rId18"/>
    <p:sldId id="307" r:id="rId19"/>
    <p:sldId id="308" r:id="rId20"/>
    <p:sldId id="309" r:id="rId21"/>
    <p:sldId id="310" r:id="rId22"/>
    <p:sldId id="311" r:id="rId23"/>
    <p:sldId id="312" r:id="rId24"/>
    <p:sldId id="313" r:id="rId25"/>
    <p:sldId id="314" r:id="rId26"/>
    <p:sldId id="315" r:id="rId27"/>
    <p:sldId id="316" r:id="rId28"/>
    <p:sldId id="333" r:id="rId29"/>
    <p:sldId id="317" r:id="rId30"/>
    <p:sldId id="318" r:id="rId31"/>
    <p:sldId id="319" r:id="rId32"/>
    <p:sldId id="320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F978069-6C0C-354F-B500-2D1FCB052D85}">
          <p14:sldIdLst>
            <p14:sldId id="288"/>
            <p14:sldId id="290"/>
            <p14:sldId id="292"/>
            <p14:sldId id="321"/>
            <p14:sldId id="322"/>
            <p14:sldId id="323"/>
            <p14:sldId id="324"/>
            <p14:sldId id="325"/>
            <p14:sldId id="326"/>
            <p14:sldId id="327"/>
            <p14:sldId id="328"/>
            <p14:sldId id="329"/>
            <p14:sldId id="330"/>
            <p14:sldId id="331"/>
            <p14:sldId id="332"/>
            <p14:sldId id="306"/>
            <p14:sldId id="305"/>
            <p14:sldId id="307"/>
            <p14:sldId id="308"/>
            <p14:sldId id="309"/>
            <p14:sldId id="310"/>
            <p14:sldId id="311"/>
            <p14:sldId id="312"/>
            <p14:sldId id="313"/>
            <p14:sldId id="314"/>
            <p14:sldId id="315"/>
            <p14:sldId id="316"/>
            <p14:sldId id="333"/>
            <p14:sldId id="317"/>
            <p14:sldId id="318"/>
            <p14:sldId id="319"/>
            <p14:sldId id="32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4587523-4ECF-A54B-A55D-647F47052072}" v="168" dt="2026-01-26T00:24:53.74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830"/>
    <p:restoredTop sz="96327"/>
  </p:normalViewPr>
  <p:slideViewPr>
    <p:cSldViewPr snapToGrid="0">
      <p:cViewPr varScale="1">
        <p:scale>
          <a:sx n="128" d="100"/>
          <a:sy n="128" d="100"/>
        </p:scale>
        <p:origin x="39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6/11/relationships/changesInfo" Target="changesInfos/changesInfo1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by Donaldson" userId="2e6e5431-bb17-4c41-9985-d39c50d83c73" providerId="ADAL" clId="{F31BC264-820E-54C4-A6D1-F92AF9CC222E}"/>
    <pc:docChg chg="undo custSel addSld delSld modSld sldOrd delSection modSection">
      <pc:chgData name="Toby Donaldson" userId="2e6e5431-bb17-4c41-9985-d39c50d83c73" providerId="ADAL" clId="{F31BC264-820E-54C4-A6D1-F92AF9CC222E}" dt="2026-01-21T21:37:53.043" v="4518"/>
      <pc:docMkLst>
        <pc:docMk/>
      </pc:docMkLst>
    </pc:docChg>
  </pc:docChgLst>
  <pc:docChgLst>
    <pc:chgData name="Toby Donaldson" userId="2e6e5431-bb17-4c41-9985-d39c50d83c73" providerId="ADAL" clId="{7F9681A8-EEE2-56F4-9B39-ECCBEE0471AC}"/>
    <pc:docChg chg="undo redo custSel addSld delSld modSld sldOrd addSection delSection modSection">
      <pc:chgData name="Toby Donaldson" userId="2e6e5431-bb17-4c41-9985-d39c50d83c73" providerId="ADAL" clId="{7F9681A8-EEE2-56F4-9B39-ECCBEE0471AC}" dt="2026-01-26T00:27:06.068" v="25923" actId="20577"/>
      <pc:docMkLst>
        <pc:docMk/>
      </pc:docMkLst>
      <pc:sldChg chg="modSp del mod">
        <pc:chgData name="Toby Donaldson" userId="2e6e5431-bb17-4c41-9985-d39c50d83c73" providerId="ADAL" clId="{7F9681A8-EEE2-56F4-9B39-ECCBEE0471AC}" dt="2026-01-25T00:06:28.227" v="23771" actId="2696"/>
        <pc:sldMkLst>
          <pc:docMk/>
          <pc:sldMk cId="4248507714" sldId="281"/>
        </pc:sldMkLst>
      </pc:sldChg>
      <pc:sldChg chg="modSp new mod">
        <pc:chgData name="Toby Donaldson" userId="2e6e5431-bb17-4c41-9985-d39c50d83c73" providerId="ADAL" clId="{7F9681A8-EEE2-56F4-9B39-ECCBEE0471AC}" dt="2026-01-26T00:27:06.068" v="25923" actId="20577"/>
        <pc:sldMkLst>
          <pc:docMk/>
          <pc:sldMk cId="2172232019" sldId="288"/>
        </pc:sldMkLst>
        <pc:spChg chg="mod">
          <ac:chgData name="Toby Donaldson" userId="2e6e5431-bb17-4c41-9985-d39c50d83c73" providerId="ADAL" clId="{7F9681A8-EEE2-56F4-9B39-ECCBEE0471AC}" dt="2026-01-25T00:08:03.155" v="24089" actId="20577"/>
          <ac:spMkLst>
            <pc:docMk/>
            <pc:sldMk cId="2172232019" sldId="288"/>
            <ac:spMk id="2" creationId="{B7E5E1DE-BDF1-9BCF-4C1F-5E5A8F68E280}"/>
          </ac:spMkLst>
        </pc:spChg>
        <pc:spChg chg="mod">
          <ac:chgData name="Toby Donaldson" userId="2e6e5431-bb17-4c41-9985-d39c50d83c73" providerId="ADAL" clId="{7F9681A8-EEE2-56F4-9B39-ECCBEE0471AC}" dt="2026-01-26T00:27:06.068" v="25923" actId="20577"/>
          <ac:spMkLst>
            <pc:docMk/>
            <pc:sldMk cId="2172232019" sldId="288"/>
            <ac:spMk id="3" creationId="{C56C8DA4-E4B5-5F54-509D-E372D6FDEDAE}"/>
          </ac:spMkLst>
        </pc:spChg>
      </pc:sldChg>
      <pc:sldChg chg="addSp delSp modSp add mod">
        <pc:chgData name="Toby Donaldson" userId="2e6e5431-bb17-4c41-9985-d39c50d83c73" providerId="ADAL" clId="{7F9681A8-EEE2-56F4-9B39-ECCBEE0471AC}" dt="2026-01-24T23:40:16.775" v="23013" actId="20577"/>
        <pc:sldMkLst>
          <pc:docMk/>
          <pc:sldMk cId="1236492372" sldId="290"/>
        </pc:sldMkLst>
        <pc:spChg chg="mod">
          <ac:chgData name="Toby Donaldson" userId="2e6e5431-bb17-4c41-9985-d39c50d83c73" providerId="ADAL" clId="{7F9681A8-EEE2-56F4-9B39-ECCBEE0471AC}" dt="2026-01-24T22:15:28.359" v="21042" actId="20577"/>
          <ac:spMkLst>
            <pc:docMk/>
            <pc:sldMk cId="1236492372" sldId="290"/>
            <ac:spMk id="2" creationId="{9D66C4C8-6808-3F85-9487-4D85088FA623}"/>
          </ac:spMkLst>
        </pc:spChg>
        <pc:spChg chg="mod">
          <ac:chgData name="Toby Donaldson" userId="2e6e5431-bb17-4c41-9985-d39c50d83c73" providerId="ADAL" clId="{7F9681A8-EEE2-56F4-9B39-ECCBEE0471AC}" dt="2026-01-24T23:40:16.775" v="23013" actId="20577"/>
          <ac:spMkLst>
            <pc:docMk/>
            <pc:sldMk cId="1236492372" sldId="290"/>
            <ac:spMk id="5" creationId="{A983FD1A-6BFE-33E5-9AFE-D6349738F8B6}"/>
          </ac:spMkLst>
        </pc:spChg>
      </pc:sldChg>
      <pc:sldChg chg="addSp delSp modSp add del mod">
        <pc:chgData name="Toby Donaldson" userId="2e6e5431-bb17-4c41-9985-d39c50d83c73" providerId="ADAL" clId="{7F9681A8-EEE2-56F4-9B39-ECCBEE0471AC}" dt="2026-01-25T23:47:21.530" v="25211" actId="2696"/>
        <pc:sldMkLst>
          <pc:docMk/>
          <pc:sldMk cId="1592050172" sldId="291"/>
        </pc:sldMkLst>
      </pc:sldChg>
      <pc:sldChg chg="addSp delSp modSp add mod">
        <pc:chgData name="Toby Donaldson" userId="2e6e5431-bb17-4c41-9985-d39c50d83c73" providerId="ADAL" clId="{7F9681A8-EEE2-56F4-9B39-ECCBEE0471AC}" dt="2026-01-25T23:41:37.855" v="25163"/>
        <pc:sldMkLst>
          <pc:docMk/>
          <pc:sldMk cId="3539270219" sldId="292"/>
        </pc:sldMkLst>
        <pc:spChg chg="mod">
          <ac:chgData name="Toby Donaldson" userId="2e6e5431-bb17-4c41-9985-d39c50d83c73" providerId="ADAL" clId="{7F9681A8-EEE2-56F4-9B39-ECCBEE0471AC}" dt="2026-01-24T22:15:33.080" v="21046" actId="20577"/>
          <ac:spMkLst>
            <pc:docMk/>
            <pc:sldMk cId="3539270219" sldId="292"/>
            <ac:spMk id="2" creationId="{B515A592-BE73-23E0-8B54-3B481FB57F55}"/>
          </ac:spMkLst>
        </pc:spChg>
        <pc:spChg chg="mod">
          <ac:chgData name="Toby Donaldson" userId="2e6e5431-bb17-4c41-9985-d39c50d83c73" providerId="ADAL" clId="{7F9681A8-EEE2-56F4-9B39-ECCBEE0471AC}" dt="2026-01-25T23:38:24.169" v="25124" actId="1076"/>
          <ac:spMkLst>
            <pc:docMk/>
            <pc:sldMk cId="3539270219" sldId="292"/>
            <ac:spMk id="4" creationId="{677F49CD-1DF1-6DF6-EC80-AEAEB05A2923}"/>
          </ac:spMkLst>
        </pc:spChg>
        <pc:spChg chg="mod">
          <ac:chgData name="Toby Donaldson" userId="2e6e5431-bb17-4c41-9985-d39c50d83c73" providerId="ADAL" clId="{7F9681A8-EEE2-56F4-9B39-ECCBEE0471AC}" dt="2026-01-24T23:43:42.033" v="23107"/>
          <ac:spMkLst>
            <pc:docMk/>
            <pc:sldMk cId="3539270219" sldId="292"/>
            <ac:spMk id="5" creationId="{3C5ADF24-299C-4D4D-8409-D3BA51B98ABB}"/>
          </ac:spMkLst>
        </pc:spChg>
        <pc:spChg chg="mod">
          <ac:chgData name="Toby Donaldson" userId="2e6e5431-bb17-4c41-9985-d39c50d83c73" providerId="ADAL" clId="{7F9681A8-EEE2-56F4-9B39-ECCBEE0471AC}" dt="2026-01-25T23:38:27.235" v="25125" actId="1076"/>
          <ac:spMkLst>
            <pc:docMk/>
            <pc:sldMk cId="3539270219" sldId="292"/>
            <ac:spMk id="6" creationId="{B154E3D4-12CD-7FDB-507F-C3B43CA4BBBB}"/>
          </ac:spMkLst>
        </pc:spChg>
        <pc:spChg chg="add mod">
          <ac:chgData name="Toby Donaldson" userId="2e6e5431-bb17-4c41-9985-d39c50d83c73" providerId="ADAL" clId="{7F9681A8-EEE2-56F4-9B39-ECCBEE0471AC}" dt="2026-01-25T23:39:44.718" v="25132" actId="1076"/>
          <ac:spMkLst>
            <pc:docMk/>
            <pc:sldMk cId="3539270219" sldId="292"/>
            <ac:spMk id="7" creationId="{DA69B06F-2BE8-FBCA-B3C1-6FE51E1441FB}"/>
          </ac:spMkLst>
        </pc:spChg>
        <pc:spChg chg="mod">
          <ac:chgData name="Toby Donaldson" userId="2e6e5431-bb17-4c41-9985-d39c50d83c73" providerId="ADAL" clId="{7F9681A8-EEE2-56F4-9B39-ECCBEE0471AC}" dt="2026-01-25T23:41:14.971" v="25155" actId="165"/>
          <ac:spMkLst>
            <pc:docMk/>
            <pc:sldMk cId="3539270219" sldId="292"/>
            <ac:spMk id="9" creationId="{24EFB319-02DF-E8D1-1D1E-461B295A0F9D}"/>
          </ac:spMkLst>
        </pc:spChg>
        <pc:spChg chg="mod">
          <ac:chgData name="Toby Donaldson" userId="2e6e5431-bb17-4c41-9985-d39c50d83c73" providerId="ADAL" clId="{7F9681A8-EEE2-56F4-9B39-ECCBEE0471AC}" dt="2026-01-25T23:41:14.971" v="25155" actId="165"/>
          <ac:spMkLst>
            <pc:docMk/>
            <pc:sldMk cId="3539270219" sldId="292"/>
            <ac:spMk id="10" creationId="{7777034F-FDBB-97E6-4A91-8444CCE18173}"/>
          </ac:spMkLst>
        </pc:spChg>
        <pc:spChg chg="mod">
          <ac:chgData name="Toby Donaldson" userId="2e6e5431-bb17-4c41-9985-d39c50d83c73" providerId="ADAL" clId="{7F9681A8-EEE2-56F4-9B39-ECCBEE0471AC}" dt="2026-01-25T23:41:14.971" v="25155" actId="165"/>
          <ac:spMkLst>
            <pc:docMk/>
            <pc:sldMk cId="3539270219" sldId="292"/>
            <ac:spMk id="11" creationId="{612AF1E2-AE2F-9215-3A32-9EF32F8BA3A7}"/>
          </ac:spMkLst>
        </pc:spChg>
        <pc:spChg chg="mod">
          <ac:chgData name="Toby Donaldson" userId="2e6e5431-bb17-4c41-9985-d39c50d83c73" providerId="ADAL" clId="{7F9681A8-EEE2-56F4-9B39-ECCBEE0471AC}" dt="2026-01-25T23:41:14.971" v="25155" actId="165"/>
          <ac:spMkLst>
            <pc:docMk/>
            <pc:sldMk cId="3539270219" sldId="292"/>
            <ac:spMk id="13" creationId="{BC77DE10-A6B4-5A94-58DA-447A4CA4751F}"/>
          </ac:spMkLst>
        </pc:spChg>
        <pc:spChg chg="mod">
          <ac:chgData name="Toby Donaldson" userId="2e6e5431-bb17-4c41-9985-d39c50d83c73" providerId="ADAL" clId="{7F9681A8-EEE2-56F4-9B39-ECCBEE0471AC}" dt="2026-01-25T23:41:14.971" v="25155" actId="165"/>
          <ac:spMkLst>
            <pc:docMk/>
            <pc:sldMk cId="3539270219" sldId="292"/>
            <ac:spMk id="14" creationId="{A6616B75-DA33-634E-00C1-55C1E5DDDFCD}"/>
          </ac:spMkLst>
        </pc:spChg>
        <pc:spChg chg="mod">
          <ac:chgData name="Toby Donaldson" userId="2e6e5431-bb17-4c41-9985-d39c50d83c73" providerId="ADAL" clId="{7F9681A8-EEE2-56F4-9B39-ECCBEE0471AC}" dt="2026-01-25T23:41:14.971" v="25155" actId="165"/>
          <ac:spMkLst>
            <pc:docMk/>
            <pc:sldMk cId="3539270219" sldId="292"/>
            <ac:spMk id="15" creationId="{3D164EF3-283D-279C-0E0F-DC8D7F57D402}"/>
          </ac:spMkLst>
        </pc:spChg>
        <pc:spChg chg="mod">
          <ac:chgData name="Toby Donaldson" userId="2e6e5431-bb17-4c41-9985-d39c50d83c73" providerId="ADAL" clId="{7F9681A8-EEE2-56F4-9B39-ECCBEE0471AC}" dt="2026-01-25T23:41:14.971" v="25155" actId="165"/>
          <ac:spMkLst>
            <pc:docMk/>
            <pc:sldMk cId="3539270219" sldId="292"/>
            <ac:spMk id="17" creationId="{DC180C0F-4FF7-9875-0315-BC475481F7D0}"/>
          </ac:spMkLst>
        </pc:spChg>
        <pc:spChg chg="mod">
          <ac:chgData name="Toby Donaldson" userId="2e6e5431-bb17-4c41-9985-d39c50d83c73" providerId="ADAL" clId="{7F9681A8-EEE2-56F4-9B39-ECCBEE0471AC}" dt="2026-01-25T23:41:14.971" v="25155" actId="165"/>
          <ac:spMkLst>
            <pc:docMk/>
            <pc:sldMk cId="3539270219" sldId="292"/>
            <ac:spMk id="30" creationId="{18A851AA-2257-DEC1-4A8B-071D987A0640}"/>
          </ac:spMkLst>
        </pc:spChg>
        <pc:spChg chg="mod">
          <ac:chgData name="Toby Donaldson" userId="2e6e5431-bb17-4c41-9985-d39c50d83c73" providerId="ADAL" clId="{7F9681A8-EEE2-56F4-9B39-ECCBEE0471AC}" dt="2026-01-25T23:41:14.971" v="25155" actId="165"/>
          <ac:spMkLst>
            <pc:docMk/>
            <pc:sldMk cId="3539270219" sldId="292"/>
            <ac:spMk id="31" creationId="{80501498-F3EC-9144-CB03-2F8B99B33CE6}"/>
          </ac:spMkLst>
        </pc:spChg>
        <pc:spChg chg="add mod topLvl">
          <ac:chgData name="Toby Donaldson" userId="2e6e5431-bb17-4c41-9985-d39c50d83c73" providerId="ADAL" clId="{7F9681A8-EEE2-56F4-9B39-ECCBEE0471AC}" dt="2026-01-25T23:41:18.619" v="25156" actId="1076"/>
          <ac:spMkLst>
            <pc:docMk/>
            <pc:sldMk cId="3539270219" sldId="292"/>
            <ac:spMk id="32" creationId="{08531057-278B-EA0F-7997-ED79356CAEC1}"/>
          </ac:spMkLst>
        </pc:spChg>
        <pc:spChg chg="mod">
          <ac:chgData name="Toby Donaldson" userId="2e6e5431-bb17-4c41-9985-d39c50d83c73" providerId="ADAL" clId="{7F9681A8-EEE2-56F4-9B39-ECCBEE0471AC}" dt="2026-01-25T23:39:30.126" v="25130"/>
          <ac:spMkLst>
            <pc:docMk/>
            <pc:sldMk cId="3539270219" sldId="292"/>
            <ac:spMk id="44" creationId="{2C6955DE-AF42-886A-A1A5-1F4EB671A1FC}"/>
          </ac:spMkLst>
        </pc:spChg>
        <pc:spChg chg="mod">
          <ac:chgData name="Toby Donaldson" userId="2e6e5431-bb17-4c41-9985-d39c50d83c73" providerId="ADAL" clId="{7F9681A8-EEE2-56F4-9B39-ECCBEE0471AC}" dt="2026-01-25T23:39:30.126" v="25130"/>
          <ac:spMkLst>
            <pc:docMk/>
            <pc:sldMk cId="3539270219" sldId="292"/>
            <ac:spMk id="45" creationId="{42C290F2-4205-F4E2-B951-8CFDA0CC9458}"/>
          </ac:spMkLst>
        </pc:spChg>
        <pc:spChg chg="mod">
          <ac:chgData name="Toby Donaldson" userId="2e6e5431-bb17-4c41-9985-d39c50d83c73" providerId="ADAL" clId="{7F9681A8-EEE2-56F4-9B39-ECCBEE0471AC}" dt="2026-01-25T23:39:30.126" v="25130"/>
          <ac:spMkLst>
            <pc:docMk/>
            <pc:sldMk cId="3539270219" sldId="292"/>
            <ac:spMk id="46" creationId="{A6604606-B2DD-0159-DC1E-C9F91B0BC858}"/>
          </ac:spMkLst>
        </pc:spChg>
        <pc:spChg chg="mod">
          <ac:chgData name="Toby Donaldson" userId="2e6e5431-bb17-4c41-9985-d39c50d83c73" providerId="ADAL" clId="{7F9681A8-EEE2-56F4-9B39-ECCBEE0471AC}" dt="2026-01-25T23:39:30.126" v="25130"/>
          <ac:spMkLst>
            <pc:docMk/>
            <pc:sldMk cId="3539270219" sldId="292"/>
            <ac:spMk id="48" creationId="{9D3F4B1C-07A6-9E1B-D8BA-BC59714DB9A0}"/>
          </ac:spMkLst>
        </pc:spChg>
        <pc:spChg chg="mod">
          <ac:chgData name="Toby Donaldson" userId="2e6e5431-bb17-4c41-9985-d39c50d83c73" providerId="ADAL" clId="{7F9681A8-EEE2-56F4-9B39-ECCBEE0471AC}" dt="2026-01-25T23:39:30.126" v="25130"/>
          <ac:spMkLst>
            <pc:docMk/>
            <pc:sldMk cId="3539270219" sldId="292"/>
            <ac:spMk id="49" creationId="{62B856F5-07AB-F75D-7B80-966CF45DBC16}"/>
          </ac:spMkLst>
        </pc:spChg>
        <pc:spChg chg="mod">
          <ac:chgData name="Toby Donaldson" userId="2e6e5431-bb17-4c41-9985-d39c50d83c73" providerId="ADAL" clId="{7F9681A8-EEE2-56F4-9B39-ECCBEE0471AC}" dt="2026-01-25T23:39:30.126" v="25130"/>
          <ac:spMkLst>
            <pc:docMk/>
            <pc:sldMk cId="3539270219" sldId="292"/>
            <ac:spMk id="50" creationId="{3C51B674-AD36-DC05-4B84-F37527A9E414}"/>
          </ac:spMkLst>
        </pc:spChg>
        <pc:spChg chg="mod">
          <ac:chgData name="Toby Donaldson" userId="2e6e5431-bb17-4c41-9985-d39c50d83c73" providerId="ADAL" clId="{7F9681A8-EEE2-56F4-9B39-ECCBEE0471AC}" dt="2026-01-25T23:41:27.974" v="25159" actId="1076"/>
          <ac:spMkLst>
            <pc:docMk/>
            <pc:sldMk cId="3539270219" sldId="292"/>
            <ac:spMk id="59" creationId="{864AC76D-EE81-A3ED-2CB2-087C7A5DA936}"/>
          </ac:spMkLst>
        </pc:spChg>
        <pc:spChg chg="mod">
          <ac:chgData name="Toby Donaldson" userId="2e6e5431-bb17-4c41-9985-d39c50d83c73" providerId="ADAL" clId="{7F9681A8-EEE2-56F4-9B39-ECCBEE0471AC}" dt="2026-01-25T23:39:30.126" v="25130"/>
          <ac:spMkLst>
            <pc:docMk/>
            <pc:sldMk cId="3539270219" sldId="292"/>
            <ac:spMk id="62" creationId="{075471EA-0D2B-EFEB-C90F-DA86FDC0E7C1}"/>
          </ac:spMkLst>
        </pc:spChg>
        <pc:spChg chg="mod">
          <ac:chgData name="Toby Donaldson" userId="2e6e5431-bb17-4c41-9985-d39c50d83c73" providerId="ADAL" clId="{7F9681A8-EEE2-56F4-9B39-ECCBEE0471AC}" dt="2026-01-25T23:39:30.126" v="25130"/>
          <ac:spMkLst>
            <pc:docMk/>
            <pc:sldMk cId="3539270219" sldId="292"/>
            <ac:spMk id="63" creationId="{313DC07B-CDDC-8804-38D7-CD67EB9E71BD}"/>
          </ac:spMkLst>
        </pc:spChg>
        <pc:spChg chg="mod">
          <ac:chgData name="Toby Donaldson" userId="2e6e5431-bb17-4c41-9985-d39c50d83c73" providerId="ADAL" clId="{7F9681A8-EEE2-56F4-9B39-ECCBEE0471AC}" dt="2026-01-25T23:39:30.126" v="25130"/>
          <ac:spMkLst>
            <pc:docMk/>
            <pc:sldMk cId="3539270219" sldId="292"/>
            <ac:spMk id="64" creationId="{229159B8-344C-E72A-4281-B5398E234AB8}"/>
          </ac:spMkLst>
        </pc:spChg>
        <pc:spChg chg="add mod">
          <ac:chgData name="Toby Donaldson" userId="2e6e5431-bb17-4c41-9985-d39c50d83c73" providerId="ADAL" clId="{7F9681A8-EEE2-56F4-9B39-ECCBEE0471AC}" dt="2026-01-25T23:39:36.839" v="25131" actId="1076"/>
          <ac:spMkLst>
            <pc:docMk/>
            <pc:sldMk cId="3539270219" sldId="292"/>
            <ac:spMk id="65" creationId="{6FED7518-CD92-7E29-656A-0F69F1EADFE9}"/>
          </ac:spMkLst>
        </pc:spChg>
        <pc:spChg chg="add del mod">
          <ac:chgData name="Toby Donaldson" userId="2e6e5431-bb17-4c41-9985-d39c50d83c73" providerId="ADAL" clId="{7F9681A8-EEE2-56F4-9B39-ECCBEE0471AC}" dt="2026-01-25T23:41:37.855" v="25163"/>
          <ac:spMkLst>
            <pc:docMk/>
            <pc:sldMk cId="3539270219" sldId="292"/>
            <ac:spMk id="69" creationId="{8425E41A-FB98-469D-CB6D-E53505C9BB36}"/>
          </ac:spMkLst>
        </pc:spChg>
        <pc:grpChg chg="mod">
          <ac:chgData name="Toby Donaldson" userId="2e6e5431-bb17-4c41-9985-d39c50d83c73" providerId="ADAL" clId="{7F9681A8-EEE2-56F4-9B39-ECCBEE0471AC}" dt="2026-01-25T23:40:38.677" v="25151" actId="164"/>
          <ac:grpSpMkLst>
            <pc:docMk/>
            <pc:sldMk cId="3539270219" sldId="292"/>
            <ac:grpSpMk id="8" creationId="{72F8FC5F-F955-FF4C-CF99-4AC31147BB66}"/>
          </ac:grpSpMkLst>
        </pc:grpChg>
        <pc:grpChg chg="mod">
          <ac:chgData name="Toby Donaldson" userId="2e6e5431-bb17-4c41-9985-d39c50d83c73" providerId="ADAL" clId="{7F9681A8-EEE2-56F4-9B39-ECCBEE0471AC}" dt="2026-01-25T23:40:38.677" v="25151" actId="164"/>
          <ac:grpSpMkLst>
            <pc:docMk/>
            <pc:sldMk cId="3539270219" sldId="292"/>
            <ac:grpSpMk id="12" creationId="{11080392-FF18-B04A-1313-9EF06AA3C827}"/>
          </ac:grpSpMkLst>
        </pc:grpChg>
        <pc:grpChg chg="mod">
          <ac:chgData name="Toby Donaldson" userId="2e6e5431-bb17-4c41-9985-d39c50d83c73" providerId="ADAL" clId="{7F9681A8-EEE2-56F4-9B39-ECCBEE0471AC}" dt="2026-01-25T23:40:38.677" v="25151" actId="164"/>
          <ac:grpSpMkLst>
            <pc:docMk/>
            <pc:sldMk cId="3539270219" sldId="292"/>
            <ac:grpSpMk id="16" creationId="{3F1BE021-B253-0825-02A2-9A62B8720303}"/>
          </ac:grpSpMkLst>
        </pc:grpChg>
        <pc:grpChg chg="mod">
          <ac:chgData name="Toby Donaldson" userId="2e6e5431-bb17-4c41-9985-d39c50d83c73" providerId="ADAL" clId="{7F9681A8-EEE2-56F4-9B39-ECCBEE0471AC}" dt="2026-01-25T23:40:38.677" v="25151" actId="164"/>
          <ac:grpSpMkLst>
            <pc:docMk/>
            <pc:sldMk cId="3539270219" sldId="292"/>
            <ac:grpSpMk id="20" creationId="{FA8F758D-ABC2-D7FE-21DB-D3A79A461A10}"/>
          </ac:grpSpMkLst>
        </pc:grpChg>
        <pc:grpChg chg="mod">
          <ac:chgData name="Toby Donaldson" userId="2e6e5431-bb17-4c41-9985-d39c50d83c73" providerId="ADAL" clId="{7F9681A8-EEE2-56F4-9B39-ECCBEE0471AC}" dt="2026-01-25T23:40:38.677" v="25151" actId="164"/>
          <ac:grpSpMkLst>
            <pc:docMk/>
            <pc:sldMk cId="3539270219" sldId="292"/>
            <ac:grpSpMk id="24" creationId="{9A34F911-0BB1-E562-4F14-A5CA59DBB370}"/>
          </ac:grpSpMkLst>
        </pc:grpChg>
        <pc:grpChg chg="mod">
          <ac:chgData name="Toby Donaldson" userId="2e6e5431-bb17-4c41-9985-d39c50d83c73" providerId="ADAL" clId="{7F9681A8-EEE2-56F4-9B39-ECCBEE0471AC}" dt="2026-01-25T23:40:38.677" v="25151" actId="164"/>
          <ac:grpSpMkLst>
            <pc:docMk/>
            <pc:sldMk cId="3539270219" sldId="292"/>
            <ac:grpSpMk id="28" creationId="{6573A7A8-1F09-280D-4BAC-E687D13FE101}"/>
          </ac:grpSpMkLst>
        </pc:grpChg>
        <pc:grpChg chg="mod">
          <ac:chgData name="Toby Donaldson" userId="2e6e5431-bb17-4c41-9985-d39c50d83c73" providerId="ADAL" clId="{7F9681A8-EEE2-56F4-9B39-ECCBEE0471AC}" dt="2026-01-25T23:39:36.839" v="25131" actId="1076"/>
          <ac:grpSpMkLst>
            <pc:docMk/>
            <pc:sldMk cId="3539270219" sldId="292"/>
            <ac:grpSpMk id="35" creationId="{25F857EB-07A0-B891-F35B-CD95E890D9B5}"/>
          </ac:grpSpMkLst>
        </pc:grpChg>
        <pc:grpChg chg="mod">
          <ac:chgData name="Toby Donaldson" userId="2e6e5431-bb17-4c41-9985-d39c50d83c73" providerId="ADAL" clId="{7F9681A8-EEE2-56F4-9B39-ECCBEE0471AC}" dt="2026-01-25T23:39:36.839" v="25131" actId="1076"/>
          <ac:grpSpMkLst>
            <pc:docMk/>
            <pc:sldMk cId="3539270219" sldId="292"/>
            <ac:grpSpMk id="39" creationId="{CF35E0A5-5946-97EC-191F-894EF059674C}"/>
          </ac:grpSpMkLst>
        </pc:grpChg>
        <pc:grpChg chg="mod">
          <ac:chgData name="Toby Donaldson" userId="2e6e5431-bb17-4c41-9985-d39c50d83c73" providerId="ADAL" clId="{7F9681A8-EEE2-56F4-9B39-ECCBEE0471AC}" dt="2026-01-25T23:39:36.839" v="25131" actId="1076"/>
          <ac:grpSpMkLst>
            <pc:docMk/>
            <pc:sldMk cId="3539270219" sldId="292"/>
            <ac:grpSpMk id="43" creationId="{02DBB1C0-8D32-FC62-5F2E-3E3757E1194E}"/>
          </ac:grpSpMkLst>
        </pc:grpChg>
        <pc:grpChg chg="mod">
          <ac:chgData name="Toby Donaldson" userId="2e6e5431-bb17-4c41-9985-d39c50d83c73" providerId="ADAL" clId="{7F9681A8-EEE2-56F4-9B39-ECCBEE0471AC}" dt="2026-01-25T23:39:36.839" v="25131" actId="1076"/>
          <ac:grpSpMkLst>
            <pc:docMk/>
            <pc:sldMk cId="3539270219" sldId="292"/>
            <ac:grpSpMk id="47" creationId="{4AC7452B-CEFF-5639-7CB8-2ACDEB339E57}"/>
          </ac:grpSpMkLst>
        </pc:grpChg>
        <pc:grpChg chg="mod">
          <ac:chgData name="Toby Donaldson" userId="2e6e5431-bb17-4c41-9985-d39c50d83c73" providerId="ADAL" clId="{7F9681A8-EEE2-56F4-9B39-ECCBEE0471AC}" dt="2026-01-25T23:39:36.839" v="25131" actId="1076"/>
          <ac:grpSpMkLst>
            <pc:docMk/>
            <pc:sldMk cId="3539270219" sldId="292"/>
            <ac:grpSpMk id="51" creationId="{828A0C73-C720-0A75-D82D-3E24CF0B74DB}"/>
          </ac:grpSpMkLst>
        </pc:grpChg>
        <pc:grpChg chg="mod">
          <ac:chgData name="Toby Donaldson" userId="2e6e5431-bb17-4c41-9985-d39c50d83c73" providerId="ADAL" clId="{7F9681A8-EEE2-56F4-9B39-ECCBEE0471AC}" dt="2026-01-25T23:39:36.839" v="25131" actId="1076"/>
          <ac:grpSpMkLst>
            <pc:docMk/>
            <pc:sldMk cId="3539270219" sldId="292"/>
            <ac:grpSpMk id="55" creationId="{056A7910-EF9E-54DF-10FC-9EB9793E9B77}"/>
          </ac:grpSpMkLst>
        </pc:grpChg>
        <pc:grpChg chg="mod">
          <ac:chgData name="Toby Donaldson" userId="2e6e5431-bb17-4c41-9985-d39c50d83c73" providerId="ADAL" clId="{7F9681A8-EEE2-56F4-9B39-ECCBEE0471AC}" dt="2026-01-25T23:39:36.839" v="25131" actId="1076"/>
          <ac:grpSpMkLst>
            <pc:docMk/>
            <pc:sldMk cId="3539270219" sldId="292"/>
            <ac:grpSpMk id="61" creationId="{5D11A7F4-396E-A88A-5111-B77BE8071430}"/>
          </ac:grpSpMkLst>
        </pc:grpChg>
        <pc:grpChg chg="add mod">
          <ac:chgData name="Toby Donaldson" userId="2e6e5431-bb17-4c41-9985-d39c50d83c73" providerId="ADAL" clId="{7F9681A8-EEE2-56F4-9B39-ECCBEE0471AC}" dt="2026-01-25T23:40:29.792" v="25149" actId="14100"/>
          <ac:grpSpMkLst>
            <pc:docMk/>
            <pc:sldMk cId="3539270219" sldId="292"/>
            <ac:grpSpMk id="67" creationId="{5D6ACC3F-E32B-F2AF-2387-B58BB3D2D21D}"/>
          </ac:grpSpMkLst>
        </pc:grpChg>
        <pc:grpChg chg="add mod">
          <ac:chgData name="Toby Donaldson" userId="2e6e5431-bb17-4c41-9985-d39c50d83c73" providerId="ADAL" clId="{7F9681A8-EEE2-56F4-9B39-ECCBEE0471AC}" dt="2026-01-25T23:41:04.824" v="25154" actId="14100"/>
          <ac:grpSpMkLst>
            <pc:docMk/>
            <pc:sldMk cId="3539270219" sldId="292"/>
            <ac:grpSpMk id="68" creationId="{27053442-DDD2-02D4-C660-0170C9E9E099}"/>
          </ac:grpSpMkLst>
        </pc:grpChg>
        <pc:cxnChg chg="add mod">
          <ac:chgData name="Toby Donaldson" userId="2e6e5431-bb17-4c41-9985-d39c50d83c73" providerId="ADAL" clId="{7F9681A8-EEE2-56F4-9B39-ECCBEE0471AC}" dt="2026-01-25T23:41:22.823" v="25158" actId="14100"/>
          <ac:cxnSpMkLst>
            <pc:docMk/>
            <pc:sldMk cId="3539270219" sldId="292"/>
            <ac:cxnSpMk id="34" creationId="{9B35F3CD-E9F0-1C95-93BC-1D526507828F}"/>
          </ac:cxnSpMkLst>
        </pc:cxnChg>
        <pc:cxnChg chg="mod">
          <ac:chgData name="Toby Donaldson" userId="2e6e5431-bb17-4c41-9985-d39c50d83c73" providerId="ADAL" clId="{7F9681A8-EEE2-56F4-9B39-ECCBEE0471AC}" dt="2026-01-25T23:41:34.303" v="25161" actId="14100"/>
          <ac:cxnSpMkLst>
            <pc:docMk/>
            <pc:sldMk cId="3539270219" sldId="292"/>
            <ac:cxnSpMk id="60" creationId="{23230C33-3E6D-E417-BEA4-4879C5DA2D8A}"/>
          </ac:cxnSpMkLst>
        </pc:cxnChg>
      </pc:sldChg>
      <pc:sldChg chg="addSp modSp add del mod">
        <pc:chgData name="Toby Donaldson" userId="2e6e5431-bb17-4c41-9985-d39c50d83c73" providerId="ADAL" clId="{7F9681A8-EEE2-56F4-9B39-ECCBEE0471AC}" dt="2026-01-25T23:42:30.097" v="25168" actId="2696"/>
        <pc:sldMkLst>
          <pc:docMk/>
          <pc:sldMk cId="3667190147" sldId="293"/>
        </pc:sldMkLst>
      </pc:sldChg>
      <pc:sldChg chg="addSp delSp modSp add del mod">
        <pc:chgData name="Toby Donaldson" userId="2e6e5431-bb17-4c41-9985-d39c50d83c73" providerId="ADAL" clId="{7F9681A8-EEE2-56F4-9B39-ECCBEE0471AC}" dt="2026-01-25T23:44:49.209" v="25178" actId="2696"/>
        <pc:sldMkLst>
          <pc:docMk/>
          <pc:sldMk cId="1475247809" sldId="294"/>
        </pc:sldMkLst>
        <pc:spChg chg="add mod">
          <ac:chgData name="Toby Donaldson" userId="2e6e5431-bb17-4c41-9985-d39c50d83c73" providerId="ADAL" clId="{7F9681A8-EEE2-56F4-9B39-ECCBEE0471AC}" dt="2026-01-25T23:42:54.179" v="25170" actId="20577"/>
          <ac:spMkLst>
            <pc:docMk/>
            <pc:sldMk cId="1475247809" sldId="294"/>
            <ac:spMk id="34" creationId="{1E240816-8036-6B2D-BEEF-FAC3EBC87690}"/>
          </ac:spMkLst>
        </pc:spChg>
      </pc:sldChg>
      <pc:sldChg chg="addSp modSp add del mod">
        <pc:chgData name="Toby Donaldson" userId="2e6e5431-bb17-4c41-9985-d39c50d83c73" providerId="ADAL" clId="{7F9681A8-EEE2-56F4-9B39-ECCBEE0471AC}" dt="2026-01-25T23:50:30.883" v="25223" actId="2696"/>
        <pc:sldMkLst>
          <pc:docMk/>
          <pc:sldMk cId="1461437973" sldId="295"/>
        </pc:sldMkLst>
      </pc:sldChg>
      <pc:sldChg chg="modSp add del mod">
        <pc:chgData name="Toby Donaldson" userId="2e6e5431-bb17-4c41-9985-d39c50d83c73" providerId="ADAL" clId="{7F9681A8-EEE2-56F4-9B39-ECCBEE0471AC}" dt="2026-01-25T23:48:51.482" v="25214" actId="2696"/>
        <pc:sldMkLst>
          <pc:docMk/>
          <pc:sldMk cId="3292983150" sldId="296"/>
        </pc:sldMkLst>
      </pc:sldChg>
      <pc:sldChg chg="addSp modSp add del mod">
        <pc:chgData name="Toby Donaldson" userId="2e6e5431-bb17-4c41-9985-d39c50d83c73" providerId="ADAL" clId="{7F9681A8-EEE2-56F4-9B39-ECCBEE0471AC}" dt="2026-01-25T23:53:33.416" v="25241" actId="2696"/>
        <pc:sldMkLst>
          <pc:docMk/>
          <pc:sldMk cId="553377915" sldId="297"/>
        </pc:sldMkLst>
      </pc:sldChg>
      <pc:sldChg chg="addSp delSp modSp add del mod">
        <pc:chgData name="Toby Donaldson" userId="2e6e5431-bb17-4c41-9985-d39c50d83c73" providerId="ADAL" clId="{7F9681A8-EEE2-56F4-9B39-ECCBEE0471AC}" dt="2026-01-25T23:59:40.071" v="25277" actId="2696"/>
        <pc:sldMkLst>
          <pc:docMk/>
          <pc:sldMk cId="1597124049" sldId="298"/>
        </pc:sldMkLst>
      </pc:sldChg>
      <pc:sldChg chg="addSp delSp modSp add del mod">
        <pc:chgData name="Toby Donaldson" userId="2e6e5431-bb17-4c41-9985-d39c50d83c73" providerId="ADAL" clId="{7F9681A8-EEE2-56F4-9B39-ECCBEE0471AC}" dt="2026-01-25T23:54:40.115" v="25246" actId="2696"/>
        <pc:sldMkLst>
          <pc:docMk/>
          <pc:sldMk cId="2818328773" sldId="299"/>
        </pc:sldMkLst>
      </pc:sldChg>
      <pc:sldChg chg="addSp delSp modSp add del mod">
        <pc:chgData name="Toby Donaldson" userId="2e6e5431-bb17-4c41-9985-d39c50d83c73" providerId="ADAL" clId="{7F9681A8-EEE2-56F4-9B39-ECCBEE0471AC}" dt="2026-01-25T23:58:12.835" v="25267" actId="2696"/>
        <pc:sldMkLst>
          <pc:docMk/>
          <pc:sldMk cId="3137009189" sldId="300"/>
        </pc:sldMkLst>
      </pc:sldChg>
      <pc:sldChg chg="add del">
        <pc:chgData name="Toby Donaldson" userId="2e6e5431-bb17-4c41-9985-d39c50d83c73" providerId="ADAL" clId="{7F9681A8-EEE2-56F4-9B39-ECCBEE0471AC}" dt="2026-01-25T00:06:28.227" v="23771" actId="2696"/>
        <pc:sldMkLst>
          <pc:docMk/>
          <pc:sldMk cId="3500926956" sldId="301"/>
        </pc:sldMkLst>
      </pc:sldChg>
      <pc:sldChg chg="addSp delSp modSp add del mod">
        <pc:chgData name="Toby Donaldson" userId="2e6e5431-bb17-4c41-9985-d39c50d83c73" providerId="ADAL" clId="{7F9681A8-EEE2-56F4-9B39-ECCBEE0471AC}" dt="2026-01-26T00:04:47.266" v="25387" actId="2696"/>
        <pc:sldMkLst>
          <pc:docMk/>
          <pc:sldMk cId="3154071803" sldId="302"/>
        </pc:sldMkLst>
      </pc:sldChg>
      <pc:sldChg chg="addSp delSp modSp add del mod">
        <pc:chgData name="Toby Donaldson" userId="2e6e5431-bb17-4c41-9985-d39c50d83c73" providerId="ADAL" clId="{7F9681A8-EEE2-56F4-9B39-ECCBEE0471AC}" dt="2026-01-26T00:10:08.071" v="25468" actId="2696"/>
        <pc:sldMkLst>
          <pc:docMk/>
          <pc:sldMk cId="2674127980" sldId="303"/>
        </pc:sldMkLst>
        <pc:spChg chg="add del mod">
          <ac:chgData name="Toby Donaldson" userId="2e6e5431-bb17-4c41-9985-d39c50d83c73" providerId="ADAL" clId="{7F9681A8-EEE2-56F4-9B39-ECCBEE0471AC}" dt="2026-01-26T00:06:37.311" v="25398"/>
          <ac:spMkLst>
            <pc:docMk/>
            <pc:sldMk cId="2674127980" sldId="303"/>
            <ac:spMk id="117" creationId="{EDF24D89-72E5-7A3E-4067-C1C48DE3D6E8}"/>
          </ac:spMkLst>
        </pc:spChg>
      </pc:sldChg>
      <pc:sldChg chg="addSp delSp modSp add del mod">
        <pc:chgData name="Toby Donaldson" userId="2e6e5431-bb17-4c41-9985-d39c50d83c73" providerId="ADAL" clId="{7F9681A8-EEE2-56F4-9B39-ECCBEE0471AC}" dt="2026-01-26T00:13:57.729" v="25552" actId="2696"/>
        <pc:sldMkLst>
          <pc:docMk/>
          <pc:sldMk cId="3012329258" sldId="304"/>
        </pc:sldMkLst>
      </pc:sldChg>
      <pc:sldChg chg="addSp delSp modSp add mod ord">
        <pc:chgData name="Toby Donaldson" userId="2e6e5431-bb17-4c41-9985-d39c50d83c73" providerId="ADAL" clId="{7F9681A8-EEE2-56F4-9B39-ECCBEE0471AC}" dt="2026-01-26T00:15:50.517" v="25631" actId="20578"/>
        <pc:sldMkLst>
          <pc:docMk/>
          <pc:sldMk cId="3209990170" sldId="305"/>
        </pc:sldMkLst>
        <pc:spChg chg="mod">
          <ac:chgData name="Toby Donaldson" userId="2e6e5431-bb17-4c41-9985-d39c50d83c73" providerId="ADAL" clId="{7F9681A8-EEE2-56F4-9B39-ECCBEE0471AC}" dt="2026-01-24T23:30:12.384" v="22805" actId="20577"/>
          <ac:spMkLst>
            <pc:docMk/>
            <pc:sldMk cId="3209990170" sldId="305"/>
            <ac:spMk id="5" creationId="{446A5263-AAC2-0BAD-A918-7F85C150CAE3}"/>
          </ac:spMkLst>
        </pc:spChg>
        <pc:spChg chg="mod">
          <ac:chgData name="Toby Donaldson" userId="2e6e5431-bb17-4c41-9985-d39c50d83c73" providerId="ADAL" clId="{7F9681A8-EEE2-56F4-9B39-ECCBEE0471AC}" dt="2026-01-24T23:29:27.738" v="22794" actId="207"/>
          <ac:spMkLst>
            <pc:docMk/>
            <pc:sldMk cId="3209990170" sldId="305"/>
            <ac:spMk id="71" creationId="{00B08F8D-8839-ED28-5334-D8556EA12E4F}"/>
          </ac:spMkLst>
        </pc:spChg>
        <pc:spChg chg="mod">
          <ac:chgData name="Toby Donaldson" userId="2e6e5431-bb17-4c41-9985-d39c50d83c73" providerId="ADAL" clId="{7F9681A8-EEE2-56F4-9B39-ECCBEE0471AC}" dt="2026-01-24T23:29:54.819" v="22800" actId="207"/>
          <ac:spMkLst>
            <pc:docMk/>
            <pc:sldMk cId="3209990170" sldId="305"/>
            <ac:spMk id="96" creationId="{5F3507C9-3C42-D86C-3136-557155879EE7}"/>
          </ac:spMkLst>
        </pc:spChg>
        <pc:spChg chg="mod">
          <ac:chgData name="Toby Donaldson" userId="2e6e5431-bb17-4c41-9985-d39c50d83c73" providerId="ADAL" clId="{7F9681A8-EEE2-56F4-9B39-ECCBEE0471AC}" dt="2026-01-24T23:29:50.803" v="22799" actId="207"/>
          <ac:spMkLst>
            <pc:docMk/>
            <pc:sldMk cId="3209990170" sldId="305"/>
            <ac:spMk id="99" creationId="{A49BF869-B826-1A00-0EE9-AEC8E351DBA3}"/>
          </ac:spMkLst>
        </pc:spChg>
        <pc:spChg chg="mod">
          <ac:chgData name="Toby Donaldson" userId="2e6e5431-bb17-4c41-9985-d39c50d83c73" providerId="ADAL" clId="{7F9681A8-EEE2-56F4-9B39-ECCBEE0471AC}" dt="2026-01-24T23:29:46.393" v="22798" actId="207"/>
          <ac:spMkLst>
            <pc:docMk/>
            <pc:sldMk cId="3209990170" sldId="305"/>
            <ac:spMk id="102" creationId="{43F67FBB-C265-F7D3-FAF3-851D3AB32819}"/>
          </ac:spMkLst>
        </pc:spChg>
        <pc:spChg chg="mod">
          <ac:chgData name="Toby Donaldson" userId="2e6e5431-bb17-4c41-9985-d39c50d83c73" providerId="ADAL" clId="{7F9681A8-EEE2-56F4-9B39-ECCBEE0471AC}" dt="2026-01-24T23:29:38.837" v="22796" actId="207"/>
          <ac:spMkLst>
            <pc:docMk/>
            <pc:sldMk cId="3209990170" sldId="305"/>
            <ac:spMk id="105" creationId="{57D2F4BF-FA39-633B-E400-BCBC920967B2}"/>
          </ac:spMkLst>
        </pc:spChg>
        <pc:spChg chg="mod">
          <ac:chgData name="Toby Donaldson" userId="2e6e5431-bb17-4c41-9985-d39c50d83c73" providerId="ADAL" clId="{7F9681A8-EEE2-56F4-9B39-ECCBEE0471AC}" dt="2026-01-24T23:29:42.267" v="22797" actId="207"/>
          <ac:spMkLst>
            <pc:docMk/>
            <pc:sldMk cId="3209990170" sldId="305"/>
            <ac:spMk id="108" creationId="{01092CF1-832F-E2E3-240B-29FB1530C0E8}"/>
          </ac:spMkLst>
        </pc:spChg>
        <pc:spChg chg="mod">
          <ac:chgData name="Toby Donaldson" userId="2e6e5431-bb17-4c41-9985-d39c50d83c73" providerId="ADAL" clId="{7F9681A8-EEE2-56F4-9B39-ECCBEE0471AC}" dt="2026-01-24T23:29:34.974" v="22795" actId="207"/>
          <ac:spMkLst>
            <pc:docMk/>
            <pc:sldMk cId="3209990170" sldId="305"/>
            <ac:spMk id="111" creationId="{3A7B57D3-C29D-96A1-C846-BEE7FD18085A}"/>
          </ac:spMkLst>
        </pc:spChg>
        <pc:spChg chg="mod">
          <ac:chgData name="Toby Donaldson" userId="2e6e5431-bb17-4c41-9985-d39c50d83c73" providerId="ADAL" clId="{7F9681A8-EEE2-56F4-9B39-ECCBEE0471AC}" dt="2026-01-24T23:29:13.405" v="22791" actId="1076"/>
          <ac:spMkLst>
            <pc:docMk/>
            <pc:sldMk cId="3209990170" sldId="305"/>
            <ac:spMk id="113" creationId="{1489DDDC-42DA-61C5-CBFB-74F14F698ABF}"/>
          </ac:spMkLst>
        </pc:spChg>
        <pc:spChg chg="add mod">
          <ac:chgData name="Toby Donaldson" userId="2e6e5431-bb17-4c41-9985-d39c50d83c73" providerId="ADAL" clId="{7F9681A8-EEE2-56F4-9B39-ECCBEE0471AC}" dt="2026-01-24T23:28:41.971" v="22787" actId="14100"/>
          <ac:spMkLst>
            <pc:docMk/>
            <pc:sldMk cId="3209990170" sldId="305"/>
            <ac:spMk id="151" creationId="{D17BE923-1D41-9D36-1778-7CB2876F04DC}"/>
          </ac:spMkLst>
        </pc:spChg>
        <pc:spChg chg="add mod">
          <ac:chgData name="Toby Donaldson" userId="2e6e5431-bb17-4c41-9985-d39c50d83c73" providerId="ADAL" clId="{7F9681A8-EEE2-56F4-9B39-ECCBEE0471AC}" dt="2026-01-26T00:15:37.143" v="25629" actId="1076"/>
          <ac:spMkLst>
            <pc:docMk/>
            <pc:sldMk cId="3209990170" sldId="305"/>
            <ac:spMk id="152" creationId="{2E42388D-2C9D-5D3E-0359-17412761DBC7}"/>
          </ac:spMkLst>
        </pc:spChg>
        <pc:spChg chg="mod">
          <ac:chgData name="Toby Donaldson" userId="2e6e5431-bb17-4c41-9985-d39c50d83c73" providerId="ADAL" clId="{7F9681A8-EEE2-56F4-9B39-ECCBEE0471AC}" dt="2026-01-24T23:47:03.896" v="23138"/>
          <ac:spMkLst>
            <pc:docMk/>
            <pc:sldMk cId="3209990170" sldId="305"/>
            <ac:spMk id="154" creationId="{9AADB18E-6F1D-5D2D-BB0E-5B64BF7F4A00}"/>
          </ac:spMkLst>
        </pc:spChg>
        <pc:spChg chg="mod">
          <ac:chgData name="Toby Donaldson" userId="2e6e5431-bb17-4c41-9985-d39c50d83c73" providerId="ADAL" clId="{7F9681A8-EEE2-56F4-9B39-ECCBEE0471AC}" dt="2026-01-24T23:47:03.896" v="23138"/>
          <ac:spMkLst>
            <pc:docMk/>
            <pc:sldMk cId="3209990170" sldId="305"/>
            <ac:spMk id="156" creationId="{E6F26E61-DCE1-6991-947C-976D1F08D3A7}"/>
          </ac:spMkLst>
        </pc:spChg>
        <pc:spChg chg="mod">
          <ac:chgData name="Toby Donaldson" userId="2e6e5431-bb17-4c41-9985-d39c50d83c73" providerId="ADAL" clId="{7F9681A8-EEE2-56F4-9B39-ECCBEE0471AC}" dt="2026-01-24T23:47:03.896" v="23138"/>
          <ac:spMkLst>
            <pc:docMk/>
            <pc:sldMk cId="3209990170" sldId="305"/>
            <ac:spMk id="159" creationId="{4105180A-9FA0-635E-DBE5-6F89FBD57776}"/>
          </ac:spMkLst>
        </pc:spChg>
        <pc:spChg chg="mod">
          <ac:chgData name="Toby Donaldson" userId="2e6e5431-bb17-4c41-9985-d39c50d83c73" providerId="ADAL" clId="{7F9681A8-EEE2-56F4-9B39-ECCBEE0471AC}" dt="2026-01-24T23:47:03.896" v="23138"/>
          <ac:spMkLst>
            <pc:docMk/>
            <pc:sldMk cId="3209990170" sldId="305"/>
            <ac:spMk id="164" creationId="{72C68CC6-014A-4F2E-68A7-FE31EED22C4A}"/>
          </ac:spMkLst>
        </pc:spChg>
        <pc:spChg chg="mod">
          <ac:chgData name="Toby Donaldson" userId="2e6e5431-bb17-4c41-9985-d39c50d83c73" providerId="ADAL" clId="{7F9681A8-EEE2-56F4-9B39-ECCBEE0471AC}" dt="2026-01-24T23:47:03.896" v="23138"/>
          <ac:spMkLst>
            <pc:docMk/>
            <pc:sldMk cId="3209990170" sldId="305"/>
            <ac:spMk id="168" creationId="{A9DF0E13-9D1F-5769-DE4F-57D257660FDC}"/>
          </ac:spMkLst>
        </pc:spChg>
        <pc:spChg chg="mod">
          <ac:chgData name="Toby Donaldson" userId="2e6e5431-bb17-4c41-9985-d39c50d83c73" providerId="ADAL" clId="{7F9681A8-EEE2-56F4-9B39-ECCBEE0471AC}" dt="2026-01-24T23:47:03.896" v="23138"/>
          <ac:spMkLst>
            <pc:docMk/>
            <pc:sldMk cId="3209990170" sldId="305"/>
            <ac:spMk id="171" creationId="{70A43330-7D4E-98D5-2F34-8E9907E05C79}"/>
          </ac:spMkLst>
        </pc:spChg>
        <pc:spChg chg="mod">
          <ac:chgData name="Toby Donaldson" userId="2e6e5431-bb17-4c41-9985-d39c50d83c73" providerId="ADAL" clId="{7F9681A8-EEE2-56F4-9B39-ECCBEE0471AC}" dt="2026-01-24T23:47:03.896" v="23138"/>
          <ac:spMkLst>
            <pc:docMk/>
            <pc:sldMk cId="3209990170" sldId="305"/>
            <ac:spMk id="174" creationId="{C8D78BD9-14FD-948C-DB73-A34C66B2926F}"/>
          </ac:spMkLst>
        </pc:spChg>
        <pc:spChg chg="mod">
          <ac:chgData name="Toby Donaldson" userId="2e6e5431-bb17-4c41-9985-d39c50d83c73" providerId="ADAL" clId="{7F9681A8-EEE2-56F4-9B39-ECCBEE0471AC}" dt="2026-01-24T23:47:03.896" v="23138"/>
          <ac:spMkLst>
            <pc:docMk/>
            <pc:sldMk cId="3209990170" sldId="305"/>
            <ac:spMk id="176" creationId="{673DD2C7-8E7D-1265-8469-93AB95074733}"/>
          </ac:spMkLst>
        </pc:spChg>
        <pc:spChg chg="mod">
          <ac:chgData name="Toby Donaldson" userId="2e6e5431-bb17-4c41-9985-d39c50d83c73" providerId="ADAL" clId="{7F9681A8-EEE2-56F4-9B39-ECCBEE0471AC}" dt="2026-01-24T23:47:03.896" v="23138"/>
          <ac:spMkLst>
            <pc:docMk/>
            <pc:sldMk cId="3209990170" sldId="305"/>
            <ac:spMk id="182" creationId="{9A367064-E38A-99AB-2C9D-A32EEC5E7AF2}"/>
          </ac:spMkLst>
        </pc:spChg>
        <pc:spChg chg="add mod">
          <ac:chgData name="Toby Donaldson" userId="2e6e5431-bb17-4c41-9985-d39c50d83c73" providerId="ADAL" clId="{7F9681A8-EEE2-56F4-9B39-ECCBEE0471AC}" dt="2026-01-24T23:47:03.896" v="23138"/>
          <ac:spMkLst>
            <pc:docMk/>
            <pc:sldMk cId="3209990170" sldId="305"/>
            <ac:spMk id="183" creationId="{512E8FB6-1D36-000F-F4B9-93E3F8504122}"/>
          </ac:spMkLst>
        </pc:spChg>
        <pc:grpChg chg="mod">
          <ac:chgData name="Toby Donaldson" userId="2e6e5431-bb17-4c41-9985-d39c50d83c73" providerId="ADAL" clId="{7F9681A8-EEE2-56F4-9B39-ECCBEE0471AC}" dt="2026-01-24T23:27:09.689" v="22767" actId="1076"/>
          <ac:grpSpMkLst>
            <pc:docMk/>
            <pc:sldMk cId="3209990170" sldId="305"/>
            <ac:grpSpMk id="64" creationId="{36184CC9-F914-C77A-3C25-2D9240F0565B}"/>
          </ac:grpSpMkLst>
        </pc:grpChg>
        <pc:grpChg chg="mod">
          <ac:chgData name="Toby Donaldson" userId="2e6e5431-bb17-4c41-9985-d39c50d83c73" providerId="ADAL" clId="{7F9681A8-EEE2-56F4-9B39-ECCBEE0471AC}" dt="2026-01-24T23:27:09.689" v="22767" actId="1076"/>
          <ac:grpSpMkLst>
            <pc:docMk/>
            <pc:sldMk cId="3209990170" sldId="305"/>
            <ac:grpSpMk id="65" creationId="{5A518ABE-9AD4-06D6-6006-4EDB68F942D0}"/>
          </ac:grpSpMkLst>
        </pc:grpChg>
        <pc:grpChg chg="mod">
          <ac:chgData name="Toby Donaldson" userId="2e6e5431-bb17-4c41-9985-d39c50d83c73" providerId="ADAL" clId="{7F9681A8-EEE2-56F4-9B39-ECCBEE0471AC}" dt="2026-01-24T23:27:09.689" v="22767" actId="1076"/>
          <ac:grpSpMkLst>
            <pc:docMk/>
            <pc:sldMk cId="3209990170" sldId="305"/>
            <ac:grpSpMk id="66" creationId="{1894C2D5-9BBE-2E9F-C464-FBA27FF21260}"/>
          </ac:grpSpMkLst>
        </pc:grpChg>
        <pc:grpChg chg="mod">
          <ac:chgData name="Toby Donaldson" userId="2e6e5431-bb17-4c41-9985-d39c50d83c73" providerId="ADAL" clId="{7F9681A8-EEE2-56F4-9B39-ECCBEE0471AC}" dt="2026-01-24T23:27:09.689" v="22767" actId="1076"/>
          <ac:grpSpMkLst>
            <pc:docMk/>
            <pc:sldMk cId="3209990170" sldId="305"/>
            <ac:grpSpMk id="67" creationId="{5EA6477B-E3A4-0E32-3671-961D44C3BB62}"/>
          </ac:grpSpMkLst>
        </pc:grpChg>
        <pc:grpChg chg="mod">
          <ac:chgData name="Toby Donaldson" userId="2e6e5431-bb17-4c41-9985-d39c50d83c73" providerId="ADAL" clId="{7F9681A8-EEE2-56F4-9B39-ECCBEE0471AC}" dt="2026-01-24T23:27:09.689" v="22767" actId="1076"/>
          <ac:grpSpMkLst>
            <pc:docMk/>
            <pc:sldMk cId="3209990170" sldId="305"/>
            <ac:grpSpMk id="68" creationId="{F0F8E62D-E220-43DE-8416-6F432D3B7421}"/>
          </ac:grpSpMkLst>
        </pc:grpChg>
        <pc:grpChg chg="mod">
          <ac:chgData name="Toby Donaldson" userId="2e6e5431-bb17-4c41-9985-d39c50d83c73" providerId="ADAL" clId="{7F9681A8-EEE2-56F4-9B39-ECCBEE0471AC}" dt="2026-01-24T23:27:09.689" v="22767" actId="1076"/>
          <ac:grpSpMkLst>
            <pc:docMk/>
            <pc:sldMk cId="3209990170" sldId="305"/>
            <ac:grpSpMk id="69" creationId="{BD251DAF-9C9B-4CB5-DF54-A135095A4F5E}"/>
          </ac:grpSpMkLst>
        </pc:grpChg>
        <pc:grpChg chg="mod">
          <ac:chgData name="Toby Donaldson" userId="2e6e5431-bb17-4c41-9985-d39c50d83c73" providerId="ADAL" clId="{7F9681A8-EEE2-56F4-9B39-ECCBEE0471AC}" dt="2026-01-24T23:27:09.689" v="22767" actId="1076"/>
          <ac:grpSpMkLst>
            <pc:docMk/>
            <pc:sldMk cId="3209990170" sldId="305"/>
            <ac:grpSpMk id="89" creationId="{CD39FA2D-88A7-E85C-4074-5A00434D118C}"/>
          </ac:grpSpMkLst>
        </pc:grpChg>
        <pc:grpChg chg="mod">
          <ac:chgData name="Toby Donaldson" userId="2e6e5431-bb17-4c41-9985-d39c50d83c73" providerId="ADAL" clId="{7F9681A8-EEE2-56F4-9B39-ECCBEE0471AC}" dt="2026-01-24T23:27:09.689" v="22767" actId="1076"/>
          <ac:grpSpMkLst>
            <pc:docMk/>
            <pc:sldMk cId="3209990170" sldId="305"/>
            <ac:grpSpMk id="91" creationId="{833CC9A8-2097-CCD2-3FF3-FDED862E36FE}"/>
          </ac:grpSpMkLst>
        </pc:grpChg>
        <pc:grpChg chg="mod">
          <ac:chgData name="Toby Donaldson" userId="2e6e5431-bb17-4c41-9985-d39c50d83c73" providerId="ADAL" clId="{7F9681A8-EEE2-56F4-9B39-ECCBEE0471AC}" dt="2026-01-24T23:27:09.689" v="22767" actId="1076"/>
          <ac:grpSpMkLst>
            <pc:docMk/>
            <pc:sldMk cId="3209990170" sldId="305"/>
            <ac:grpSpMk id="92" creationId="{E0A6C571-7D8B-D5CB-D820-72A84EF11DDD}"/>
          </ac:grpSpMkLst>
        </pc:grpChg>
        <pc:cxnChg chg="mod">
          <ac:chgData name="Toby Donaldson" userId="2e6e5431-bb17-4c41-9985-d39c50d83c73" providerId="ADAL" clId="{7F9681A8-EEE2-56F4-9B39-ECCBEE0471AC}" dt="2026-01-24T23:29:13.405" v="22791" actId="1076"/>
          <ac:cxnSpMkLst>
            <pc:docMk/>
            <pc:sldMk cId="3209990170" sldId="305"/>
            <ac:cxnSpMk id="114" creationId="{2116B8F7-97D2-683A-A0FD-0924C0D058FB}"/>
          </ac:cxnSpMkLst>
        </pc:cxnChg>
        <pc:cxnChg chg="add">
          <ac:chgData name="Toby Donaldson" userId="2e6e5431-bb17-4c41-9985-d39c50d83c73" providerId="ADAL" clId="{7F9681A8-EEE2-56F4-9B39-ECCBEE0471AC}" dt="2026-01-26T00:15:42.046" v="25630" actId="11529"/>
          <ac:cxnSpMkLst>
            <pc:docMk/>
            <pc:sldMk cId="3209990170" sldId="305"/>
            <ac:cxnSpMk id="185" creationId="{E760799B-F7A5-36BB-B178-AFFC2F2F6B2B}"/>
          </ac:cxnSpMkLst>
        </pc:cxnChg>
      </pc:sldChg>
      <pc:sldChg chg="addSp delSp modSp add mod ord">
        <pc:chgData name="Toby Donaldson" userId="2e6e5431-bb17-4c41-9985-d39c50d83c73" providerId="ADAL" clId="{7F9681A8-EEE2-56F4-9B39-ECCBEE0471AC}" dt="2026-01-26T00:15:19.805" v="25627" actId="20578"/>
        <pc:sldMkLst>
          <pc:docMk/>
          <pc:sldMk cId="3488239129" sldId="306"/>
        </pc:sldMkLst>
        <pc:spChg chg="add mod">
          <ac:chgData name="Toby Donaldson" userId="2e6e5431-bb17-4c41-9985-d39c50d83c73" providerId="ADAL" clId="{7F9681A8-EEE2-56F4-9B39-ECCBEE0471AC}" dt="2026-01-26T00:14:54.675" v="25625" actId="1076"/>
          <ac:spMkLst>
            <pc:docMk/>
            <pc:sldMk cId="3488239129" sldId="306"/>
            <ac:spMk id="3" creationId="{E6FDA2DA-414D-0C4D-33A4-3E97CE817F6D}"/>
          </ac:spMkLst>
        </pc:spChg>
        <pc:spChg chg="mod">
          <ac:chgData name="Toby Donaldson" userId="2e6e5431-bb17-4c41-9985-d39c50d83c73" providerId="ADAL" clId="{7F9681A8-EEE2-56F4-9B39-ECCBEE0471AC}" dt="2026-01-24T23:46:29.570" v="23136" actId="20577"/>
          <ac:spMkLst>
            <pc:docMk/>
            <pc:sldMk cId="3488239129" sldId="306"/>
            <ac:spMk id="123" creationId="{A63CA2FB-F33D-2E4B-6068-3A8FCF36DA92}"/>
          </ac:spMkLst>
        </pc:spChg>
        <pc:spChg chg="mod">
          <ac:chgData name="Toby Donaldson" userId="2e6e5431-bb17-4c41-9985-d39c50d83c73" providerId="ADAL" clId="{7F9681A8-EEE2-56F4-9B39-ECCBEE0471AC}" dt="2026-01-24T23:46:27.761" v="23134" actId="20577"/>
          <ac:spMkLst>
            <pc:docMk/>
            <pc:sldMk cId="3488239129" sldId="306"/>
            <ac:spMk id="126" creationId="{B04915D0-C8FA-2C76-C981-75A2368C5323}"/>
          </ac:spMkLst>
        </pc:spChg>
        <pc:spChg chg="mod">
          <ac:chgData name="Toby Donaldson" userId="2e6e5431-bb17-4c41-9985-d39c50d83c73" providerId="ADAL" clId="{7F9681A8-EEE2-56F4-9B39-ECCBEE0471AC}" dt="2026-01-24T23:46:23.365" v="23131" actId="20577"/>
          <ac:spMkLst>
            <pc:docMk/>
            <pc:sldMk cId="3488239129" sldId="306"/>
            <ac:spMk id="129" creationId="{892AA403-0A88-ACB1-D4B5-929C130F5914}"/>
          </ac:spMkLst>
        </pc:spChg>
        <pc:spChg chg="mod">
          <ac:chgData name="Toby Donaldson" userId="2e6e5431-bb17-4c41-9985-d39c50d83c73" providerId="ADAL" clId="{7F9681A8-EEE2-56F4-9B39-ECCBEE0471AC}" dt="2026-01-24T23:46:25.635" v="23132" actId="20577"/>
          <ac:spMkLst>
            <pc:docMk/>
            <pc:sldMk cId="3488239129" sldId="306"/>
            <ac:spMk id="132" creationId="{D142F134-6C36-404A-D81C-16E18FDC6202}"/>
          </ac:spMkLst>
        </pc:spChg>
        <pc:cxnChg chg="add">
          <ac:chgData name="Toby Donaldson" userId="2e6e5431-bb17-4c41-9985-d39c50d83c73" providerId="ADAL" clId="{7F9681A8-EEE2-56F4-9B39-ECCBEE0471AC}" dt="2026-01-26T00:15:02.864" v="25626" actId="11529"/>
          <ac:cxnSpMkLst>
            <pc:docMk/>
            <pc:sldMk cId="3488239129" sldId="306"/>
            <ac:cxnSpMk id="6" creationId="{530DBB5E-5050-D8A3-5432-329533BCE4B5}"/>
          </ac:cxnSpMkLst>
        </pc:cxnChg>
      </pc:sldChg>
      <pc:sldChg chg="addSp delSp modSp add mod ord">
        <pc:chgData name="Toby Donaldson" userId="2e6e5431-bb17-4c41-9985-d39c50d83c73" providerId="ADAL" clId="{7F9681A8-EEE2-56F4-9B39-ECCBEE0471AC}" dt="2026-01-26T00:16:40.175" v="25634" actId="20578"/>
        <pc:sldMkLst>
          <pc:docMk/>
          <pc:sldMk cId="1241638584" sldId="307"/>
        </pc:sldMkLst>
        <pc:spChg chg="add mod">
          <ac:chgData name="Toby Donaldson" userId="2e6e5431-bb17-4c41-9985-d39c50d83c73" providerId="ADAL" clId="{7F9681A8-EEE2-56F4-9B39-ECCBEE0471AC}" dt="2026-01-24T23:32:19.310" v="22875" actId="1076"/>
          <ac:spMkLst>
            <pc:docMk/>
            <pc:sldMk cId="1241638584" sldId="307"/>
            <ac:spMk id="3" creationId="{64CF7D41-E27E-73A1-F36B-953E1220E7F2}"/>
          </ac:spMkLst>
        </pc:spChg>
        <pc:spChg chg="mod">
          <ac:chgData name="Toby Donaldson" userId="2e6e5431-bb17-4c41-9985-d39c50d83c73" providerId="ADAL" clId="{7F9681A8-EEE2-56F4-9B39-ECCBEE0471AC}" dt="2026-01-24T23:47:29.306" v="23140"/>
          <ac:spMkLst>
            <pc:docMk/>
            <pc:sldMk cId="1241638584" sldId="307"/>
            <ac:spMk id="9" creationId="{CAC1EC62-8025-A0D8-1971-FC2AB34F50A1}"/>
          </ac:spMkLst>
        </pc:spChg>
        <pc:spChg chg="mod">
          <ac:chgData name="Toby Donaldson" userId="2e6e5431-bb17-4c41-9985-d39c50d83c73" providerId="ADAL" clId="{7F9681A8-EEE2-56F4-9B39-ECCBEE0471AC}" dt="2026-01-24T23:47:29.306" v="23140"/>
          <ac:spMkLst>
            <pc:docMk/>
            <pc:sldMk cId="1241638584" sldId="307"/>
            <ac:spMk id="10" creationId="{09D7AA61-032F-9667-DE1E-34C215C39B41}"/>
          </ac:spMkLst>
        </pc:spChg>
        <pc:spChg chg="mod">
          <ac:chgData name="Toby Donaldson" userId="2e6e5431-bb17-4c41-9985-d39c50d83c73" providerId="ADAL" clId="{7F9681A8-EEE2-56F4-9B39-ECCBEE0471AC}" dt="2026-01-24T23:47:29.306" v="23140"/>
          <ac:spMkLst>
            <pc:docMk/>
            <pc:sldMk cId="1241638584" sldId="307"/>
            <ac:spMk id="13" creationId="{16442B3E-233F-5C9F-5EFD-5088A0809E0E}"/>
          </ac:spMkLst>
        </pc:spChg>
        <pc:spChg chg="mod">
          <ac:chgData name="Toby Donaldson" userId="2e6e5431-bb17-4c41-9985-d39c50d83c73" providerId="ADAL" clId="{7F9681A8-EEE2-56F4-9B39-ECCBEE0471AC}" dt="2026-01-24T23:47:29.306" v="23140"/>
          <ac:spMkLst>
            <pc:docMk/>
            <pc:sldMk cId="1241638584" sldId="307"/>
            <ac:spMk id="19" creationId="{58A10911-D8D2-7789-45D0-318498585928}"/>
          </ac:spMkLst>
        </pc:spChg>
        <pc:spChg chg="mod">
          <ac:chgData name="Toby Donaldson" userId="2e6e5431-bb17-4c41-9985-d39c50d83c73" providerId="ADAL" clId="{7F9681A8-EEE2-56F4-9B39-ECCBEE0471AC}" dt="2026-01-24T23:47:29.306" v="23140"/>
          <ac:spMkLst>
            <pc:docMk/>
            <pc:sldMk cId="1241638584" sldId="307"/>
            <ac:spMk id="21" creationId="{3F8A460D-42CF-FBEC-5C4F-1C287118F3BB}"/>
          </ac:spMkLst>
        </pc:spChg>
        <pc:spChg chg="mod">
          <ac:chgData name="Toby Donaldson" userId="2e6e5431-bb17-4c41-9985-d39c50d83c73" providerId="ADAL" clId="{7F9681A8-EEE2-56F4-9B39-ECCBEE0471AC}" dt="2026-01-24T23:47:29.306" v="23140"/>
          <ac:spMkLst>
            <pc:docMk/>
            <pc:sldMk cId="1241638584" sldId="307"/>
            <ac:spMk id="22" creationId="{36DB3348-FE4A-96C9-B1E0-6922B3FB70AA}"/>
          </ac:spMkLst>
        </pc:spChg>
        <pc:spChg chg="mod">
          <ac:chgData name="Toby Donaldson" userId="2e6e5431-bb17-4c41-9985-d39c50d83c73" providerId="ADAL" clId="{7F9681A8-EEE2-56F4-9B39-ECCBEE0471AC}" dt="2026-01-24T23:47:29.306" v="23140"/>
          <ac:spMkLst>
            <pc:docMk/>
            <pc:sldMk cId="1241638584" sldId="307"/>
            <ac:spMk id="23" creationId="{620AA622-17F8-3064-297D-3BBB8CC850EC}"/>
          </ac:spMkLst>
        </pc:spChg>
        <pc:spChg chg="mod">
          <ac:chgData name="Toby Donaldson" userId="2e6e5431-bb17-4c41-9985-d39c50d83c73" providerId="ADAL" clId="{7F9681A8-EEE2-56F4-9B39-ECCBEE0471AC}" dt="2026-01-24T23:47:29.306" v="23140"/>
          <ac:spMkLst>
            <pc:docMk/>
            <pc:sldMk cId="1241638584" sldId="307"/>
            <ac:spMk id="25" creationId="{3A742D2F-7215-3F07-C7F7-208B1FC3AF63}"/>
          </ac:spMkLst>
        </pc:spChg>
        <pc:spChg chg="mod">
          <ac:chgData name="Toby Donaldson" userId="2e6e5431-bb17-4c41-9985-d39c50d83c73" providerId="ADAL" clId="{7F9681A8-EEE2-56F4-9B39-ECCBEE0471AC}" dt="2026-01-24T23:47:29.306" v="23140"/>
          <ac:spMkLst>
            <pc:docMk/>
            <pc:sldMk cId="1241638584" sldId="307"/>
            <ac:spMk id="26" creationId="{25DBA556-4066-0377-8955-C7660C8243DF}"/>
          </ac:spMkLst>
        </pc:spChg>
        <pc:spChg chg="mod">
          <ac:chgData name="Toby Donaldson" userId="2e6e5431-bb17-4c41-9985-d39c50d83c73" providerId="ADAL" clId="{7F9681A8-EEE2-56F4-9B39-ECCBEE0471AC}" dt="2026-01-24T23:47:29.306" v="23140"/>
          <ac:spMkLst>
            <pc:docMk/>
            <pc:sldMk cId="1241638584" sldId="307"/>
            <ac:spMk id="27" creationId="{DE4491D6-7A0F-50AE-6B69-15C5C3CC5EDA}"/>
          </ac:spMkLst>
        </pc:spChg>
        <pc:spChg chg="mod">
          <ac:chgData name="Toby Donaldson" userId="2e6e5431-bb17-4c41-9985-d39c50d83c73" providerId="ADAL" clId="{7F9681A8-EEE2-56F4-9B39-ECCBEE0471AC}" dt="2026-01-24T23:34:23.482" v="22960" actId="207"/>
          <ac:spMkLst>
            <pc:docMk/>
            <pc:sldMk cId="1241638584" sldId="307"/>
            <ac:spMk id="71" creationId="{F22E7AB3-0AF7-4632-4589-9B25B36081CC}"/>
          </ac:spMkLst>
        </pc:spChg>
        <pc:spChg chg="mod">
          <ac:chgData name="Toby Donaldson" userId="2e6e5431-bb17-4c41-9985-d39c50d83c73" providerId="ADAL" clId="{7F9681A8-EEE2-56F4-9B39-ECCBEE0471AC}" dt="2026-01-24T23:33:03.127" v="22942" actId="167"/>
          <ac:spMkLst>
            <pc:docMk/>
            <pc:sldMk cId="1241638584" sldId="307"/>
            <ac:spMk id="151" creationId="{0E2C56A6-C802-0AF1-1DA8-1BEEA6ADD684}"/>
          </ac:spMkLst>
        </pc:spChg>
        <pc:spChg chg="mod">
          <ac:chgData name="Toby Donaldson" userId="2e6e5431-bb17-4c41-9985-d39c50d83c73" providerId="ADAL" clId="{7F9681A8-EEE2-56F4-9B39-ECCBEE0471AC}" dt="2026-01-26T00:15:58.926" v="25632" actId="1076"/>
          <ac:spMkLst>
            <pc:docMk/>
            <pc:sldMk cId="1241638584" sldId="307"/>
            <ac:spMk id="152" creationId="{96CFDDF3-BE01-4F69-4EAD-3A27080A7543}"/>
          </ac:spMkLst>
        </pc:spChg>
        <pc:cxnChg chg="add mod">
          <ac:chgData name="Toby Donaldson" userId="2e6e5431-bb17-4c41-9985-d39c50d83c73" providerId="ADAL" clId="{7F9681A8-EEE2-56F4-9B39-ECCBEE0471AC}" dt="2026-01-24T23:32:19.310" v="22875" actId="1076"/>
          <ac:cxnSpMkLst>
            <pc:docMk/>
            <pc:sldMk cId="1241638584" sldId="307"/>
            <ac:cxnSpMk id="4" creationId="{B2DF4035-250A-FD5F-7315-3169A58AB3A2}"/>
          </ac:cxnSpMkLst>
        </pc:cxnChg>
        <pc:cxnChg chg="add">
          <ac:chgData name="Toby Donaldson" userId="2e6e5431-bb17-4c41-9985-d39c50d83c73" providerId="ADAL" clId="{7F9681A8-EEE2-56F4-9B39-ECCBEE0471AC}" dt="2026-01-26T00:16:06.044" v="25633" actId="11529"/>
          <ac:cxnSpMkLst>
            <pc:docMk/>
            <pc:sldMk cId="1241638584" sldId="307"/>
            <ac:cxnSpMk id="40" creationId="{FC89E7C9-98B8-A9C9-3273-9B0F56454532}"/>
          </ac:cxnSpMkLst>
        </pc:cxnChg>
      </pc:sldChg>
      <pc:sldChg chg="addSp delSp modSp add mod ord">
        <pc:chgData name="Toby Donaldson" userId="2e6e5431-bb17-4c41-9985-d39c50d83c73" providerId="ADAL" clId="{7F9681A8-EEE2-56F4-9B39-ECCBEE0471AC}" dt="2026-01-26T00:16:43.467" v="25635" actId="20578"/>
        <pc:sldMkLst>
          <pc:docMk/>
          <pc:sldMk cId="2914034866" sldId="308"/>
        </pc:sldMkLst>
        <pc:spChg chg="mod">
          <ac:chgData name="Toby Donaldson" userId="2e6e5431-bb17-4c41-9985-d39c50d83c73" providerId="ADAL" clId="{7F9681A8-EEE2-56F4-9B39-ECCBEE0471AC}" dt="2026-01-24T23:34:51.962" v="22962" actId="1076"/>
          <ac:spMkLst>
            <pc:docMk/>
            <pc:sldMk cId="2914034866" sldId="308"/>
            <ac:spMk id="3" creationId="{34FA7E3D-639C-7522-A64D-D0BB6DF0D56D}"/>
          </ac:spMkLst>
        </pc:spChg>
        <pc:spChg chg="mod">
          <ac:chgData name="Toby Donaldson" userId="2e6e5431-bb17-4c41-9985-d39c50d83c73" providerId="ADAL" clId="{7F9681A8-EEE2-56F4-9B39-ECCBEE0471AC}" dt="2026-01-24T23:48:43.238" v="23147"/>
          <ac:spMkLst>
            <pc:docMk/>
            <pc:sldMk cId="2914034866" sldId="308"/>
            <ac:spMk id="11" creationId="{4315EF8A-971C-2A8A-E4E7-70988D68C7AA}"/>
          </ac:spMkLst>
        </pc:spChg>
        <pc:spChg chg="mod">
          <ac:chgData name="Toby Donaldson" userId="2e6e5431-bb17-4c41-9985-d39c50d83c73" providerId="ADAL" clId="{7F9681A8-EEE2-56F4-9B39-ECCBEE0471AC}" dt="2026-01-24T23:48:43.238" v="23147"/>
          <ac:spMkLst>
            <pc:docMk/>
            <pc:sldMk cId="2914034866" sldId="308"/>
            <ac:spMk id="13" creationId="{89B61CAD-C130-42A4-B2E2-54ADE0E6CF96}"/>
          </ac:spMkLst>
        </pc:spChg>
        <pc:spChg chg="mod">
          <ac:chgData name="Toby Donaldson" userId="2e6e5431-bb17-4c41-9985-d39c50d83c73" providerId="ADAL" clId="{7F9681A8-EEE2-56F4-9B39-ECCBEE0471AC}" dt="2026-01-24T23:48:43.238" v="23147"/>
          <ac:spMkLst>
            <pc:docMk/>
            <pc:sldMk cId="2914034866" sldId="308"/>
            <ac:spMk id="16" creationId="{6BA60796-C51C-8E40-BCDC-38484E9B952D}"/>
          </ac:spMkLst>
        </pc:spChg>
        <pc:spChg chg="mod">
          <ac:chgData name="Toby Donaldson" userId="2e6e5431-bb17-4c41-9985-d39c50d83c73" providerId="ADAL" clId="{7F9681A8-EEE2-56F4-9B39-ECCBEE0471AC}" dt="2026-01-24T23:48:43.238" v="23147"/>
          <ac:spMkLst>
            <pc:docMk/>
            <pc:sldMk cId="2914034866" sldId="308"/>
            <ac:spMk id="19" creationId="{E19C630D-4381-0FCD-ADCD-FCFCC3EF8EF0}"/>
          </ac:spMkLst>
        </pc:spChg>
        <pc:spChg chg="mod">
          <ac:chgData name="Toby Donaldson" userId="2e6e5431-bb17-4c41-9985-d39c50d83c73" providerId="ADAL" clId="{7F9681A8-EEE2-56F4-9B39-ECCBEE0471AC}" dt="2026-01-24T23:48:43.238" v="23147"/>
          <ac:spMkLst>
            <pc:docMk/>
            <pc:sldMk cId="2914034866" sldId="308"/>
            <ac:spMk id="20" creationId="{9BCDC336-2728-DC55-F084-B55E38784EC9}"/>
          </ac:spMkLst>
        </pc:spChg>
        <pc:spChg chg="mod">
          <ac:chgData name="Toby Donaldson" userId="2e6e5431-bb17-4c41-9985-d39c50d83c73" providerId="ADAL" clId="{7F9681A8-EEE2-56F4-9B39-ECCBEE0471AC}" dt="2026-01-24T23:48:43.238" v="23147"/>
          <ac:spMkLst>
            <pc:docMk/>
            <pc:sldMk cId="2914034866" sldId="308"/>
            <ac:spMk id="24" creationId="{11726FB8-EF3E-F355-1C6F-3BFF7F688E31}"/>
          </ac:spMkLst>
        </pc:spChg>
        <pc:spChg chg="mod">
          <ac:chgData name="Toby Donaldson" userId="2e6e5431-bb17-4c41-9985-d39c50d83c73" providerId="ADAL" clId="{7F9681A8-EEE2-56F4-9B39-ECCBEE0471AC}" dt="2026-01-24T23:48:43.238" v="23147"/>
          <ac:spMkLst>
            <pc:docMk/>
            <pc:sldMk cId="2914034866" sldId="308"/>
            <ac:spMk id="27" creationId="{6A6F79CE-CACB-6788-E7DD-67878546AB99}"/>
          </ac:spMkLst>
        </pc:spChg>
        <pc:spChg chg="mod">
          <ac:chgData name="Toby Donaldson" userId="2e6e5431-bb17-4c41-9985-d39c50d83c73" providerId="ADAL" clId="{7F9681A8-EEE2-56F4-9B39-ECCBEE0471AC}" dt="2026-01-24T23:48:43.238" v="23147"/>
          <ac:spMkLst>
            <pc:docMk/>
            <pc:sldMk cId="2914034866" sldId="308"/>
            <ac:spMk id="28" creationId="{FD89B0FE-467E-B787-0EA7-E45BAEBFC4E1}"/>
          </ac:spMkLst>
        </pc:spChg>
        <pc:spChg chg="add mod">
          <ac:chgData name="Toby Donaldson" userId="2e6e5431-bb17-4c41-9985-d39c50d83c73" providerId="ADAL" clId="{7F9681A8-EEE2-56F4-9B39-ECCBEE0471AC}" dt="2026-01-24T23:48:43.238" v="23147"/>
          <ac:spMkLst>
            <pc:docMk/>
            <pc:sldMk cId="2914034866" sldId="308"/>
            <ac:spMk id="30" creationId="{79133D31-AB18-EDA4-7C27-88216763A981}"/>
          </ac:spMkLst>
        </pc:spChg>
        <pc:spChg chg="mod">
          <ac:chgData name="Toby Donaldson" userId="2e6e5431-bb17-4c41-9985-d39c50d83c73" providerId="ADAL" clId="{7F9681A8-EEE2-56F4-9B39-ECCBEE0471AC}" dt="2026-01-24T23:48:43.238" v="23147"/>
          <ac:spMkLst>
            <pc:docMk/>
            <pc:sldMk cId="2914034866" sldId="308"/>
            <ac:spMk id="34" creationId="{C7D28FDC-80BE-6A0E-E336-6C1798472951}"/>
          </ac:spMkLst>
        </pc:spChg>
        <pc:spChg chg="mod">
          <ac:chgData name="Toby Donaldson" userId="2e6e5431-bb17-4c41-9985-d39c50d83c73" providerId="ADAL" clId="{7F9681A8-EEE2-56F4-9B39-ECCBEE0471AC}" dt="2026-01-24T23:49:10.037" v="23154" actId="20577"/>
          <ac:spMkLst>
            <pc:docMk/>
            <pc:sldMk cId="2914034866" sldId="308"/>
            <ac:spMk id="111" creationId="{41CCE8FA-930F-7252-41F9-23A7F42E242B}"/>
          </ac:spMkLst>
        </pc:spChg>
        <pc:spChg chg="mod">
          <ac:chgData name="Toby Donaldson" userId="2e6e5431-bb17-4c41-9985-d39c50d83c73" providerId="ADAL" clId="{7F9681A8-EEE2-56F4-9B39-ECCBEE0471AC}" dt="2026-01-24T23:34:51.962" v="22962" actId="1076"/>
          <ac:spMkLst>
            <pc:docMk/>
            <pc:sldMk cId="2914034866" sldId="308"/>
            <ac:spMk id="113" creationId="{7E100B56-065D-4762-521F-E4C29DD6DAD8}"/>
          </ac:spMkLst>
        </pc:spChg>
        <pc:cxnChg chg="add mod">
          <ac:chgData name="Toby Donaldson" userId="2e6e5431-bb17-4c41-9985-d39c50d83c73" providerId="ADAL" clId="{7F9681A8-EEE2-56F4-9B39-ECCBEE0471AC}" dt="2026-01-24T23:49:29.975" v="23156" actId="1076"/>
          <ac:cxnSpMkLst>
            <pc:docMk/>
            <pc:sldMk cId="2914034866" sldId="308"/>
            <ac:cxnSpMk id="37" creationId="{86BC818F-B23D-10C7-8E89-85EDC19EE485}"/>
          </ac:cxnSpMkLst>
        </pc:cxnChg>
        <pc:cxnChg chg="mod">
          <ac:chgData name="Toby Donaldson" userId="2e6e5431-bb17-4c41-9985-d39c50d83c73" providerId="ADAL" clId="{7F9681A8-EEE2-56F4-9B39-ECCBEE0471AC}" dt="2026-01-24T23:34:51.962" v="22962" actId="1076"/>
          <ac:cxnSpMkLst>
            <pc:docMk/>
            <pc:sldMk cId="2914034866" sldId="308"/>
            <ac:cxnSpMk id="114" creationId="{44EABFE0-7F2D-77D8-15BB-F69405212908}"/>
          </ac:cxnSpMkLst>
        </pc:cxnChg>
      </pc:sldChg>
      <pc:sldChg chg="addSp delSp modSp add mod ord">
        <pc:chgData name="Toby Donaldson" userId="2e6e5431-bb17-4c41-9985-d39c50d83c73" providerId="ADAL" clId="{7F9681A8-EEE2-56F4-9B39-ECCBEE0471AC}" dt="2026-01-26T00:18:00.132" v="25641" actId="20577"/>
        <pc:sldMkLst>
          <pc:docMk/>
          <pc:sldMk cId="1839758155" sldId="309"/>
        </pc:sldMkLst>
        <pc:spChg chg="mod">
          <ac:chgData name="Toby Donaldson" userId="2e6e5431-bb17-4c41-9985-d39c50d83c73" providerId="ADAL" clId="{7F9681A8-EEE2-56F4-9B39-ECCBEE0471AC}" dt="2026-01-24T23:36:34.519" v="22981" actId="1076"/>
          <ac:spMkLst>
            <pc:docMk/>
            <pc:sldMk cId="1839758155" sldId="309"/>
            <ac:spMk id="3" creationId="{8FCE7854-D435-F9C4-05F1-B50E92AB7F04}"/>
          </ac:spMkLst>
        </pc:spChg>
        <pc:spChg chg="mod">
          <ac:chgData name="Toby Donaldson" userId="2e6e5431-bb17-4c41-9985-d39c50d83c73" providerId="ADAL" clId="{7F9681A8-EEE2-56F4-9B39-ECCBEE0471AC}" dt="2026-01-24T23:48:45.426" v="23148"/>
          <ac:spMkLst>
            <pc:docMk/>
            <pc:sldMk cId="1839758155" sldId="309"/>
            <ac:spMk id="7" creationId="{82E6E306-2B91-576E-BFC9-21E219988E3C}"/>
          </ac:spMkLst>
        </pc:spChg>
        <pc:spChg chg="mod">
          <ac:chgData name="Toby Donaldson" userId="2e6e5431-bb17-4c41-9985-d39c50d83c73" providerId="ADAL" clId="{7F9681A8-EEE2-56F4-9B39-ECCBEE0471AC}" dt="2026-01-24T23:48:45.426" v="23148"/>
          <ac:spMkLst>
            <pc:docMk/>
            <pc:sldMk cId="1839758155" sldId="309"/>
            <ac:spMk id="11" creationId="{F6A95ADC-872E-1FBE-EBD9-CBA94C6C7491}"/>
          </ac:spMkLst>
        </pc:spChg>
        <pc:spChg chg="mod">
          <ac:chgData name="Toby Donaldson" userId="2e6e5431-bb17-4c41-9985-d39c50d83c73" providerId="ADAL" clId="{7F9681A8-EEE2-56F4-9B39-ECCBEE0471AC}" dt="2026-01-24T23:48:45.426" v="23148"/>
          <ac:spMkLst>
            <pc:docMk/>
            <pc:sldMk cId="1839758155" sldId="309"/>
            <ac:spMk id="15" creationId="{0CAD2AC9-B395-A742-4D1F-5EC6672A221A}"/>
          </ac:spMkLst>
        </pc:spChg>
        <pc:spChg chg="mod">
          <ac:chgData name="Toby Donaldson" userId="2e6e5431-bb17-4c41-9985-d39c50d83c73" providerId="ADAL" clId="{7F9681A8-EEE2-56F4-9B39-ECCBEE0471AC}" dt="2026-01-24T23:48:45.426" v="23148"/>
          <ac:spMkLst>
            <pc:docMk/>
            <pc:sldMk cId="1839758155" sldId="309"/>
            <ac:spMk id="19" creationId="{0782D66B-7C65-4BE9-E43C-E6200BC8DD97}"/>
          </ac:spMkLst>
        </pc:spChg>
        <pc:spChg chg="mod">
          <ac:chgData name="Toby Donaldson" userId="2e6e5431-bb17-4c41-9985-d39c50d83c73" providerId="ADAL" clId="{7F9681A8-EEE2-56F4-9B39-ECCBEE0471AC}" dt="2026-01-24T23:48:45.426" v="23148"/>
          <ac:spMkLst>
            <pc:docMk/>
            <pc:sldMk cId="1839758155" sldId="309"/>
            <ac:spMk id="20" creationId="{3F178BA1-160E-3155-87A0-7A72D30449EA}"/>
          </ac:spMkLst>
        </pc:spChg>
        <pc:spChg chg="mod">
          <ac:chgData name="Toby Donaldson" userId="2e6e5431-bb17-4c41-9985-d39c50d83c73" providerId="ADAL" clId="{7F9681A8-EEE2-56F4-9B39-ECCBEE0471AC}" dt="2026-01-24T23:48:45.426" v="23148"/>
          <ac:spMkLst>
            <pc:docMk/>
            <pc:sldMk cId="1839758155" sldId="309"/>
            <ac:spMk id="24" creationId="{84687316-C924-5664-1684-80BA714F9A8E}"/>
          </ac:spMkLst>
        </pc:spChg>
        <pc:spChg chg="mod">
          <ac:chgData name="Toby Donaldson" userId="2e6e5431-bb17-4c41-9985-d39c50d83c73" providerId="ADAL" clId="{7F9681A8-EEE2-56F4-9B39-ECCBEE0471AC}" dt="2026-01-24T23:48:45.426" v="23148"/>
          <ac:spMkLst>
            <pc:docMk/>
            <pc:sldMk cId="1839758155" sldId="309"/>
            <ac:spMk id="27" creationId="{19C57A5B-BF02-BE0B-2A1C-2682E5796D1B}"/>
          </ac:spMkLst>
        </pc:spChg>
        <pc:spChg chg="mod">
          <ac:chgData name="Toby Donaldson" userId="2e6e5431-bb17-4c41-9985-d39c50d83c73" providerId="ADAL" clId="{7F9681A8-EEE2-56F4-9B39-ECCBEE0471AC}" dt="2026-01-24T23:48:45.426" v="23148"/>
          <ac:spMkLst>
            <pc:docMk/>
            <pc:sldMk cId="1839758155" sldId="309"/>
            <ac:spMk id="28" creationId="{545E9891-5475-9605-A402-69088D00D77E}"/>
          </ac:spMkLst>
        </pc:spChg>
        <pc:spChg chg="add mod">
          <ac:chgData name="Toby Donaldson" userId="2e6e5431-bb17-4c41-9985-d39c50d83c73" providerId="ADAL" clId="{7F9681A8-EEE2-56F4-9B39-ECCBEE0471AC}" dt="2026-01-24T23:48:45.426" v="23148"/>
          <ac:spMkLst>
            <pc:docMk/>
            <pc:sldMk cId="1839758155" sldId="309"/>
            <ac:spMk id="30" creationId="{EDF84407-902C-195F-8075-B5A80510661C}"/>
          </ac:spMkLst>
        </pc:spChg>
        <pc:spChg chg="mod">
          <ac:chgData name="Toby Donaldson" userId="2e6e5431-bb17-4c41-9985-d39c50d83c73" providerId="ADAL" clId="{7F9681A8-EEE2-56F4-9B39-ECCBEE0471AC}" dt="2026-01-24T23:48:45.426" v="23148"/>
          <ac:spMkLst>
            <pc:docMk/>
            <pc:sldMk cId="1839758155" sldId="309"/>
            <ac:spMk id="35" creationId="{1CE3C72F-0E1C-428A-12A3-A1FF547017AD}"/>
          </ac:spMkLst>
        </pc:spChg>
        <pc:spChg chg="mod">
          <ac:chgData name="Toby Donaldson" userId="2e6e5431-bb17-4c41-9985-d39c50d83c73" providerId="ADAL" clId="{7F9681A8-EEE2-56F4-9B39-ECCBEE0471AC}" dt="2026-01-24T23:36:31.132" v="22977" actId="207"/>
          <ac:spMkLst>
            <pc:docMk/>
            <pc:sldMk cId="1839758155" sldId="309"/>
            <ac:spMk id="102" creationId="{68853FE9-9644-A138-08AA-0ED1C16B8641}"/>
          </ac:spMkLst>
        </pc:spChg>
        <pc:spChg chg="mod">
          <ac:chgData name="Toby Donaldson" userId="2e6e5431-bb17-4c41-9985-d39c50d83c73" providerId="ADAL" clId="{7F9681A8-EEE2-56F4-9B39-ECCBEE0471AC}" dt="2026-01-24T23:49:38.174" v="23158" actId="20577"/>
          <ac:spMkLst>
            <pc:docMk/>
            <pc:sldMk cId="1839758155" sldId="309"/>
            <ac:spMk id="105" creationId="{65B287A5-A0CE-295D-06B3-E419258E72DC}"/>
          </ac:spMkLst>
        </pc:spChg>
        <pc:spChg chg="mod">
          <ac:chgData name="Toby Donaldson" userId="2e6e5431-bb17-4c41-9985-d39c50d83c73" providerId="ADAL" clId="{7F9681A8-EEE2-56F4-9B39-ECCBEE0471AC}" dt="2026-01-24T23:36:33.867" v="22980" actId="20577"/>
          <ac:spMkLst>
            <pc:docMk/>
            <pc:sldMk cId="1839758155" sldId="309"/>
            <ac:spMk id="108" creationId="{9CDE04E1-340E-751C-D53D-62E173D993CE}"/>
          </ac:spMkLst>
        </pc:spChg>
        <pc:spChg chg="mod">
          <ac:chgData name="Toby Donaldson" userId="2e6e5431-bb17-4c41-9985-d39c50d83c73" providerId="ADAL" clId="{7F9681A8-EEE2-56F4-9B39-ECCBEE0471AC}" dt="2026-01-26T00:18:00.132" v="25641" actId="20577"/>
          <ac:spMkLst>
            <pc:docMk/>
            <pc:sldMk cId="1839758155" sldId="309"/>
            <ac:spMk id="111" creationId="{5F4E9E3D-7E49-4368-42D1-1EECDF0F53D9}"/>
          </ac:spMkLst>
        </pc:spChg>
        <pc:spChg chg="mod">
          <ac:chgData name="Toby Donaldson" userId="2e6e5431-bb17-4c41-9985-d39c50d83c73" providerId="ADAL" clId="{7F9681A8-EEE2-56F4-9B39-ECCBEE0471AC}" dt="2026-01-24T23:36:34.519" v="22981" actId="1076"/>
          <ac:spMkLst>
            <pc:docMk/>
            <pc:sldMk cId="1839758155" sldId="309"/>
            <ac:spMk id="113" creationId="{9B332555-5A6B-A481-8F20-8B69E57E040D}"/>
          </ac:spMkLst>
        </pc:spChg>
        <pc:cxnChg chg="mod">
          <ac:chgData name="Toby Donaldson" userId="2e6e5431-bb17-4c41-9985-d39c50d83c73" providerId="ADAL" clId="{7F9681A8-EEE2-56F4-9B39-ECCBEE0471AC}" dt="2026-01-24T23:36:34.519" v="22981" actId="1076"/>
          <ac:cxnSpMkLst>
            <pc:docMk/>
            <pc:sldMk cId="1839758155" sldId="309"/>
            <ac:cxnSpMk id="4" creationId="{1D9DD413-1AFA-D94F-27C4-98BED14E1349}"/>
          </ac:cxnSpMkLst>
        </pc:cxnChg>
        <pc:cxnChg chg="mod">
          <ac:chgData name="Toby Donaldson" userId="2e6e5431-bb17-4c41-9985-d39c50d83c73" providerId="ADAL" clId="{7F9681A8-EEE2-56F4-9B39-ECCBEE0471AC}" dt="2026-01-24T23:36:34.519" v="22981" actId="1076"/>
          <ac:cxnSpMkLst>
            <pc:docMk/>
            <pc:sldMk cId="1839758155" sldId="309"/>
            <ac:cxnSpMk id="114" creationId="{0AEC745D-F389-9E65-7B39-36DEB495EBE0}"/>
          </ac:cxnSpMkLst>
        </pc:cxnChg>
      </pc:sldChg>
      <pc:sldChg chg="addSp delSp modSp add mod ord">
        <pc:chgData name="Toby Donaldson" userId="2e6e5431-bb17-4c41-9985-d39c50d83c73" providerId="ADAL" clId="{7F9681A8-EEE2-56F4-9B39-ECCBEE0471AC}" dt="2026-01-26T00:17:06.303" v="25637" actId="20578"/>
        <pc:sldMkLst>
          <pc:docMk/>
          <pc:sldMk cId="1228447704" sldId="310"/>
        </pc:sldMkLst>
        <pc:spChg chg="mod">
          <ac:chgData name="Toby Donaldson" userId="2e6e5431-bb17-4c41-9985-d39c50d83c73" providerId="ADAL" clId="{7F9681A8-EEE2-56F4-9B39-ECCBEE0471AC}" dt="2026-01-24T23:50:05.846" v="23163" actId="1076"/>
          <ac:spMkLst>
            <pc:docMk/>
            <pc:sldMk cId="1228447704" sldId="310"/>
            <ac:spMk id="3" creationId="{2C8F4323-45E0-121C-0110-8CDC8FA7E276}"/>
          </ac:spMkLst>
        </pc:spChg>
        <pc:spChg chg="mod">
          <ac:chgData name="Toby Donaldson" userId="2e6e5431-bb17-4c41-9985-d39c50d83c73" providerId="ADAL" clId="{7F9681A8-EEE2-56F4-9B39-ECCBEE0471AC}" dt="2026-01-24T23:48:47.392" v="23149"/>
          <ac:spMkLst>
            <pc:docMk/>
            <pc:sldMk cId="1228447704" sldId="310"/>
            <ac:spMk id="8" creationId="{0DC52214-60EF-E331-F13E-FF1A38D1EC01}"/>
          </ac:spMkLst>
        </pc:spChg>
        <pc:spChg chg="mod">
          <ac:chgData name="Toby Donaldson" userId="2e6e5431-bb17-4c41-9985-d39c50d83c73" providerId="ADAL" clId="{7F9681A8-EEE2-56F4-9B39-ECCBEE0471AC}" dt="2026-01-24T23:48:47.392" v="23149"/>
          <ac:spMkLst>
            <pc:docMk/>
            <pc:sldMk cId="1228447704" sldId="310"/>
            <ac:spMk id="9" creationId="{BF7D8918-D4FE-E92C-098E-1BF05B315B24}"/>
          </ac:spMkLst>
        </pc:spChg>
        <pc:spChg chg="mod">
          <ac:chgData name="Toby Donaldson" userId="2e6e5431-bb17-4c41-9985-d39c50d83c73" providerId="ADAL" clId="{7F9681A8-EEE2-56F4-9B39-ECCBEE0471AC}" dt="2026-01-24T23:48:47.392" v="23149"/>
          <ac:spMkLst>
            <pc:docMk/>
            <pc:sldMk cId="1228447704" sldId="310"/>
            <ac:spMk id="13" creationId="{7A74D8CA-2ABC-FDA4-3EE2-F25CCA24DF5F}"/>
          </ac:spMkLst>
        </pc:spChg>
        <pc:spChg chg="mod">
          <ac:chgData name="Toby Donaldson" userId="2e6e5431-bb17-4c41-9985-d39c50d83c73" providerId="ADAL" clId="{7F9681A8-EEE2-56F4-9B39-ECCBEE0471AC}" dt="2026-01-24T23:48:47.392" v="23149"/>
          <ac:spMkLst>
            <pc:docMk/>
            <pc:sldMk cId="1228447704" sldId="310"/>
            <ac:spMk id="15" creationId="{60FFD687-7DE8-00DA-E07A-CD3CC076C5AE}"/>
          </ac:spMkLst>
        </pc:spChg>
        <pc:spChg chg="mod">
          <ac:chgData name="Toby Donaldson" userId="2e6e5431-bb17-4c41-9985-d39c50d83c73" providerId="ADAL" clId="{7F9681A8-EEE2-56F4-9B39-ECCBEE0471AC}" dt="2026-01-24T23:48:47.392" v="23149"/>
          <ac:spMkLst>
            <pc:docMk/>
            <pc:sldMk cId="1228447704" sldId="310"/>
            <ac:spMk id="19" creationId="{B7F31E7B-23DE-1044-40C5-B6660918D3B8}"/>
          </ac:spMkLst>
        </pc:spChg>
        <pc:spChg chg="mod">
          <ac:chgData name="Toby Donaldson" userId="2e6e5431-bb17-4c41-9985-d39c50d83c73" providerId="ADAL" clId="{7F9681A8-EEE2-56F4-9B39-ECCBEE0471AC}" dt="2026-01-24T23:48:47.392" v="23149"/>
          <ac:spMkLst>
            <pc:docMk/>
            <pc:sldMk cId="1228447704" sldId="310"/>
            <ac:spMk id="21" creationId="{7BE7B28C-1D05-2D7D-CBE9-A6A39E762ED1}"/>
          </ac:spMkLst>
        </pc:spChg>
        <pc:spChg chg="mod">
          <ac:chgData name="Toby Donaldson" userId="2e6e5431-bb17-4c41-9985-d39c50d83c73" providerId="ADAL" clId="{7F9681A8-EEE2-56F4-9B39-ECCBEE0471AC}" dt="2026-01-24T23:48:47.392" v="23149"/>
          <ac:spMkLst>
            <pc:docMk/>
            <pc:sldMk cId="1228447704" sldId="310"/>
            <ac:spMk id="25" creationId="{5AFA3549-F23E-0465-506E-1FE88054F658}"/>
          </ac:spMkLst>
        </pc:spChg>
        <pc:spChg chg="mod">
          <ac:chgData name="Toby Donaldson" userId="2e6e5431-bb17-4c41-9985-d39c50d83c73" providerId="ADAL" clId="{7F9681A8-EEE2-56F4-9B39-ECCBEE0471AC}" dt="2026-01-24T23:48:47.392" v="23149"/>
          <ac:spMkLst>
            <pc:docMk/>
            <pc:sldMk cId="1228447704" sldId="310"/>
            <ac:spMk id="29" creationId="{DC0B2657-7B8E-669B-A9E2-5268666A4324}"/>
          </ac:spMkLst>
        </pc:spChg>
        <pc:spChg chg="mod">
          <ac:chgData name="Toby Donaldson" userId="2e6e5431-bb17-4c41-9985-d39c50d83c73" providerId="ADAL" clId="{7F9681A8-EEE2-56F4-9B39-ECCBEE0471AC}" dt="2026-01-24T23:48:47.392" v="23149"/>
          <ac:spMkLst>
            <pc:docMk/>
            <pc:sldMk cId="1228447704" sldId="310"/>
            <ac:spMk id="33" creationId="{F8728B68-BCD7-DD8A-7D6E-9E8E4A500072}"/>
          </ac:spMkLst>
        </pc:spChg>
        <pc:spChg chg="mod">
          <ac:chgData name="Toby Donaldson" userId="2e6e5431-bb17-4c41-9985-d39c50d83c73" providerId="ADAL" clId="{7F9681A8-EEE2-56F4-9B39-ECCBEE0471AC}" dt="2026-01-24T23:48:47.392" v="23149"/>
          <ac:spMkLst>
            <pc:docMk/>
            <pc:sldMk cId="1228447704" sldId="310"/>
            <ac:spMk id="35" creationId="{9BBA5109-DA32-880B-FE3E-A1C46D27D62E}"/>
          </ac:spMkLst>
        </pc:spChg>
        <pc:spChg chg="mod">
          <ac:chgData name="Toby Donaldson" userId="2e6e5431-bb17-4c41-9985-d39c50d83c73" providerId="ADAL" clId="{7F9681A8-EEE2-56F4-9B39-ECCBEE0471AC}" dt="2026-01-24T23:49:47.564" v="23161" actId="20577"/>
          <ac:spMkLst>
            <pc:docMk/>
            <pc:sldMk cId="1228447704" sldId="310"/>
            <ac:spMk id="105" creationId="{73E1BA72-039D-532A-A9A0-1A8BCFF1BF99}"/>
          </ac:spMkLst>
        </pc:spChg>
        <pc:spChg chg="mod">
          <ac:chgData name="Toby Donaldson" userId="2e6e5431-bb17-4c41-9985-d39c50d83c73" providerId="ADAL" clId="{7F9681A8-EEE2-56F4-9B39-ECCBEE0471AC}" dt="2026-01-24T23:49:51.903" v="23162" actId="20577"/>
          <ac:spMkLst>
            <pc:docMk/>
            <pc:sldMk cId="1228447704" sldId="310"/>
            <ac:spMk id="108" creationId="{FF36AD25-7C7C-592C-D697-F0CD0DF20064}"/>
          </ac:spMkLst>
        </pc:spChg>
        <pc:spChg chg="mod">
          <ac:chgData name="Toby Donaldson" userId="2e6e5431-bb17-4c41-9985-d39c50d83c73" providerId="ADAL" clId="{7F9681A8-EEE2-56F4-9B39-ECCBEE0471AC}" dt="2026-01-24T23:49:44.718" v="23160" actId="20577"/>
          <ac:spMkLst>
            <pc:docMk/>
            <pc:sldMk cId="1228447704" sldId="310"/>
            <ac:spMk id="111" creationId="{70FB4EA7-5821-8AC5-8820-4315D7D6CE33}"/>
          </ac:spMkLst>
        </pc:spChg>
        <pc:spChg chg="mod">
          <ac:chgData name="Toby Donaldson" userId="2e6e5431-bb17-4c41-9985-d39c50d83c73" providerId="ADAL" clId="{7F9681A8-EEE2-56F4-9B39-ECCBEE0471AC}" dt="2026-01-24T23:36:52.241" v="22983" actId="1076"/>
          <ac:spMkLst>
            <pc:docMk/>
            <pc:sldMk cId="1228447704" sldId="310"/>
            <ac:spMk id="113" creationId="{6B600294-FEEF-1EA5-E3B4-5E4C9A6444D2}"/>
          </ac:spMkLst>
        </pc:spChg>
        <pc:cxnChg chg="mod">
          <ac:chgData name="Toby Donaldson" userId="2e6e5431-bb17-4c41-9985-d39c50d83c73" providerId="ADAL" clId="{7F9681A8-EEE2-56F4-9B39-ECCBEE0471AC}" dt="2026-01-24T23:50:05.846" v="23163" actId="1076"/>
          <ac:cxnSpMkLst>
            <pc:docMk/>
            <pc:sldMk cId="1228447704" sldId="310"/>
            <ac:cxnSpMk id="4" creationId="{EE78A400-CDC7-86E1-7089-12FC3F19401E}"/>
          </ac:cxnSpMkLst>
        </pc:cxnChg>
        <pc:cxnChg chg="mod">
          <ac:chgData name="Toby Donaldson" userId="2e6e5431-bb17-4c41-9985-d39c50d83c73" providerId="ADAL" clId="{7F9681A8-EEE2-56F4-9B39-ECCBEE0471AC}" dt="2026-01-24T23:36:52.241" v="22983" actId="1076"/>
          <ac:cxnSpMkLst>
            <pc:docMk/>
            <pc:sldMk cId="1228447704" sldId="310"/>
            <ac:cxnSpMk id="114" creationId="{40FB1D16-B9A7-DF65-D0D4-68D02633D791}"/>
          </ac:cxnSpMkLst>
        </pc:cxnChg>
      </pc:sldChg>
      <pc:sldChg chg="addSp delSp modSp add mod ord">
        <pc:chgData name="Toby Donaldson" userId="2e6e5431-bb17-4c41-9985-d39c50d83c73" providerId="ADAL" clId="{7F9681A8-EEE2-56F4-9B39-ECCBEE0471AC}" dt="2026-01-26T00:17:18.085" v="25638" actId="20578"/>
        <pc:sldMkLst>
          <pc:docMk/>
          <pc:sldMk cId="2674039296" sldId="311"/>
        </pc:sldMkLst>
        <pc:spChg chg="mod">
          <ac:chgData name="Toby Donaldson" userId="2e6e5431-bb17-4c41-9985-d39c50d83c73" providerId="ADAL" clId="{7F9681A8-EEE2-56F4-9B39-ECCBEE0471AC}" dt="2026-01-24T23:37:17.475" v="22987" actId="1076"/>
          <ac:spMkLst>
            <pc:docMk/>
            <pc:sldMk cId="2674039296" sldId="311"/>
            <ac:spMk id="3" creationId="{9399DFC4-FBF2-D67A-AE9A-A7D69E99713F}"/>
          </ac:spMkLst>
        </pc:spChg>
        <pc:spChg chg="mod">
          <ac:chgData name="Toby Donaldson" userId="2e6e5431-bb17-4c41-9985-d39c50d83c73" providerId="ADAL" clId="{7F9681A8-EEE2-56F4-9B39-ECCBEE0471AC}" dt="2026-01-24T23:48:49.216" v="23150"/>
          <ac:spMkLst>
            <pc:docMk/>
            <pc:sldMk cId="2674039296" sldId="311"/>
            <ac:spMk id="7" creationId="{1B582B65-95EA-125C-9D0F-94AE9565220E}"/>
          </ac:spMkLst>
        </pc:spChg>
        <pc:spChg chg="mod">
          <ac:chgData name="Toby Donaldson" userId="2e6e5431-bb17-4c41-9985-d39c50d83c73" providerId="ADAL" clId="{7F9681A8-EEE2-56F4-9B39-ECCBEE0471AC}" dt="2026-01-24T23:48:49.216" v="23150"/>
          <ac:spMkLst>
            <pc:docMk/>
            <pc:sldMk cId="2674039296" sldId="311"/>
            <ac:spMk id="8" creationId="{4D72C56B-E85B-37BD-7393-FA900A3367CE}"/>
          </ac:spMkLst>
        </pc:spChg>
        <pc:spChg chg="mod">
          <ac:chgData name="Toby Donaldson" userId="2e6e5431-bb17-4c41-9985-d39c50d83c73" providerId="ADAL" clId="{7F9681A8-EEE2-56F4-9B39-ECCBEE0471AC}" dt="2026-01-24T23:48:49.216" v="23150"/>
          <ac:spMkLst>
            <pc:docMk/>
            <pc:sldMk cId="2674039296" sldId="311"/>
            <ac:spMk id="11" creationId="{98B0F218-EBC9-380F-5C9B-AC302102D972}"/>
          </ac:spMkLst>
        </pc:spChg>
        <pc:spChg chg="mod">
          <ac:chgData name="Toby Donaldson" userId="2e6e5431-bb17-4c41-9985-d39c50d83c73" providerId="ADAL" clId="{7F9681A8-EEE2-56F4-9B39-ECCBEE0471AC}" dt="2026-01-24T23:48:49.216" v="23150"/>
          <ac:spMkLst>
            <pc:docMk/>
            <pc:sldMk cId="2674039296" sldId="311"/>
            <ac:spMk id="15" creationId="{07E47BE1-AD65-60EF-BCA9-DC73D4804E0B}"/>
          </ac:spMkLst>
        </pc:spChg>
        <pc:spChg chg="mod">
          <ac:chgData name="Toby Donaldson" userId="2e6e5431-bb17-4c41-9985-d39c50d83c73" providerId="ADAL" clId="{7F9681A8-EEE2-56F4-9B39-ECCBEE0471AC}" dt="2026-01-24T23:48:49.216" v="23150"/>
          <ac:spMkLst>
            <pc:docMk/>
            <pc:sldMk cId="2674039296" sldId="311"/>
            <ac:spMk id="19" creationId="{9F634F3F-29D4-5857-14EA-385CB004DBE8}"/>
          </ac:spMkLst>
        </pc:spChg>
        <pc:spChg chg="mod">
          <ac:chgData name="Toby Donaldson" userId="2e6e5431-bb17-4c41-9985-d39c50d83c73" providerId="ADAL" clId="{7F9681A8-EEE2-56F4-9B39-ECCBEE0471AC}" dt="2026-01-24T23:48:49.216" v="23150"/>
          <ac:spMkLst>
            <pc:docMk/>
            <pc:sldMk cId="2674039296" sldId="311"/>
            <ac:spMk id="21" creationId="{0DC64D60-0BA9-5253-B8CD-F3B2B3892D7C}"/>
          </ac:spMkLst>
        </pc:spChg>
        <pc:spChg chg="mod">
          <ac:chgData name="Toby Donaldson" userId="2e6e5431-bb17-4c41-9985-d39c50d83c73" providerId="ADAL" clId="{7F9681A8-EEE2-56F4-9B39-ECCBEE0471AC}" dt="2026-01-24T23:48:49.216" v="23150"/>
          <ac:spMkLst>
            <pc:docMk/>
            <pc:sldMk cId="2674039296" sldId="311"/>
            <ac:spMk id="25" creationId="{2A0711FB-AB6A-91EA-8DEF-D55173DA6FF6}"/>
          </ac:spMkLst>
        </pc:spChg>
        <pc:spChg chg="mod">
          <ac:chgData name="Toby Donaldson" userId="2e6e5431-bb17-4c41-9985-d39c50d83c73" providerId="ADAL" clId="{7F9681A8-EEE2-56F4-9B39-ECCBEE0471AC}" dt="2026-01-24T23:48:49.216" v="23150"/>
          <ac:spMkLst>
            <pc:docMk/>
            <pc:sldMk cId="2674039296" sldId="311"/>
            <ac:spMk id="29" creationId="{92F49CF0-7EE1-AAB9-4DCB-5CDAE11E5CAA}"/>
          </ac:spMkLst>
        </pc:spChg>
        <pc:spChg chg="add mod">
          <ac:chgData name="Toby Donaldson" userId="2e6e5431-bb17-4c41-9985-d39c50d83c73" providerId="ADAL" clId="{7F9681A8-EEE2-56F4-9B39-ECCBEE0471AC}" dt="2026-01-24T23:48:49.216" v="23150"/>
          <ac:spMkLst>
            <pc:docMk/>
            <pc:sldMk cId="2674039296" sldId="311"/>
            <ac:spMk id="30" creationId="{47014734-3CBB-5C78-C189-5998AF9DAFD4}"/>
          </ac:spMkLst>
        </pc:spChg>
        <pc:spChg chg="mod">
          <ac:chgData name="Toby Donaldson" userId="2e6e5431-bb17-4c41-9985-d39c50d83c73" providerId="ADAL" clId="{7F9681A8-EEE2-56F4-9B39-ECCBEE0471AC}" dt="2026-01-24T23:48:49.216" v="23150"/>
          <ac:spMkLst>
            <pc:docMk/>
            <pc:sldMk cId="2674039296" sldId="311"/>
            <ac:spMk id="33" creationId="{DF6D5C0A-6713-6862-AC27-05060B342329}"/>
          </ac:spMkLst>
        </pc:spChg>
        <pc:spChg chg="mod">
          <ac:chgData name="Toby Donaldson" userId="2e6e5431-bb17-4c41-9985-d39c50d83c73" providerId="ADAL" clId="{7F9681A8-EEE2-56F4-9B39-ECCBEE0471AC}" dt="2026-01-24T23:50:23.188" v="23170" actId="20577"/>
          <ac:spMkLst>
            <pc:docMk/>
            <pc:sldMk cId="2674039296" sldId="311"/>
            <ac:spMk id="102" creationId="{4392ED2F-121A-FC4F-5DF3-30488D123C65}"/>
          </ac:spMkLst>
        </pc:spChg>
        <pc:spChg chg="mod">
          <ac:chgData name="Toby Donaldson" userId="2e6e5431-bb17-4c41-9985-d39c50d83c73" providerId="ADAL" clId="{7F9681A8-EEE2-56F4-9B39-ECCBEE0471AC}" dt="2026-01-24T23:50:16.548" v="23166" actId="20577"/>
          <ac:spMkLst>
            <pc:docMk/>
            <pc:sldMk cId="2674039296" sldId="311"/>
            <ac:spMk id="105" creationId="{CF78EA7D-3CC3-6E20-D044-31005794061E}"/>
          </ac:spMkLst>
        </pc:spChg>
        <pc:spChg chg="mod">
          <ac:chgData name="Toby Donaldson" userId="2e6e5431-bb17-4c41-9985-d39c50d83c73" providerId="ADAL" clId="{7F9681A8-EEE2-56F4-9B39-ECCBEE0471AC}" dt="2026-01-24T23:50:18.778" v="23168" actId="20577"/>
          <ac:spMkLst>
            <pc:docMk/>
            <pc:sldMk cId="2674039296" sldId="311"/>
            <ac:spMk id="108" creationId="{F0821E4F-5690-5DB8-7F18-0292F5458275}"/>
          </ac:spMkLst>
        </pc:spChg>
        <pc:spChg chg="mod">
          <ac:chgData name="Toby Donaldson" userId="2e6e5431-bb17-4c41-9985-d39c50d83c73" providerId="ADAL" clId="{7F9681A8-EEE2-56F4-9B39-ECCBEE0471AC}" dt="2026-01-24T23:50:13.213" v="23165" actId="20577"/>
          <ac:spMkLst>
            <pc:docMk/>
            <pc:sldMk cId="2674039296" sldId="311"/>
            <ac:spMk id="111" creationId="{AD3DD3AD-37AB-3D97-15C5-3D3BBD5C5A20}"/>
          </ac:spMkLst>
        </pc:spChg>
        <pc:spChg chg="mod">
          <ac:chgData name="Toby Donaldson" userId="2e6e5431-bb17-4c41-9985-d39c50d83c73" providerId="ADAL" clId="{7F9681A8-EEE2-56F4-9B39-ECCBEE0471AC}" dt="2026-01-24T23:37:17.475" v="22987" actId="1076"/>
          <ac:spMkLst>
            <pc:docMk/>
            <pc:sldMk cId="2674039296" sldId="311"/>
            <ac:spMk id="113" creationId="{1287F77F-43DE-C9AD-7A3A-99765568A1BB}"/>
          </ac:spMkLst>
        </pc:spChg>
        <pc:cxnChg chg="mod">
          <ac:chgData name="Toby Donaldson" userId="2e6e5431-bb17-4c41-9985-d39c50d83c73" providerId="ADAL" clId="{7F9681A8-EEE2-56F4-9B39-ECCBEE0471AC}" dt="2026-01-24T23:37:17.475" v="22987" actId="1076"/>
          <ac:cxnSpMkLst>
            <pc:docMk/>
            <pc:sldMk cId="2674039296" sldId="311"/>
            <ac:cxnSpMk id="4" creationId="{7ECB7616-BA5F-50C6-16F4-AFDB6B92A6A5}"/>
          </ac:cxnSpMkLst>
        </pc:cxnChg>
        <pc:cxnChg chg="mod">
          <ac:chgData name="Toby Donaldson" userId="2e6e5431-bb17-4c41-9985-d39c50d83c73" providerId="ADAL" clId="{7F9681A8-EEE2-56F4-9B39-ECCBEE0471AC}" dt="2026-01-24T23:37:17.475" v="22987" actId="1076"/>
          <ac:cxnSpMkLst>
            <pc:docMk/>
            <pc:sldMk cId="2674039296" sldId="311"/>
            <ac:cxnSpMk id="114" creationId="{D33F49BB-43B4-1A90-5F58-8F4C75CBF168}"/>
          </ac:cxnSpMkLst>
        </pc:cxnChg>
      </pc:sldChg>
      <pc:sldChg chg="addSp delSp modSp add mod ord">
        <pc:chgData name="Toby Donaldson" userId="2e6e5431-bb17-4c41-9985-d39c50d83c73" providerId="ADAL" clId="{7F9681A8-EEE2-56F4-9B39-ECCBEE0471AC}" dt="2026-01-26T00:17:20.537" v="25639" actId="20578"/>
        <pc:sldMkLst>
          <pc:docMk/>
          <pc:sldMk cId="688028266" sldId="312"/>
        </pc:sldMkLst>
        <pc:spChg chg="mod">
          <ac:chgData name="Toby Donaldson" userId="2e6e5431-bb17-4c41-9985-d39c50d83c73" providerId="ADAL" clId="{7F9681A8-EEE2-56F4-9B39-ECCBEE0471AC}" dt="2026-01-24T23:37:41.869" v="22991" actId="1076"/>
          <ac:spMkLst>
            <pc:docMk/>
            <pc:sldMk cId="688028266" sldId="312"/>
            <ac:spMk id="3" creationId="{BC9469E0-343F-0FCA-B9BC-63AB1AABEB88}"/>
          </ac:spMkLst>
        </pc:spChg>
        <pc:spChg chg="mod">
          <ac:chgData name="Toby Donaldson" userId="2e6e5431-bb17-4c41-9985-d39c50d83c73" providerId="ADAL" clId="{7F9681A8-EEE2-56F4-9B39-ECCBEE0471AC}" dt="2026-01-24T23:48:51.886" v="23151"/>
          <ac:spMkLst>
            <pc:docMk/>
            <pc:sldMk cId="688028266" sldId="312"/>
            <ac:spMk id="11" creationId="{9A4BF7D5-F1A4-B3D6-2C8A-8C1C59399890}"/>
          </ac:spMkLst>
        </pc:spChg>
        <pc:spChg chg="mod">
          <ac:chgData name="Toby Donaldson" userId="2e6e5431-bb17-4c41-9985-d39c50d83c73" providerId="ADAL" clId="{7F9681A8-EEE2-56F4-9B39-ECCBEE0471AC}" dt="2026-01-24T23:48:51.886" v="23151"/>
          <ac:spMkLst>
            <pc:docMk/>
            <pc:sldMk cId="688028266" sldId="312"/>
            <ac:spMk id="13" creationId="{4BAF0A7C-03D2-5ACB-9FCE-85654385F060}"/>
          </ac:spMkLst>
        </pc:spChg>
        <pc:spChg chg="mod">
          <ac:chgData name="Toby Donaldson" userId="2e6e5431-bb17-4c41-9985-d39c50d83c73" providerId="ADAL" clId="{7F9681A8-EEE2-56F4-9B39-ECCBEE0471AC}" dt="2026-01-24T23:48:51.886" v="23151"/>
          <ac:spMkLst>
            <pc:docMk/>
            <pc:sldMk cId="688028266" sldId="312"/>
            <ac:spMk id="17" creationId="{0A0AB17D-10D6-1DA6-4D1E-F2B3C709B6CF}"/>
          </ac:spMkLst>
        </pc:spChg>
        <pc:spChg chg="mod">
          <ac:chgData name="Toby Donaldson" userId="2e6e5431-bb17-4c41-9985-d39c50d83c73" providerId="ADAL" clId="{7F9681A8-EEE2-56F4-9B39-ECCBEE0471AC}" dt="2026-01-24T23:48:51.886" v="23151"/>
          <ac:spMkLst>
            <pc:docMk/>
            <pc:sldMk cId="688028266" sldId="312"/>
            <ac:spMk id="21" creationId="{47FE48E8-6BB2-1883-2CD2-DA2D1CF955EE}"/>
          </ac:spMkLst>
        </pc:spChg>
        <pc:spChg chg="mod">
          <ac:chgData name="Toby Donaldson" userId="2e6e5431-bb17-4c41-9985-d39c50d83c73" providerId="ADAL" clId="{7F9681A8-EEE2-56F4-9B39-ECCBEE0471AC}" dt="2026-01-24T23:48:51.886" v="23151"/>
          <ac:spMkLst>
            <pc:docMk/>
            <pc:sldMk cId="688028266" sldId="312"/>
            <ac:spMk id="24" creationId="{FFC06BF9-3685-C782-3328-8737186D68BC}"/>
          </ac:spMkLst>
        </pc:spChg>
        <pc:spChg chg="mod">
          <ac:chgData name="Toby Donaldson" userId="2e6e5431-bb17-4c41-9985-d39c50d83c73" providerId="ADAL" clId="{7F9681A8-EEE2-56F4-9B39-ECCBEE0471AC}" dt="2026-01-24T23:48:51.886" v="23151"/>
          <ac:spMkLst>
            <pc:docMk/>
            <pc:sldMk cId="688028266" sldId="312"/>
            <ac:spMk id="25" creationId="{9452EC70-5214-53EF-1DCE-C56A7B1EEF3E}"/>
          </ac:spMkLst>
        </pc:spChg>
        <pc:spChg chg="mod">
          <ac:chgData name="Toby Donaldson" userId="2e6e5431-bb17-4c41-9985-d39c50d83c73" providerId="ADAL" clId="{7F9681A8-EEE2-56F4-9B39-ECCBEE0471AC}" dt="2026-01-24T23:48:51.886" v="23151"/>
          <ac:spMkLst>
            <pc:docMk/>
            <pc:sldMk cId="688028266" sldId="312"/>
            <ac:spMk id="28" creationId="{FDACE5AC-DA26-59CE-151D-39C7A8CFE373}"/>
          </ac:spMkLst>
        </pc:spChg>
        <pc:spChg chg="mod">
          <ac:chgData name="Toby Donaldson" userId="2e6e5431-bb17-4c41-9985-d39c50d83c73" providerId="ADAL" clId="{7F9681A8-EEE2-56F4-9B39-ECCBEE0471AC}" dt="2026-01-24T23:48:51.886" v="23151"/>
          <ac:spMkLst>
            <pc:docMk/>
            <pc:sldMk cId="688028266" sldId="312"/>
            <ac:spMk id="29" creationId="{BB443CC0-EB19-E30D-AF2F-C6BCAABAC1D3}"/>
          </ac:spMkLst>
        </pc:spChg>
        <pc:spChg chg="add mod">
          <ac:chgData name="Toby Donaldson" userId="2e6e5431-bb17-4c41-9985-d39c50d83c73" providerId="ADAL" clId="{7F9681A8-EEE2-56F4-9B39-ECCBEE0471AC}" dt="2026-01-24T23:48:51.886" v="23151"/>
          <ac:spMkLst>
            <pc:docMk/>
            <pc:sldMk cId="688028266" sldId="312"/>
            <ac:spMk id="30" creationId="{5047F8BC-4771-5B51-9B32-46162DFD15C9}"/>
          </ac:spMkLst>
        </pc:spChg>
        <pc:spChg chg="mod">
          <ac:chgData name="Toby Donaldson" userId="2e6e5431-bb17-4c41-9985-d39c50d83c73" providerId="ADAL" clId="{7F9681A8-EEE2-56F4-9B39-ECCBEE0471AC}" dt="2026-01-24T23:48:51.886" v="23151"/>
          <ac:spMkLst>
            <pc:docMk/>
            <pc:sldMk cId="688028266" sldId="312"/>
            <ac:spMk id="35" creationId="{BE960D65-7ABA-C6EA-3E4D-135DF9C1DCC4}"/>
          </ac:spMkLst>
        </pc:spChg>
        <pc:spChg chg="mod">
          <ac:chgData name="Toby Donaldson" userId="2e6e5431-bb17-4c41-9985-d39c50d83c73" providerId="ADAL" clId="{7F9681A8-EEE2-56F4-9B39-ECCBEE0471AC}" dt="2026-01-24T23:37:49.789" v="22993" actId="207"/>
          <ac:spMkLst>
            <pc:docMk/>
            <pc:sldMk cId="688028266" sldId="312"/>
            <ac:spMk id="99" creationId="{7B6BF071-AB59-BB23-9067-814D5CF9A2F9}"/>
          </ac:spMkLst>
        </pc:spChg>
        <pc:spChg chg="mod">
          <ac:chgData name="Toby Donaldson" userId="2e6e5431-bb17-4c41-9985-d39c50d83c73" providerId="ADAL" clId="{7F9681A8-EEE2-56F4-9B39-ECCBEE0471AC}" dt="2026-01-24T23:50:35.820" v="23178" actId="20577"/>
          <ac:spMkLst>
            <pc:docMk/>
            <pc:sldMk cId="688028266" sldId="312"/>
            <ac:spMk id="102" creationId="{5B0892A6-2A97-17B5-0201-E6B545BABE9A}"/>
          </ac:spMkLst>
        </pc:spChg>
        <pc:spChg chg="mod">
          <ac:chgData name="Toby Donaldson" userId="2e6e5431-bb17-4c41-9985-d39c50d83c73" providerId="ADAL" clId="{7F9681A8-EEE2-56F4-9B39-ECCBEE0471AC}" dt="2026-01-24T23:50:31.109" v="23174" actId="20577"/>
          <ac:spMkLst>
            <pc:docMk/>
            <pc:sldMk cId="688028266" sldId="312"/>
            <ac:spMk id="105" creationId="{B735205D-E2D1-BA69-A255-74E8610F8007}"/>
          </ac:spMkLst>
        </pc:spChg>
        <pc:spChg chg="mod">
          <ac:chgData name="Toby Donaldson" userId="2e6e5431-bb17-4c41-9985-d39c50d83c73" providerId="ADAL" clId="{7F9681A8-EEE2-56F4-9B39-ECCBEE0471AC}" dt="2026-01-24T23:50:33.178" v="23176" actId="20577"/>
          <ac:spMkLst>
            <pc:docMk/>
            <pc:sldMk cId="688028266" sldId="312"/>
            <ac:spMk id="108" creationId="{51965F50-86A1-D911-6BC4-85F1A712AC11}"/>
          </ac:spMkLst>
        </pc:spChg>
        <pc:spChg chg="mod">
          <ac:chgData name="Toby Donaldson" userId="2e6e5431-bb17-4c41-9985-d39c50d83c73" providerId="ADAL" clId="{7F9681A8-EEE2-56F4-9B39-ECCBEE0471AC}" dt="2026-01-24T23:50:29.185" v="23172" actId="20577"/>
          <ac:spMkLst>
            <pc:docMk/>
            <pc:sldMk cId="688028266" sldId="312"/>
            <ac:spMk id="111" creationId="{E41B4EDD-7ADC-BC44-600F-5BE1EFB0E0C4}"/>
          </ac:spMkLst>
        </pc:spChg>
        <pc:spChg chg="mod">
          <ac:chgData name="Toby Donaldson" userId="2e6e5431-bb17-4c41-9985-d39c50d83c73" providerId="ADAL" clId="{7F9681A8-EEE2-56F4-9B39-ECCBEE0471AC}" dt="2026-01-24T23:37:41.869" v="22991" actId="1076"/>
          <ac:spMkLst>
            <pc:docMk/>
            <pc:sldMk cId="688028266" sldId="312"/>
            <ac:spMk id="113" creationId="{3DB6E4D6-A174-7DA6-6829-E5BCD4D2CB03}"/>
          </ac:spMkLst>
        </pc:spChg>
        <pc:cxnChg chg="mod">
          <ac:chgData name="Toby Donaldson" userId="2e6e5431-bb17-4c41-9985-d39c50d83c73" providerId="ADAL" clId="{7F9681A8-EEE2-56F4-9B39-ECCBEE0471AC}" dt="2026-01-24T23:37:41.869" v="22991" actId="1076"/>
          <ac:cxnSpMkLst>
            <pc:docMk/>
            <pc:sldMk cId="688028266" sldId="312"/>
            <ac:cxnSpMk id="4" creationId="{AD5F9071-4240-3C79-7653-F2B18178FA7A}"/>
          </ac:cxnSpMkLst>
        </pc:cxnChg>
        <pc:cxnChg chg="mod">
          <ac:chgData name="Toby Donaldson" userId="2e6e5431-bb17-4c41-9985-d39c50d83c73" providerId="ADAL" clId="{7F9681A8-EEE2-56F4-9B39-ECCBEE0471AC}" dt="2026-01-24T23:37:41.869" v="22991" actId="1076"/>
          <ac:cxnSpMkLst>
            <pc:docMk/>
            <pc:sldMk cId="688028266" sldId="312"/>
            <ac:cxnSpMk id="114" creationId="{7C0AFE1A-74CA-C70E-36DD-F71756136760}"/>
          </ac:cxnSpMkLst>
        </pc:cxnChg>
      </pc:sldChg>
      <pc:sldChg chg="addSp delSp modSp add mod ord">
        <pc:chgData name="Toby Donaldson" userId="2e6e5431-bb17-4c41-9985-d39c50d83c73" providerId="ADAL" clId="{7F9681A8-EEE2-56F4-9B39-ECCBEE0471AC}" dt="2026-01-26T00:17:34.090" v="25640" actId="20578"/>
        <pc:sldMkLst>
          <pc:docMk/>
          <pc:sldMk cId="914911993" sldId="313"/>
        </pc:sldMkLst>
        <pc:spChg chg="mod">
          <ac:chgData name="Toby Donaldson" userId="2e6e5431-bb17-4c41-9985-d39c50d83c73" providerId="ADAL" clId="{7F9681A8-EEE2-56F4-9B39-ECCBEE0471AC}" dt="2026-01-24T23:38:26.826" v="22995" actId="1076"/>
          <ac:spMkLst>
            <pc:docMk/>
            <pc:sldMk cId="914911993" sldId="313"/>
            <ac:spMk id="3" creationId="{01BD9FAA-C040-6C64-D6BE-8EE549370416}"/>
          </ac:spMkLst>
        </pc:spChg>
        <pc:spChg chg="mod">
          <ac:chgData name="Toby Donaldson" userId="2e6e5431-bb17-4c41-9985-d39c50d83c73" providerId="ADAL" clId="{7F9681A8-EEE2-56F4-9B39-ECCBEE0471AC}" dt="2026-01-24T23:38:45.893" v="22999" actId="167"/>
          <ac:spMkLst>
            <pc:docMk/>
            <pc:sldMk cId="914911993" sldId="313"/>
            <ac:spMk id="5" creationId="{5C52145D-FF1C-50D7-2A46-6FB1279380AE}"/>
          </ac:spMkLst>
        </pc:spChg>
        <pc:spChg chg="mod">
          <ac:chgData name="Toby Donaldson" userId="2e6e5431-bb17-4c41-9985-d39c50d83c73" providerId="ADAL" clId="{7F9681A8-EEE2-56F4-9B39-ECCBEE0471AC}" dt="2026-01-24T23:48:54.232" v="23152"/>
          <ac:spMkLst>
            <pc:docMk/>
            <pc:sldMk cId="914911993" sldId="313"/>
            <ac:spMk id="7" creationId="{DD9F617E-0116-4193-ED52-079BD54028FF}"/>
          </ac:spMkLst>
        </pc:spChg>
        <pc:spChg chg="mod">
          <ac:chgData name="Toby Donaldson" userId="2e6e5431-bb17-4c41-9985-d39c50d83c73" providerId="ADAL" clId="{7F9681A8-EEE2-56F4-9B39-ECCBEE0471AC}" dt="2026-01-24T23:48:54.232" v="23152"/>
          <ac:spMkLst>
            <pc:docMk/>
            <pc:sldMk cId="914911993" sldId="313"/>
            <ac:spMk id="8" creationId="{8EAF6608-F8D9-63C2-87E6-93C7965B4776}"/>
          </ac:spMkLst>
        </pc:spChg>
        <pc:spChg chg="mod">
          <ac:chgData name="Toby Donaldson" userId="2e6e5431-bb17-4c41-9985-d39c50d83c73" providerId="ADAL" clId="{7F9681A8-EEE2-56F4-9B39-ECCBEE0471AC}" dt="2026-01-24T23:48:54.232" v="23152"/>
          <ac:spMkLst>
            <pc:docMk/>
            <pc:sldMk cId="914911993" sldId="313"/>
            <ac:spMk id="9" creationId="{07C1C38B-1A46-5AD7-8E6E-F063532EB0AC}"/>
          </ac:spMkLst>
        </pc:spChg>
        <pc:spChg chg="mod">
          <ac:chgData name="Toby Donaldson" userId="2e6e5431-bb17-4c41-9985-d39c50d83c73" providerId="ADAL" clId="{7F9681A8-EEE2-56F4-9B39-ECCBEE0471AC}" dt="2026-01-24T23:48:54.232" v="23152"/>
          <ac:spMkLst>
            <pc:docMk/>
            <pc:sldMk cId="914911993" sldId="313"/>
            <ac:spMk id="11" creationId="{A4EEEC6F-9E98-683F-96AA-978D4F3D9432}"/>
          </ac:spMkLst>
        </pc:spChg>
        <pc:spChg chg="mod">
          <ac:chgData name="Toby Donaldson" userId="2e6e5431-bb17-4c41-9985-d39c50d83c73" providerId="ADAL" clId="{7F9681A8-EEE2-56F4-9B39-ECCBEE0471AC}" dt="2026-01-24T23:48:54.232" v="23152"/>
          <ac:spMkLst>
            <pc:docMk/>
            <pc:sldMk cId="914911993" sldId="313"/>
            <ac:spMk id="16" creationId="{DE1B1EBC-B92C-A22D-1B77-D86E4FCFB532}"/>
          </ac:spMkLst>
        </pc:spChg>
        <pc:spChg chg="mod">
          <ac:chgData name="Toby Donaldson" userId="2e6e5431-bb17-4c41-9985-d39c50d83c73" providerId="ADAL" clId="{7F9681A8-EEE2-56F4-9B39-ECCBEE0471AC}" dt="2026-01-24T23:48:54.232" v="23152"/>
          <ac:spMkLst>
            <pc:docMk/>
            <pc:sldMk cId="914911993" sldId="313"/>
            <ac:spMk id="17" creationId="{9B5F174C-F44B-767A-094F-4478B721CC7E}"/>
          </ac:spMkLst>
        </pc:spChg>
        <pc:spChg chg="mod">
          <ac:chgData name="Toby Donaldson" userId="2e6e5431-bb17-4c41-9985-d39c50d83c73" providerId="ADAL" clId="{7F9681A8-EEE2-56F4-9B39-ECCBEE0471AC}" dt="2026-01-24T23:48:54.232" v="23152"/>
          <ac:spMkLst>
            <pc:docMk/>
            <pc:sldMk cId="914911993" sldId="313"/>
            <ac:spMk id="19" creationId="{4E1BB5BA-EDAB-F0C2-FEC5-0DB4B737724B}"/>
          </ac:spMkLst>
        </pc:spChg>
        <pc:spChg chg="mod">
          <ac:chgData name="Toby Donaldson" userId="2e6e5431-bb17-4c41-9985-d39c50d83c73" providerId="ADAL" clId="{7F9681A8-EEE2-56F4-9B39-ECCBEE0471AC}" dt="2026-01-24T23:48:54.232" v="23152"/>
          <ac:spMkLst>
            <pc:docMk/>
            <pc:sldMk cId="914911993" sldId="313"/>
            <ac:spMk id="20" creationId="{2B17A3F5-2BAC-FDC7-9851-EB8F85A4B52B}"/>
          </ac:spMkLst>
        </pc:spChg>
        <pc:spChg chg="mod">
          <ac:chgData name="Toby Donaldson" userId="2e6e5431-bb17-4c41-9985-d39c50d83c73" providerId="ADAL" clId="{7F9681A8-EEE2-56F4-9B39-ECCBEE0471AC}" dt="2026-01-24T23:48:54.232" v="23152"/>
          <ac:spMkLst>
            <pc:docMk/>
            <pc:sldMk cId="914911993" sldId="313"/>
            <ac:spMk id="21" creationId="{328940C3-7BD3-6582-AF53-AD5AC6A8F4AC}"/>
          </ac:spMkLst>
        </pc:spChg>
        <pc:spChg chg="add mod">
          <ac:chgData name="Toby Donaldson" userId="2e6e5431-bb17-4c41-9985-d39c50d83c73" providerId="ADAL" clId="{7F9681A8-EEE2-56F4-9B39-ECCBEE0471AC}" dt="2026-01-24T23:48:54.232" v="23152"/>
          <ac:spMkLst>
            <pc:docMk/>
            <pc:sldMk cId="914911993" sldId="313"/>
            <ac:spMk id="36" creationId="{7F255884-E5B0-9885-3BC4-2217FDAA9FF5}"/>
          </ac:spMkLst>
        </pc:spChg>
        <pc:spChg chg="mod">
          <ac:chgData name="Toby Donaldson" userId="2e6e5431-bb17-4c41-9985-d39c50d83c73" providerId="ADAL" clId="{7F9681A8-EEE2-56F4-9B39-ECCBEE0471AC}" dt="2026-01-24T23:38:34.056" v="22998" actId="207"/>
          <ac:spMkLst>
            <pc:docMk/>
            <pc:sldMk cId="914911993" sldId="313"/>
            <ac:spMk id="96" creationId="{C9A030A1-DCB6-BE0A-C83D-3DD77EC2EF23}"/>
          </ac:spMkLst>
        </pc:spChg>
        <pc:spChg chg="mod">
          <ac:chgData name="Toby Donaldson" userId="2e6e5431-bb17-4c41-9985-d39c50d83c73" providerId="ADAL" clId="{7F9681A8-EEE2-56F4-9B39-ECCBEE0471AC}" dt="2026-01-24T23:50:51" v="23186" actId="20577"/>
          <ac:spMkLst>
            <pc:docMk/>
            <pc:sldMk cId="914911993" sldId="313"/>
            <ac:spMk id="102" creationId="{B3B72D08-1DA6-FACC-B36D-D6637DF88595}"/>
          </ac:spMkLst>
        </pc:spChg>
        <pc:spChg chg="mod">
          <ac:chgData name="Toby Donaldson" userId="2e6e5431-bb17-4c41-9985-d39c50d83c73" providerId="ADAL" clId="{7F9681A8-EEE2-56F4-9B39-ECCBEE0471AC}" dt="2026-01-24T23:50:46.001" v="23182" actId="20577"/>
          <ac:spMkLst>
            <pc:docMk/>
            <pc:sldMk cId="914911993" sldId="313"/>
            <ac:spMk id="105" creationId="{5FECBD6D-A85D-F04F-6D51-05EC0A285524}"/>
          </ac:spMkLst>
        </pc:spChg>
        <pc:spChg chg="mod">
          <ac:chgData name="Toby Donaldson" userId="2e6e5431-bb17-4c41-9985-d39c50d83c73" providerId="ADAL" clId="{7F9681A8-EEE2-56F4-9B39-ECCBEE0471AC}" dt="2026-01-24T23:50:48.346" v="23184" actId="20577"/>
          <ac:spMkLst>
            <pc:docMk/>
            <pc:sldMk cId="914911993" sldId="313"/>
            <ac:spMk id="108" creationId="{DD0F245E-5A60-8C5C-253D-EC86D5615193}"/>
          </ac:spMkLst>
        </pc:spChg>
        <pc:spChg chg="mod">
          <ac:chgData name="Toby Donaldson" userId="2e6e5431-bb17-4c41-9985-d39c50d83c73" providerId="ADAL" clId="{7F9681A8-EEE2-56F4-9B39-ECCBEE0471AC}" dt="2026-01-24T23:50:43.010" v="23180" actId="20577"/>
          <ac:spMkLst>
            <pc:docMk/>
            <pc:sldMk cId="914911993" sldId="313"/>
            <ac:spMk id="111" creationId="{6E79388A-BBE6-2CA3-1F59-52A42BF94D5C}"/>
          </ac:spMkLst>
        </pc:spChg>
        <pc:spChg chg="mod">
          <ac:chgData name="Toby Donaldson" userId="2e6e5431-bb17-4c41-9985-d39c50d83c73" providerId="ADAL" clId="{7F9681A8-EEE2-56F4-9B39-ECCBEE0471AC}" dt="2026-01-24T23:38:26.826" v="22995" actId="1076"/>
          <ac:spMkLst>
            <pc:docMk/>
            <pc:sldMk cId="914911993" sldId="313"/>
            <ac:spMk id="113" creationId="{E5355A39-93FD-259B-F987-37DC1D6062B2}"/>
          </ac:spMkLst>
        </pc:spChg>
        <pc:spChg chg="mod">
          <ac:chgData name="Toby Donaldson" userId="2e6e5431-bb17-4c41-9985-d39c50d83c73" providerId="ADAL" clId="{7F9681A8-EEE2-56F4-9B39-ECCBEE0471AC}" dt="2026-01-24T23:38:59.408" v="23001" actId="14100"/>
          <ac:spMkLst>
            <pc:docMk/>
            <pc:sldMk cId="914911993" sldId="313"/>
            <ac:spMk id="151" creationId="{9C344AB9-86D8-75FC-A316-9A7933A86BFF}"/>
          </ac:spMkLst>
        </pc:spChg>
        <pc:cxnChg chg="mod">
          <ac:chgData name="Toby Donaldson" userId="2e6e5431-bb17-4c41-9985-d39c50d83c73" providerId="ADAL" clId="{7F9681A8-EEE2-56F4-9B39-ECCBEE0471AC}" dt="2026-01-24T23:38:26.826" v="22995" actId="1076"/>
          <ac:cxnSpMkLst>
            <pc:docMk/>
            <pc:sldMk cId="914911993" sldId="313"/>
            <ac:cxnSpMk id="4" creationId="{AFAE24DA-8902-EF8E-01F6-7F32D98F1A42}"/>
          </ac:cxnSpMkLst>
        </pc:cxnChg>
        <pc:cxnChg chg="mod">
          <ac:chgData name="Toby Donaldson" userId="2e6e5431-bb17-4c41-9985-d39c50d83c73" providerId="ADAL" clId="{7F9681A8-EEE2-56F4-9B39-ECCBEE0471AC}" dt="2026-01-24T23:38:26.826" v="22995" actId="1076"/>
          <ac:cxnSpMkLst>
            <pc:docMk/>
            <pc:sldMk cId="914911993" sldId="313"/>
            <ac:cxnSpMk id="114" creationId="{1693DB4D-4D93-01B2-0993-121A7B4E567A}"/>
          </ac:cxnSpMkLst>
        </pc:cxnChg>
      </pc:sldChg>
      <pc:sldChg chg="addSp delSp modSp add mod ord">
        <pc:chgData name="Toby Donaldson" userId="2e6e5431-bb17-4c41-9985-d39c50d83c73" providerId="ADAL" clId="{7F9681A8-EEE2-56F4-9B39-ECCBEE0471AC}" dt="2026-01-26T00:20:28.953" v="25753" actId="20578"/>
        <pc:sldMkLst>
          <pc:docMk/>
          <pc:sldMk cId="3537493458" sldId="314"/>
        </pc:sldMkLst>
        <pc:spChg chg="mod">
          <ac:chgData name="Toby Donaldson" userId="2e6e5431-bb17-4c41-9985-d39c50d83c73" providerId="ADAL" clId="{7F9681A8-EEE2-56F4-9B39-ECCBEE0471AC}" dt="2026-01-26T00:19:10.246" v="25654" actId="20577"/>
          <ac:spMkLst>
            <pc:docMk/>
            <pc:sldMk cId="3537493458" sldId="314"/>
            <ac:spMk id="5" creationId="{E47C2EEE-7F37-6A65-2DAA-BE0B2F928511}"/>
          </ac:spMkLst>
        </pc:spChg>
        <pc:spChg chg="mod">
          <ac:chgData name="Toby Donaldson" userId="2e6e5431-bb17-4c41-9985-d39c50d83c73" providerId="ADAL" clId="{7F9681A8-EEE2-56F4-9B39-ECCBEE0471AC}" dt="2026-01-24T23:57:48.479" v="23410" actId="1076"/>
          <ac:spMkLst>
            <pc:docMk/>
            <pc:sldMk cId="3537493458" sldId="314"/>
            <ac:spMk id="30" creationId="{5BB8A39A-96C5-E4B5-B2AE-D5AB6A11C90A}"/>
          </ac:spMkLst>
        </pc:spChg>
        <pc:spChg chg="add mod">
          <ac:chgData name="Toby Donaldson" userId="2e6e5431-bb17-4c41-9985-d39c50d83c73" providerId="ADAL" clId="{7F9681A8-EEE2-56F4-9B39-ECCBEE0471AC}" dt="2026-01-24T23:56:02.672" v="23368" actId="1076"/>
          <ac:spMkLst>
            <pc:docMk/>
            <pc:sldMk cId="3537493458" sldId="314"/>
            <ac:spMk id="37" creationId="{5017ECF9-F5B7-C2F2-59EB-068F7CD3B706}"/>
          </ac:spMkLst>
        </pc:spChg>
        <pc:spChg chg="mod">
          <ac:chgData name="Toby Donaldson" userId="2e6e5431-bb17-4c41-9985-d39c50d83c73" providerId="ADAL" clId="{7F9681A8-EEE2-56F4-9B39-ECCBEE0471AC}" dt="2026-01-24T23:57:32.955" v="23408"/>
          <ac:spMkLst>
            <pc:docMk/>
            <pc:sldMk cId="3537493458" sldId="314"/>
            <ac:spMk id="48" creationId="{B796C16F-ADA9-DF1F-9227-DA13691CBC91}"/>
          </ac:spMkLst>
        </pc:spChg>
        <pc:spChg chg="mod">
          <ac:chgData name="Toby Donaldson" userId="2e6e5431-bb17-4c41-9985-d39c50d83c73" providerId="ADAL" clId="{7F9681A8-EEE2-56F4-9B39-ECCBEE0471AC}" dt="2026-01-24T23:57:32.955" v="23408"/>
          <ac:spMkLst>
            <pc:docMk/>
            <pc:sldMk cId="3537493458" sldId="314"/>
            <ac:spMk id="50" creationId="{C966C7E9-A596-7083-519C-09C5517EC25D}"/>
          </ac:spMkLst>
        </pc:spChg>
        <pc:spChg chg="mod">
          <ac:chgData name="Toby Donaldson" userId="2e6e5431-bb17-4c41-9985-d39c50d83c73" providerId="ADAL" clId="{7F9681A8-EEE2-56F4-9B39-ECCBEE0471AC}" dt="2026-01-24T23:57:32.955" v="23408"/>
          <ac:spMkLst>
            <pc:docMk/>
            <pc:sldMk cId="3537493458" sldId="314"/>
            <ac:spMk id="52" creationId="{56094EA5-BA3B-24A9-427B-EB7D95D0CEB6}"/>
          </ac:spMkLst>
        </pc:spChg>
        <pc:spChg chg="mod">
          <ac:chgData name="Toby Donaldson" userId="2e6e5431-bb17-4c41-9985-d39c50d83c73" providerId="ADAL" clId="{7F9681A8-EEE2-56F4-9B39-ECCBEE0471AC}" dt="2026-01-24T23:57:32.955" v="23408"/>
          <ac:spMkLst>
            <pc:docMk/>
            <pc:sldMk cId="3537493458" sldId="314"/>
            <ac:spMk id="55" creationId="{253600BF-A434-097B-AA61-D305B4B2AF5B}"/>
          </ac:spMkLst>
        </pc:spChg>
        <pc:spChg chg="mod">
          <ac:chgData name="Toby Donaldson" userId="2e6e5431-bb17-4c41-9985-d39c50d83c73" providerId="ADAL" clId="{7F9681A8-EEE2-56F4-9B39-ECCBEE0471AC}" dt="2026-01-24T23:57:32.955" v="23408"/>
          <ac:spMkLst>
            <pc:docMk/>
            <pc:sldMk cId="3537493458" sldId="314"/>
            <ac:spMk id="56" creationId="{667BA3CA-9351-8C58-E880-EA7301F70D3F}"/>
          </ac:spMkLst>
        </pc:spChg>
        <pc:spChg chg="mod">
          <ac:chgData name="Toby Donaldson" userId="2e6e5431-bb17-4c41-9985-d39c50d83c73" providerId="ADAL" clId="{7F9681A8-EEE2-56F4-9B39-ECCBEE0471AC}" dt="2026-01-24T23:57:32.955" v="23408"/>
          <ac:spMkLst>
            <pc:docMk/>
            <pc:sldMk cId="3537493458" sldId="314"/>
            <ac:spMk id="60" creationId="{3976E15F-57D1-B37B-610C-B0BFF280F356}"/>
          </ac:spMkLst>
        </pc:spChg>
        <pc:spChg chg="mod">
          <ac:chgData name="Toby Donaldson" userId="2e6e5431-bb17-4c41-9985-d39c50d83c73" providerId="ADAL" clId="{7F9681A8-EEE2-56F4-9B39-ECCBEE0471AC}" dt="2026-01-24T23:57:32.955" v="23408"/>
          <ac:spMkLst>
            <pc:docMk/>
            <pc:sldMk cId="3537493458" sldId="314"/>
            <ac:spMk id="61" creationId="{2B7512BC-EEB0-196D-E554-B7917A2AC7A6}"/>
          </ac:spMkLst>
        </pc:spChg>
        <pc:spChg chg="mod">
          <ac:chgData name="Toby Donaldson" userId="2e6e5431-bb17-4c41-9985-d39c50d83c73" providerId="ADAL" clId="{7F9681A8-EEE2-56F4-9B39-ECCBEE0471AC}" dt="2026-01-24T23:57:32.955" v="23408"/>
          <ac:spMkLst>
            <pc:docMk/>
            <pc:sldMk cId="3537493458" sldId="314"/>
            <ac:spMk id="62" creationId="{90D7C3AB-B18B-5DC1-828B-F898F785B3AF}"/>
          </ac:spMkLst>
        </pc:spChg>
        <pc:spChg chg="mod">
          <ac:chgData name="Toby Donaldson" userId="2e6e5431-bb17-4c41-9985-d39c50d83c73" providerId="ADAL" clId="{7F9681A8-EEE2-56F4-9B39-ECCBEE0471AC}" dt="2026-01-24T23:57:32.955" v="23408"/>
          <ac:spMkLst>
            <pc:docMk/>
            <pc:sldMk cId="3537493458" sldId="314"/>
            <ac:spMk id="63" creationId="{EB917741-F8C1-3A5A-99B5-13E7EAD79834}"/>
          </ac:spMkLst>
        </pc:spChg>
        <pc:spChg chg="mod">
          <ac:chgData name="Toby Donaldson" userId="2e6e5431-bb17-4c41-9985-d39c50d83c73" providerId="ADAL" clId="{7F9681A8-EEE2-56F4-9B39-ECCBEE0471AC}" dt="2026-01-24T23:58:19.471" v="23414" actId="207"/>
          <ac:spMkLst>
            <pc:docMk/>
            <pc:sldMk cId="3537493458" sldId="314"/>
            <ac:spMk id="71" creationId="{CFA1DE87-6BE0-4F32-2CD0-42E78E7286D9}"/>
          </ac:spMkLst>
        </pc:spChg>
        <pc:spChg chg="mod">
          <ac:chgData name="Toby Donaldson" userId="2e6e5431-bb17-4c41-9985-d39c50d83c73" providerId="ADAL" clId="{7F9681A8-EEE2-56F4-9B39-ECCBEE0471AC}" dt="2026-01-24T23:58:49.462" v="23420" actId="207"/>
          <ac:spMkLst>
            <pc:docMk/>
            <pc:sldMk cId="3537493458" sldId="314"/>
            <ac:spMk id="96" creationId="{301B5A92-46D6-B645-00A7-A1FB5DECBEB6}"/>
          </ac:spMkLst>
        </pc:spChg>
        <pc:spChg chg="mod">
          <ac:chgData name="Toby Donaldson" userId="2e6e5431-bb17-4c41-9985-d39c50d83c73" providerId="ADAL" clId="{7F9681A8-EEE2-56F4-9B39-ECCBEE0471AC}" dt="2026-01-24T23:58:42.761" v="23419" actId="207"/>
          <ac:spMkLst>
            <pc:docMk/>
            <pc:sldMk cId="3537493458" sldId="314"/>
            <ac:spMk id="99" creationId="{93A0E5A1-04E3-66B8-AEF5-BCC656B27DA1}"/>
          </ac:spMkLst>
        </pc:spChg>
        <pc:spChg chg="mod">
          <ac:chgData name="Toby Donaldson" userId="2e6e5431-bb17-4c41-9985-d39c50d83c73" providerId="ADAL" clId="{7F9681A8-EEE2-56F4-9B39-ECCBEE0471AC}" dt="2026-01-24T23:58:33.929" v="23418" actId="207"/>
          <ac:spMkLst>
            <pc:docMk/>
            <pc:sldMk cId="3537493458" sldId="314"/>
            <ac:spMk id="102" creationId="{7F19C0F9-2046-AD16-BA53-5F8A48E0A9B7}"/>
          </ac:spMkLst>
        </pc:spChg>
        <pc:spChg chg="mod">
          <ac:chgData name="Toby Donaldson" userId="2e6e5431-bb17-4c41-9985-d39c50d83c73" providerId="ADAL" clId="{7F9681A8-EEE2-56F4-9B39-ECCBEE0471AC}" dt="2026-01-24T23:58:26.981" v="23416" actId="207"/>
          <ac:spMkLst>
            <pc:docMk/>
            <pc:sldMk cId="3537493458" sldId="314"/>
            <ac:spMk id="105" creationId="{F7783A0E-CFE0-3701-FD30-6AD2DA9943CF}"/>
          </ac:spMkLst>
        </pc:spChg>
        <pc:spChg chg="mod">
          <ac:chgData name="Toby Donaldson" userId="2e6e5431-bb17-4c41-9985-d39c50d83c73" providerId="ADAL" clId="{7F9681A8-EEE2-56F4-9B39-ECCBEE0471AC}" dt="2026-01-24T23:58:30.461" v="23417" actId="207"/>
          <ac:spMkLst>
            <pc:docMk/>
            <pc:sldMk cId="3537493458" sldId="314"/>
            <ac:spMk id="108" creationId="{883BD959-4415-3F9A-8936-A85C0F64A805}"/>
          </ac:spMkLst>
        </pc:spChg>
        <pc:spChg chg="mod">
          <ac:chgData name="Toby Donaldson" userId="2e6e5431-bb17-4c41-9985-d39c50d83c73" providerId="ADAL" clId="{7F9681A8-EEE2-56F4-9B39-ECCBEE0471AC}" dt="2026-01-24T23:58:22.995" v="23415" actId="207"/>
          <ac:spMkLst>
            <pc:docMk/>
            <pc:sldMk cId="3537493458" sldId="314"/>
            <ac:spMk id="111" creationId="{644F07FF-55FF-D69A-C6DD-7CE2CCDCAF28}"/>
          </ac:spMkLst>
        </pc:spChg>
        <pc:spChg chg="mod">
          <ac:chgData name="Toby Donaldson" userId="2e6e5431-bb17-4c41-9985-d39c50d83c73" providerId="ADAL" clId="{7F9681A8-EEE2-56F4-9B39-ECCBEE0471AC}" dt="2026-01-25T00:01:46.364" v="23457" actId="1076"/>
          <ac:spMkLst>
            <pc:docMk/>
            <pc:sldMk cId="3537493458" sldId="314"/>
            <ac:spMk id="113" creationId="{D6E544B2-1E2D-C679-03D2-1746B2CE2221}"/>
          </ac:spMkLst>
        </pc:spChg>
        <pc:spChg chg="add mod">
          <ac:chgData name="Toby Donaldson" userId="2e6e5431-bb17-4c41-9985-d39c50d83c73" providerId="ADAL" clId="{7F9681A8-EEE2-56F4-9B39-ECCBEE0471AC}" dt="2026-01-24T23:57:41.433" v="23409" actId="1076"/>
          <ac:spMkLst>
            <pc:docMk/>
            <pc:sldMk cId="3537493458" sldId="314"/>
            <ac:spMk id="116" creationId="{ED0699E8-0DD8-0F7B-3A7B-E3A7D1F5E4EA}"/>
          </ac:spMkLst>
        </pc:spChg>
        <pc:spChg chg="mod">
          <ac:chgData name="Toby Donaldson" userId="2e6e5431-bb17-4c41-9985-d39c50d83c73" providerId="ADAL" clId="{7F9681A8-EEE2-56F4-9B39-ECCBEE0471AC}" dt="2026-01-24T23:59:30.361" v="23422"/>
          <ac:spMkLst>
            <pc:docMk/>
            <pc:sldMk cId="3537493458" sldId="314"/>
            <ac:spMk id="129" creationId="{37932886-9AB1-15EB-E870-C03575C9D157}"/>
          </ac:spMkLst>
        </pc:spChg>
        <pc:spChg chg="mod">
          <ac:chgData name="Toby Donaldson" userId="2e6e5431-bb17-4c41-9985-d39c50d83c73" providerId="ADAL" clId="{7F9681A8-EEE2-56F4-9B39-ECCBEE0471AC}" dt="2026-01-24T23:59:30.361" v="23422"/>
          <ac:spMkLst>
            <pc:docMk/>
            <pc:sldMk cId="3537493458" sldId="314"/>
            <ac:spMk id="130" creationId="{FE302A6A-0DB5-D869-1209-3788CA2C1711}"/>
          </ac:spMkLst>
        </pc:spChg>
        <pc:spChg chg="mod">
          <ac:chgData name="Toby Donaldson" userId="2e6e5431-bb17-4c41-9985-d39c50d83c73" providerId="ADAL" clId="{7F9681A8-EEE2-56F4-9B39-ECCBEE0471AC}" dt="2026-01-24T23:59:30.361" v="23422"/>
          <ac:spMkLst>
            <pc:docMk/>
            <pc:sldMk cId="3537493458" sldId="314"/>
            <ac:spMk id="132" creationId="{A651C0A2-C0F4-CA49-3213-1885E5407BDA}"/>
          </ac:spMkLst>
        </pc:spChg>
        <pc:spChg chg="mod">
          <ac:chgData name="Toby Donaldson" userId="2e6e5431-bb17-4c41-9985-d39c50d83c73" providerId="ADAL" clId="{7F9681A8-EEE2-56F4-9B39-ECCBEE0471AC}" dt="2026-01-24T23:59:30.361" v="23422"/>
          <ac:spMkLst>
            <pc:docMk/>
            <pc:sldMk cId="3537493458" sldId="314"/>
            <ac:spMk id="133" creationId="{459DC18B-8772-04FC-09F0-6DDB2C1FE6B9}"/>
          </ac:spMkLst>
        </pc:spChg>
        <pc:spChg chg="mod">
          <ac:chgData name="Toby Donaldson" userId="2e6e5431-bb17-4c41-9985-d39c50d83c73" providerId="ADAL" clId="{7F9681A8-EEE2-56F4-9B39-ECCBEE0471AC}" dt="2026-01-24T23:59:30.361" v="23422"/>
          <ac:spMkLst>
            <pc:docMk/>
            <pc:sldMk cId="3537493458" sldId="314"/>
            <ac:spMk id="134" creationId="{8D33B7F1-42D0-A0C8-9971-69332C8D171C}"/>
          </ac:spMkLst>
        </pc:spChg>
        <pc:spChg chg="mod">
          <ac:chgData name="Toby Donaldson" userId="2e6e5431-bb17-4c41-9985-d39c50d83c73" providerId="ADAL" clId="{7F9681A8-EEE2-56F4-9B39-ECCBEE0471AC}" dt="2026-01-24T23:59:30.361" v="23422"/>
          <ac:spMkLst>
            <pc:docMk/>
            <pc:sldMk cId="3537493458" sldId="314"/>
            <ac:spMk id="136" creationId="{4891AFFE-C4EF-05C5-99FA-67B7A9BDF09B}"/>
          </ac:spMkLst>
        </pc:spChg>
        <pc:spChg chg="mod">
          <ac:chgData name="Toby Donaldson" userId="2e6e5431-bb17-4c41-9985-d39c50d83c73" providerId="ADAL" clId="{7F9681A8-EEE2-56F4-9B39-ECCBEE0471AC}" dt="2026-01-24T23:59:30.361" v="23422"/>
          <ac:spMkLst>
            <pc:docMk/>
            <pc:sldMk cId="3537493458" sldId="314"/>
            <ac:spMk id="142" creationId="{5D19B379-F865-1A5F-E79C-C4CCA569F4A6}"/>
          </ac:spMkLst>
        </pc:spChg>
        <pc:spChg chg="mod">
          <ac:chgData name="Toby Donaldson" userId="2e6e5431-bb17-4c41-9985-d39c50d83c73" providerId="ADAL" clId="{7F9681A8-EEE2-56F4-9B39-ECCBEE0471AC}" dt="2026-01-24T23:59:30.361" v="23422"/>
          <ac:spMkLst>
            <pc:docMk/>
            <pc:sldMk cId="3537493458" sldId="314"/>
            <ac:spMk id="143" creationId="{737EDE51-2901-F8EC-13E1-E01BDAA83887}"/>
          </ac:spMkLst>
        </pc:spChg>
        <pc:spChg chg="mod">
          <ac:chgData name="Toby Donaldson" userId="2e6e5431-bb17-4c41-9985-d39c50d83c73" providerId="ADAL" clId="{7F9681A8-EEE2-56F4-9B39-ECCBEE0471AC}" dt="2026-01-24T23:59:30.361" v="23422"/>
          <ac:spMkLst>
            <pc:docMk/>
            <pc:sldMk cId="3537493458" sldId="314"/>
            <ac:spMk id="144" creationId="{86FE8B8C-85E7-ABB1-8D3E-5785CE747AB4}"/>
          </ac:spMkLst>
        </pc:spChg>
        <pc:spChg chg="mod">
          <ac:chgData name="Toby Donaldson" userId="2e6e5431-bb17-4c41-9985-d39c50d83c73" providerId="ADAL" clId="{7F9681A8-EEE2-56F4-9B39-ECCBEE0471AC}" dt="2026-01-24T23:59:30.361" v="23422"/>
          <ac:spMkLst>
            <pc:docMk/>
            <pc:sldMk cId="3537493458" sldId="314"/>
            <ac:spMk id="145" creationId="{F8EFF960-EE1C-A00A-520D-F3168A4B8486}"/>
          </ac:spMkLst>
        </pc:spChg>
        <pc:spChg chg="mod">
          <ac:chgData name="Toby Donaldson" userId="2e6e5431-bb17-4c41-9985-d39c50d83c73" providerId="ADAL" clId="{7F9681A8-EEE2-56F4-9B39-ECCBEE0471AC}" dt="2026-01-24T23:59:47.115" v="23438" actId="1076"/>
          <ac:spMkLst>
            <pc:docMk/>
            <pc:sldMk cId="3537493458" sldId="314"/>
            <ac:spMk id="146" creationId="{06FE80EB-099E-6790-F6F1-5CB46F7F1107}"/>
          </ac:spMkLst>
        </pc:spChg>
        <pc:spChg chg="mod">
          <ac:chgData name="Toby Donaldson" userId="2e6e5431-bb17-4c41-9985-d39c50d83c73" providerId="ADAL" clId="{7F9681A8-EEE2-56F4-9B39-ECCBEE0471AC}" dt="2026-01-24T23:55:08.462" v="23249" actId="1076"/>
          <ac:spMkLst>
            <pc:docMk/>
            <pc:sldMk cId="3537493458" sldId="314"/>
            <ac:spMk id="151" creationId="{AD642775-28BF-04BC-40DE-01F66F341172}"/>
          </ac:spMkLst>
        </pc:spChg>
        <pc:spChg chg="add mod">
          <ac:chgData name="Toby Donaldson" userId="2e6e5431-bb17-4c41-9985-d39c50d83c73" providerId="ADAL" clId="{7F9681A8-EEE2-56F4-9B39-ECCBEE0471AC}" dt="2026-01-26T00:20:19.605" v="25752" actId="2711"/>
          <ac:spMkLst>
            <pc:docMk/>
            <pc:sldMk cId="3537493458" sldId="314"/>
            <ac:spMk id="152" creationId="{EDB137C1-9627-28E5-525B-CAF17AC8391C}"/>
          </ac:spMkLst>
        </pc:spChg>
        <pc:grpChg chg="mod">
          <ac:chgData name="Toby Donaldson" userId="2e6e5431-bb17-4c41-9985-d39c50d83c73" providerId="ADAL" clId="{7F9681A8-EEE2-56F4-9B39-ECCBEE0471AC}" dt="2026-01-24T23:57:41.433" v="23409" actId="1076"/>
          <ac:grpSpMkLst>
            <pc:docMk/>
            <pc:sldMk cId="3537493458" sldId="314"/>
            <ac:grpSpMk id="41" creationId="{C114CC2B-5899-4A9B-07D8-8942A2463ED1}"/>
          </ac:grpSpMkLst>
        </pc:grpChg>
        <pc:grpChg chg="mod">
          <ac:chgData name="Toby Donaldson" userId="2e6e5431-bb17-4c41-9985-d39c50d83c73" providerId="ADAL" clId="{7F9681A8-EEE2-56F4-9B39-ECCBEE0471AC}" dt="2026-01-24T23:59:36.250" v="23423" actId="1076"/>
          <ac:grpSpMkLst>
            <pc:docMk/>
            <pc:sldMk cId="3537493458" sldId="314"/>
            <ac:grpSpMk id="121" creationId="{923D35AE-9120-A89D-64CB-AC084BE8C94E}"/>
          </ac:grpSpMkLst>
        </pc:grpChg>
        <pc:cxnChg chg="mod">
          <ac:chgData name="Toby Donaldson" userId="2e6e5431-bb17-4c41-9985-d39c50d83c73" providerId="ADAL" clId="{7F9681A8-EEE2-56F4-9B39-ECCBEE0471AC}" dt="2026-01-24T23:57:52.263" v="23411" actId="14100"/>
          <ac:cxnSpMkLst>
            <pc:docMk/>
            <pc:sldMk cId="3537493458" sldId="314"/>
            <ac:cxnSpMk id="31" creationId="{AB4BB177-3A06-A927-CB1C-3DE3FB4EA0E1}"/>
          </ac:cxnSpMkLst>
        </pc:cxnChg>
        <pc:cxnChg chg="mod">
          <ac:chgData name="Toby Donaldson" userId="2e6e5431-bb17-4c41-9985-d39c50d83c73" providerId="ADAL" clId="{7F9681A8-EEE2-56F4-9B39-ECCBEE0471AC}" dt="2026-01-25T00:01:55.998" v="23459" actId="14100"/>
          <ac:cxnSpMkLst>
            <pc:docMk/>
            <pc:sldMk cId="3537493458" sldId="314"/>
            <ac:cxnSpMk id="114" creationId="{F0E3EBE7-244C-1AAD-9E4E-1B28DA908C01}"/>
          </ac:cxnSpMkLst>
        </pc:cxnChg>
        <pc:cxnChg chg="mod">
          <ac:chgData name="Toby Donaldson" userId="2e6e5431-bb17-4c41-9985-d39c50d83c73" providerId="ADAL" clId="{7F9681A8-EEE2-56F4-9B39-ECCBEE0471AC}" dt="2026-01-24T23:57:41.433" v="23409" actId="1076"/>
          <ac:cxnSpMkLst>
            <pc:docMk/>
            <pc:sldMk cId="3537493458" sldId="314"/>
            <ac:cxnSpMk id="117" creationId="{9C47736A-7355-2E7B-4CD8-72FF824BB177}"/>
          </ac:cxnSpMkLst>
        </pc:cxnChg>
        <pc:cxnChg chg="mod">
          <ac:chgData name="Toby Donaldson" userId="2e6e5431-bb17-4c41-9985-d39c50d83c73" providerId="ADAL" clId="{7F9681A8-EEE2-56F4-9B39-ECCBEE0471AC}" dt="2026-01-24T23:59:47.115" v="23438" actId="1076"/>
          <ac:cxnSpMkLst>
            <pc:docMk/>
            <pc:sldMk cId="3537493458" sldId="314"/>
            <ac:cxnSpMk id="147" creationId="{93D0C0AB-D53A-3994-D3AD-13EB75139F38}"/>
          </ac:cxnSpMkLst>
        </pc:cxnChg>
      </pc:sldChg>
      <pc:sldChg chg="addSp delSp modSp add mod ord">
        <pc:chgData name="Toby Donaldson" userId="2e6e5431-bb17-4c41-9985-d39c50d83c73" providerId="ADAL" clId="{7F9681A8-EEE2-56F4-9B39-ECCBEE0471AC}" dt="2026-01-26T00:20:59.738" v="25757" actId="20578"/>
        <pc:sldMkLst>
          <pc:docMk/>
          <pc:sldMk cId="2925355879" sldId="315"/>
        </pc:sldMkLst>
        <pc:spChg chg="del mod">
          <ac:chgData name="Toby Donaldson" userId="2e6e5431-bb17-4c41-9985-d39c50d83c73" providerId="ADAL" clId="{7F9681A8-EEE2-56F4-9B39-ECCBEE0471AC}" dt="2026-01-26T00:20:43.033" v="25755" actId="21"/>
          <ac:spMkLst>
            <pc:docMk/>
            <pc:sldMk cId="2925355879" sldId="315"/>
            <ac:spMk id="5" creationId="{7480CB17-FDDC-0E80-A0BF-667A7E4B82D9}"/>
          </ac:spMkLst>
        </pc:spChg>
        <pc:spChg chg="del">
          <ac:chgData name="Toby Donaldson" userId="2e6e5431-bb17-4c41-9985-d39c50d83c73" providerId="ADAL" clId="{7F9681A8-EEE2-56F4-9B39-ECCBEE0471AC}" dt="2026-01-25T00:02:01.596" v="23460" actId="21"/>
          <ac:spMkLst>
            <pc:docMk/>
            <pc:sldMk cId="2925355879" sldId="315"/>
            <ac:spMk id="113" creationId="{E1708EA2-B578-038F-3C10-CD63DFE1E1D1}"/>
          </ac:spMkLst>
        </pc:spChg>
        <pc:spChg chg="add mod">
          <ac:chgData name="Toby Donaldson" userId="2e6e5431-bb17-4c41-9985-d39c50d83c73" providerId="ADAL" clId="{7F9681A8-EEE2-56F4-9B39-ECCBEE0471AC}" dt="2026-01-25T00:02:08.842" v="23461"/>
          <ac:spMkLst>
            <pc:docMk/>
            <pc:sldMk cId="2925355879" sldId="315"/>
            <ac:spMk id="149" creationId="{93B3DD94-22A8-0D10-4DF1-D24755F6F456}"/>
          </ac:spMkLst>
        </pc:spChg>
        <pc:spChg chg="add mod">
          <ac:chgData name="Toby Donaldson" userId="2e6e5431-bb17-4c41-9985-d39c50d83c73" providerId="ADAL" clId="{7F9681A8-EEE2-56F4-9B39-ECCBEE0471AC}" dt="2026-01-26T00:20:48.582" v="25756"/>
          <ac:spMkLst>
            <pc:docMk/>
            <pc:sldMk cId="2925355879" sldId="315"/>
            <ac:spMk id="152" creationId="{4B14F9C6-AB0E-73D4-3CDF-0972F4486D59}"/>
          </ac:spMkLst>
        </pc:spChg>
        <pc:grpChg chg="add mod">
          <ac:chgData name="Toby Donaldson" userId="2e6e5431-bb17-4c41-9985-d39c50d83c73" providerId="ADAL" clId="{7F9681A8-EEE2-56F4-9B39-ECCBEE0471AC}" dt="2026-01-25T00:01:01.431" v="23450" actId="14100"/>
          <ac:grpSpMkLst>
            <pc:docMk/>
            <pc:sldMk cId="2925355879" sldId="315"/>
            <ac:grpSpMk id="118" creationId="{9F1E3BEB-7ECE-66AD-95DF-CF7CCEA69831}"/>
          </ac:grpSpMkLst>
        </pc:grpChg>
        <pc:grpChg chg="add mod">
          <ac:chgData name="Toby Donaldson" userId="2e6e5431-bb17-4c41-9985-d39c50d83c73" providerId="ADAL" clId="{7F9681A8-EEE2-56F4-9B39-ECCBEE0471AC}" dt="2026-01-25T00:01:27.583" v="23456" actId="14100"/>
          <ac:grpSpMkLst>
            <pc:docMk/>
            <pc:sldMk cId="2925355879" sldId="315"/>
            <ac:grpSpMk id="119" creationId="{73D9BC75-AC40-6DFC-73B2-6A7A5BD78AD8}"/>
          </ac:grpSpMkLst>
        </pc:grpChg>
        <pc:cxnChg chg="add mod">
          <ac:chgData name="Toby Donaldson" userId="2e6e5431-bb17-4c41-9985-d39c50d83c73" providerId="ADAL" clId="{7F9681A8-EEE2-56F4-9B39-ECCBEE0471AC}" dt="2026-01-25T00:00:40.844" v="23445" actId="164"/>
          <ac:cxnSpMkLst>
            <pc:docMk/>
            <pc:sldMk cId="2925355879" sldId="315"/>
            <ac:cxnSpMk id="4" creationId="{7D685381-9336-BD82-3CB4-C981BE225041}"/>
          </ac:cxnSpMkLst>
        </pc:cxnChg>
        <pc:cxnChg chg="add mod">
          <ac:chgData name="Toby Donaldson" userId="2e6e5431-bb17-4c41-9985-d39c50d83c73" providerId="ADAL" clId="{7F9681A8-EEE2-56F4-9B39-ECCBEE0471AC}" dt="2026-01-25T00:00:40.844" v="23445" actId="164"/>
          <ac:cxnSpMkLst>
            <pc:docMk/>
            <pc:sldMk cId="2925355879" sldId="315"/>
            <ac:cxnSpMk id="38" creationId="{E33E48AD-6F67-E165-6BDA-332D29F8847E}"/>
          </ac:cxnSpMkLst>
        </pc:cxnChg>
        <pc:cxnChg chg="del mod">
          <ac:chgData name="Toby Donaldson" userId="2e6e5431-bb17-4c41-9985-d39c50d83c73" providerId="ADAL" clId="{7F9681A8-EEE2-56F4-9B39-ECCBEE0471AC}" dt="2026-01-25T00:02:01.596" v="23460" actId="21"/>
          <ac:cxnSpMkLst>
            <pc:docMk/>
            <pc:sldMk cId="2925355879" sldId="315"/>
            <ac:cxnSpMk id="114" creationId="{303AA41B-4EE8-1FC2-201E-F98303C010A1}"/>
          </ac:cxnSpMkLst>
        </pc:cxnChg>
        <pc:cxnChg chg="mod">
          <ac:chgData name="Toby Donaldson" userId="2e6e5431-bb17-4c41-9985-d39c50d83c73" providerId="ADAL" clId="{7F9681A8-EEE2-56F4-9B39-ECCBEE0471AC}" dt="2026-01-25T00:01:08.651" v="23451"/>
          <ac:cxnSpMkLst>
            <pc:docMk/>
            <pc:sldMk cId="2925355879" sldId="315"/>
            <ac:cxnSpMk id="120" creationId="{8A5772B8-BDA1-B2B5-344A-F20CA56E170A}"/>
          </ac:cxnSpMkLst>
        </pc:cxnChg>
        <pc:cxnChg chg="mod">
          <ac:chgData name="Toby Donaldson" userId="2e6e5431-bb17-4c41-9985-d39c50d83c73" providerId="ADAL" clId="{7F9681A8-EEE2-56F4-9B39-ECCBEE0471AC}" dt="2026-01-25T00:01:08.651" v="23451"/>
          <ac:cxnSpMkLst>
            <pc:docMk/>
            <pc:sldMk cId="2925355879" sldId="315"/>
            <ac:cxnSpMk id="148" creationId="{8515D0C3-F42F-5DF2-420F-F5A30D48D990}"/>
          </ac:cxnSpMkLst>
        </pc:cxnChg>
        <pc:cxnChg chg="add mod">
          <ac:chgData name="Toby Donaldson" userId="2e6e5431-bb17-4c41-9985-d39c50d83c73" providerId="ADAL" clId="{7F9681A8-EEE2-56F4-9B39-ECCBEE0471AC}" dt="2026-01-25T00:02:08.842" v="23461"/>
          <ac:cxnSpMkLst>
            <pc:docMk/>
            <pc:sldMk cId="2925355879" sldId="315"/>
            <ac:cxnSpMk id="150" creationId="{9011E1F3-36F8-1947-6963-D1F25CEAFA65}"/>
          </ac:cxnSpMkLst>
        </pc:cxnChg>
      </pc:sldChg>
      <pc:sldChg chg="addSp delSp modSp add mod ord">
        <pc:chgData name="Toby Donaldson" userId="2e6e5431-bb17-4c41-9985-d39c50d83c73" providerId="ADAL" clId="{7F9681A8-EEE2-56F4-9B39-ECCBEE0471AC}" dt="2026-01-26T00:22:40.444" v="25772" actId="1076"/>
        <pc:sldMkLst>
          <pc:docMk/>
          <pc:sldMk cId="184563056" sldId="316"/>
        </pc:sldMkLst>
        <pc:spChg chg="add mod">
          <ac:chgData name="Toby Donaldson" userId="2e6e5431-bb17-4c41-9985-d39c50d83c73" providerId="ADAL" clId="{7F9681A8-EEE2-56F4-9B39-ECCBEE0471AC}" dt="2026-01-25T00:03:05.698" v="23472" actId="1076"/>
          <ac:spMkLst>
            <pc:docMk/>
            <pc:sldMk cId="184563056" sldId="316"/>
            <ac:spMk id="3" creationId="{27E80966-5D6E-4289-FEEB-D19260624727}"/>
          </ac:spMkLst>
        </pc:spChg>
        <pc:spChg chg="del">
          <ac:chgData name="Toby Donaldson" userId="2e6e5431-bb17-4c41-9985-d39c50d83c73" providerId="ADAL" clId="{7F9681A8-EEE2-56F4-9B39-ECCBEE0471AC}" dt="2026-01-26T00:21:13.992" v="25759" actId="21"/>
          <ac:spMkLst>
            <pc:docMk/>
            <pc:sldMk cId="184563056" sldId="316"/>
            <ac:spMk id="5" creationId="{F949D56C-36B4-5E83-278F-1A40482B1ED9}"/>
          </ac:spMkLst>
        </pc:spChg>
        <pc:spChg chg="add mod">
          <ac:chgData name="Toby Donaldson" userId="2e6e5431-bb17-4c41-9985-d39c50d83c73" providerId="ADAL" clId="{7F9681A8-EEE2-56F4-9B39-ECCBEE0471AC}" dt="2026-01-25T00:03:16.864" v="23476" actId="1076"/>
          <ac:spMkLst>
            <pc:docMk/>
            <pc:sldMk cId="184563056" sldId="316"/>
            <ac:spMk id="39" creationId="{7E3A8250-70B7-DC6C-6EED-C9D99B6E9EF9}"/>
          </ac:spMkLst>
        </pc:spChg>
        <pc:spChg chg="add mod">
          <ac:chgData name="Toby Donaldson" userId="2e6e5431-bb17-4c41-9985-d39c50d83c73" providerId="ADAL" clId="{7F9681A8-EEE2-56F4-9B39-ECCBEE0471AC}" dt="2026-01-26T00:22:10.142" v="25764" actId="1076"/>
          <ac:spMkLst>
            <pc:docMk/>
            <pc:sldMk cId="184563056" sldId="316"/>
            <ac:spMk id="113" creationId="{25E20690-FD02-005D-4128-7D9859A4BB87}"/>
          </ac:spMkLst>
        </pc:spChg>
        <pc:spChg chg="add del mod">
          <ac:chgData name="Toby Donaldson" userId="2e6e5431-bb17-4c41-9985-d39c50d83c73" providerId="ADAL" clId="{7F9681A8-EEE2-56F4-9B39-ECCBEE0471AC}" dt="2026-01-26T00:22:02.234" v="25763" actId="21"/>
          <ac:spMkLst>
            <pc:docMk/>
            <pc:sldMk cId="184563056" sldId="316"/>
            <ac:spMk id="114" creationId="{EA5FD5B6-777A-3F42-8227-5977911723AA}"/>
          </ac:spMkLst>
        </pc:spChg>
        <pc:spChg chg="add mod">
          <ac:chgData name="Toby Donaldson" userId="2e6e5431-bb17-4c41-9985-d39c50d83c73" providerId="ADAL" clId="{7F9681A8-EEE2-56F4-9B39-ECCBEE0471AC}" dt="2026-01-26T00:21:21.047" v="25760"/>
          <ac:spMkLst>
            <pc:docMk/>
            <pc:sldMk cId="184563056" sldId="316"/>
            <ac:spMk id="152" creationId="{6C5BE95E-8418-7C39-2F0B-5437B933015F}"/>
          </ac:spMkLst>
        </pc:spChg>
        <pc:grpChg chg="del">
          <ac:chgData name="Toby Donaldson" userId="2e6e5431-bb17-4c41-9985-d39c50d83c73" providerId="ADAL" clId="{7F9681A8-EEE2-56F4-9B39-ECCBEE0471AC}" dt="2026-01-25T00:02:37.296" v="23465" actId="21"/>
          <ac:grpSpMkLst>
            <pc:docMk/>
            <pc:sldMk cId="184563056" sldId="316"/>
            <ac:grpSpMk id="64" creationId="{73E5C3B1-B097-75EE-9D70-5DC847BEA3DD}"/>
          </ac:grpSpMkLst>
        </pc:grpChg>
        <pc:grpChg chg="del">
          <ac:chgData name="Toby Donaldson" userId="2e6e5431-bb17-4c41-9985-d39c50d83c73" providerId="ADAL" clId="{7F9681A8-EEE2-56F4-9B39-ECCBEE0471AC}" dt="2026-01-25T00:02:34.754" v="23464" actId="21"/>
          <ac:grpSpMkLst>
            <pc:docMk/>
            <pc:sldMk cId="184563056" sldId="316"/>
            <ac:grpSpMk id="65" creationId="{6A3D7820-BA3E-AD7D-3B66-08F9E17BEC41}"/>
          </ac:grpSpMkLst>
        </pc:grpChg>
        <pc:grpChg chg="del">
          <ac:chgData name="Toby Donaldson" userId="2e6e5431-bb17-4c41-9985-d39c50d83c73" providerId="ADAL" clId="{7F9681A8-EEE2-56F4-9B39-ECCBEE0471AC}" dt="2026-01-25T00:02:34.754" v="23464" actId="21"/>
          <ac:grpSpMkLst>
            <pc:docMk/>
            <pc:sldMk cId="184563056" sldId="316"/>
            <ac:grpSpMk id="66" creationId="{192B5A7B-DF4E-A622-3467-3F64B3690BD5}"/>
          </ac:grpSpMkLst>
        </pc:grpChg>
        <pc:grpChg chg="del">
          <ac:chgData name="Toby Donaldson" userId="2e6e5431-bb17-4c41-9985-d39c50d83c73" providerId="ADAL" clId="{7F9681A8-EEE2-56F4-9B39-ECCBEE0471AC}" dt="2026-01-25T00:02:34.754" v="23464" actId="21"/>
          <ac:grpSpMkLst>
            <pc:docMk/>
            <pc:sldMk cId="184563056" sldId="316"/>
            <ac:grpSpMk id="67" creationId="{2D6443B5-4080-77B7-28B3-07E299C102FF}"/>
          </ac:grpSpMkLst>
        </pc:grpChg>
        <pc:grpChg chg="del">
          <ac:chgData name="Toby Donaldson" userId="2e6e5431-bb17-4c41-9985-d39c50d83c73" providerId="ADAL" clId="{7F9681A8-EEE2-56F4-9B39-ECCBEE0471AC}" dt="2026-01-25T00:02:34.754" v="23464" actId="21"/>
          <ac:grpSpMkLst>
            <pc:docMk/>
            <pc:sldMk cId="184563056" sldId="316"/>
            <ac:grpSpMk id="68" creationId="{B8B9888F-AF94-5789-FE10-F917F76E3482}"/>
          </ac:grpSpMkLst>
        </pc:grpChg>
        <pc:grpChg chg="del">
          <ac:chgData name="Toby Donaldson" userId="2e6e5431-bb17-4c41-9985-d39c50d83c73" providerId="ADAL" clId="{7F9681A8-EEE2-56F4-9B39-ECCBEE0471AC}" dt="2026-01-25T00:02:34.754" v="23464" actId="21"/>
          <ac:grpSpMkLst>
            <pc:docMk/>
            <pc:sldMk cId="184563056" sldId="316"/>
            <ac:grpSpMk id="89" creationId="{7879FF85-2B44-81BA-273A-5D5E2B27B743}"/>
          </ac:grpSpMkLst>
        </pc:grpChg>
        <pc:grpChg chg="del">
          <ac:chgData name="Toby Donaldson" userId="2e6e5431-bb17-4c41-9985-d39c50d83c73" providerId="ADAL" clId="{7F9681A8-EEE2-56F4-9B39-ECCBEE0471AC}" dt="2026-01-25T00:02:34.754" v="23464" actId="21"/>
          <ac:grpSpMkLst>
            <pc:docMk/>
            <pc:sldMk cId="184563056" sldId="316"/>
            <ac:grpSpMk id="90" creationId="{A3C2F675-55E1-58EF-2D2C-7F5081F7822A}"/>
          </ac:grpSpMkLst>
        </pc:grpChg>
        <pc:grpChg chg="del">
          <ac:chgData name="Toby Donaldson" userId="2e6e5431-bb17-4c41-9985-d39c50d83c73" providerId="ADAL" clId="{7F9681A8-EEE2-56F4-9B39-ECCBEE0471AC}" dt="2026-01-25T00:02:34.754" v="23464" actId="21"/>
          <ac:grpSpMkLst>
            <pc:docMk/>
            <pc:sldMk cId="184563056" sldId="316"/>
            <ac:grpSpMk id="91" creationId="{82F80F48-1DB8-B307-BB33-0F77E74DB192}"/>
          </ac:grpSpMkLst>
        </pc:grpChg>
        <pc:grpChg chg="del">
          <ac:chgData name="Toby Donaldson" userId="2e6e5431-bb17-4c41-9985-d39c50d83c73" providerId="ADAL" clId="{7F9681A8-EEE2-56F4-9B39-ECCBEE0471AC}" dt="2026-01-25T00:02:34.754" v="23464" actId="21"/>
          <ac:grpSpMkLst>
            <pc:docMk/>
            <pc:sldMk cId="184563056" sldId="316"/>
            <ac:grpSpMk id="92" creationId="{8E1DF7CF-51A2-E7A7-3013-8EF2CCCDD0D0}"/>
          </ac:grpSpMkLst>
        </pc:grpChg>
        <pc:grpChg chg="del">
          <ac:chgData name="Toby Donaldson" userId="2e6e5431-bb17-4c41-9985-d39c50d83c73" providerId="ADAL" clId="{7F9681A8-EEE2-56F4-9B39-ECCBEE0471AC}" dt="2026-01-25T00:02:34.754" v="23464" actId="21"/>
          <ac:grpSpMkLst>
            <pc:docMk/>
            <pc:sldMk cId="184563056" sldId="316"/>
            <ac:grpSpMk id="93" creationId="{68B68C6A-96FA-FFF9-62D2-800F62CED707}"/>
          </ac:grpSpMkLst>
        </pc:grpChg>
        <pc:grpChg chg="del">
          <ac:chgData name="Toby Donaldson" userId="2e6e5431-bb17-4c41-9985-d39c50d83c73" providerId="ADAL" clId="{7F9681A8-EEE2-56F4-9B39-ECCBEE0471AC}" dt="2026-01-25T00:02:34.754" v="23464" actId="21"/>
          <ac:grpSpMkLst>
            <pc:docMk/>
            <pc:sldMk cId="184563056" sldId="316"/>
            <ac:grpSpMk id="94" creationId="{EEF35D5B-0030-8B5C-DD54-9730AAAC19DA}"/>
          </ac:grpSpMkLst>
        </pc:grpChg>
        <pc:grpChg chg="del">
          <ac:chgData name="Toby Donaldson" userId="2e6e5431-bb17-4c41-9985-d39c50d83c73" providerId="ADAL" clId="{7F9681A8-EEE2-56F4-9B39-ECCBEE0471AC}" dt="2026-01-25T00:02:31.180" v="23463" actId="21"/>
          <ac:grpSpMkLst>
            <pc:docMk/>
            <pc:sldMk cId="184563056" sldId="316"/>
            <ac:grpSpMk id="118" creationId="{A847ECA0-834F-FD8C-4383-018C7E67801E}"/>
          </ac:grpSpMkLst>
        </pc:grpChg>
        <pc:grpChg chg="del">
          <ac:chgData name="Toby Donaldson" userId="2e6e5431-bb17-4c41-9985-d39c50d83c73" providerId="ADAL" clId="{7F9681A8-EEE2-56F4-9B39-ECCBEE0471AC}" dt="2026-01-25T00:02:41.042" v="23466" actId="21"/>
          <ac:grpSpMkLst>
            <pc:docMk/>
            <pc:sldMk cId="184563056" sldId="316"/>
            <ac:grpSpMk id="119" creationId="{ABBD11EC-6DA3-6A31-1E1A-8D68BB0449D3}"/>
          </ac:grpSpMkLst>
        </pc:grpChg>
        <pc:grpChg chg="del">
          <ac:chgData name="Toby Donaldson" userId="2e6e5431-bb17-4c41-9985-d39c50d83c73" providerId="ADAL" clId="{7F9681A8-EEE2-56F4-9B39-ECCBEE0471AC}" dt="2026-01-25T00:02:41.042" v="23466" actId="21"/>
          <ac:grpSpMkLst>
            <pc:docMk/>
            <pc:sldMk cId="184563056" sldId="316"/>
            <ac:grpSpMk id="121" creationId="{AD1D5186-E57B-E646-8410-3E671296741C}"/>
          </ac:grpSpMkLst>
        </pc:grpChg>
        <pc:cxnChg chg="mod">
          <ac:chgData name="Toby Donaldson" userId="2e6e5431-bb17-4c41-9985-d39c50d83c73" providerId="ADAL" clId="{7F9681A8-EEE2-56F4-9B39-ECCBEE0471AC}" dt="2026-01-25T00:02:41.042" v="23466" actId="21"/>
          <ac:cxnSpMkLst>
            <pc:docMk/>
            <pc:sldMk cId="184563056" sldId="316"/>
            <ac:cxnSpMk id="147" creationId="{4AD3007E-4D79-20FB-DE9E-873EDAF52E99}"/>
          </ac:cxnSpMkLst>
        </pc:cxnChg>
        <pc:cxnChg chg="mod">
          <ac:chgData name="Toby Donaldson" userId="2e6e5431-bb17-4c41-9985-d39c50d83c73" providerId="ADAL" clId="{7F9681A8-EEE2-56F4-9B39-ECCBEE0471AC}" dt="2026-01-25T00:03:14.698" v="23475" actId="14100"/>
          <ac:cxnSpMkLst>
            <pc:docMk/>
            <pc:sldMk cId="184563056" sldId="316"/>
            <ac:cxnSpMk id="150" creationId="{C38CB085-A460-424F-1042-27D40C1F5D96}"/>
          </ac:cxnSpMkLst>
        </pc:cxnChg>
        <pc:cxnChg chg="add mod">
          <ac:chgData name="Toby Donaldson" userId="2e6e5431-bb17-4c41-9985-d39c50d83c73" providerId="ADAL" clId="{7F9681A8-EEE2-56F4-9B39-ECCBEE0471AC}" dt="2026-01-26T00:22:34.894" v="25770" actId="1076"/>
          <ac:cxnSpMkLst>
            <pc:docMk/>
            <pc:sldMk cId="184563056" sldId="316"/>
            <ac:cxnSpMk id="154" creationId="{7F2FE4D7-F8B6-72D4-8389-F8A9C2898731}"/>
          </ac:cxnSpMkLst>
        </pc:cxnChg>
        <pc:cxnChg chg="add mod">
          <ac:chgData name="Toby Donaldson" userId="2e6e5431-bb17-4c41-9985-d39c50d83c73" providerId="ADAL" clId="{7F9681A8-EEE2-56F4-9B39-ECCBEE0471AC}" dt="2026-01-26T00:22:40.444" v="25772" actId="1076"/>
          <ac:cxnSpMkLst>
            <pc:docMk/>
            <pc:sldMk cId="184563056" sldId="316"/>
            <ac:cxnSpMk id="155" creationId="{25554C3D-0690-D46E-55A9-879CD88B4A5F}"/>
          </ac:cxnSpMkLst>
        </pc:cxnChg>
      </pc:sldChg>
      <pc:sldChg chg="modSp add mod">
        <pc:chgData name="Toby Donaldson" userId="2e6e5431-bb17-4c41-9985-d39c50d83c73" providerId="ADAL" clId="{7F9681A8-EEE2-56F4-9B39-ECCBEE0471AC}" dt="2026-01-26T00:24:04.466" v="25820" actId="2711"/>
        <pc:sldMkLst>
          <pc:docMk/>
          <pc:sldMk cId="2167339669" sldId="317"/>
        </pc:sldMkLst>
        <pc:spChg chg="mod">
          <ac:chgData name="Toby Donaldson" userId="2e6e5431-bb17-4c41-9985-d39c50d83c73" providerId="ADAL" clId="{7F9681A8-EEE2-56F4-9B39-ECCBEE0471AC}" dt="2026-01-25T00:06:43.023" v="23773" actId="20577"/>
          <ac:spMkLst>
            <pc:docMk/>
            <pc:sldMk cId="2167339669" sldId="317"/>
            <ac:spMk id="2" creationId="{90B38453-EB1F-0A77-EDD4-159953413570}"/>
          </ac:spMkLst>
        </pc:spChg>
        <pc:spChg chg="mod">
          <ac:chgData name="Toby Donaldson" userId="2e6e5431-bb17-4c41-9985-d39c50d83c73" providerId="ADAL" clId="{7F9681A8-EEE2-56F4-9B39-ECCBEE0471AC}" dt="2026-01-26T00:24:04.466" v="25820" actId="2711"/>
          <ac:spMkLst>
            <pc:docMk/>
            <pc:sldMk cId="2167339669" sldId="317"/>
            <ac:spMk id="3" creationId="{6C68971A-73F8-C7FD-2530-6D2BE6294544}"/>
          </ac:spMkLst>
        </pc:spChg>
      </pc:sldChg>
      <pc:sldChg chg="addSp delSp modSp add mod">
        <pc:chgData name="Toby Donaldson" userId="2e6e5431-bb17-4c41-9985-d39c50d83c73" providerId="ADAL" clId="{7F9681A8-EEE2-56F4-9B39-ECCBEE0471AC}" dt="2026-01-26T00:24:40.455" v="25825" actId="2711"/>
        <pc:sldMkLst>
          <pc:docMk/>
          <pc:sldMk cId="2527193178" sldId="318"/>
        </pc:sldMkLst>
        <pc:spChg chg="mod">
          <ac:chgData name="Toby Donaldson" userId="2e6e5431-bb17-4c41-9985-d39c50d83c73" providerId="ADAL" clId="{7F9681A8-EEE2-56F4-9B39-ECCBEE0471AC}" dt="2026-01-25T00:09:00.355" v="24187" actId="20577"/>
          <ac:spMkLst>
            <pc:docMk/>
            <pc:sldMk cId="2527193178" sldId="318"/>
            <ac:spMk id="2" creationId="{50DA8CE9-6D96-4AF2-75ED-422F29ACA671}"/>
          </ac:spMkLst>
        </pc:spChg>
        <pc:spChg chg="del">
          <ac:chgData name="Toby Donaldson" userId="2e6e5431-bb17-4c41-9985-d39c50d83c73" providerId="ADAL" clId="{7F9681A8-EEE2-56F4-9B39-ECCBEE0471AC}" dt="2026-01-25T00:09:03.632" v="24188" actId="21"/>
          <ac:spMkLst>
            <pc:docMk/>
            <pc:sldMk cId="2527193178" sldId="318"/>
            <ac:spMk id="3" creationId="{2A949F39-29D9-33BD-B8C1-1BF56A3078B8}"/>
          </ac:spMkLst>
        </pc:spChg>
        <pc:spChg chg="add del mod">
          <ac:chgData name="Toby Donaldson" userId="2e6e5431-bb17-4c41-9985-d39c50d83c73" providerId="ADAL" clId="{7F9681A8-EEE2-56F4-9B39-ECCBEE0471AC}" dt="2026-01-25T00:09:06.258" v="24189" actId="21"/>
          <ac:spMkLst>
            <pc:docMk/>
            <pc:sldMk cId="2527193178" sldId="318"/>
            <ac:spMk id="5" creationId="{457A6B0C-6772-894C-2682-42B69B2979DC}"/>
          </ac:spMkLst>
        </pc:spChg>
        <pc:spChg chg="add mod">
          <ac:chgData name="Toby Donaldson" userId="2e6e5431-bb17-4c41-9985-d39c50d83c73" providerId="ADAL" clId="{7F9681A8-EEE2-56F4-9B39-ECCBEE0471AC}" dt="2026-01-25T00:11:23.233" v="24265" actId="1076"/>
          <ac:spMkLst>
            <pc:docMk/>
            <pc:sldMk cId="2527193178" sldId="318"/>
            <ac:spMk id="6" creationId="{37BAB063-AE88-07AD-034E-CD31DD46F0DA}"/>
          </ac:spMkLst>
        </pc:spChg>
        <pc:spChg chg="add mod">
          <ac:chgData name="Toby Donaldson" userId="2e6e5431-bb17-4c41-9985-d39c50d83c73" providerId="ADAL" clId="{7F9681A8-EEE2-56F4-9B39-ECCBEE0471AC}" dt="2026-01-26T00:24:40.455" v="25825" actId="2711"/>
          <ac:spMkLst>
            <pc:docMk/>
            <pc:sldMk cId="2527193178" sldId="318"/>
            <ac:spMk id="7" creationId="{59EE3F27-BCAA-F4BB-1465-9CC0ECA00CA7}"/>
          </ac:spMkLst>
        </pc:spChg>
      </pc:sldChg>
      <pc:sldChg chg="addSp delSp modSp add mod">
        <pc:chgData name="Toby Donaldson" userId="2e6e5431-bb17-4c41-9985-d39c50d83c73" providerId="ADAL" clId="{7F9681A8-EEE2-56F4-9B39-ECCBEE0471AC}" dt="2026-01-26T00:24:53.744" v="25827"/>
        <pc:sldMkLst>
          <pc:docMk/>
          <pc:sldMk cId="2938003837" sldId="319"/>
        </pc:sldMkLst>
        <pc:spChg chg="add mod">
          <ac:chgData name="Toby Donaldson" userId="2e6e5431-bb17-4c41-9985-d39c50d83c73" providerId="ADAL" clId="{7F9681A8-EEE2-56F4-9B39-ECCBEE0471AC}" dt="2026-01-25T00:14:00.551" v="24569" actId="1076"/>
          <ac:spMkLst>
            <pc:docMk/>
            <pc:sldMk cId="2938003837" sldId="319"/>
            <ac:spMk id="3" creationId="{2B457281-D208-6D90-BEBA-C4D09579DF08}"/>
          </ac:spMkLst>
        </pc:spChg>
        <pc:spChg chg="del">
          <ac:chgData name="Toby Donaldson" userId="2e6e5431-bb17-4c41-9985-d39c50d83c73" providerId="ADAL" clId="{7F9681A8-EEE2-56F4-9B39-ECCBEE0471AC}" dt="2026-01-26T00:24:48.889" v="25826" actId="21"/>
          <ac:spMkLst>
            <pc:docMk/>
            <pc:sldMk cId="2938003837" sldId="319"/>
            <ac:spMk id="7" creationId="{5D71445A-53A8-6664-F7D2-94A6ACD84F6D}"/>
          </ac:spMkLst>
        </pc:spChg>
        <pc:spChg chg="add mod">
          <ac:chgData name="Toby Donaldson" userId="2e6e5431-bb17-4c41-9985-d39c50d83c73" providerId="ADAL" clId="{7F9681A8-EEE2-56F4-9B39-ECCBEE0471AC}" dt="2026-01-26T00:24:53.744" v="25827"/>
          <ac:spMkLst>
            <pc:docMk/>
            <pc:sldMk cId="2938003837" sldId="319"/>
            <ac:spMk id="9" creationId="{020CC33B-1F05-8C02-C479-D205B9EF3E55}"/>
          </ac:spMkLst>
        </pc:spChg>
        <pc:cxnChg chg="add mod">
          <ac:chgData name="Toby Donaldson" userId="2e6e5431-bb17-4c41-9985-d39c50d83c73" providerId="ADAL" clId="{7F9681A8-EEE2-56F4-9B39-ECCBEE0471AC}" dt="2026-01-25T00:14:16.001" v="24571" actId="14100"/>
          <ac:cxnSpMkLst>
            <pc:docMk/>
            <pc:sldMk cId="2938003837" sldId="319"/>
            <ac:cxnSpMk id="5" creationId="{A6ECC2DC-89C6-DB39-F9B3-852DDC6F63C1}"/>
          </ac:cxnSpMkLst>
        </pc:cxnChg>
      </pc:sldChg>
      <pc:sldChg chg="modSp new mod">
        <pc:chgData name="Toby Donaldson" userId="2e6e5431-bb17-4c41-9985-d39c50d83c73" providerId="ADAL" clId="{7F9681A8-EEE2-56F4-9B39-ECCBEE0471AC}" dt="2026-01-26T00:26:27.430" v="25910" actId="20577"/>
        <pc:sldMkLst>
          <pc:docMk/>
          <pc:sldMk cId="3794650716" sldId="320"/>
        </pc:sldMkLst>
        <pc:spChg chg="mod">
          <ac:chgData name="Toby Donaldson" userId="2e6e5431-bb17-4c41-9985-d39c50d83c73" providerId="ADAL" clId="{7F9681A8-EEE2-56F4-9B39-ECCBEE0471AC}" dt="2026-01-25T00:17:25.833" v="25111" actId="20577"/>
          <ac:spMkLst>
            <pc:docMk/>
            <pc:sldMk cId="3794650716" sldId="320"/>
            <ac:spMk id="2" creationId="{06D343ED-B187-6B7D-874C-6966031EFF0B}"/>
          </ac:spMkLst>
        </pc:spChg>
        <pc:spChg chg="mod">
          <ac:chgData name="Toby Donaldson" userId="2e6e5431-bb17-4c41-9985-d39c50d83c73" providerId="ADAL" clId="{7F9681A8-EEE2-56F4-9B39-ECCBEE0471AC}" dt="2026-01-26T00:26:27.430" v="25910" actId="20577"/>
          <ac:spMkLst>
            <pc:docMk/>
            <pc:sldMk cId="3794650716" sldId="320"/>
            <ac:spMk id="3" creationId="{6EAA42A6-EEAB-BCF3-F090-DFDE9CAB0904}"/>
          </ac:spMkLst>
        </pc:spChg>
      </pc:sldChg>
      <pc:sldChg chg="addSp modSp add">
        <pc:chgData name="Toby Donaldson" userId="2e6e5431-bb17-4c41-9985-d39c50d83c73" providerId="ADAL" clId="{7F9681A8-EEE2-56F4-9B39-ECCBEE0471AC}" dt="2026-01-25T23:41:58.386" v="25165"/>
        <pc:sldMkLst>
          <pc:docMk/>
          <pc:sldMk cId="723975102" sldId="321"/>
        </pc:sldMkLst>
        <pc:spChg chg="add mod">
          <ac:chgData name="Toby Donaldson" userId="2e6e5431-bb17-4c41-9985-d39c50d83c73" providerId="ADAL" clId="{7F9681A8-EEE2-56F4-9B39-ECCBEE0471AC}" dt="2026-01-25T23:41:58.386" v="25165"/>
          <ac:spMkLst>
            <pc:docMk/>
            <pc:sldMk cId="723975102" sldId="321"/>
            <ac:spMk id="33" creationId="{CD9E7663-D86E-8CCA-B474-C6FAD916C508}"/>
          </ac:spMkLst>
        </pc:spChg>
        <pc:cxnChg chg="add mod">
          <ac:chgData name="Toby Donaldson" userId="2e6e5431-bb17-4c41-9985-d39c50d83c73" providerId="ADAL" clId="{7F9681A8-EEE2-56F4-9B39-ECCBEE0471AC}" dt="2026-01-25T23:41:58.386" v="25165"/>
          <ac:cxnSpMkLst>
            <pc:docMk/>
            <pc:sldMk cId="723975102" sldId="321"/>
            <ac:cxnSpMk id="66" creationId="{7F7580A4-1C35-0473-717A-331380E9FFDA}"/>
          </ac:cxnSpMkLst>
        </pc:cxnChg>
      </pc:sldChg>
      <pc:sldChg chg="addSp delSp modSp add mod">
        <pc:chgData name="Toby Donaldson" userId="2e6e5431-bb17-4c41-9985-d39c50d83c73" providerId="ADAL" clId="{7F9681A8-EEE2-56F4-9B39-ECCBEE0471AC}" dt="2026-01-25T23:44:06.119" v="25177" actId="1076"/>
        <pc:sldMkLst>
          <pc:docMk/>
          <pc:sldMk cId="2643061498" sldId="322"/>
        </pc:sldMkLst>
        <pc:spChg chg="del">
          <ac:chgData name="Toby Donaldson" userId="2e6e5431-bb17-4c41-9985-d39c50d83c73" providerId="ADAL" clId="{7F9681A8-EEE2-56F4-9B39-ECCBEE0471AC}" dt="2026-01-25T23:43:41.893" v="25174" actId="21"/>
          <ac:spMkLst>
            <pc:docMk/>
            <pc:sldMk cId="2643061498" sldId="322"/>
            <ac:spMk id="4" creationId="{3FB2ED62-EDFF-7FF5-13D9-99DB2E195793}"/>
          </ac:spMkLst>
        </pc:spChg>
        <pc:spChg chg="del">
          <ac:chgData name="Toby Donaldson" userId="2e6e5431-bb17-4c41-9985-d39c50d83c73" providerId="ADAL" clId="{7F9681A8-EEE2-56F4-9B39-ECCBEE0471AC}" dt="2026-01-25T23:43:41.893" v="25174" actId="21"/>
          <ac:spMkLst>
            <pc:docMk/>
            <pc:sldMk cId="2643061498" sldId="322"/>
            <ac:spMk id="6" creationId="{27903AE8-9609-00B8-3A02-2BF6F1A2899F}"/>
          </ac:spMkLst>
        </pc:spChg>
        <pc:spChg chg="del">
          <ac:chgData name="Toby Donaldson" userId="2e6e5431-bb17-4c41-9985-d39c50d83c73" providerId="ADAL" clId="{7F9681A8-EEE2-56F4-9B39-ECCBEE0471AC}" dt="2026-01-25T23:43:21.049" v="25173" actId="21"/>
          <ac:spMkLst>
            <pc:docMk/>
            <pc:sldMk cId="2643061498" sldId="322"/>
            <ac:spMk id="7" creationId="{962E0878-9D76-A5A9-5E3D-5E163262D30A}"/>
          </ac:spMkLst>
        </pc:spChg>
        <pc:spChg chg="mod">
          <ac:chgData name="Toby Donaldson" userId="2e6e5431-bb17-4c41-9985-d39c50d83c73" providerId="ADAL" clId="{7F9681A8-EEE2-56F4-9B39-ECCBEE0471AC}" dt="2026-01-25T23:43:51.291" v="25175" actId="1076"/>
          <ac:spMkLst>
            <pc:docMk/>
            <pc:sldMk cId="2643061498" sldId="322"/>
            <ac:spMk id="32" creationId="{409F798A-CA4A-66AA-F2DF-D3AD08438572}"/>
          </ac:spMkLst>
        </pc:spChg>
        <pc:spChg chg="mod">
          <ac:chgData name="Toby Donaldson" userId="2e6e5431-bb17-4c41-9985-d39c50d83c73" providerId="ADAL" clId="{7F9681A8-EEE2-56F4-9B39-ECCBEE0471AC}" dt="2026-01-25T23:43:51.291" v="25175" actId="1076"/>
          <ac:spMkLst>
            <pc:docMk/>
            <pc:sldMk cId="2643061498" sldId="322"/>
            <ac:spMk id="59" creationId="{AC3AF918-9A97-7B30-CDE9-FD54CDE38675}"/>
          </ac:spMkLst>
        </pc:spChg>
        <pc:spChg chg="mod">
          <ac:chgData name="Toby Donaldson" userId="2e6e5431-bb17-4c41-9985-d39c50d83c73" providerId="ADAL" clId="{7F9681A8-EEE2-56F4-9B39-ECCBEE0471AC}" dt="2026-01-25T23:43:51.291" v="25175" actId="1076"/>
          <ac:spMkLst>
            <pc:docMk/>
            <pc:sldMk cId="2643061498" sldId="322"/>
            <ac:spMk id="65" creationId="{08B4B81B-267A-BEB1-F875-B7BFF1A758C0}"/>
          </ac:spMkLst>
        </pc:spChg>
        <pc:spChg chg="add mod">
          <ac:chgData name="Toby Donaldson" userId="2e6e5431-bb17-4c41-9985-d39c50d83c73" providerId="ADAL" clId="{7F9681A8-EEE2-56F4-9B39-ECCBEE0471AC}" dt="2026-01-25T23:44:06.119" v="25177" actId="1076"/>
          <ac:spMkLst>
            <pc:docMk/>
            <pc:sldMk cId="2643061498" sldId="322"/>
            <ac:spMk id="67" creationId="{3CE5F892-A37E-6235-CFA6-7A237D322676}"/>
          </ac:spMkLst>
        </pc:spChg>
        <pc:spChg chg="add mod">
          <ac:chgData name="Toby Donaldson" userId="2e6e5431-bb17-4c41-9985-d39c50d83c73" providerId="ADAL" clId="{7F9681A8-EEE2-56F4-9B39-ECCBEE0471AC}" dt="2026-01-25T23:43:57.209" v="25176" actId="1076"/>
          <ac:spMkLst>
            <pc:docMk/>
            <pc:sldMk cId="2643061498" sldId="322"/>
            <ac:spMk id="68" creationId="{92F926A1-E1C6-EBEF-DED0-DCE438FB8AB4}"/>
          </ac:spMkLst>
        </pc:spChg>
        <pc:grpChg chg="mod">
          <ac:chgData name="Toby Donaldson" userId="2e6e5431-bb17-4c41-9985-d39c50d83c73" providerId="ADAL" clId="{7F9681A8-EEE2-56F4-9B39-ECCBEE0471AC}" dt="2026-01-25T23:43:51.291" v="25175" actId="1076"/>
          <ac:grpSpMkLst>
            <pc:docMk/>
            <pc:sldMk cId="2643061498" sldId="322"/>
            <ac:grpSpMk id="8" creationId="{7DA3B751-78D3-C0CF-83D0-F03573A7625C}"/>
          </ac:grpSpMkLst>
        </pc:grpChg>
        <pc:grpChg chg="mod">
          <ac:chgData name="Toby Donaldson" userId="2e6e5431-bb17-4c41-9985-d39c50d83c73" providerId="ADAL" clId="{7F9681A8-EEE2-56F4-9B39-ECCBEE0471AC}" dt="2026-01-25T23:43:51.291" v="25175" actId="1076"/>
          <ac:grpSpMkLst>
            <pc:docMk/>
            <pc:sldMk cId="2643061498" sldId="322"/>
            <ac:grpSpMk id="12" creationId="{5FE7424C-6E3D-F603-B844-B48EE7BA8C81}"/>
          </ac:grpSpMkLst>
        </pc:grpChg>
        <pc:grpChg chg="mod">
          <ac:chgData name="Toby Donaldson" userId="2e6e5431-bb17-4c41-9985-d39c50d83c73" providerId="ADAL" clId="{7F9681A8-EEE2-56F4-9B39-ECCBEE0471AC}" dt="2026-01-25T23:43:51.291" v="25175" actId="1076"/>
          <ac:grpSpMkLst>
            <pc:docMk/>
            <pc:sldMk cId="2643061498" sldId="322"/>
            <ac:grpSpMk id="16" creationId="{BE137B1A-3A57-30EF-296F-C9D93DA88FAC}"/>
          </ac:grpSpMkLst>
        </pc:grpChg>
        <pc:grpChg chg="mod">
          <ac:chgData name="Toby Donaldson" userId="2e6e5431-bb17-4c41-9985-d39c50d83c73" providerId="ADAL" clId="{7F9681A8-EEE2-56F4-9B39-ECCBEE0471AC}" dt="2026-01-25T23:43:51.291" v="25175" actId="1076"/>
          <ac:grpSpMkLst>
            <pc:docMk/>
            <pc:sldMk cId="2643061498" sldId="322"/>
            <ac:grpSpMk id="20" creationId="{0F593DED-D656-BF3D-8B00-ABA2DDB70A70}"/>
          </ac:grpSpMkLst>
        </pc:grpChg>
        <pc:grpChg chg="mod">
          <ac:chgData name="Toby Donaldson" userId="2e6e5431-bb17-4c41-9985-d39c50d83c73" providerId="ADAL" clId="{7F9681A8-EEE2-56F4-9B39-ECCBEE0471AC}" dt="2026-01-25T23:43:51.291" v="25175" actId="1076"/>
          <ac:grpSpMkLst>
            <pc:docMk/>
            <pc:sldMk cId="2643061498" sldId="322"/>
            <ac:grpSpMk id="35" creationId="{35E026B5-9221-C663-4F82-FD55BA1591AC}"/>
          </ac:grpSpMkLst>
        </pc:grpChg>
        <pc:grpChg chg="mod">
          <ac:chgData name="Toby Donaldson" userId="2e6e5431-bb17-4c41-9985-d39c50d83c73" providerId="ADAL" clId="{7F9681A8-EEE2-56F4-9B39-ECCBEE0471AC}" dt="2026-01-25T23:43:51.291" v="25175" actId="1076"/>
          <ac:grpSpMkLst>
            <pc:docMk/>
            <pc:sldMk cId="2643061498" sldId="322"/>
            <ac:grpSpMk id="43" creationId="{430A6A14-ABCF-24C4-26AE-CC3F9FAD9254}"/>
          </ac:grpSpMkLst>
        </pc:grpChg>
        <pc:grpChg chg="mod">
          <ac:chgData name="Toby Donaldson" userId="2e6e5431-bb17-4c41-9985-d39c50d83c73" providerId="ADAL" clId="{7F9681A8-EEE2-56F4-9B39-ECCBEE0471AC}" dt="2026-01-25T23:43:51.291" v="25175" actId="1076"/>
          <ac:grpSpMkLst>
            <pc:docMk/>
            <pc:sldMk cId="2643061498" sldId="322"/>
            <ac:grpSpMk id="51" creationId="{51774235-4064-EA71-DB48-BD380492DB5F}"/>
          </ac:grpSpMkLst>
        </pc:grpChg>
      </pc:sldChg>
      <pc:sldChg chg="addSp delSp modSp add mod">
        <pc:chgData name="Toby Donaldson" userId="2e6e5431-bb17-4c41-9985-d39c50d83c73" providerId="ADAL" clId="{7F9681A8-EEE2-56F4-9B39-ECCBEE0471AC}" dt="2026-01-25T23:47:13.805" v="25210"/>
        <pc:sldMkLst>
          <pc:docMk/>
          <pc:sldMk cId="4123640532" sldId="323"/>
        </pc:sldMkLst>
        <pc:spChg chg="del">
          <ac:chgData name="Toby Donaldson" userId="2e6e5431-bb17-4c41-9985-d39c50d83c73" providerId="ADAL" clId="{7F9681A8-EEE2-56F4-9B39-ECCBEE0471AC}" dt="2026-01-25T23:45:25.221" v="25184" actId="21"/>
          <ac:spMkLst>
            <pc:docMk/>
            <pc:sldMk cId="4123640532" sldId="323"/>
            <ac:spMk id="3" creationId="{8A1D86F0-7CB5-81E4-4438-5F49865CD8FC}"/>
          </ac:spMkLst>
        </pc:spChg>
        <pc:spChg chg="add mod">
          <ac:chgData name="Toby Donaldson" userId="2e6e5431-bb17-4c41-9985-d39c50d83c73" providerId="ADAL" clId="{7F9681A8-EEE2-56F4-9B39-ECCBEE0471AC}" dt="2026-01-25T23:45:56.165" v="25187"/>
          <ac:spMkLst>
            <pc:docMk/>
            <pc:sldMk cId="4123640532" sldId="323"/>
            <ac:spMk id="4" creationId="{9DC92F2C-9642-21DC-3614-282CF57A4A50}"/>
          </ac:spMkLst>
        </pc:spChg>
        <pc:spChg chg="mod">
          <ac:chgData name="Toby Donaldson" userId="2e6e5431-bb17-4c41-9985-d39c50d83c73" providerId="ADAL" clId="{7F9681A8-EEE2-56F4-9B39-ECCBEE0471AC}" dt="2026-01-25T23:45:12.131" v="25181"/>
          <ac:spMkLst>
            <pc:docMk/>
            <pc:sldMk cId="4123640532" sldId="323"/>
            <ac:spMk id="5" creationId="{C876FAF4-BAFB-612A-839C-2E1917ECF4C2}"/>
          </ac:spMkLst>
        </pc:spChg>
        <pc:spChg chg="add mod">
          <ac:chgData name="Toby Donaldson" userId="2e6e5431-bb17-4c41-9985-d39c50d83c73" providerId="ADAL" clId="{7F9681A8-EEE2-56F4-9B39-ECCBEE0471AC}" dt="2026-01-25T23:45:56.165" v="25187"/>
          <ac:spMkLst>
            <pc:docMk/>
            <pc:sldMk cId="4123640532" sldId="323"/>
            <ac:spMk id="6" creationId="{FFC7F1DE-5E66-E86E-3DB6-548EA4E11BB6}"/>
          </ac:spMkLst>
        </pc:spChg>
        <pc:spChg chg="add mod">
          <ac:chgData name="Toby Donaldson" userId="2e6e5431-bb17-4c41-9985-d39c50d83c73" providerId="ADAL" clId="{7F9681A8-EEE2-56F4-9B39-ECCBEE0471AC}" dt="2026-01-25T23:46:52.863" v="25209" actId="14100"/>
          <ac:spMkLst>
            <pc:docMk/>
            <pc:sldMk cId="4123640532" sldId="323"/>
            <ac:spMk id="7" creationId="{3B1E572E-888C-1B1E-6967-F7B47AF7F412}"/>
          </ac:spMkLst>
        </pc:spChg>
        <pc:spChg chg="del">
          <ac:chgData name="Toby Donaldson" userId="2e6e5431-bb17-4c41-9985-d39c50d83c73" providerId="ADAL" clId="{7F9681A8-EEE2-56F4-9B39-ECCBEE0471AC}" dt="2026-01-25T23:45:15.553" v="25182" actId="21"/>
          <ac:spMkLst>
            <pc:docMk/>
            <pc:sldMk cId="4123640532" sldId="323"/>
            <ac:spMk id="33" creationId="{0C13E851-11AA-1839-512E-BA726444477E}"/>
          </ac:spMkLst>
        </pc:spChg>
        <pc:spChg chg="del">
          <ac:chgData name="Toby Donaldson" userId="2e6e5431-bb17-4c41-9985-d39c50d83c73" providerId="ADAL" clId="{7F9681A8-EEE2-56F4-9B39-ECCBEE0471AC}" dt="2026-01-25T23:45:49.288" v="25186" actId="21"/>
          <ac:spMkLst>
            <pc:docMk/>
            <pc:sldMk cId="4123640532" sldId="323"/>
            <ac:spMk id="67" creationId="{F29CF27E-1D43-0140-4121-1619C9935C3C}"/>
          </ac:spMkLst>
        </pc:spChg>
        <pc:spChg chg="del">
          <ac:chgData name="Toby Donaldson" userId="2e6e5431-bb17-4c41-9985-d39c50d83c73" providerId="ADAL" clId="{7F9681A8-EEE2-56F4-9B39-ECCBEE0471AC}" dt="2026-01-25T23:45:18.188" v="25183" actId="21"/>
          <ac:spMkLst>
            <pc:docMk/>
            <pc:sldMk cId="4123640532" sldId="323"/>
            <ac:spMk id="68" creationId="{26004348-72C3-FBBC-C83B-762551EA55C9}"/>
          </ac:spMkLst>
        </pc:spChg>
        <pc:spChg chg="add mod">
          <ac:chgData name="Toby Donaldson" userId="2e6e5431-bb17-4c41-9985-d39c50d83c73" providerId="ADAL" clId="{7F9681A8-EEE2-56F4-9B39-ECCBEE0471AC}" dt="2026-01-25T23:47:13.805" v="25210"/>
          <ac:spMkLst>
            <pc:docMk/>
            <pc:sldMk cId="4123640532" sldId="323"/>
            <ac:spMk id="69" creationId="{A072537A-20BA-5027-8BA1-AE0D4E2E497A}"/>
          </ac:spMkLst>
        </pc:spChg>
        <pc:cxnChg chg="del mod">
          <ac:chgData name="Toby Donaldson" userId="2e6e5431-bb17-4c41-9985-d39c50d83c73" providerId="ADAL" clId="{7F9681A8-EEE2-56F4-9B39-ECCBEE0471AC}" dt="2026-01-25T23:45:46.811" v="25185" actId="21"/>
          <ac:cxnSpMkLst>
            <pc:docMk/>
            <pc:sldMk cId="4123640532" sldId="323"/>
            <ac:cxnSpMk id="66" creationId="{4B731171-8936-5C03-CB8B-E1075649C96A}"/>
          </ac:cxnSpMkLst>
        </pc:cxnChg>
      </pc:sldChg>
      <pc:sldChg chg="addSp modSp add">
        <pc:chgData name="Toby Donaldson" userId="2e6e5431-bb17-4c41-9985-d39c50d83c73" providerId="ADAL" clId="{7F9681A8-EEE2-56F4-9B39-ECCBEE0471AC}" dt="2026-01-25T23:48:36.849" v="25213"/>
        <pc:sldMkLst>
          <pc:docMk/>
          <pc:sldMk cId="1477188525" sldId="324"/>
        </pc:sldMkLst>
        <pc:spChg chg="add mod">
          <ac:chgData name="Toby Donaldson" userId="2e6e5431-bb17-4c41-9985-d39c50d83c73" providerId="ADAL" clId="{7F9681A8-EEE2-56F4-9B39-ECCBEE0471AC}" dt="2026-01-25T23:48:36.849" v="25213"/>
          <ac:spMkLst>
            <pc:docMk/>
            <pc:sldMk cId="1477188525" sldId="324"/>
            <ac:spMk id="3" creationId="{DBABF2F2-175B-9881-B4F9-619836A2D324}"/>
          </ac:spMkLst>
        </pc:spChg>
        <pc:cxnChg chg="add mod">
          <ac:chgData name="Toby Donaldson" userId="2e6e5431-bb17-4c41-9985-d39c50d83c73" providerId="ADAL" clId="{7F9681A8-EEE2-56F4-9B39-ECCBEE0471AC}" dt="2026-01-25T23:48:36.849" v="25213"/>
          <ac:cxnSpMkLst>
            <pc:docMk/>
            <pc:sldMk cId="1477188525" sldId="324"/>
            <ac:cxnSpMk id="33" creationId="{39DAE169-6499-303F-0C51-C8291C591044}"/>
          </ac:cxnSpMkLst>
        </pc:cxnChg>
      </pc:sldChg>
      <pc:sldChg chg="addSp delSp modSp add mod">
        <pc:chgData name="Toby Donaldson" userId="2e6e5431-bb17-4c41-9985-d39c50d83c73" providerId="ADAL" clId="{7F9681A8-EEE2-56F4-9B39-ECCBEE0471AC}" dt="2026-01-25T23:50:24.017" v="25222"/>
        <pc:sldMkLst>
          <pc:docMk/>
          <pc:sldMk cId="3709081245" sldId="325"/>
        </pc:sldMkLst>
        <pc:spChg chg="del">
          <ac:chgData name="Toby Donaldson" userId="2e6e5431-bb17-4c41-9985-d39c50d83c73" providerId="ADAL" clId="{7F9681A8-EEE2-56F4-9B39-ECCBEE0471AC}" dt="2026-01-25T23:49:10.533" v="25217" actId="21"/>
          <ac:spMkLst>
            <pc:docMk/>
            <pc:sldMk cId="3709081245" sldId="325"/>
            <ac:spMk id="3" creationId="{E7A25ECA-C5CD-8013-EE4E-EAFB951E130F}"/>
          </ac:spMkLst>
        </pc:spChg>
        <pc:spChg chg="del">
          <ac:chgData name="Toby Donaldson" userId="2e6e5431-bb17-4c41-9985-d39c50d83c73" providerId="ADAL" clId="{7F9681A8-EEE2-56F4-9B39-ECCBEE0471AC}" dt="2026-01-25T23:49:07.843" v="25216" actId="21"/>
          <ac:spMkLst>
            <pc:docMk/>
            <pc:sldMk cId="3709081245" sldId="325"/>
            <ac:spMk id="4" creationId="{2CE13573-C575-5559-1D94-CF8B986976D7}"/>
          </ac:spMkLst>
        </pc:spChg>
        <pc:spChg chg="mod">
          <ac:chgData name="Toby Donaldson" userId="2e6e5431-bb17-4c41-9985-d39c50d83c73" providerId="ADAL" clId="{7F9681A8-EEE2-56F4-9B39-ECCBEE0471AC}" dt="2026-01-25T23:49:36.533" v="25220"/>
          <ac:spMkLst>
            <pc:docMk/>
            <pc:sldMk cId="3709081245" sldId="325"/>
            <ac:spMk id="5" creationId="{DA389169-A6B6-3078-42FE-6BE291B575CF}"/>
          </ac:spMkLst>
        </pc:spChg>
        <pc:spChg chg="del">
          <ac:chgData name="Toby Donaldson" userId="2e6e5431-bb17-4c41-9985-d39c50d83c73" providerId="ADAL" clId="{7F9681A8-EEE2-56F4-9B39-ECCBEE0471AC}" dt="2026-01-25T23:49:07.843" v="25216" actId="21"/>
          <ac:spMkLst>
            <pc:docMk/>
            <pc:sldMk cId="3709081245" sldId="325"/>
            <ac:spMk id="6" creationId="{E0B695E3-393B-BDEC-72F7-BC4EBC182B0B}"/>
          </ac:spMkLst>
        </pc:spChg>
        <pc:spChg chg="del">
          <ac:chgData name="Toby Donaldson" userId="2e6e5431-bb17-4c41-9985-d39c50d83c73" providerId="ADAL" clId="{7F9681A8-EEE2-56F4-9B39-ECCBEE0471AC}" dt="2026-01-25T23:49:07.843" v="25216" actId="21"/>
          <ac:spMkLst>
            <pc:docMk/>
            <pc:sldMk cId="3709081245" sldId="325"/>
            <ac:spMk id="7" creationId="{9D9B7A8D-7005-B0AF-D869-1FA371618689}"/>
          </ac:spMkLst>
        </pc:spChg>
        <pc:spChg chg="add mod">
          <ac:chgData name="Toby Donaldson" userId="2e6e5431-bb17-4c41-9985-d39c50d83c73" providerId="ADAL" clId="{7F9681A8-EEE2-56F4-9B39-ECCBEE0471AC}" dt="2026-01-25T23:49:54.699" v="25221"/>
          <ac:spMkLst>
            <pc:docMk/>
            <pc:sldMk cId="3709081245" sldId="325"/>
            <ac:spMk id="66" creationId="{795F17AD-3615-AC96-5AEE-557E1BB3552F}"/>
          </ac:spMkLst>
        </pc:spChg>
        <pc:spChg chg="del">
          <ac:chgData name="Toby Donaldson" userId="2e6e5431-bb17-4c41-9985-d39c50d83c73" providerId="ADAL" clId="{7F9681A8-EEE2-56F4-9B39-ECCBEE0471AC}" dt="2026-01-25T23:49:17.322" v="25218" actId="21"/>
          <ac:spMkLst>
            <pc:docMk/>
            <pc:sldMk cId="3709081245" sldId="325"/>
            <ac:spMk id="69" creationId="{45346D38-CBAC-23BB-A2CB-C1FB4B90CF97}"/>
          </ac:spMkLst>
        </pc:spChg>
        <pc:spChg chg="mod">
          <ac:chgData name="Toby Donaldson" userId="2e6e5431-bb17-4c41-9985-d39c50d83c73" providerId="ADAL" clId="{7F9681A8-EEE2-56F4-9B39-ECCBEE0471AC}" dt="2026-01-25T23:49:54.699" v="25221"/>
          <ac:spMkLst>
            <pc:docMk/>
            <pc:sldMk cId="3709081245" sldId="325"/>
            <ac:spMk id="72" creationId="{268F6C65-D07B-D6BD-F048-3A63C452C658}"/>
          </ac:spMkLst>
        </pc:spChg>
        <pc:spChg chg="mod">
          <ac:chgData name="Toby Donaldson" userId="2e6e5431-bb17-4c41-9985-d39c50d83c73" providerId="ADAL" clId="{7F9681A8-EEE2-56F4-9B39-ECCBEE0471AC}" dt="2026-01-25T23:49:54.699" v="25221"/>
          <ac:spMkLst>
            <pc:docMk/>
            <pc:sldMk cId="3709081245" sldId="325"/>
            <ac:spMk id="73" creationId="{7CD70563-7B52-6903-519D-E5CEF1CA6C05}"/>
          </ac:spMkLst>
        </pc:spChg>
        <pc:spChg chg="mod">
          <ac:chgData name="Toby Donaldson" userId="2e6e5431-bb17-4c41-9985-d39c50d83c73" providerId="ADAL" clId="{7F9681A8-EEE2-56F4-9B39-ECCBEE0471AC}" dt="2026-01-25T23:49:54.699" v="25221"/>
          <ac:spMkLst>
            <pc:docMk/>
            <pc:sldMk cId="3709081245" sldId="325"/>
            <ac:spMk id="76" creationId="{E34526CD-6294-74EC-01EF-4F68427E9EBA}"/>
          </ac:spMkLst>
        </pc:spChg>
        <pc:spChg chg="mod">
          <ac:chgData name="Toby Donaldson" userId="2e6e5431-bb17-4c41-9985-d39c50d83c73" providerId="ADAL" clId="{7F9681A8-EEE2-56F4-9B39-ECCBEE0471AC}" dt="2026-01-25T23:49:54.699" v="25221"/>
          <ac:spMkLst>
            <pc:docMk/>
            <pc:sldMk cId="3709081245" sldId="325"/>
            <ac:spMk id="80" creationId="{89344AE9-AE5C-02D9-9A87-D081EBCC5543}"/>
          </ac:spMkLst>
        </pc:spChg>
        <pc:spChg chg="mod">
          <ac:chgData name="Toby Donaldson" userId="2e6e5431-bb17-4c41-9985-d39c50d83c73" providerId="ADAL" clId="{7F9681A8-EEE2-56F4-9B39-ECCBEE0471AC}" dt="2026-01-25T23:49:54.699" v="25221"/>
          <ac:spMkLst>
            <pc:docMk/>
            <pc:sldMk cId="3709081245" sldId="325"/>
            <ac:spMk id="84" creationId="{1F20E339-6334-ECE8-0B8E-5962C46AA511}"/>
          </ac:spMkLst>
        </pc:spChg>
        <pc:spChg chg="mod">
          <ac:chgData name="Toby Donaldson" userId="2e6e5431-bb17-4c41-9985-d39c50d83c73" providerId="ADAL" clId="{7F9681A8-EEE2-56F4-9B39-ECCBEE0471AC}" dt="2026-01-25T23:49:54.699" v="25221"/>
          <ac:spMkLst>
            <pc:docMk/>
            <pc:sldMk cId="3709081245" sldId="325"/>
            <ac:spMk id="86" creationId="{85B40B6F-5D3B-F0F2-332A-3B52F467B5B8}"/>
          </ac:spMkLst>
        </pc:spChg>
        <pc:spChg chg="mod">
          <ac:chgData name="Toby Donaldson" userId="2e6e5431-bb17-4c41-9985-d39c50d83c73" providerId="ADAL" clId="{7F9681A8-EEE2-56F4-9B39-ECCBEE0471AC}" dt="2026-01-25T23:49:54.699" v="25221"/>
          <ac:spMkLst>
            <pc:docMk/>
            <pc:sldMk cId="3709081245" sldId="325"/>
            <ac:spMk id="90" creationId="{7CB6937F-DE67-BEA8-8F65-86DC1EDE04CC}"/>
          </ac:spMkLst>
        </pc:spChg>
        <pc:spChg chg="mod">
          <ac:chgData name="Toby Donaldson" userId="2e6e5431-bb17-4c41-9985-d39c50d83c73" providerId="ADAL" clId="{7F9681A8-EEE2-56F4-9B39-ECCBEE0471AC}" dt="2026-01-25T23:49:54.699" v="25221"/>
          <ac:spMkLst>
            <pc:docMk/>
            <pc:sldMk cId="3709081245" sldId="325"/>
            <ac:spMk id="94" creationId="{5837EF94-2B73-8BC4-351D-17AEF0B90F65}"/>
          </ac:spMkLst>
        </pc:spChg>
        <pc:spChg chg="add mod">
          <ac:chgData name="Toby Donaldson" userId="2e6e5431-bb17-4c41-9985-d39c50d83c73" providerId="ADAL" clId="{7F9681A8-EEE2-56F4-9B39-ECCBEE0471AC}" dt="2026-01-25T23:49:54.699" v="25221"/>
          <ac:spMkLst>
            <pc:docMk/>
            <pc:sldMk cId="3709081245" sldId="325"/>
            <ac:spMk id="98" creationId="{ED11D616-E02B-1334-6F95-E0F58F95552B}"/>
          </ac:spMkLst>
        </pc:spChg>
        <pc:spChg chg="add mod">
          <ac:chgData name="Toby Donaldson" userId="2e6e5431-bb17-4c41-9985-d39c50d83c73" providerId="ADAL" clId="{7F9681A8-EEE2-56F4-9B39-ECCBEE0471AC}" dt="2026-01-25T23:50:24.017" v="25222"/>
          <ac:spMkLst>
            <pc:docMk/>
            <pc:sldMk cId="3709081245" sldId="325"/>
            <ac:spMk id="99" creationId="{7669F3E7-8F90-BAF5-746A-F167B6EDBB8C}"/>
          </ac:spMkLst>
        </pc:spChg>
        <pc:cxnChg chg="del">
          <ac:chgData name="Toby Donaldson" userId="2e6e5431-bb17-4c41-9985-d39c50d83c73" providerId="ADAL" clId="{7F9681A8-EEE2-56F4-9B39-ECCBEE0471AC}" dt="2026-01-25T23:49:10.533" v="25217" actId="21"/>
          <ac:cxnSpMkLst>
            <pc:docMk/>
            <pc:sldMk cId="3709081245" sldId="325"/>
            <ac:cxnSpMk id="33" creationId="{B3F5CA3B-E0B6-69C1-9C50-18E280D2FB22}"/>
          </ac:cxnSpMkLst>
        </pc:cxnChg>
      </pc:sldChg>
      <pc:sldChg chg="addSp delSp modSp add mod">
        <pc:chgData name="Toby Donaldson" userId="2e6e5431-bb17-4c41-9985-d39c50d83c73" providerId="ADAL" clId="{7F9681A8-EEE2-56F4-9B39-ECCBEE0471AC}" dt="2026-01-25T23:53:22.027" v="25240" actId="20577"/>
        <pc:sldMkLst>
          <pc:docMk/>
          <pc:sldMk cId="1242246029" sldId="326"/>
        </pc:sldMkLst>
        <pc:spChg chg="add mod">
          <ac:chgData name="Toby Donaldson" userId="2e6e5431-bb17-4c41-9985-d39c50d83c73" providerId="ADAL" clId="{7F9681A8-EEE2-56F4-9B39-ECCBEE0471AC}" dt="2026-01-25T23:52:41.279" v="25231"/>
          <ac:spMkLst>
            <pc:docMk/>
            <pc:sldMk cId="1242246029" sldId="326"/>
            <ac:spMk id="3" creationId="{820B2024-2CA5-E83E-739B-79050B0EBD8B}"/>
          </ac:spMkLst>
        </pc:spChg>
        <pc:spChg chg="add mod">
          <ac:chgData name="Toby Donaldson" userId="2e6e5431-bb17-4c41-9985-d39c50d83c73" providerId="ADAL" clId="{7F9681A8-EEE2-56F4-9B39-ECCBEE0471AC}" dt="2026-01-25T23:53:22.027" v="25240" actId="20577"/>
          <ac:spMkLst>
            <pc:docMk/>
            <pc:sldMk cId="1242246029" sldId="326"/>
            <ac:spMk id="4" creationId="{55E6E009-C3F2-168D-B7B4-3458B6D0A439}"/>
          </ac:spMkLst>
        </pc:spChg>
        <pc:spChg chg="mod">
          <ac:chgData name="Toby Donaldson" userId="2e6e5431-bb17-4c41-9985-d39c50d83c73" providerId="ADAL" clId="{7F9681A8-EEE2-56F4-9B39-ECCBEE0471AC}" dt="2026-01-25T23:52:24.488" v="25229"/>
          <ac:spMkLst>
            <pc:docMk/>
            <pc:sldMk cId="1242246029" sldId="326"/>
            <ac:spMk id="5" creationId="{CEDC2531-43B7-743E-17A6-CBE68EA5E1D8}"/>
          </ac:spMkLst>
        </pc:spChg>
        <pc:spChg chg="mod">
          <ac:chgData name="Toby Donaldson" userId="2e6e5431-bb17-4c41-9985-d39c50d83c73" providerId="ADAL" clId="{7F9681A8-EEE2-56F4-9B39-ECCBEE0471AC}" dt="2026-01-25T23:53:06.423" v="25233"/>
          <ac:spMkLst>
            <pc:docMk/>
            <pc:sldMk cId="1242246029" sldId="326"/>
            <ac:spMk id="7" creationId="{7664CD36-AA58-E51B-295F-630E9D248B21}"/>
          </ac:spMkLst>
        </pc:spChg>
        <pc:spChg chg="del">
          <ac:chgData name="Toby Donaldson" userId="2e6e5431-bb17-4c41-9985-d39c50d83c73" providerId="ADAL" clId="{7F9681A8-EEE2-56F4-9B39-ECCBEE0471AC}" dt="2026-01-25T23:51:20.779" v="25227" actId="21"/>
          <ac:spMkLst>
            <pc:docMk/>
            <pc:sldMk cId="1242246029" sldId="326"/>
            <ac:spMk id="66" creationId="{9CC1B23B-5E33-5528-E50D-E8CBB6DFE9CB}"/>
          </ac:spMkLst>
        </pc:spChg>
        <pc:spChg chg="del">
          <ac:chgData name="Toby Donaldson" userId="2e6e5431-bb17-4c41-9985-d39c50d83c73" providerId="ADAL" clId="{7F9681A8-EEE2-56F4-9B39-ECCBEE0471AC}" dt="2026-01-25T23:50:58.106" v="25225" actId="21"/>
          <ac:spMkLst>
            <pc:docMk/>
            <pc:sldMk cId="1242246029" sldId="326"/>
            <ac:spMk id="67" creationId="{42E32F02-453E-A7CA-62A4-D50D751EA40B}"/>
          </ac:spMkLst>
        </pc:spChg>
        <pc:spChg chg="del">
          <ac:chgData name="Toby Donaldson" userId="2e6e5431-bb17-4c41-9985-d39c50d83c73" providerId="ADAL" clId="{7F9681A8-EEE2-56F4-9B39-ECCBEE0471AC}" dt="2026-01-25T23:50:58.106" v="25225" actId="21"/>
          <ac:spMkLst>
            <pc:docMk/>
            <pc:sldMk cId="1242246029" sldId="326"/>
            <ac:spMk id="68" creationId="{B095992C-CAF9-0E0D-8561-CB64F5C66D4D}"/>
          </ac:spMkLst>
        </pc:spChg>
        <pc:spChg chg="mod">
          <ac:chgData name="Toby Donaldson" userId="2e6e5431-bb17-4c41-9985-d39c50d83c73" providerId="ADAL" clId="{7F9681A8-EEE2-56F4-9B39-ECCBEE0471AC}" dt="2026-01-25T23:53:06.423" v="25233"/>
          <ac:spMkLst>
            <pc:docMk/>
            <pc:sldMk cId="1242246029" sldId="326"/>
            <ac:spMk id="69" creationId="{B2892AAB-DF27-1A9F-6160-B8771051BF1A}"/>
          </ac:spMkLst>
        </pc:spChg>
        <pc:spChg chg="del mod">
          <ac:chgData name="Toby Donaldson" userId="2e6e5431-bb17-4c41-9985-d39c50d83c73" providerId="ADAL" clId="{7F9681A8-EEE2-56F4-9B39-ECCBEE0471AC}" dt="2026-01-25T23:52:56.720" v="25232" actId="21"/>
          <ac:spMkLst>
            <pc:docMk/>
            <pc:sldMk cId="1242246029" sldId="326"/>
            <ac:spMk id="95" creationId="{F7A5820E-91E3-B0C6-76F3-25EFFB23C210}"/>
          </ac:spMkLst>
        </pc:spChg>
        <pc:spChg chg="del mod">
          <ac:chgData name="Toby Donaldson" userId="2e6e5431-bb17-4c41-9985-d39c50d83c73" providerId="ADAL" clId="{7F9681A8-EEE2-56F4-9B39-ECCBEE0471AC}" dt="2026-01-25T23:52:56.720" v="25232" actId="21"/>
          <ac:spMkLst>
            <pc:docMk/>
            <pc:sldMk cId="1242246029" sldId="326"/>
            <ac:spMk id="97" creationId="{86EBE9C6-16E8-C78C-25DF-6B97800F89D2}"/>
          </ac:spMkLst>
        </pc:spChg>
        <pc:spChg chg="del mod">
          <ac:chgData name="Toby Donaldson" userId="2e6e5431-bb17-4c41-9985-d39c50d83c73" providerId="ADAL" clId="{7F9681A8-EEE2-56F4-9B39-ECCBEE0471AC}" dt="2026-01-25T23:52:56.720" v="25232" actId="21"/>
          <ac:spMkLst>
            <pc:docMk/>
            <pc:sldMk cId="1242246029" sldId="326"/>
            <ac:spMk id="98" creationId="{A9E3DFE6-03C5-2029-3101-5BACE93F82DB}"/>
          </ac:spMkLst>
        </pc:spChg>
        <pc:spChg chg="del">
          <ac:chgData name="Toby Donaldson" userId="2e6e5431-bb17-4c41-9985-d39c50d83c73" providerId="ADAL" clId="{7F9681A8-EEE2-56F4-9B39-ECCBEE0471AC}" dt="2026-01-25T23:52:32.352" v="25230" actId="21"/>
          <ac:spMkLst>
            <pc:docMk/>
            <pc:sldMk cId="1242246029" sldId="326"/>
            <ac:spMk id="99" creationId="{1782A827-FE33-B31C-C0BC-34319DA4620F}"/>
          </ac:spMkLst>
        </pc:spChg>
        <pc:spChg chg="mod">
          <ac:chgData name="Toby Donaldson" userId="2e6e5431-bb17-4c41-9985-d39c50d83c73" providerId="ADAL" clId="{7F9681A8-EEE2-56F4-9B39-ECCBEE0471AC}" dt="2026-01-25T23:53:06.423" v="25233"/>
          <ac:spMkLst>
            <pc:docMk/>
            <pc:sldMk cId="1242246029" sldId="326"/>
            <ac:spMk id="101" creationId="{8726D53E-0E02-9EFD-43F0-D6862D6922FC}"/>
          </ac:spMkLst>
        </pc:spChg>
        <pc:spChg chg="mod">
          <ac:chgData name="Toby Donaldson" userId="2e6e5431-bb17-4c41-9985-d39c50d83c73" providerId="ADAL" clId="{7F9681A8-EEE2-56F4-9B39-ECCBEE0471AC}" dt="2026-01-25T23:53:06.423" v="25233"/>
          <ac:spMkLst>
            <pc:docMk/>
            <pc:sldMk cId="1242246029" sldId="326"/>
            <ac:spMk id="105" creationId="{8395A7FF-CD01-9ACF-E529-7B6503DE6B0D}"/>
          </ac:spMkLst>
        </pc:spChg>
        <pc:spChg chg="mod">
          <ac:chgData name="Toby Donaldson" userId="2e6e5431-bb17-4c41-9985-d39c50d83c73" providerId="ADAL" clId="{7F9681A8-EEE2-56F4-9B39-ECCBEE0471AC}" dt="2026-01-25T23:53:06.423" v="25233"/>
          <ac:spMkLst>
            <pc:docMk/>
            <pc:sldMk cId="1242246029" sldId="326"/>
            <ac:spMk id="111" creationId="{4271E351-270C-8268-3DBD-924E67284FD6}"/>
          </ac:spMkLst>
        </pc:spChg>
        <pc:spChg chg="mod">
          <ac:chgData name="Toby Donaldson" userId="2e6e5431-bb17-4c41-9985-d39c50d83c73" providerId="ADAL" clId="{7F9681A8-EEE2-56F4-9B39-ECCBEE0471AC}" dt="2026-01-25T23:53:06.423" v="25233"/>
          <ac:spMkLst>
            <pc:docMk/>
            <pc:sldMk cId="1242246029" sldId="326"/>
            <ac:spMk id="114" creationId="{97D6D75E-8D0F-1DCF-42F2-B9BEC201A40C}"/>
          </ac:spMkLst>
        </pc:spChg>
        <pc:spChg chg="mod">
          <ac:chgData name="Toby Donaldson" userId="2e6e5431-bb17-4c41-9985-d39c50d83c73" providerId="ADAL" clId="{7F9681A8-EEE2-56F4-9B39-ECCBEE0471AC}" dt="2026-01-25T23:53:06.423" v="25233"/>
          <ac:spMkLst>
            <pc:docMk/>
            <pc:sldMk cId="1242246029" sldId="326"/>
            <ac:spMk id="115" creationId="{14C08DD5-3F38-6823-9E14-A1F012A41B3B}"/>
          </ac:spMkLst>
        </pc:spChg>
        <pc:spChg chg="mod">
          <ac:chgData name="Toby Donaldson" userId="2e6e5431-bb17-4c41-9985-d39c50d83c73" providerId="ADAL" clId="{7F9681A8-EEE2-56F4-9B39-ECCBEE0471AC}" dt="2026-01-25T23:53:06.423" v="25233"/>
          <ac:spMkLst>
            <pc:docMk/>
            <pc:sldMk cId="1242246029" sldId="326"/>
            <ac:spMk id="118" creationId="{C82B2A48-A67A-0480-4ACF-ED89BE6AA08A}"/>
          </ac:spMkLst>
        </pc:spChg>
        <pc:spChg chg="mod">
          <ac:chgData name="Toby Donaldson" userId="2e6e5431-bb17-4c41-9985-d39c50d83c73" providerId="ADAL" clId="{7F9681A8-EEE2-56F4-9B39-ECCBEE0471AC}" dt="2026-01-25T23:53:06.423" v="25233"/>
          <ac:spMkLst>
            <pc:docMk/>
            <pc:sldMk cId="1242246029" sldId="326"/>
            <ac:spMk id="119" creationId="{ABBC0C06-B1FC-5F63-351E-BFD399664813}"/>
          </ac:spMkLst>
        </pc:spChg>
        <pc:spChg chg="add mod">
          <ac:chgData name="Toby Donaldson" userId="2e6e5431-bb17-4c41-9985-d39c50d83c73" providerId="ADAL" clId="{7F9681A8-EEE2-56F4-9B39-ECCBEE0471AC}" dt="2026-01-25T23:53:06.423" v="25233"/>
          <ac:spMkLst>
            <pc:docMk/>
            <pc:sldMk cId="1242246029" sldId="326"/>
            <ac:spMk id="123" creationId="{4CE0DDF7-4672-8671-BF07-4092BD70296A}"/>
          </ac:spMkLst>
        </pc:spChg>
        <pc:grpChg chg="del mod">
          <ac:chgData name="Toby Donaldson" userId="2e6e5431-bb17-4c41-9985-d39c50d83c73" providerId="ADAL" clId="{7F9681A8-EEE2-56F4-9B39-ECCBEE0471AC}" dt="2026-01-25T23:52:56.720" v="25232" actId="21"/>
          <ac:grpSpMkLst>
            <pc:docMk/>
            <pc:sldMk cId="1242246029" sldId="326"/>
            <ac:grpSpMk id="71" creationId="{82273B3C-11C6-376F-142C-BBEF3F08BE16}"/>
          </ac:grpSpMkLst>
        </pc:grpChg>
        <pc:grpChg chg="del mod">
          <ac:chgData name="Toby Donaldson" userId="2e6e5431-bb17-4c41-9985-d39c50d83c73" providerId="ADAL" clId="{7F9681A8-EEE2-56F4-9B39-ECCBEE0471AC}" dt="2026-01-25T23:52:56.720" v="25232" actId="21"/>
          <ac:grpSpMkLst>
            <pc:docMk/>
            <pc:sldMk cId="1242246029" sldId="326"/>
            <ac:grpSpMk id="75" creationId="{13348C1B-0FD8-5B31-5DD9-C15C0E41314B}"/>
          </ac:grpSpMkLst>
        </pc:grpChg>
        <pc:grpChg chg="del mod">
          <ac:chgData name="Toby Donaldson" userId="2e6e5431-bb17-4c41-9985-d39c50d83c73" providerId="ADAL" clId="{7F9681A8-EEE2-56F4-9B39-ECCBEE0471AC}" dt="2026-01-25T23:52:56.720" v="25232" actId="21"/>
          <ac:grpSpMkLst>
            <pc:docMk/>
            <pc:sldMk cId="1242246029" sldId="326"/>
            <ac:grpSpMk id="79" creationId="{841242FB-D5B8-B784-EC1E-A824C40884B8}"/>
          </ac:grpSpMkLst>
        </pc:grpChg>
        <pc:grpChg chg="del mod">
          <ac:chgData name="Toby Donaldson" userId="2e6e5431-bb17-4c41-9985-d39c50d83c73" providerId="ADAL" clId="{7F9681A8-EEE2-56F4-9B39-ECCBEE0471AC}" dt="2026-01-25T23:52:56.720" v="25232" actId="21"/>
          <ac:grpSpMkLst>
            <pc:docMk/>
            <pc:sldMk cId="1242246029" sldId="326"/>
            <ac:grpSpMk id="83" creationId="{37B5B3A4-8807-E853-A450-CDF07A99F3B7}"/>
          </ac:grpSpMkLst>
        </pc:grpChg>
        <pc:grpChg chg="del mod">
          <ac:chgData name="Toby Donaldson" userId="2e6e5431-bb17-4c41-9985-d39c50d83c73" providerId="ADAL" clId="{7F9681A8-EEE2-56F4-9B39-ECCBEE0471AC}" dt="2026-01-25T23:52:56.720" v="25232" actId="21"/>
          <ac:grpSpMkLst>
            <pc:docMk/>
            <pc:sldMk cId="1242246029" sldId="326"/>
            <ac:grpSpMk id="87" creationId="{E59619EE-3A40-A698-787B-A28E94203B5D}"/>
          </ac:grpSpMkLst>
        </pc:grpChg>
        <pc:grpChg chg="del mod">
          <ac:chgData name="Toby Donaldson" userId="2e6e5431-bb17-4c41-9985-d39c50d83c73" providerId="ADAL" clId="{7F9681A8-EEE2-56F4-9B39-ECCBEE0471AC}" dt="2026-01-25T23:52:56.720" v="25232" actId="21"/>
          <ac:grpSpMkLst>
            <pc:docMk/>
            <pc:sldMk cId="1242246029" sldId="326"/>
            <ac:grpSpMk id="91" creationId="{3A7F0F62-9CDE-CC98-3DD0-1735D1AA7C4C}"/>
          </ac:grpSpMkLst>
        </pc:grpChg>
        <pc:cxnChg chg="del mod">
          <ac:chgData name="Toby Donaldson" userId="2e6e5431-bb17-4c41-9985-d39c50d83c73" providerId="ADAL" clId="{7F9681A8-EEE2-56F4-9B39-ECCBEE0471AC}" dt="2026-01-25T23:50:58.106" v="25225" actId="21"/>
          <ac:cxnSpMkLst>
            <pc:docMk/>
            <pc:sldMk cId="1242246029" sldId="326"/>
            <ac:cxnSpMk id="70" creationId="{8AC439B0-9B42-3078-972D-BC7F2CD34B30}"/>
          </ac:cxnSpMkLst>
        </pc:cxnChg>
        <pc:cxnChg chg="del mod">
          <ac:chgData name="Toby Donaldson" userId="2e6e5431-bb17-4c41-9985-d39c50d83c73" providerId="ADAL" clId="{7F9681A8-EEE2-56F4-9B39-ECCBEE0471AC}" dt="2026-01-25T23:52:56.720" v="25232" actId="21"/>
          <ac:cxnSpMkLst>
            <pc:docMk/>
            <pc:sldMk cId="1242246029" sldId="326"/>
            <ac:cxnSpMk id="96" creationId="{6FFAF8C5-95DB-006E-4C46-EDB43EBFBF58}"/>
          </ac:cxnSpMkLst>
        </pc:cxnChg>
      </pc:sldChg>
      <pc:sldChg chg="addSp delSp modSp add mod">
        <pc:chgData name="Toby Donaldson" userId="2e6e5431-bb17-4c41-9985-d39c50d83c73" providerId="ADAL" clId="{7F9681A8-EEE2-56F4-9B39-ECCBEE0471AC}" dt="2026-01-25T23:54:18.012" v="25245" actId="21"/>
        <pc:sldMkLst>
          <pc:docMk/>
          <pc:sldMk cId="2765288981" sldId="327"/>
        </pc:sldMkLst>
        <pc:spChg chg="del">
          <ac:chgData name="Toby Donaldson" userId="2e6e5431-bb17-4c41-9985-d39c50d83c73" providerId="ADAL" clId="{7F9681A8-EEE2-56F4-9B39-ECCBEE0471AC}" dt="2026-01-25T23:54:18.012" v="25245" actId="21"/>
          <ac:spMkLst>
            <pc:docMk/>
            <pc:sldMk cId="2765288981" sldId="327"/>
            <ac:spMk id="3" creationId="{8B17A2BB-F78E-B563-5E07-C8EA9E5E5B11}"/>
          </ac:spMkLst>
        </pc:spChg>
        <pc:spChg chg="del">
          <ac:chgData name="Toby Donaldson" userId="2e6e5431-bb17-4c41-9985-d39c50d83c73" providerId="ADAL" clId="{7F9681A8-EEE2-56F4-9B39-ECCBEE0471AC}" dt="2026-01-25T23:53:52.841" v="25243" actId="21"/>
          <ac:spMkLst>
            <pc:docMk/>
            <pc:sldMk cId="2765288981" sldId="327"/>
            <ac:spMk id="4" creationId="{78ADC961-9669-DD83-E8DC-59D61739722B}"/>
          </ac:spMkLst>
        </pc:spChg>
        <pc:spChg chg="add mod">
          <ac:chgData name="Toby Donaldson" userId="2e6e5431-bb17-4c41-9985-d39c50d83c73" providerId="ADAL" clId="{7F9681A8-EEE2-56F4-9B39-ECCBEE0471AC}" dt="2026-01-25T23:54:07.577" v="25244"/>
          <ac:spMkLst>
            <pc:docMk/>
            <pc:sldMk cId="2765288981" sldId="327"/>
            <ac:spMk id="66" creationId="{B1062D62-9635-1DF9-37B6-E6A70A912AF0}"/>
          </ac:spMkLst>
        </pc:spChg>
        <pc:spChg chg="add mod">
          <ac:chgData name="Toby Donaldson" userId="2e6e5431-bb17-4c41-9985-d39c50d83c73" providerId="ADAL" clId="{7F9681A8-EEE2-56F4-9B39-ECCBEE0471AC}" dt="2026-01-25T23:54:07.577" v="25244"/>
          <ac:spMkLst>
            <pc:docMk/>
            <pc:sldMk cId="2765288981" sldId="327"/>
            <ac:spMk id="67" creationId="{69D80D36-AA8D-7F02-5BF3-90A9DE592415}"/>
          </ac:spMkLst>
        </pc:spChg>
        <pc:cxnChg chg="add mod">
          <ac:chgData name="Toby Donaldson" userId="2e6e5431-bb17-4c41-9985-d39c50d83c73" providerId="ADAL" clId="{7F9681A8-EEE2-56F4-9B39-ECCBEE0471AC}" dt="2026-01-25T23:54:07.577" v="25244"/>
          <ac:cxnSpMkLst>
            <pc:docMk/>
            <pc:sldMk cId="2765288981" sldId="327"/>
            <ac:cxnSpMk id="68" creationId="{E85EC3B6-7B79-0E47-BF9D-0B7DDEC8DD4F}"/>
          </ac:cxnSpMkLst>
        </pc:cxnChg>
      </pc:sldChg>
      <pc:sldChg chg="addSp delSp modSp add mod">
        <pc:chgData name="Toby Donaldson" userId="2e6e5431-bb17-4c41-9985-d39c50d83c73" providerId="ADAL" clId="{7F9681A8-EEE2-56F4-9B39-ECCBEE0471AC}" dt="2026-01-25T23:58:02.523" v="25266" actId="14100"/>
        <pc:sldMkLst>
          <pc:docMk/>
          <pc:sldMk cId="3813021799" sldId="328"/>
        </pc:sldMkLst>
        <pc:spChg chg="add mod">
          <ac:chgData name="Toby Donaldson" userId="2e6e5431-bb17-4c41-9985-d39c50d83c73" providerId="ADAL" clId="{7F9681A8-EEE2-56F4-9B39-ECCBEE0471AC}" dt="2026-01-25T23:55:30.523" v="25251" actId="20577"/>
          <ac:spMkLst>
            <pc:docMk/>
            <pc:sldMk cId="3813021799" sldId="328"/>
            <ac:spMk id="3" creationId="{6475AC7B-D9D1-3F73-8CFF-F1AD4876D86E}"/>
          </ac:spMkLst>
        </pc:spChg>
        <pc:spChg chg="add mod">
          <ac:chgData name="Toby Donaldson" userId="2e6e5431-bb17-4c41-9985-d39c50d83c73" providerId="ADAL" clId="{7F9681A8-EEE2-56F4-9B39-ECCBEE0471AC}" dt="2026-01-25T23:55:09.257" v="25250"/>
          <ac:spMkLst>
            <pc:docMk/>
            <pc:sldMk cId="3813021799" sldId="328"/>
            <ac:spMk id="4" creationId="{F9C7DC54-971D-33A3-6ADB-47CB8142BB8D}"/>
          </ac:spMkLst>
        </pc:spChg>
        <pc:spChg chg="del">
          <ac:chgData name="Toby Donaldson" userId="2e6e5431-bb17-4c41-9985-d39c50d83c73" providerId="ADAL" clId="{7F9681A8-EEE2-56F4-9B39-ECCBEE0471AC}" dt="2026-01-25T23:55:02.785" v="25249" actId="21"/>
          <ac:spMkLst>
            <pc:docMk/>
            <pc:sldMk cId="3813021799" sldId="328"/>
            <ac:spMk id="66" creationId="{38BB91DB-7C88-B7E0-B9E6-F8515E6FDB84}"/>
          </ac:spMkLst>
        </pc:spChg>
        <pc:spChg chg="del">
          <ac:chgData name="Toby Donaldson" userId="2e6e5431-bb17-4c41-9985-d39c50d83c73" providerId="ADAL" clId="{7F9681A8-EEE2-56F4-9B39-ECCBEE0471AC}" dt="2026-01-25T23:55:00.857" v="25248" actId="21"/>
          <ac:spMkLst>
            <pc:docMk/>
            <pc:sldMk cId="3813021799" sldId="328"/>
            <ac:spMk id="67" creationId="{81B43F73-DFC4-F114-B6ED-3FFCE901B09A}"/>
          </ac:spMkLst>
        </pc:spChg>
        <pc:spChg chg="add mod">
          <ac:chgData name="Toby Donaldson" userId="2e6e5431-bb17-4c41-9985-d39c50d83c73" providerId="ADAL" clId="{7F9681A8-EEE2-56F4-9B39-ECCBEE0471AC}" dt="2026-01-25T23:56:33.264" v="25257" actId="1076"/>
          <ac:spMkLst>
            <pc:docMk/>
            <pc:sldMk cId="3813021799" sldId="328"/>
            <ac:spMk id="70" creationId="{760C970C-4500-A659-CC34-116575864877}"/>
          </ac:spMkLst>
        </pc:spChg>
        <pc:spChg chg="add mod">
          <ac:chgData name="Toby Donaldson" userId="2e6e5431-bb17-4c41-9985-d39c50d83c73" providerId="ADAL" clId="{7F9681A8-EEE2-56F4-9B39-ECCBEE0471AC}" dt="2026-01-25T23:55:48.845" v="25252"/>
          <ac:spMkLst>
            <pc:docMk/>
            <pc:sldMk cId="3813021799" sldId="328"/>
            <ac:spMk id="71" creationId="{62EE3138-89D2-EA52-BC27-9BA324CDD042}"/>
          </ac:spMkLst>
        </pc:spChg>
        <pc:spChg chg="del">
          <ac:chgData name="Toby Donaldson" userId="2e6e5431-bb17-4c41-9985-d39c50d83c73" providerId="ADAL" clId="{7F9681A8-EEE2-56F4-9B39-ECCBEE0471AC}" dt="2026-01-25T23:56:05.144" v="25253" actId="21"/>
          <ac:spMkLst>
            <pc:docMk/>
            <pc:sldMk cId="3813021799" sldId="328"/>
            <ac:spMk id="122" creationId="{84D8F05F-2A84-F73F-AC2B-9532AC024C00}"/>
          </ac:spMkLst>
        </pc:spChg>
        <pc:spChg chg="del">
          <ac:chgData name="Toby Donaldson" userId="2e6e5431-bb17-4c41-9985-d39c50d83c73" providerId="ADAL" clId="{7F9681A8-EEE2-56F4-9B39-ECCBEE0471AC}" dt="2026-01-25T23:56:05.144" v="25253" actId="21"/>
          <ac:spMkLst>
            <pc:docMk/>
            <pc:sldMk cId="3813021799" sldId="328"/>
            <ac:spMk id="123" creationId="{2170FAFE-DAE8-F61E-845C-16445B8FC0D1}"/>
          </ac:spMkLst>
        </pc:spChg>
        <pc:cxnChg chg="del">
          <ac:chgData name="Toby Donaldson" userId="2e6e5431-bb17-4c41-9985-d39c50d83c73" providerId="ADAL" clId="{7F9681A8-EEE2-56F4-9B39-ECCBEE0471AC}" dt="2026-01-25T23:55:00.857" v="25248" actId="21"/>
          <ac:cxnSpMkLst>
            <pc:docMk/>
            <pc:sldMk cId="3813021799" sldId="328"/>
            <ac:cxnSpMk id="68" creationId="{649351D7-AA59-FD8B-F5F6-8E8234C18261}"/>
          </ac:cxnSpMkLst>
        </pc:cxnChg>
        <pc:cxnChg chg="add mod">
          <ac:chgData name="Toby Donaldson" userId="2e6e5431-bb17-4c41-9985-d39c50d83c73" providerId="ADAL" clId="{7F9681A8-EEE2-56F4-9B39-ECCBEE0471AC}" dt="2026-01-25T23:55:48.845" v="25252"/>
          <ac:cxnSpMkLst>
            <pc:docMk/>
            <pc:sldMk cId="3813021799" sldId="328"/>
            <ac:cxnSpMk id="72" creationId="{5934001F-9F94-8747-1BD0-9577EE21B354}"/>
          </ac:cxnSpMkLst>
        </pc:cxnChg>
        <pc:cxnChg chg="add mod">
          <ac:chgData name="Toby Donaldson" userId="2e6e5431-bb17-4c41-9985-d39c50d83c73" providerId="ADAL" clId="{7F9681A8-EEE2-56F4-9B39-ECCBEE0471AC}" dt="2026-01-25T23:58:02.523" v="25266" actId="14100"/>
          <ac:cxnSpMkLst>
            <pc:docMk/>
            <pc:sldMk cId="3813021799" sldId="328"/>
            <ac:cxnSpMk id="73" creationId="{3049D061-DCD3-141E-FAD8-A0BFD5F282C9}"/>
          </ac:cxnSpMkLst>
        </pc:cxnChg>
      </pc:sldChg>
      <pc:sldChg chg="add del">
        <pc:chgData name="Toby Donaldson" userId="2e6e5431-bb17-4c41-9985-d39c50d83c73" providerId="ADAL" clId="{7F9681A8-EEE2-56F4-9B39-ECCBEE0471AC}" dt="2026-01-25T23:57:51.237" v="25264" actId="2890"/>
        <pc:sldMkLst>
          <pc:docMk/>
          <pc:sldMk cId="2813197444" sldId="329"/>
        </pc:sldMkLst>
      </pc:sldChg>
      <pc:sldChg chg="addSp delSp modSp add mod">
        <pc:chgData name="Toby Donaldson" userId="2e6e5431-bb17-4c41-9985-d39c50d83c73" providerId="ADAL" clId="{7F9681A8-EEE2-56F4-9B39-ECCBEE0471AC}" dt="2026-01-26T00:01:05.192" v="25363" actId="1076"/>
        <pc:sldMkLst>
          <pc:docMk/>
          <pc:sldMk cId="2961346413" sldId="329"/>
        </pc:sldMkLst>
        <pc:spChg chg="del">
          <ac:chgData name="Toby Donaldson" userId="2e6e5431-bb17-4c41-9985-d39c50d83c73" providerId="ADAL" clId="{7F9681A8-EEE2-56F4-9B39-ECCBEE0471AC}" dt="2026-01-25T23:58:22.608" v="25269" actId="21"/>
          <ac:spMkLst>
            <pc:docMk/>
            <pc:sldMk cId="2961346413" sldId="329"/>
            <ac:spMk id="3" creationId="{C6FCF04A-8BDD-E2A5-269B-6790014A96EC}"/>
          </ac:spMkLst>
        </pc:spChg>
        <pc:spChg chg="del">
          <ac:chgData name="Toby Donaldson" userId="2e6e5431-bb17-4c41-9985-d39c50d83c73" providerId="ADAL" clId="{7F9681A8-EEE2-56F4-9B39-ECCBEE0471AC}" dt="2026-01-25T23:58:22.608" v="25269" actId="21"/>
          <ac:spMkLst>
            <pc:docMk/>
            <pc:sldMk cId="2961346413" sldId="329"/>
            <ac:spMk id="4" creationId="{6AA8B8BF-B205-F0B6-8B3B-B4483735820B}"/>
          </ac:spMkLst>
        </pc:spChg>
        <pc:spChg chg="mod">
          <ac:chgData name="Toby Donaldson" userId="2e6e5431-bb17-4c41-9985-d39c50d83c73" providerId="ADAL" clId="{7F9681A8-EEE2-56F4-9B39-ECCBEE0471AC}" dt="2026-01-25T23:58:40.342" v="25273" actId="20577"/>
          <ac:spMkLst>
            <pc:docMk/>
            <pc:sldMk cId="2961346413" sldId="329"/>
            <ac:spMk id="5" creationId="{431272CA-EA8F-ED86-CFDD-E3A731D43A0E}"/>
          </ac:spMkLst>
        </pc:spChg>
        <pc:spChg chg="add mod">
          <ac:chgData name="Toby Donaldson" userId="2e6e5431-bb17-4c41-9985-d39c50d83c73" providerId="ADAL" clId="{7F9681A8-EEE2-56F4-9B39-ECCBEE0471AC}" dt="2026-01-25T23:58:48.080" v="25274"/>
          <ac:spMkLst>
            <pc:docMk/>
            <pc:sldMk cId="2961346413" sldId="329"/>
            <ac:spMk id="66" creationId="{2AD368F3-0FA0-7A7E-9A94-BA7D6EEA4AD7}"/>
          </ac:spMkLst>
        </pc:spChg>
        <pc:spChg chg="add mod">
          <ac:chgData name="Toby Donaldson" userId="2e6e5431-bb17-4c41-9985-d39c50d83c73" providerId="ADAL" clId="{7F9681A8-EEE2-56F4-9B39-ECCBEE0471AC}" dt="2026-01-26T00:01:05.192" v="25363" actId="1076"/>
          <ac:spMkLst>
            <pc:docMk/>
            <pc:sldMk cId="2961346413" sldId="329"/>
            <ac:spMk id="68" creationId="{DDC0CABF-D1DB-AAD2-039C-0E1F19529098}"/>
          </ac:spMkLst>
        </pc:spChg>
        <pc:spChg chg="del">
          <ac:chgData name="Toby Donaldson" userId="2e6e5431-bb17-4c41-9985-d39c50d83c73" providerId="ADAL" clId="{7F9681A8-EEE2-56F4-9B39-ECCBEE0471AC}" dt="2026-01-25T23:59:06.423" v="25275" actId="21"/>
          <ac:spMkLst>
            <pc:docMk/>
            <pc:sldMk cId="2961346413" sldId="329"/>
            <ac:spMk id="70" creationId="{386B5027-EF42-0513-A78C-A64884A86FD0}"/>
          </ac:spMkLst>
        </pc:spChg>
        <pc:spChg chg="del">
          <ac:chgData name="Toby Donaldson" userId="2e6e5431-bb17-4c41-9985-d39c50d83c73" providerId="ADAL" clId="{7F9681A8-EEE2-56F4-9B39-ECCBEE0471AC}" dt="2026-01-25T23:59:06.423" v="25275" actId="21"/>
          <ac:spMkLst>
            <pc:docMk/>
            <pc:sldMk cId="2961346413" sldId="329"/>
            <ac:spMk id="71" creationId="{C456FA4F-F1C9-E892-5D54-131D3CF3FEF6}"/>
          </ac:spMkLst>
        </pc:spChg>
        <pc:spChg chg="mod">
          <ac:chgData name="Toby Donaldson" userId="2e6e5431-bb17-4c41-9985-d39c50d83c73" providerId="ADAL" clId="{7F9681A8-EEE2-56F4-9B39-ECCBEE0471AC}" dt="2026-01-25T23:59:13.125" v="25276" actId="1076"/>
          <ac:spMkLst>
            <pc:docMk/>
            <pc:sldMk cId="2961346413" sldId="329"/>
            <ac:spMk id="120" creationId="{E9A55884-2E6A-40A6-89E6-799D8AA8B6E7}"/>
          </ac:spMkLst>
        </pc:spChg>
        <pc:grpChg chg="mod">
          <ac:chgData name="Toby Donaldson" userId="2e6e5431-bb17-4c41-9985-d39c50d83c73" providerId="ADAL" clId="{7F9681A8-EEE2-56F4-9B39-ECCBEE0471AC}" dt="2026-01-25T23:59:57.057" v="25280" actId="1076"/>
          <ac:grpSpMkLst>
            <pc:docMk/>
            <pc:sldMk cId="2961346413" sldId="329"/>
            <ac:grpSpMk id="8" creationId="{72E63ABD-197A-78A0-2F02-EA29B7982EAC}"/>
          </ac:grpSpMkLst>
        </pc:grpChg>
        <pc:cxnChg chg="del">
          <ac:chgData name="Toby Donaldson" userId="2e6e5431-bb17-4c41-9985-d39c50d83c73" providerId="ADAL" clId="{7F9681A8-EEE2-56F4-9B39-ECCBEE0471AC}" dt="2026-01-25T23:59:06.423" v="25275" actId="21"/>
          <ac:cxnSpMkLst>
            <pc:docMk/>
            <pc:sldMk cId="2961346413" sldId="329"/>
            <ac:cxnSpMk id="72" creationId="{F31E0923-7534-065C-0421-C35F87827AED}"/>
          </ac:cxnSpMkLst>
        </pc:cxnChg>
        <pc:cxnChg chg="del mod">
          <ac:chgData name="Toby Donaldson" userId="2e6e5431-bb17-4c41-9985-d39c50d83c73" providerId="ADAL" clId="{7F9681A8-EEE2-56F4-9B39-ECCBEE0471AC}" dt="2026-01-25T23:59:06.423" v="25275" actId="21"/>
          <ac:cxnSpMkLst>
            <pc:docMk/>
            <pc:sldMk cId="2961346413" sldId="329"/>
            <ac:cxnSpMk id="73" creationId="{2682048F-0E4C-0FFF-BBDB-2E8B67444FD8}"/>
          </ac:cxnSpMkLst>
        </pc:cxnChg>
        <pc:cxnChg chg="mod">
          <ac:chgData name="Toby Donaldson" userId="2e6e5431-bb17-4c41-9985-d39c50d83c73" providerId="ADAL" clId="{7F9681A8-EEE2-56F4-9B39-ECCBEE0471AC}" dt="2026-01-25T23:59:13.125" v="25276" actId="1076"/>
          <ac:cxnSpMkLst>
            <pc:docMk/>
            <pc:sldMk cId="2961346413" sldId="329"/>
            <ac:cxnSpMk id="121" creationId="{9C757621-706E-4ACF-3AB7-B624F96CFB98}"/>
          </ac:cxnSpMkLst>
        </pc:cxnChg>
      </pc:sldChg>
      <pc:sldChg chg="addSp delSp modSp add mod">
        <pc:chgData name="Toby Donaldson" userId="2e6e5431-bb17-4c41-9985-d39c50d83c73" providerId="ADAL" clId="{7F9681A8-EEE2-56F4-9B39-ECCBEE0471AC}" dt="2026-01-26T00:08:30.475" v="25467" actId="207"/>
        <pc:sldMkLst>
          <pc:docMk/>
          <pc:sldMk cId="77597262" sldId="330"/>
        </pc:sldMkLst>
        <pc:spChg chg="mod">
          <ac:chgData name="Toby Donaldson" userId="2e6e5431-bb17-4c41-9985-d39c50d83c73" providerId="ADAL" clId="{7F9681A8-EEE2-56F4-9B39-ECCBEE0471AC}" dt="2026-01-26T00:04:25.613" v="25386" actId="20577"/>
          <ac:spMkLst>
            <pc:docMk/>
            <pc:sldMk cId="77597262" sldId="330"/>
            <ac:spMk id="5" creationId="{D207D75D-1C0D-C935-A620-D0253E5D5760}"/>
          </ac:spMkLst>
        </pc:spChg>
        <pc:spChg chg="mod">
          <ac:chgData name="Toby Donaldson" userId="2e6e5431-bb17-4c41-9985-d39c50d83c73" providerId="ADAL" clId="{7F9681A8-EEE2-56F4-9B39-ECCBEE0471AC}" dt="2026-01-26T00:08:06.066" v="25462" actId="207"/>
          <ac:spMkLst>
            <pc:docMk/>
            <pc:sldMk cId="77597262" sldId="330"/>
            <ac:spMk id="33" creationId="{1D85F6AE-C008-325D-5518-5CAA877BD628}"/>
          </ac:spMkLst>
        </pc:spChg>
        <pc:spChg chg="del">
          <ac:chgData name="Toby Donaldson" userId="2e6e5431-bb17-4c41-9985-d39c50d83c73" providerId="ADAL" clId="{7F9681A8-EEE2-56F4-9B39-ECCBEE0471AC}" dt="2026-01-26T00:01:23.546" v="25365" actId="21"/>
          <ac:spMkLst>
            <pc:docMk/>
            <pc:sldMk cId="77597262" sldId="330"/>
            <ac:spMk id="68" creationId="{0688E13E-C34D-03F0-2CAB-0237E525E71D}"/>
          </ac:spMkLst>
        </pc:spChg>
        <pc:spChg chg="add del mod">
          <ac:chgData name="Toby Donaldson" userId="2e6e5431-bb17-4c41-9985-d39c50d83c73" providerId="ADAL" clId="{7F9681A8-EEE2-56F4-9B39-ECCBEE0471AC}" dt="2026-01-26T00:02:30.720" v="25379"/>
          <ac:spMkLst>
            <pc:docMk/>
            <pc:sldMk cId="77597262" sldId="330"/>
            <ac:spMk id="70" creationId="{88359BB2-B869-39A7-1503-224B6AA115DF}"/>
          </ac:spMkLst>
        </pc:spChg>
        <pc:spChg chg="add mod">
          <ac:chgData name="Toby Donaldson" userId="2e6e5431-bb17-4c41-9985-d39c50d83c73" providerId="ADAL" clId="{7F9681A8-EEE2-56F4-9B39-ECCBEE0471AC}" dt="2026-01-26T00:02:48.643" v="25380"/>
          <ac:spMkLst>
            <pc:docMk/>
            <pc:sldMk cId="77597262" sldId="330"/>
            <ac:spMk id="74" creationId="{DF38F9DB-8AE6-4AC2-5C00-320BE49E9CB2}"/>
          </ac:spMkLst>
        </pc:spChg>
        <pc:spChg chg="mod">
          <ac:chgData name="Toby Donaldson" userId="2e6e5431-bb17-4c41-9985-d39c50d83c73" providerId="ADAL" clId="{7F9681A8-EEE2-56F4-9B39-ECCBEE0471AC}" dt="2026-01-26T00:03:04.860" v="25381"/>
          <ac:spMkLst>
            <pc:docMk/>
            <pc:sldMk cId="77597262" sldId="330"/>
            <ac:spMk id="77" creationId="{C0EBCD83-873D-EEB6-2F78-6F9779932E00}"/>
          </ac:spMkLst>
        </pc:spChg>
        <pc:spChg chg="mod">
          <ac:chgData name="Toby Donaldson" userId="2e6e5431-bb17-4c41-9985-d39c50d83c73" providerId="ADAL" clId="{7F9681A8-EEE2-56F4-9B39-ECCBEE0471AC}" dt="2026-01-26T00:03:04.860" v="25381"/>
          <ac:spMkLst>
            <pc:docMk/>
            <pc:sldMk cId="77597262" sldId="330"/>
            <ac:spMk id="78" creationId="{E45866B8-2D04-0EA4-7044-8DB2728B69AE}"/>
          </ac:spMkLst>
        </pc:spChg>
        <pc:spChg chg="mod">
          <ac:chgData name="Toby Donaldson" userId="2e6e5431-bb17-4c41-9985-d39c50d83c73" providerId="ADAL" clId="{7F9681A8-EEE2-56F4-9B39-ECCBEE0471AC}" dt="2026-01-26T00:03:04.860" v="25381"/>
          <ac:spMkLst>
            <pc:docMk/>
            <pc:sldMk cId="77597262" sldId="330"/>
            <ac:spMk id="79" creationId="{D8C4B50A-8B75-BB43-3349-F900DBE898B1}"/>
          </ac:spMkLst>
        </pc:spChg>
        <pc:spChg chg="mod">
          <ac:chgData name="Toby Donaldson" userId="2e6e5431-bb17-4c41-9985-d39c50d83c73" providerId="ADAL" clId="{7F9681A8-EEE2-56F4-9B39-ECCBEE0471AC}" dt="2026-01-26T00:03:04.860" v="25381"/>
          <ac:spMkLst>
            <pc:docMk/>
            <pc:sldMk cId="77597262" sldId="330"/>
            <ac:spMk id="86" creationId="{DBFFC896-5CF8-D6C0-2B6D-CB11737DF51A}"/>
          </ac:spMkLst>
        </pc:spChg>
        <pc:spChg chg="mod">
          <ac:chgData name="Toby Donaldson" userId="2e6e5431-bb17-4c41-9985-d39c50d83c73" providerId="ADAL" clId="{7F9681A8-EEE2-56F4-9B39-ECCBEE0471AC}" dt="2026-01-26T00:03:04.860" v="25381"/>
          <ac:spMkLst>
            <pc:docMk/>
            <pc:sldMk cId="77597262" sldId="330"/>
            <ac:spMk id="90" creationId="{F14035EF-86AB-59E6-404B-52A2462CF978}"/>
          </ac:spMkLst>
        </pc:spChg>
        <pc:spChg chg="mod">
          <ac:chgData name="Toby Donaldson" userId="2e6e5431-bb17-4c41-9985-d39c50d83c73" providerId="ADAL" clId="{7F9681A8-EEE2-56F4-9B39-ECCBEE0471AC}" dt="2026-01-26T00:03:04.860" v="25381"/>
          <ac:spMkLst>
            <pc:docMk/>
            <pc:sldMk cId="77597262" sldId="330"/>
            <ac:spMk id="97" creationId="{D6E2001A-D881-4220-985D-9D9F0F096EE0}"/>
          </ac:spMkLst>
        </pc:spChg>
        <pc:spChg chg="mod">
          <ac:chgData name="Toby Donaldson" userId="2e6e5431-bb17-4c41-9985-d39c50d83c73" providerId="ADAL" clId="{7F9681A8-EEE2-56F4-9B39-ECCBEE0471AC}" dt="2026-01-26T00:08:17.058" v="25464" actId="207"/>
          <ac:spMkLst>
            <pc:docMk/>
            <pc:sldMk cId="77597262" sldId="330"/>
            <ac:spMk id="102" creationId="{38DC69B3-C496-EA16-E8E3-6177BBA4F364}"/>
          </ac:spMkLst>
        </pc:spChg>
        <pc:spChg chg="mod">
          <ac:chgData name="Toby Donaldson" userId="2e6e5431-bb17-4c41-9985-d39c50d83c73" providerId="ADAL" clId="{7F9681A8-EEE2-56F4-9B39-ECCBEE0471AC}" dt="2026-01-26T00:08:12.625" v="25463" actId="207"/>
          <ac:spMkLst>
            <pc:docMk/>
            <pc:sldMk cId="77597262" sldId="330"/>
            <ac:spMk id="106" creationId="{C2ACFC1C-4928-0AD0-E33B-AFC2E33C5775}"/>
          </ac:spMkLst>
        </pc:spChg>
        <pc:spChg chg="mod">
          <ac:chgData name="Toby Donaldson" userId="2e6e5431-bb17-4c41-9985-d39c50d83c73" providerId="ADAL" clId="{7F9681A8-EEE2-56F4-9B39-ECCBEE0471AC}" dt="2026-01-26T00:08:21.293" v="25465" actId="207"/>
          <ac:spMkLst>
            <pc:docMk/>
            <pc:sldMk cId="77597262" sldId="330"/>
            <ac:spMk id="110" creationId="{7055B4B8-0538-6FDA-D06D-B441AD62940C}"/>
          </ac:spMkLst>
        </pc:spChg>
        <pc:spChg chg="mod">
          <ac:chgData name="Toby Donaldson" userId="2e6e5431-bb17-4c41-9985-d39c50d83c73" providerId="ADAL" clId="{7F9681A8-EEE2-56F4-9B39-ECCBEE0471AC}" dt="2026-01-26T00:08:25.629" v="25466" actId="207"/>
          <ac:spMkLst>
            <pc:docMk/>
            <pc:sldMk cId="77597262" sldId="330"/>
            <ac:spMk id="114" creationId="{40F192CA-62FC-AB3F-A08E-85CE323D363C}"/>
          </ac:spMkLst>
        </pc:spChg>
        <pc:spChg chg="mod">
          <ac:chgData name="Toby Donaldson" userId="2e6e5431-bb17-4c41-9985-d39c50d83c73" providerId="ADAL" clId="{7F9681A8-EEE2-56F4-9B39-ECCBEE0471AC}" dt="2026-01-26T00:08:30.475" v="25467" actId="207"/>
          <ac:spMkLst>
            <pc:docMk/>
            <pc:sldMk cId="77597262" sldId="330"/>
            <ac:spMk id="118" creationId="{A670CFA2-9808-794B-4A34-F109A1D08FF5}"/>
          </ac:spMkLst>
        </pc:spChg>
        <pc:spChg chg="mod">
          <ac:chgData name="Toby Donaldson" userId="2e6e5431-bb17-4c41-9985-d39c50d83c73" providerId="ADAL" clId="{7F9681A8-EEE2-56F4-9B39-ECCBEE0471AC}" dt="2026-01-26T00:02:17.925" v="25374" actId="1076"/>
          <ac:spMkLst>
            <pc:docMk/>
            <pc:sldMk cId="77597262" sldId="330"/>
            <ac:spMk id="120" creationId="{7A7F24EF-A872-E63E-8DEE-2AE2B8895874}"/>
          </ac:spMkLst>
        </pc:spChg>
        <pc:spChg chg="mod">
          <ac:chgData name="Toby Donaldson" userId="2e6e5431-bb17-4c41-9985-d39c50d83c73" providerId="ADAL" clId="{7F9681A8-EEE2-56F4-9B39-ECCBEE0471AC}" dt="2026-01-26T00:03:04.860" v="25381"/>
          <ac:spMkLst>
            <pc:docMk/>
            <pc:sldMk cId="77597262" sldId="330"/>
            <ac:spMk id="123" creationId="{27D801F9-FFDD-2FB3-5588-1A4EE4E28BFA}"/>
          </ac:spMkLst>
        </pc:spChg>
        <pc:spChg chg="mod">
          <ac:chgData name="Toby Donaldson" userId="2e6e5431-bb17-4c41-9985-d39c50d83c73" providerId="ADAL" clId="{7F9681A8-EEE2-56F4-9B39-ECCBEE0471AC}" dt="2026-01-26T00:03:04.860" v="25381"/>
          <ac:spMkLst>
            <pc:docMk/>
            <pc:sldMk cId="77597262" sldId="330"/>
            <ac:spMk id="127" creationId="{FF6BAA72-35BE-C40B-1EEF-03AE6980D522}"/>
          </ac:spMkLst>
        </pc:spChg>
        <pc:spChg chg="mod">
          <ac:chgData name="Toby Donaldson" userId="2e6e5431-bb17-4c41-9985-d39c50d83c73" providerId="ADAL" clId="{7F9681A8-EEE2-56F4-9B39-ECCBEE0471AC}" dt="2026-01-26T00:03:04.860" v="25381"/>
          <ac:spMkLst>
            <pc:docMk/>
            <pc:sldMk cId="77597262" sldId="330"/>
            <ac:spMk id="137" creationId="{53B87871-0A57-5F85-2E93-35130C985BE7}"/>
          </ac:spMkLst>
        </pc:spChg>
        <pc:spChg chg="mod">
          <ac:chgData name="Toby Donaldson" userId="2e6e5431-bb17-4c41-9985-d39c50d83c73" providerId="ADAL" clId="{7F9681A8-EEE2-56F4-9B39-ECCBEE0471AC}" dt="2026-01-26T00:03:04.860" v="25381"/>
          <ac:spMkLst>
            <pc:docMk/>
            <pc:sldMk cId="77597262" sldId="330"/>
            <ac:spMk id="141" creationId="{642D353B-CE37-8ED8-D906-D048202FCE56}"/>
          </ac:spMkLst>
        </pc:spChg>
        <pc:grpChg chg="add mod">
          <ac:chgData name="Toby Donaldson" userId="2e6e5431-bb17-4c41-9985-d39c50d83c73" providerId="ADAL" clId="{7F9681A8-EEE2-56F4-9B39-ECCBEE0471AC}" dt="2026-01-26T00:02:02.532" v="25370" actId="14100"/>
          <ac:grpSpMkLst>
            <pc:docMk/>
            <pc:sldMk cId="77597262" sldId="330"/>
            <ac:grpSpMk id="3" creationId="{83704FC6-9800-E8C9-F8BD-76A5372B7E14}"/>
          </ac:grpSpMkLst>
        </pc:grpChg>
        <pc:grpChg chg="mod">
          <ac:chgData name="Toby Donaldson" userId="2e6e5431-bb17-4c41-9985-d39c50d83c73" providerId="ADAL" clId="{7F9681A8-EEE2-56F4-9B39-ECCBEE0471AC}" dt="2026-01-26T00:01:47.160" v="25367" actId="164"/>
          <ac:grpSpMkLst>
            <pc:docMk/>
            <pc:sldMk cId="77597262" sldId="330"/>
            <ac:grpSpMk id="6" creationId="{58AB4F32-4C45-50AA-D702-2EB656510BC6}"/>
          </ac:grpSpMkLst>
        </pc:grpChg>
        <pc:grpChg chg="mod">
          <ac:chgData name="Toby Donaldson" userId="2e6e5431-bb17-4c41-9985-d39c50d83c73" providerId="ADAL" clId="{7F9681A8-EEE2-56F4-9B39-ECCBEE0471AC}" dt="2026-01-26T00:01:47.160" v="25367" actId="164"/>
          <ac:grpSpMkLst>
            <pc:docMk/>
            <pc:sldMk cId="77597262" sldId="330"/>
            <ac:grpSpMk id="100" creationId="{24B8FAC8-9262-B93D-B5F7-32E8442E3B1B}"/>
          </ac:grpSpMkLst>
        </pc:grpChg>
        <pc:grpChg chg="mod">
          <ac:chgData name="Toby Donaldson" userId="2e6e5431-bb17-4c41-9985-d39c50d83c73" providerId="ADAL" clId="{7F9681A8-EEE2-56F4-9B39-ECCBEE0471AC}" dt="2026-01-26T00:01:47.160" v="25367" actId="164"/>
          <ac:grpSpMkLst>
            <pc:docMk/>
            <pc:sldMk cId="77597262" sldId="330"/>
            <ac:grpSpMk id="104" creationId="{AA9EF10C-B85A-3C76-460D-0E63DE3E05C5}"/>
          </ac:grpSpMkLst>
        </pc:grpChg>
        <pc:grpChg chg="mod">
          <ac:chgData name="Toby Donaldson" userId="2e6e5431-bb17-4c41-9985-d39c50d83c73" providerId="ADAL" clId="{7F9681A8-EEE2-56F4-9B39-ECCBEE0471AC}" dt="2026-01-26T00:01:47.160" v="25367" actId="164"/>
          <ac:grpSpMkLst>
            <pc:docMk/>
            <pc:sldMk cId="77597262" sldId="330"/>
            <ac:grpSpMk id="108" creationId="{6A73A806-64CE-A26A-7CEE-8AC662EDD928}"/>
          </ac:grpSpMkLst>
        </pc:grpChg>
        <pc:grpChg chg="mod">
          <ac:chgData name="Toby Donaldson" userId="2e6e5431-bb17-4c41-9985-d39c50d83c73" providerId="ADAL" clId="{7F9681A8-EEE2-56F4-9B39-ECCBEE0471AC}" dt="2026-01-26T00:01:47.160" v="25367" actId="164"/>
          <ac:grpSpMkLst>
            <pc:docMk/>
            <pc:sldMk cId="77597262" sldId="330"/>
            <ac:grpSpMk id="112" creationId="{71B9F9AF-8617-D305-0674-6EC28BA0FDE3}"/>
          </ac:grpSpMkLst>
        </pc:grpChg>
        <pc:grpChg chg="mod">
          <ac:chgData name="Toby Donaldson" userId="2e6e5431-bb17-4c41-9985-d39c50d83c73" providerId="ADAL" clId="{7F9681A8-EEE2-56F4-9B39-ECCBEE0471AC}" dt="2026-01-26T00:01:47.160" v="25367" actId="164"/>
          <ac:grpSpMkLst>
            <pc:docMk/>
            <pc:sldMk cId="77597262" sldId="330"/>
            <ac:grpSpMk id="116" creationId="{EBF93E55-3437-6881-2C9B-FCD2B0C63CDF}"/>
          </ac:grpSpMkLst>
        </pc:grpChg>
        <pc:cxnChg chg="add mod">
          <ac:chgData name="Toby Donaldson" userId="2e6e5431-bb17-4c41-9985-d39c50d83c73" providerId="ADAL" clId="{7F9681A8-EEE2-56F4-9B39-ECCBEE0471AC}" dt="2026-01-26T00:02:48.643" v="25380"/>
          <ac:cxnSpMkLst>
            <pc:docMk/>
            <pc:sldMk cId="77597262" sldId="330"/>
            <ac:cxnSpMk id="75" creationId="{6B812AB0-D60D-7C9C-CFC0-832B8DDD540C}"/>
          </ac:cxnSpMkLst>
        </pc:cxnChg>
        <pc:cxnChg chg="mod">
          <ac:chgData name="Toby Donaldson" userId="2e6e5431-bb17-4c41-9985-d39c50d83c73" providerId="ADAL" clId="{7F9681A8-EEE2-56F4-9B39-ECCBEE0471AC}" dt="2026-01-26T00:02:28.908" v="25377" actId="14100"/>
          <ac:cxnSpMkLst>
            <pc:docMk/>
            <pc:sldMk cId="77597262" sldId="330"/>
            <ac:cxnSpMk id="121" creationId="{16497DC2-9DAA-68EE-BCD0-859DE57C9845}"/>
          </ac:cxnSpMkLst>
        </pc:cxnChg>
      </pc:sldChg>
      <pc:sldChg chg="addSp delSp modSp add mod">
        <pc:chgData name="Toby Donaldson" userId="2e6e5431-bb17-4c41-9985-d39c50d83c73" providerId="ADAL" clId="{7F9681A8-EEE2-56F4-9B39-ECCBEE0471AC}" dt="2026-01-26T00:07:40.494" v="25461" actId="5793"/>
        <pc:sldMkLst>
          <pc:docMk/>
          <pc:sldMk cId="2813639027" sldId="331"/>
        </pc:sldMkLst>
        <pc:spChg chg="add mod">
          <ac:chgData name="Toby Donaldson" userId="2e6e5431-bb17-4c41-9985-d39c50d83c73" providerId="ADAL" clId="{7F9681A8-EEE2-56F4-9B39-ECCBEE0471AC}" dt="2026-01-26T00:05:46.815" v="25392"/>
          <ac:spMkLst>
            <pc:docMk/>
            <pc:sldMk cId="2813639027" sldId="331"/>
            <ac:spMk id="4" creationId="{BE313CA2-DAC7-9070-4A54-CDAE50202F7C}"/>
          </ac:spMkLst>
        </pc:spChg>
        <pc:spChg chg="mod">
          <ac:chgData name="Toby Donaldson" userId="2e6e5431-bb17-4c41-9985-d39c50d83c73" providerId="ADAL" clId="{7F9681A8-EEE2-56F4-9B39-ECCBEE0471AC}" dt="2026-01-26T00:06:03.257" v="25394" actId="207"/>
          <ac:spMkLst>
            <pc:docMk/>
            <pc:sldMk cId="2813639027" sldId="331"/>
            <ac:spMk id="5" creationId="{C3AB377D-DC49-0ADB-D464-4B790C6F102E}"/>
          </ac:spMkLst>
        </pc:spChg>
        <pc:spChg chg="del">
          <ac:chgData name="Toby Donaldson" userId="2e6e5431-bb17-4c41-9985-d39c50d83c73" providerId="ADAL" clId="{7F9681A8-EEE2-56F4-9B39-ECCBEE0471AC}" dt="2026-01-26T00:05:01.908" v="25389" actId="21"/>
          <ac:spMkLst>
            <pc:docMk/>
            <pc:sldMk cId="2813639027" sldId="331"/>
            <ac:spMk id="66" creationId="{25C88C5E-C10F-73AB-5EE2-DAB23711A607}"/>
          </ac:spMkLst>
        </pc:spChg>
        <pc:spChg chg="mod">
          <ac:chgData name="Toby Donaldson" userId="2e6e5431-bb17-4c41-9985-d39c50d83c73" providerId="ADAL" clId="{7F9681A8-EEE2-56F4-9B39-ECCBEE0471AC}" dt="2026-01-26T00:06:50.284" v="25399"/>
          <ac:spMkLst>
            <pc:docMk/>
            <pc:sldMk cId="2813639027" sldId="331"/>
            <ac:spMk id="68" creationId="{3C2C3394-3DD8-46D5-F7B2-2A02E13D0A31}"/>
          </ac:spMkLst>
        </pc:spChg>
        <pc:spChg chg="mod">
          <ac:chgData name="Toby Donaldson" userId="2e6e5431-bb17-4c41-9985-d39c50d83c73" providerId="ADAL" clId="{7F9681A8-EEE2-56F4-9B39-ECCBEE0471AC}" dt="2026-01-26T00:06:50.284" v="25399"/>
          <ac:spMkLst>
            <pc:docMk/>
            <pc:sldMk cId="2813639027" sldId="331"/>
            <ac:spMk id="71" creationId="{3C3F58D6-0FFD-6EDC-88CC-394C80821A22}"/>
          </ac:spMkLst>
        </pc:spChg>
        <pc:spChg chg="mod">
          <ac:chgData name="Toby Donaldson" userId="2e6e5431-bb17-4c41-9985-d39c50d83c73" providerId="ADAL" clId="{7F9681A8-EEE2-56F4-9B39-ECCBEE0471AC}" dt="2026-01-26T00:06:50.284" v="25399"/>
          <ac:spMkLst>
            <pc:docMk/>
            <pc:sldMk cId="2813639027" sldId="331"/>
            <ac:spMk id="74" creationId="{9CD38BD2-FFBC-5F9D-D418-F8CBAFE2036B}"/>
          </ac:spMkLst>
        </pc:spChg>
        <pc:spChg chg="del">
          <ac:chgData name="Toby Donaldson" userId="2e6e5431-bb17-4c41-9985-d39c50d83c73" providerId="ADAL" clId="{7F9681A8-EEE2-56F4-9B39-ECCBEE0471AC}" dt="2026-01-26T00:06:24.599" v="25395" actId="21"/>
          <ac:spMkLst>
            <pc:docMk/>
            <pc:sldMk cId="2813639027" sldId="331"/>
            <ac:spMk id="142" creationId="{EE180A3A-B8F6-DC85-45DB-78918BADB5D4}"/>
          </ac:spMkLst>
        </pc:spChg>
        <pc:spChg chg="mod">
          <ac:chgData name="Toby Donaldson" userId="2e6e5431-bb17-4c41-9985-d39c50d83c73" providerId="ADAL" clId="{7F9681A8-EEE2-56F4-9B39-ECCBEE0471AC}" dt="2026-01-26T00:06:50.284" v="25399"/>
          <ac:spMkLst>
            <pc:docMk/>
            <pc:sldMk cId="2813639027" sldId="331"/>
            <ac:spMk id="145" creationId="{AB6B1465-08B5-50BC-33B4-0856AC04750F}"/>
          </ac:spMkLst>
        </pc:spChg>
        <pc:spChg chg="mod">
          <ac:chgData name="Toby Donaldson" userId="2e6e5431-bb17-4c41-9985-d39c50d83c73" providerId="ADAL" clId="{7F9681A8-EEE2-56F4-9B39-ECCBEE0471AC}" dt="2026-01-26T00:06:50.284" v="25399"/>
          <ac:spMkLst>
            <pc:docMk/>
            <pc:sldMk cId="2813639027" sldId="331"/>
            <ac:spMk id="150" creationId="{DE190E86-907F-AF7F-D229-7736BE2187C5}"/>
          </ac:spMkLst>
        </pc:spChg>
        <pc:spChg chg="mod">
          <ac:chgData name="Toby Donaldson" userId="2e6e5431-bb17-4c41-9985-d39c50d83c73" providerId="ADAL" clId="{7F9681A8-EEE2-56F4-9B39-ECCBEE0471AC}" dt="2026-01-26T00:06:50.284" v="25399"/>
          <ac:spMkLst>
            <pc:docMk/>
            <pc:sldMk cId="2813639027" sldId="331"/>
            <ac:spMk id="157" creationId="{A59EBFD0-F0C5-7009-B350-98E95EEB7053}"/>
          </ac:spMkLst>
        </pc:spChg>
        <pc:spChg chg="mod">
          <ac:chgData name="Toby Donaldson" userId="2e6e5431-bb17-4c41-9985-d39c50d83c73" providerId="ADAL" clId="{7F9681A8-EEE2-56F4-9B39-ECCBEE0471AC}" dt="2026-01-26T00:06:50.284" v="25399"/>
          <ac:spMkLst>
            <pc:docMk/>
            <pc:sldMk cId="2813639027" sldId="331"/>
            <ac:spMk id="161" creationId="{CD96FA1C-E888-CFE5-1274-DFB7B568A999}"/>
          </ac:spMkLst>
        </pc:spChg>
        <pc:spChg chg="mod">
          <ac:chgData name="Toby Donaldson" userId="2e6e5431-bb17-4c41-9985-d39c50d83c73" providerId="ADAL" clId="{7F9681A8-EEE2-56F4-9B39-ECCBEE0471AC}" dt="2026-01-26T00:06:50.284" v="25399"/>
          <ac:spMkLst>
            <pc:docMk/>
            <pc:sldMk cId="2813639027" sldId="331"/>
            <ac:spMk id="171" creationId="{1DAD5414-2C87-D5A2-0425-96C0A986CE91}"/>
          </ac:spMkLst>
        </pc:spChg>
        <pc:spChg chg="mod">
          <ac:chgData name="Toby Donaldson" userId="2e6e5431-bb17-4c41-9985-d39c50d83c73" providerId="ADAL" clId="{7F9681A8-EEE2-56F4-9B39-ECCBEE0471AC}" dt="2026-01-26T00:06:50.284" v="25399"/>
          <ac:spMkLst>
            <pc:docMk/>
            <pc:sldMk cId="2813639027" sldId="331"/>
            <ac:spMk id="175" creationId="{DFCE0D9C-CBD4-F284-60AF-F8DC8DD8DB99}"/>
          </ac:spMkLst>
        </pc:spChg>
        <pc:spChg chg="mod">
          <ac:chgData name="Toby Donaldson" userId="2e6e5431-bb17-4c41-9985-d39c50d83c73" providerId="ADAL" clId="{7F9681A8-EEE2-56F4-9B39-ECCBEE0471AC}" dt="2026-01-26T00:06:50.284" v="25399"/>
          <ac:spMkLst>
            <pc:docMk/>
            <pc:sldMk cId="2813639027" sldId="331"/>
            <ac:spMk id="185" creationId="{09E85783-DE27-6F54-C74A-4F31A936924B}"/>
          </ac:spMkLst>
        </pc:spChg>
        <pc:spChg chg="add mod">
          <ac:chgData name="Toby Donaldson" userId="2e6e5431-bb17-4c41-9985-d39c50d83c73" providerId="ADAL" clId="{7F9681A8-EEE2-56F4-9B39-ECCBEE0471AC}" dt="2026-01-26T00:07:40.494" v="25461" actId="5793"/>
          <ac:spMkLst>
            <pc:docMk/>
            <pc:sldMk cId="2813639027" sldId="331"/>
            <ac:spMk id="186" creationId="{1360A024-73AA-496D-B52D-AE70038A6039}"/>
          </ac:spMkLst>
        </pc:spChg>
        <pc:grpChg chg="del">
          <ac:chgData name="Toby Donaldson" userId="2e6e5431-bb17-4c41-9985-d39c50d83c73" providerId="ADAL" clId="{7F9681A8-EEE2-56F4-9B39-ECCBEE0471AC}" dt="2026-01-26T00:06:24.599" v="25395" actId="21"/>
          <ac:grpSpMkLst>
            <pc:docMk/>
            <pc:sldMk cId="2813639027" sldId="331"/>
            <ac:grpSpMk id="76" creationId="{E3EBE972-7125-5943-C8B7-8A549134C8CE}"/>
          </ac:grpSpMkLst>
        </pc:grpChg>
        <pc:grpChg chg="del">
          <ac:chgData name="Toby Donaldson" userId="2e6e5431-bb17-4c41-9985-d39c50d83c73" providerId="ADAL" clId="{7F9681A8-EEE2-56F4-9B39-ECCBEE0471AC}" dt="2026-01-26T00:06:24.599" v="25395" actId="21"/>
          <ac:grpSpMkLst>
            <pc:docMk/>
            <pc:sldMk cId="2813639027" sldId="331"/>
            <ac:grpSpMk id="80" creationId="{5DF097A7-2EA6-F7D9-79F8-B2B41ABCF68A}"/>
          </ac:grpSpMkLst>
        </pc:grpChg>
        <pc:grpChg chg="del">
          <ac:chgData name="Toby Donaldson" userId="2e6e5431-bb17-4c41-9985-d39c50d83c73" providerId="ADAL" clId="{7F9681A8-EEE2-56F4-9B39-ECCBEE0471AC}" dt="2026-01-26T00:06:24.599" v="25395" actId="21"/>
          <ac:grpSpMkLst>
            <pc:docMk/>
            <pc:sldMk cId="2813639027" sldId="331"/>
            <ac:grpSpMk id="84" creationId="{9CC8943A-07DF-8926-AF32-60354E537400}"/>
          </ac:grpSpMkLst>
        </pc:grpChg>
        <pc:grpChg chg="del">
          <ac:chgData name="Toby Donaldson" userId="2e6e5431-bb17-4c41-9985-d39c50d83c73" providerId="ADAL" clId="{7F9681A8-EEE2-56F4-9B39-ECCBEE0471AC}" dt="2026-01-26T00:06:24.599" v="25395" actId="21"/>
          <ac:grpSpMkLst>
            <pc:docMk/>
            <pc:sldMk cId="2813639027" sldId="331"/>
            <ac:grpSpMk id="88" creationId="{9B238F57-6F76-3806-FD7A-AF929036B723}"/>
          </ac:grpSpMkLst>
        </pc:grpChg>
        <pc:grpChg chg="del">
          <ac:chgData name="Toby Donaldson" userId="2e6e5431-bb17-4c41-9985-d39c50d83c73" providerId="ADAL" clId="{7F9681A8-EEE2-56F4-9B39-ECCBEE0471AC}" dt="2026-01-26T00:06:24.599" v="25395" actId="21"/>
          <ac:grpSpMkLst>
            <pc:docMk/>
            <pc:sldMk cId="2813639027" sldId="331"/>
            <ac:grpSpMk id="96" creationId="{C4B55FA0-D6A5-1321-A956-CA9B456408DB}"/>
          </ac:grpSpMkLst>
        </pc:grpChg>
        <pc:grpChg chg="del">
          <ac:chgData name="Toby Donaldson" userId="2e6e5431-bb17-4c41-9985-d39c50d83c73" providerId="ADAL" clId="{7F9681A8-EEE2-56F4-9B39-ECCBEE0471AC}" dt="2026-01-26T00:06:24.599" v="25395" actId="21"/>
          <ac:grpSpMkLst>
            <pc:docMk/>
            <pc:sldMk cId="2813639027" sldId="331"/>
            <ac:grpSpMk id="126" creationId="{CFB3A376-F355-F019-E8D6-38C55A93769D}"/>
          </ac:grpSpMkLst>
        </pc:grpChg>
        <pc:grpChg chg="del">
          <ac:chgData name="Toby Donaldson" userId="2e6e5431-bb17-4c41-9985-d39c50d83c73" providerId="ADAL" clId="{7F9681A8-EEE2-56F4-9B39-ECCBEE0471AC}" dt="2026-01-26T00:06:24.599" v="25395" actId="21"/>
          <ac:grpSpMkLst>
            <pc:docMk/>
            <pc:sldMk cId="2813639027" sldId="331"/>
            <ac:grpSpMk id="130" creationId="{8EBB25D6-23F5-CBF4-2837-12E6BE48F1B9}"/>
          </ac:grpSpMkLst>
        </pc:grpChg>
        <pc:grpChg chg="del">
          <ac:chgData name="Toby Donaldson" userId="2e6e5431-bb17-4c41-9985-d39c50d83c73" providerId="ADAL" clId="{7F9681A8-EEE2-56F4-9B39-ECCBEE0471AC}" dt="2026-01-26T00:06:24.599" v="25395" actId="21"/>
          <ac:grpSpMkLst>
            <pc:docMk/>
            <pc:sldMk cId="2813639027" sldId="331"/>
            <ac:grpSpMk id="134" creationId="{A168CA74-8AD0-805E-73FA-30E7E1739D0A}"/>
          </ac:grpSpMkLst>
        </pc:grpChg>
        <pc:grpChg chg="del">
          <ac:chgData name="Toby Donaldson" userId="2e6e5431-bb17-4c41-9985-d39c50d83c73" providerId="ADAL" clId="{7F9681A8-EEE2-56F4-9B39-ECCBEE0471AC}" dt="2026-01-26T00:06:24.599" v="25395" actId="21"/>
          <ac:grpSpMkLst>
            <pc:docMk/>
            <pc:sldMk cId="2813639027" sldId="331"/>
            <ac:grpSpMk id="138" creationId="{4DDEE336-CE0B-5B91-85E1-2E5148C3C4E6}"/>
          </ac:grpSpMkLst>
        </pc:grpChg>
      </pc:sldChg>
      <pc:sldChg chg="addSp delSp modSp add mod">
        <pc:chgData name="Toby Donaldson" userId="2e6e5431-bb17-4c41-9985-d39c50d83c73" providerId="ADAL" clId="{7F9681A8-EEE2-56F4-9B39-ECCBEE0471AC}" dt="2026-01-26T00:13:43.311" v="25551" actId="1076"/>
        <pc:sldMkLst>
          <pc:docMk/>
          <pc:sldMk cId="2926935877" sldId="332"/>
        </pc:sldMkLst>
        <pc:spChg chg="del">
          <ac:chgData name="Toby Donaldson" userId="2e6e5431-bb17-4c41-9985-d39c50d83c73" providerId="ADAL" clId="{7F9681A8-EEE2-56F4-9B39-ECCBEE0471AC}" dt="2026-01-26T00:10:26.336" v="25470" actId="21"/>
          <ac:spMkLst>
            <pc:docMk/>
            <pc:sldMk cId="2926935877" sldId="332"/>
            <ac:spMk id="4" creationId="{1DCEFED1-F851-9D3C-0702-3BC025D1194C}"/>
          </ac:spMkLst>
        </pc:spChg>
        <pc:spChg chg="mod">
          <ac:chgData name="Toby Donaldson" userId="2e6e5431-bb17-4c41-9985-d39c50d83c73" providerId="ADAL" clId="{7F9681A8-EEE2-56F4-9B39-ECCBEE0471AC}" dt="2026-01-26T00:13:11.181" v="25483" actId="207"/>
          <ac:spMkLst>
            <pc:docMk/>
            <pc:sldMk cId="2926935877" sldId="332"/>
            <ac:spMk id="5" creationId="{FA6083B4-0914-F012-EDC2-695998CB073A}"/>
          </ac:spMkLst>
        </pc:spChg>
        <pc:spChg chg="mod">
          <ac:chgData name="Toby Donaldson" userId="2e6e5431-bb17-4c41-9985-d39c50d83c73" providerId="ADAL" clId="{7F9681A8-EEE2-56F4-9B39-ECCBEE0471AC}" dt="2026-01-26T00:12:19.803" v="25473"/>
          <ac:spMkLst>
            <pc:docMk/>
            <pc:sldMk cId="2926935877" sldId="332"/>
            <ac:spMk id="78" creationId="{A186B933-DDB3-359D-D47E-15D9A6AF7E04}"/>
          </ac:spMkLst>
        </pc:spChg>
        <pc:spChg chg="mod">
          <ac:chgData name="Toby Donaldson" userId="2e6e5431-bb17-4c41-9985-d39c50d83c73" providerId="ADAL" clId="{7F9681A8-EEE2-56F4-9B39-ECCBEE0471AC}" dt="2026-01-26T00:12:19.803" v="25473"/>
          <ac:spMkLst>
            <pc:docMk/>
            <pc:sldMk cId="2926935877" sldId="332"/>
            <ac:spMk id="85" creationId="{881DD290-BE31-E07B-8D0E-BF7FA9F180B8}"/>
          </ac:spMkLst>
        </pc:spChg>
        <pc:spChg chg="mod">
          <ac:chgData name="Toby Donaldson" userId="2e6e5431-bb17-4c41-9985-d39c50d83c73" providerId="ADAL" clId="{7F9681A8-EEE2-56F4-9B39-ECCBEE0471AC}" dt="2026-01-26T00:12:19.803" v="25473"/>
          <ac:spMkLst>
            <pc:docMk/>
            <pc:sldMk cId="2926935877" sldId="332"/>
            <ac:spMk id="89" creationId="{8ABB49B4-7501-C634-8E4E-DCE8020EEBE1}"/>
          </ac:spMkLst>
        </pc:spChg>
        <pc:spChg chg="mod">
          <ac:chgData name="Toby Donaldson" userId="2e6e5431-bb17-4c41-9985-d39c50d83c73" providerId="ADAL" clId="{7F9681A8-EEE2-56F4-9B39-ECCBEE0471AC}" dt="2026-01-26T00:12:19.803" v="25473"/>
          <ac:spMkLst>
            <pc:docMk/>
            <pc:sldMk cId="2926935877" sldId="332"/>
            <ac:spMk id="93" creationId="{12FB63E9-ACF2-0364-AA25-59129A1BF7B4}"/>
          </ac:spMkLst>
        </pc:spChg>
        <pc:spChg chg="mod">
          <ac:chgData name="Toby Donaldson" userId="2e6e5431-bb17-4c41-9985-d39c50d83c73" providerId="ADAL" clId="{7F9681A8-EEE2-56F4-9B39-ECCBEE0471AC}" dt="2026-01-26T00:12:19.803" v="25473"/>
          <ac:spMkLst>
            <pc:docMk/>
            <pc:sldMk cId="2926935877" sldId="332"/>
            <ac:spMk id="125" creationId="{E3A9E944-C08B-2A35-C27C-72604E2C8987}"/>
          </ac:spMkLst>
        </pc:spChg>
        <pc:spChg chg="mod">
          <ac:chgData name="Toby Donaldson" userId="2e6e5431-bb17-4c41-9985-d39c50d83c73" providerId="ADAL" clId="{7F9681A8-EEE2-56F4-9B39-ECCBEE0471AC}" dt="2026-01-26T00:12:19.803" v="25473"/>
          <ac:spMkLst>
            <pc:docMk/>
            <pc:sldMk cId="2926935877" sldId="332"/>
            <ac:spMk id="127" creationId="{8EE8F313-E6D0-0105-E7CA-EF182EAFC7ED}"/>
          </ac:spMkLst>
        </pc:spChg>
        <pc:spChg chg="mod">
          <ac:chgData name="Toby Donaldson" userId="2e6e5431-bb17-4c41-9985-d39c50d83c73" providerId="ADAL" clId="{7F9681A8-EEE2-56F4-9B39-ECCBEE0471AC}" dt="2026-01-26T00:12:19.803" v="25473"/>
          <ac:spMkLst>
            <pc:docMk/>
            <pc:sldMk cId="2926935877" sldId="332"/>
            <ac:spMk id="128" creationId="{907A3205-75BD-C53B-B8BF-0E00D04625D1}"/>
          </ac:spMkLst>
        </pc:spChg>
        <pc:spChg chg="mod">
          <ac:chgData name="Toby Donaldson" userId="2e6e5431-bb17-4c41-9985-d39c50d83c73" providerId="ADAL" clId="{7F9681A8-EEE2-56F4-9B39-ECCBEE0471AC}" dt="2026-01-26T00:12:19.803" v="25473"/>
          <ac:spMkLst>
            <pc:docMk/>
            <pc:sldMk cId="2926935877" sldId="332"/>
            <ac:spMk id="132" creationId="{E45AE418-596B-34AB-6464-B884760681AA}"/>
          </ac:spMkLst>
        </pc:spChg>
        <pc:spChg chg="mod">
          <ac:chgData name="Toby Donaldson" userId="2e6e5431-bb17-4c41-9985-d39c50d83c73" providerId="ADAL" clId="{7F9681A8-EEE2-56F4-9B39-ECCBEE0471AC}" dt="2026-01-26T00:12:19.803" v="25473"/>
          <ac:spMkLst>
            <pc:docMk/>
            <pc:sldMk cId="2926935877" sldId="332"/>
            <ac:spMk id="135" creationId="{9A70EDA9-5345-72B2-361C-01E1131CC4A5}"/>
          </ac:spMkLst>
        </pc:spChg>
        <pc:spChg chg="mod">
          <ac:chgData name="Toby Donaldson" userId="2e6e5431-bb17-4c41-9985-d39c50d83c73" providerId="ADAL" clId="{7F9681A8-EEE2-56F4-9B39-ECCBEE0471AC}" dt="2026-01-26T00:12:19.803" v="25473"/>
          <ac:spMkLst>
            <pc:docMk/>
            <pc:sldMk cId="2926935877" sldId="332"/>
            <ac:spMk id="139" creationId="{825ADC38-AA4E-A4C0-EC88-141CC442BC79}"/>
          </ac:spMkLst>
        </pc:spChg>
        <pc:spChg chg="mod">
          <ac:chgData name="Toby Donaldson" userId="2e6e5431-bb17-4c41-9985-d39c50d83c73" providerId="ADAL" clId="{7F9681A8-EEE2-56F4-9B39-ECCBEE0471AC}" dt="2026-01-26T00:12:51.365" v="25481" actId="20577"/>
          <ac:spMkLst>
            <pc:docMk/>
            <pc:sldMk cId="2926935877" sldId="332"/>
            <ac:spMk id="140" creationId="{79132C8D-49E0-2657-43D2-A4898E42F601}"/>
          </ac:spMkLst>
        </pc:spChg>
        <pc:spChg chg="del">
          <ac:chgData name="Toby Donaldson" userId="2e6e5431-bb17-4c41-9985-d39c50d83c73" providerId="ADAL" clId="{7F9681A8-EEE2-56F4-9B39-ECCBEE0471AC}" dt="2026-01-26T00:12:02.240" v="25472" actId="21"/>
          <ac:spMkLst>
            <pc:docMk/>
            <pc:sldMk cId="2926935877" sldId="332"/>
            <ac:spMk id="180" creationId="{BBF826B1-30B6-BCA3-DD43-1A59676EE12C}"/>
          </ac:spMkLst>
        </pc:spChg>
        <pc:spChg chg="mod">
          <ac:chgData name="Toby Donaldson" userId="2e6e5431-bb17-4c41-9985-d39c50d83c73" providerId="ADAL" clId="{7F9681A8-EEE2-56F4-9B39-ECCBEE0471AC}" dt="2026-01-26T00:13:43.311" v="25551" actId="1076"/>
          <ac:spMkLst>
            <pc:docMk/>
            <pc:sldMk cId="2926935877" sldId="332"/>
            <ac:spMk id="186" creationId="{E85ACBA2-CC25-3CAD-CBDC-220978BE97B1}"/>
          </ac:spMkLst>
        </pc:spChg>
        <pc:spChg chg="mod">
          <ac:chgData name="Toby Donaldson" userId="2e6e5431-bb17-4c41-9985-d39c50d83c73" providerId="ADAL" clId="{7F9681A8-EEE2-56F4-9B39-ECCBEE0471AC}" dt="2026-01-26T00:12:47.251" v="25478" actId="207"/>
          <ac:spMkLst>
            <pc:docMk/>
            <pc:sldMk cId="2926935877" sldId="332"/>
            <ac:spMk id="189" creationId="{099666BE-CD9D-3A1A-C889-130054185EAF}"/>
          </ac:spMkLst>
        </pc:spChg>
        <pc:grpChg chg="del">
          <ac:chgData name="Toby Donaldson" userId="2e6e5431-bb17-4c41-9985-d39c50d83c73" providerId="ADAL" clId="{7F9681A8-EEE2-56F4-9B39-ECCBEE0471AC}" dt="2026-01-26T00:12:02.240" v="25472" actId="21"/>
          <ac:grpSpMkLst>
            <pc:docMk/>
            <pc:sldMk cId="2926935877" sldId="332"/>
            <ac:grpSpMk id="67" creationId="{42BC1865-0931-40CB-0951-E2DB4751076F}"/>
          </ac:grpSpMkLst>
        </pc:grpChg>
        <pc:grpChg chg="del">
          <ac:chgData name="Toby Donaldson" userId="2e6e5431-bb17-4c41-9985-d39c50d83c73" providerId="ADAL" clId="{7F9681A8-EEE2-56F4-9B39-ECCBEE0471AC}" dt="2026-01-26T00:12:02.240" v="25472" actId="21"/>
          <ac:grpSpMkLst>
            <pc:docMk/>
            <pc:sldMk cId="2926935877" sldId="332"/>
            <ac:grpSpMk id="72" creationId="{D1783EA9-9D85-52D1-3AA9-D16AEE54B718}"/>
          </ac:grpSpMkLst>
        </pc:grpChg>
        <pc:grpChg chg="del">
          <ac:chgData name="Toby Donaldson" userId="2e6e5431-bb17-4c41-9985-d39c50d83c73" providerId="ADAL" clId="{7F9681A8-EEE2-56F4-9B39-ECCBEE0471AC}" dt="2026-01-26T00:12:02.240" v="25472" actId="21"/>
          <ac:grpSpMkLst>
            <pc:docMk/>
            <pc:sldMk cId="2926935877" sldId="332"/>
            <ac:grpSpMk id="148" creationId="{E6CB3C68-7FBE-C2A0-40DE-EAEB79390811}"/>
          </ac:grpSpMkLst>
        </pc:grpChg>
        <pc:grpChg chg="del">
          <ac:chgData name="Toby Donaldson" userId="2e6e5431-bb17-4c41-9985-d39c50d83c73" providerId="ADAL" clId="{7F9681A8-EEE2-56F4-9B39-ECCBEE0471AC}" dt="2026-01-26T00:12:02.240" v="25472" actId="21"/>
          <ac:grpSpMkLst>
            <pc:docMk/>
            <pc:sldMk cId="2926935877" sldId="332"/>
            <ac:grpSpMk id="152" creationId="{E5FA3EA7-87C2-31C1-D6B6-17C192ACB85D}"/>
          </ac:grpSpMkLst>
        </pc:grpChg>
        <pc:grpChg chg="del">
          <ac:chgData name="Toby Donaldson" userId="2e6e5431-bb17-4c41-9985-d39c50d83c73" providerId="ADAL" clId="{7F9681A8-EEE2-56F4-9B39-ECCBEE0471AC}" dt="2026-01-26T00:12:02.240" v="25472" actId="21"/>
          <ac:grpSpMkLst>
            <pc:docMk/>
            <pc:sldMk cId="2926935877" sldId="332"/>
            <ac:grpSpMk id="156" creationId="{66F46117-2026-C4E6-E695-E502ABA632E6}"/>
          </ac:grpSpMkLst>
        </pc:grpChg>
        <pc:grpChg chg="del">
          <ac:chgData name="Toby Donaldson" userId="2e6e5431-bb17-4c41-9985-d39c50d83c73" providerId="ADAL" clId="{7F9681A8-EEE2-56F4-9B39-ECCBEE0471AC}" dt="2026-01-26T00:12:02.240" v="25472" actId="21"/>
          <ac:grpSpMkLst>
            <pc:docMk/>
            <pc:sldMk cId="2926935877" sldId="332"/>
            <ac:grpSpMk id="168" creationId="{CD071730-076F-F4F2-02F6-CA3091805A55}"/>
          </ac:grpSpMkLst>
        </pc:grpChg>
        <pc:grpChg chg="del">
          <ac:chgData name="Toby Donaldson" userId="2e6e5431-bb17-4c41-9985-d39c50d83c73" providerId="ADAL" clId="{7F9681A8-EEE2-56F4-9B39-ECCBEE0471AC}" dt="2026-01-26T00:12:02.240" v="25472" actId="21"/>
          <ac:grpSpMkLst>
            <pc:docMk/>
            <pc:sldMk cId="2926935877" sldId="332"/>
            <ac:grpSpMk id="172" creationId="{293131E1-A755-73B4-08A3-999E108F8518}"/>
          </ac:grpSpMkLst>
        </pc:grpChg>
        <pc:grpChg chg="del">
          <ac:chgData name="Toby Donaldson" userId="2e6e5431-bb17-4c41-9985-d39c50d83c73" providerId="ADAL" clId="{7F9681A8-EEE2-56F4-9B39-ECCBEE0471AC}" dt="2026-01-26T00:12:02.240" v="25472" actId="21"/>
          <ac:grpSpMkLst>
            <pc:docMk/>
            <pc:sldMk cId="2926935877" sldId="332"/>
            <ac:grpSpMk id="176" creationId="{A4A62858-453E-B26C-01A3-228FAE76CE4B}"/>
          </ac:grpSpMkLst>
        </pc:grpChg>
        <pc:grpChg chg="del">
          <ac:chgData name="Toby Donaldson" userId="2e6e5431-bb17-4c41-9985-d39c50d83c73" providerId="ADAL" clId="{7F9681A8-EEE2-56F4-9B39-ECCBEE0471AC}" dt="2026-01-26T00:12:02.240" v="25472" actId="21"/>
          <ac:grpSpMkLst>
            <pc:docMk/>
            <pc:sldMk cId="2926935877" sldId="332"/>
            <ac:grpSpMk id="182" creationId="{CDDF12C3-A9A6-DE43-966C-70BB84BC9CFC}"/>
          </ac:grpSpMkLst>
        </pc:grpChg>
      </pc:sldChg>
      <pc:sldChg chg="delSp modSp add mod">
        <pc:chgData name="Toby Donaldson" userId="2e6e5431-bb17-4c41-9985-d39c50d83c73" providerId="ADAL" clId="{7F9681A8-EEE2-56F4-9B39-ECCBEE0471AC}" dt="2026-01-26T00:23:27.572" v="25818" actId="2711"/>
        <pc:sldMkLst>
          <pc:docMk/>
          <pc:sldMk cId="1184112150" sldId="333"/>
        </pc:sldMkLst>
        <pc:spChg chg="del">
          <ac:chgData name="Toby Donaldson" userId="2e6e5431-bb17-4c41-9985-d39c50d83c73" providerId="ADAL" clId="{7F9681A8-EEE2-56F4-9B39-ECCBEE0471AC}" dt="2026-01-26T00:21:56.248" v="25762" actId="21"/>
          <ac:spMkLst>
            <pc:docMk/>
            <pc:sldMk cId="1184112150" sldId="333"/>
            <ac:spMk id="113" creationId="{DBA40AF9-5CAA-A3BD-F278-54087B478B6A}"/>
          </ac:spMkLst>
        </pc:spChg>
        <pc:spChg chg="mod">
          <ac:chgData name="Toby Donaldson" userId="2e6e5431-bb17-4c41-9985-d39c50d83c73" providerId="ADAL" clId="{7F9681A8-EEE2-56F4-9B39-ECCBEE0471AC}" dt="2026-01-26T00:23:27.572" v="25818" actId="2711"/>
          <ac:spMkLst>
            <pc:docMk/>
            <pc:sldMk cId="1184112150" sldId="333"/>
            <ac:spMk id="114" creationId="{C39D12E9-FCA0-B994-173F-FA10A95C043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E4A08A-2663-6E4C-B1DC-5BBC17F83115}" type="datetimeFigureOut">
              <a:rPr lang="en-US" smtClean="0"/>
              <a:t>1/24/26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F16645-A47E-C944-9552-3D8AE4E849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244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AD693B-B54A-FB4B-6EC7-953239DD3C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D7A95D-1D0C-D780-2D1A-E47B84D398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93E244-328F-31AF-AAD9-5708E4CE4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24796-D03B-5E41-81B6-00E7B73B0CFA}" type="datetimeFigureOut">
              <a:rPr lang="en-US" smtClean="0"/>
              <a:t>1/24/26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74D83C-6A18-5C4C-CE2C-4CA9C86FA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B5C8DC-6465-E180-030D-D8350DC1E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5CA45-3C29-6546-B417-F940210B4B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6900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401A5C-B8FA-0036-118C-15968D63C6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43926E-41D9-3434-A925-09F95F50D4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148096-9067-B680-57E3-356722FEDC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24796-D03B-5E41-81B6-00E7B73B0CFA}" type="datetimeFigureOut">
              <a:rPr lang="en-US" smtClean="0"/>
              <a:t>1/24/26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2F7A65-6C5B-BE68-E09E-0D35E7D06C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0D3053-442F-0CC5-1E8D-064506BB5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5CA45-3C29-6546-B417-F940210B4B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2125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9CFFD-1729-A7FC-BF93-AA6C50CC51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822C75-A012-3A3D-7C00-01338FFF33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2F7050-D5C7-E6F2-1660-387BB2A577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24796-D03B-5E41-81B6-00E7B73B0CFA}" type="datetimeFigureOut">
              <a:rPr lang="en-US" smtClean="0"/>
              <a:t>1/24/26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98CBF4-1FA8-63B3-0A03-95A1D9CC2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29663B-EEEB-8217-1C51-6DF46F9F6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5CA45-3C29-6546-B417-F940210B4B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253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D8772-2F5A-F349-3750-9F42244D1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0D90C5-D36C-A7C1-D70B-187BF565E4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475813-7964-167E-2699-B5C2D236E0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F719A2-D7FB-CC9B-1322-79059BF3A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24796-D03B-5E41-81B6-00E7B73B0CFA}" type="datetimeFigureOut">
              <a:rPr lang="en-US" smtClean="0"/>
              <a:t>1/24/26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6EB3D-B949-4375-09DD-B48F9477A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D41877-2E38-856E-6ED2-BB434572A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5CA45-3C29-6546-B417-F940210B4B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2509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530C1-CF65-1F4E-62A4-8A267B4F69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E8DD89-A9BD-5A57-CCE8-19DD489AF7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21C458-7330-D04D-F9F2-7D1987EF36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CBF7821-D00A-CE8D-8EEA-217BD2657B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49AF7A-FB79-797C-54E0-2E6F228DB4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E28ED9-755F-63D2-728E-4E8E10DE99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24796-D03B-5E41-81B6-00E7B73B0CFA}" type="datetimeFigureOut">
              <a:rPr lang="en-US" smtClean="0"/>
              <a:t>1/24/26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C63508A-6563-84B4-15B3-5F772E7A2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EB56A40-C8F2-FEE2-44BD-7F1C7E6A8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5CA45-3C29-6546-B417-F940210B4B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7889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8E70F-A2C9-CA1E-5EA7-F2DCF6318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6240F6-F282-949A-9C97-AF366DADA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24796-D03B-5E41-81B6-00E7B73B0CFA}" type="datetimeFigureOut">
              <a:rPr lang="en-US" smtClean="0"/>
              <a:t>1/24/26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14A81E-B830-2343-C925-DA0D1234AF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5D7C86-5AD2-1955-140C-0742BC026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5CA45-3C29-6546-B417-F940210B4B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7228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9B214CF-D0A7-FF95-52B1-614170CD0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24796-D03B-5E41-81B6-00E7B73B0CFA}" type="datetimeFigureOut">
              <a:rPr lang="en-US" smtClean="0"/>
              <a:t>1/24/26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F9B845-F2AE-B8A1-CF7C-9FFBF349E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33606E-8D2F-7901-820A-7C33D3723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5CA45-3C29-6546-B417-F940210B4B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7019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56DD1-FCA5-F5DA-BD35-9746F3AF96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DBBC1F-E81B-CC4D-DC4C-FE2CD7E50D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BACC53-6868-A490-D8C2-0CACD49C0E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EE3745-42F8-8C0C-3A79-4A3F68ACCA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24796-D03B-5E41-81B6-00E7B73B0CFA}" type="datetimeFigureOut">
              <a:rPr lang="en-US" smtClean="0"/>
              <a:t>1/24/26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FFCC9E-FC77-541B-C2D9-075E8AF71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522C65-7714-4DB1-44ED-9223360E0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5CA45-3C29-6546-B417-F940210B4B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885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0CCD9-E4C6-6962-B2FE-6F4D50B02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5559F1-3560-2B7B-0961-1B12846E53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6CA246-DEAE-F413-7601-9F6C7D0E5A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3B5172-7CEF-F8B3-AD57-399A9646D5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24796-D03B-5E41-81B6-00E7B73B0CFA}" type="datetimeFigureOut">
              <a:rPr lang="en-US" smtClean="0"/>
              <a:t>1/24/26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F03944-5759-EA95-455D-0DFAFBB8B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F61D3E-D83A-3035-1494-CEFA8340F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5CA45-3C29-6546-B417-F940210B4B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7433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B2262-78EC-3BB3-F7B7-9C59389970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B8B63C-F4AF-FB61-B4C9-28210DE5FB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75A544-98CB-6877-CA8C-483E22F130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24796-D03B-5E41-81B6-00E7B73B0CFA}" type="datetimeFigureOut">
              <a:rPr lang="en-US" smtClean="0"/>
              <a:t>1/24/26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086F01-CCC1-8CC0-619A-B49294B9C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E1B96D-297C-FEA8-716E-61D6837D2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5CA45-3C29-6546-B417-F940210B4B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1899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E903BE-3057-0B24-84CF-48FC011FDD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11AC69-023D-6415-1FD6-8F9246558C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E05223-9301-1F7D-53FB-81DA4CAAA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24796-D03B-5E41-81B6-00E7B73B0CFA}" type="datetimeFigureOut">
              <a:rPr lang="en-US" smtClean="0"/>
              <a:t>1/24/26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9C2D39-8526-CD27-4DC1-A59696E94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D2349E-39FB-E1B5-2272-65D67BDCE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5CA45-3C29-6546-B417-F940210B4B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987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238FFE2-83AC-9C12-C7C0-B55686907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A696B9-60CE-E4DD-26C3-E868ADC223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D4A305-BC6D-9691-BE5B-3C57B7E7D8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424796-D03B-5E41-81B6-00E7B73B0CFA}" type="datetimeFigureOut">
              <a:rPr lang="en-US" smtClean="0"/>
              <a:t>1/24/26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6C8E59-6D69-29F0-83AE-27F8589A10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7A18C-424A-C1AB-CEDE-834BA08718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65CA45-3C29-6546-B417-F940210B4B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96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5E1DE-BDF1-9BCF-4C1F-5E5A8F68E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C-Strings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6C8DA4-E4B5-5F54-509D-E372D6FDED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Let’s see how to use C-strings to do copy </a:t>
            </a:r>
            <a:r>
              <a:rPr lang="en-US"/>
              <a:t>and append </a:t>
            </a:r>
            <a:r>
              <a:rPr lang="en-US" dirty="0"/>
              <a:t>a string …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22320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FA5527-0E88-FCB1-B348-28E312650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66C4C8-6808-3F85-9487-4D85088FA6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06375"/>
            <a:ext cx="5583382" cy="1325563"/>
          </a:xfrm>
        </p:spPr>
        <p:txBody>
          <a:bodyPr/>
          <a:lstStyle/>
          <a:p>
            <a:r>
              <a:rPr lang="en-US" dirty="0"/>
              <a:t>C-strings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83FD1A-6BFE-33E5-9AFE-D6349738F8B6}"/>
              </a:ext>
            </a:extLst>
          </p:cNvPr>
          <p:cNvSpPr txBox="1"/>
          <p:nvPr/>
        </p:nvSpPr>
        <p:spPr>
          <a:xfrm>
            <a:off x="422564" y="935182"/>
            <a:ext cx="461697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const char* first = "Hello";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const char* second = " Moon!";</a:t>
            </a:r>
          </a:p>
          <a:p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&lt;&lt; first &lt;&lt; "\n";  // "Hello"</a:t>
            </a:r>
          </a:p>
          <a:p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&lt;&lt; second &lt;&lt; "\n"; // " Moon"</a:t>
            </a:r>
          </a:p>
          <a:p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64923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E125F7-A348-9B45-F0E7-E81C9D5964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5A592-BE73-23E0-8B54-3B481FB57F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06375"/>
            <a:ext cx="5583382" cy="1325563"/>
          </a:xfrm>
        </p:spPr>
        <p:txBody>
          <a:bodyPr/>
          <a:lstStyle/>
          <a:p>
            <a:r>
              <a:rPr lang="en-US" dirty="0"/>
              <a:t>C-strings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5ADF24-299C-4D4D-8409-D3BA51B98ABB}"/>
              </a:ext>
            </a:extLst>
          </p:cNvPr>
          <p:cNvSpPr txBox="1"/>
          <p:nvPr/>
        </p:nvSpPr>
        <p:spPr>
          <a:xfrm>
            <a:off x="422564" y="935182"/>
            <a:ext cx="461697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const char* first = "Hello";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const char* second = " Moon!";</a:t>
            </a:r>
          </a:p>
          <a:p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&lt;&lt; first &lt;&lt; "\n";  // "Hello"</a:t>
            </a:r>
          </a:p>
          <a:p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&lt;&lt; second &lt;&lt; "\n"; // " Moon!"</a:t>
            </a:r>
          </a:p>
          <a:p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8635BE2-52D1-A516-71E3-D8DFFE7B389F}"/>
              </a:ext>
            </a:extLst>
          </p:cNvPr>
          <p:cNvSpPr/>
          <p:nvPr/>
        </p:nvSpPr>
        <p:spPr>
          <a:xfrm>
            <a:off x="422564" y="935182"/>
            <a:ext cx="4124722" cy="609413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7F49CD-1DF1-6DF6-EC80-AEAEB05A2923}"/>
              </a:ext>
            </a:extLst>
          </p:cNvPr>
          <p:cNvSpPr txBox="1"/>
          <p:nvPr/>
        </p:nvSpPr>
        <p:spPr>
          <a:xfrm>
            <a:off x="5462098" y="67267"/>
            <a:ext cx="2523023" cy="1477328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In C++, </a:t>
            </a:r>
            <a:r>
              <a:rPr lang="en-US" b="1" dirty="0"/>
              <a:t>string literals </a:t>
            </a:r>
            <a:r>
              <a:rPr lang="en-US" dirty="0"/>
              <a:t>like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"hello"</a:t>
            </a:r>
            <a:r>
              <a:rPr lang="en-US" dirty="0"/>
              <a:t> are of type </a:t>
            </a:r>
            <a:br>
              <a:rPr lang="en-US" dirty="0"/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const char*</a:t>
            </a:r>
            <a:r>
              <a:rPr lang="en-US" dirty="0"/>
              <a:t>, i.e. they are </a:t>
            </a:r>
            <a:r>
              <a:rPr lang="en-US" i="1" dirty="0"/>
              <a:t>read-only</a:t>
            </a:r>
            <a:r>
              <a:rPr lang="en-US" dirty="0"/>
              <a:t> arrays of characters.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154E3D4-12CD-7FDB-507F-C3B43CA4BBBB}"/>
              </a:ext>
            </a:extLst>
          </p:cNvPr>
          <p:cNvSpPr txBox="1"/>
          <p:nvPr/>
        </p:nvSpPr>
        <p:spPr>
          <a:xfrm>
            <a:off x="8416775" y="64640"/>
            <a:ext cx="2780273" cy="1477328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C++ </a:t>
            </a:r>
            <a:r>
              <a:rPr lang="en-US" i="1" dirty="0"/>
              <a:t>automatically</a:t>
            </a:r>
            <a:r>
              <a:rPr lang="en-US" dirty="0"/>
              <a:t> puts a </a:t>
            </a:r>
            <a:r>
              <a:rPr lang="en-US" b="1" dirty="0"/>
              <a:t>null character '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\0'</a:t>
            </a:r>
            <a:r>
              <a:rPr lang="en-US" dirty="0"/>
              <a:t> at the end of string literals, so the underlying array is +1 the size of the string.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69B06F-2BE8-FBCA-B3C1-6FE51E1441FB}"/>
              </a:ext>
            </a:extLst>
          </p:cNvPr>
          <p:cNvSpPr txBox="1"/>
          <p:nvPr/>
        </p:nvSpPr>
        <p:spPr>
          <a:xfrm>
            <a:off x="6611060" y="4793240"/>
            <a:ext cx="4135431" cy="1754326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Important</a:t>
            </a:r>
          </a:p>
          <a:p>
            <a:pPr algn="ctr"/>
            <a:r>
              <a:rPr lang="en-US" dirty="0"/>
              <a:t>A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const char*</a:t>
            </a:r>
            <a:r>
              <a:rPr lang="en-US" dirty="0"/>
              <a:t> only stores the address of the first character of the underlying array. It does not know the length. So the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'\0'</a:t>
            </a:r>
            <a:r>
              <a:rPr lang="en-US" dirty="0"/>
              <a:t> is used as a special </a:t>
            </a:r>
            <a:r>
              <a:rPr lang="en-US" b="1" dirty="0"/>
              <a:t>sentinel</a:t>
            </a:r>
            <a:r>
              <a:rPr lang="en-US" dirty="0"/>
              <a:t> character to mark the end of the string.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72F8FC5F-F955-FF4C-CF99-4AC31147BB66}"/>
              </a:ext>
            </a:extLst>
          </p:cNvPr>
          <p:cNvGrpSpPr/>
          <p:nvPr/>
        </p:nvGrpSpPr>
        <p:grpSpPr>
          <a:xfrm>
            <a:off x="6740841" y="1952540"/>
            <a:ext cx="849096" cy="1026087"/>
            <a:chOff x="4441717" y="4154269"/>
            <a:chExt cx="944489" cy="122926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4EFB319-02DF-E8D1-1D1E-461B295A0F9D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777034F-FDBB-97E6-4A91-8444CCE18173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H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12AF1E2-AE2F-9215-3A32-9EF32F8BA3A7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1080392-FF18-B04A-1313-9EF06AA3C827}"/>
              </a:ext>
            </a:extLst>
          </p:cNvPr>
          <p:cNvGrpSpPr/>
          <p:nvPr/>
        </p:nvGrpSpPr>
        <p:grpSpPr>
          <a:xfrm>
            <a:off x="8512031" y="1952540"/>
            <a:ext cx="849096" cy="1026087"/>
            <a:chOff x="4441717" y="4154269"/>
            <a:chExt cx="944489" cy="122926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C77DE10-A6B4-5A94-58DA-447A4CA4751F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A6616B75-DA33-634E-00C1-55C1E5DDDFCD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l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D164EF3-283D-279C-0E0F-DC8D7F57D402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F1BE021-B253-0825-02A2-9A62B8720303}"/>
              </a:ext>
            </a:extLst>
          </p:cNvPr>
          <p:cNvGrpSpPr/>
          <p:nvPr/>
        </p:nvGrpSpPr>
        <p:grpSpPr>
          <a:xfrm>
            <a:off x="7626436" y="1952540"/>
            <a:ext cx="849096" cy="1026087"/>
            <a:chOff x="4441717" y="4154269"/>
            <a:chExt cx="944489" cy="1229260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DC180C0F-4FF7-9875-0315-BC475481F7D0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CB87875-63A5-ADD1-7E3E-20D91DA3BC34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e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62421FF-2937-8C7D-6131-9C580D0967A3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A8F758D-ABC2-D7FE-21DB-D3A79A461A10}"/>
              </a:ext>
            </a:extLst>
          </p:cNvPr>
          <p:cNvGrpSpPr/>
          <p:nvPr/>
        </p:nvGrpSpPr>
        <p:grpSpPr>
          <a:xfrm>
            <a:off x="9397627" y="1952540"/>
            <a:ext cx="849096" cy="1026087"/>
            <a:chOff x="4441717" y="4154269"/>
            <a:chExt cx="944489" cy="1229260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82C26247-CF7C-74CD-F9B1-782A9C41C505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45BBADBF-3FCC-C604-353C-EC3C4A882A01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l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429C713B-B57F-1DF4-8647-4AFC8244FF64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9A34F911-0BB1-E562-4F14-A5CA59DBB370}"/>
              </a:ext>
            </a:extLst>
          </p:cNvPr>
          <p:cNvGrpSpPr/>
          <p:nvPr/>
        </p:nvGrpSpPr>
        <p:grpSpPr>
          <a:xfrm>
            <a:off x="10283222" y="1952540"/>
            <a:ext cx="849096" cy="1026087"/>
            <a:chOff x="4441717" y="4154269"/>
            <a:chExt cx="944489" cy="1229260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D9EA1334-09FF-514E-F1D6-81B342016EE5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002CAD19-FB58-6517-CEF9-CE522401C56F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o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C7C1991A-6028-6C89-180C-03A6C5DE2E09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6573A7A8-1F09-280D-4BAC-E687D13FE101}"/>
              </a:ext>
            </a:extLst>
          </p:cNvPr>
          <p:cNvGrpSpPr/>
          <p:nvPr/>
        </p:nvGrpSpPr>
        <p:grpSpPr>
          <a:xfrm>
            <a:off x="11168819" y="1952540"/>
            <a:ext cx="849096" cy="1026087"/>
            <a:chOff x="4441717" y="4154269"/>
            <a:chExt cx="944489" cy="1229260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18830605-B422-E53D-FA59-BD413320BA96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18A851AA-2257-DEC1-4A8B-071D987A0640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\0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80501498-F3EC-9144-CB03-2F8B99B33CE6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5</a:t>
              </a:r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08531057-278B-EA0F-7997-ED79356CAEC1}"/>
              </a:ext>
            </a:extLst>
          </p:cNvPr>
          <p:cNvSpPr txBox="1"/>
          <p:nvPr/>
        </p:nvSpPr>
        <p:spPr>
          <a:xfrm>
            <a:off x="5875810" y="1737275"/>
            <a:ext cx="735250" cy="3082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first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9B35F3CD-E9F0-1C95-93BC-1D526507828F}"/>
              </a:ext>
            </a:extLst>
          </p:cNvPr>
          <p:cNvCxnSpPr>
            <a:cxnSpLocks/>
          </p:cNvCxnSpPr>
          <p:nvPr/>
        </p:nvCxnSpPr>
        <p:spPr>
          <a:xfrm>
            <a:off x="6578978" y="2072603"/>
            <a:ext cx="187802" cy="2480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5" name="Group 34">
            <a:extLst>
              <a:ext uri="{FF2B5EF4-FFF2-40B4-BE49-F238E27FC236}">
                <a16:creationId xmlns:a16="http://schemas.microsoft.com/office/drawing/2014/main" id="{25F857EB-07A0-B891-F35B-CD95E890D9B5}"/>
              </a:ext>
            </a:extLst>
          </p:cNvPr>
          <p:cNvGrpSpPr/>
          <p:nvPr/>
        </p:nvGrpSpPr>
        <p:grpSpPr>
          <a:xfrm>
            <a:off x="6812280" y="3251967"/>
            <a:ext cx="721581" cy="1034973"/>
            <a:chOff x="4441717" y="4154269"/>
            <a:chExt cx="944489" cy="1363365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BA90B44E-A355-3757-B31F-D861DC9D64A6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51A631D8-7BF9-4268-5C50-41D0107247E2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▮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F815F511-6A12-5DF1-C0B9-6F27DDD1498C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CF35E0A5-5946-97EC-191F-894EF059674C}"/>
              </a:ext>
            </a:extLst>
          </p:cNvPr>
          <p:cNvGrpSpPr/>
          <p:nvPr/>
        </p:nvGrpSpPr>
        <p:grpSpPr>
          <a:xfrm>
            <a:off x="8306964" y="3251967"/>
            <a:ext cx="721581" cy="1034973"/>
            <a:chOff x="4441717" y="4154269"/>
            <a:chExt cx="944489" cy="1363365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5E247B64-6EF9-B47E-F0DE-24EF9D37D5EE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CD9B5BD-E781-ED22-DD14-8C3AA1339879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o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98321E70-02BE-1112-925E-D077564DAE57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02DBB1C0-8D32-FC62-5F2E-3E3757E1194E}"/>
              </a:ext>
            </a:extLst>
          </p:cNvPr>
          <p:cNvGrpSpPr/>
          <p:nvPr/>
        </p:nvGrpSpPr>
        <p:grpSpPr>
          <a:xfrm>
            <a:off x="7559622" y="3251967"/>
            <a:ext cx="721581" cy="1034973"/>
            <a:chOff x="4441717" y="4154269"/>
            <a:chExt cx="944489" cy="1363365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2C6955DE-AF42-886A-A1A5-1F4EB671A1FC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42C290F2-4205-F4E2-B951-8CFDA0CC9458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M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A6604606-B2DD-0159-DC1E-C9F91B0BC858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4AC7452B-CEFF-5639-7CB8-2ACDEB339E57}"/>
              </a:ext>
            </a:extLst>
          </p:cNvPr>
          <p:cNvGrpSpPr/>
          <p:nvPr/>
        </p:nvGrpSpPr>
        <p:grpSpPr>
          <a:xfrm>
            <a:off x="9054306" y="3251966"/>
            <a:ext cx="721581" cy="1034973"/>
            <a:chOff x="4441717" y="4154269"/>
            <a:chExt cx="944489" cy="1363365"/>
          </a:xfrm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9D3F4B1C-07A6-9E1B-D8BA-BC59714DB9A0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62B856F5-07AB-F75D-7B80-966CF45DBC16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o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3C51B674-AD36-DC05-4B84-F37527A9E414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828A0C73-C720-0A75-D82D-3E24CF0B74DB}"/>
              </a:ext>
            </a:extLst>
          </p:cNvPr>
          <p:cNvGrpSpPr/>
          <p:nvPr/>
        </p:nvGrpSpPr>
        <p:grpSpPr>
          <a:xfrm>
            <a:off x="9801648" y="3251967"/>
            <a:ext cx="721581" cy="1034973"/>
            <a:chOff x="4441717" y="4154269"/>
            <a:chExt cx="944489" cy="1363365"/>
          </a:xfrm>
        </p:grpSpPr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C2F38F64-0D6B-6D8A-B463-E5F8908D4A7C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9239F25C-A12F-2B69-EB68-1AF7B3112590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n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1453E4D3-4200-C79B-4B74-7C76253C8C8D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056A7910-EF9E-54DF-10FC-9EB9793E9B77}"/>
              </a:ext>
            </a:extLst>
          </p:cNvPr>
          <p:cNvGrpSpPr/>
          <p:nvPr/>
        </p:nvGrpSpPr>
        <p:grpSpPr>
          <a:xfrm>
            <a:off x="10548990" y="3251967"/>
            <a:ext cx="721581" cy="1034973"/>
            <a:chOff x="4441717" y="4154269"/>
            <a:chExt cx="944489" cy="1363365"/>
          </a:xfrm>
        </p:grpSpPr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0C38564C-3924-6902-285A-D6CD67FB5197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16F30AB9-3FCB-2D62-0FF3-BDFF201F2B58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!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B2C76429-F543-86FD-BA61-F5EB49227014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5</a:t>
              </a:r>
            </a:p>
          </p:txBody>
        </p:sp>
      </p:grpSp>
      <p:sp>
        <p:nvSpPr>
          <p:cNvPr id="59" name="TextBox 58">
            <a:extLst>
              <a:ext uri="{FF2B5EF4-FFF2-40B4-BE49-F238E27FC236}">
                <a16:creationId xmlns:a16="http://schemas.microsoft.com/office/drawing/2014/main" id="{864AC76D-EE81-A3ED-2CB2-087C7A5DA936}"/>
              </a:ext>
            </a:extLst>
          </p:cNvPr>
          <p:cNvSpPr txBox="1"/>
          <p:nvPr/>
        </p:nvSpPr>
        <p:spPr>
          <a:xfrm>
            <a:off x="5796352" y="3053067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second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23230C33-3E6D-E417-BEA4-4879C5DA2D8A}"/>
              </a:ext>
            </a:extLst>
          </p:cNvPr>
          <p:cNvCxnSpPr>
            <a:cxnSpLocks/>
          </p:cNvCxnSpPr>
          <p:nvPr/>
        </p:nvCxnSpPr>
        <p:spPr>
          <a:xfrm>
            <a:off x="6647250" y="3364918"/>
            <a:ext cx="187073" cy="2111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1" name="Group 60">
            <a:extLst>
              <a:ext uri="{FF2B5EF4-FFF2-40B4-BE49-F238E27FC236}">
                <a16:creationId xmlns:a16="http://schemas.microsoft.com/office/drawing/2014/main" id="{5D11A7F4-396E-A88A-5111-B77BE8071430}"/>
              </a:ext>
            </a:extLst>
          </p:cNvPr>
          <p:cNvGrpSpPr/>
          <p:nvPr/>
        </p:nvGrpSpPr>
        <p:grpSpPr>
          <a:xfrm>
            <a:off x="11296335" y="3253770"/>
            <a:ext cx="721581" cy="1034973"/>
            <a:chOff x="4441717" y="4154269"/>
            <a:chExt cx="944489" cy="1363365"/>
          </a:xfrm>
        </p:grpSpPr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075471EA-0D2B-EFEB-C90F-DA86FDC0E7C1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313DC07B-CDDC-8804-38D7-CD67EB9E71BD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\0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229159B8-344C-E72A-4281-B5398E234AB8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5</a:t>
              </a:r>
            </a:p>
          </p:txBody>
        </p:sp>
      </p:grpSp>
      <p:sp>
        <p:nvSpPr>
          <p:cNvPr id="65" name="TextBox 64">
            <a:extLst>
              <a:ext uri="{FF2B5EF4-FFF2-40B4-BE49-F238E27FC236}">
                <a16:creationId xmlns:a16="http://schemas.microsoft.com/office/drawing/2014/main" id="{6FED7518-CD92-7E29-656A-0F69F1EADFE9}"/>
              </a:ext>
            </a:extLst>
          </p:cNvPr>
          <p:cNvSpPr txBox="1"/>
          <p:nvPr/>
        </p:nvSpPr>
        <p:spPr>
          <a:xfrm>
            <a:off x="6933662" y="4142671"/>
            <a:ext cx="52290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space</a:t>
            </a:r>
          </a:p>
        </p:txBody>
      </p:sp>
    </p:spTree>
    <p:extLst>
      <p:ext uri="{BB962C8B-B14F-4D97-AF65-F5344CB8AC3E}">
        <p14:creationId xmlns:p14="http://schemas.microsoft.com/office/powerpoint/2010/main" val="35392702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49973E-3063-3709-81DE-646B09099F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FE073-8731-D94D-B5E6-85C06F925C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06375"/>
            <a:ext cx="5583382" cy="1325563"/>
          </a:xfrm>
        </p:spPr>
        <p:txBody>
          <a:bodyPr/>
          <a:lstStyle/>
          <a:p>
            <a:r>
              <a:rPr lang="en-US" dirty="0"/>
              <a:t>C-strings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8FD339-A750-FF00-91B1-E34D00545171}"/>
              </a:ext>
            </a:extLst>
          </p:cNvPr>
          <p:cNvSpPr txBox="1"/>
          <p:nvPr/>
        </p:nvSpPr>
        <p:spPr>
          <a:xfrm>
            <a:off x="422564" y="935182"/>
            <a:ext cx="461697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const char* first = "Hello";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const char* second = " Moon!";</a:t>
            </a:r>
          </a:p>
          <a:p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&lt;&lt; first &lt;&lt; "\n";  // "Hello"</a:t>
            </a:r>
          </a:p>
          <a:p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&lt;&lt; second &lt;&lt; "\n"; // " Moon!"</a:t>
            </a:r>
          </a:p>
          <a:p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40CAC5C-C2AE-D98B-2916-026125FCD00B}"/>
              </a:ext>
            </a:extLst>
          </p:cNvPr>
          <p:cNvSpPr/>
          <p:nvPr/>
        </p:nvSpPr>
        <p:spPr>
          <a:xfrm>
            <a:off x="422564" y="935182"/>
            <a:ext cx="4124722" cy="609413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7F3A54-EC45-8B49-C95A-EDEF532E9C5E}"/>
              </a:ext>
            </a:extLst>
          </p:cNvPr>
          <p:cNvSpPr txBox="1"/>
          <p:nvPr/>
        </p:nvSpPr>
        <p:spPr>
          <a:xfrm>
            <a:off x="5462098" y="67267"/>
            <a:ext cx="2523023" cy="1477328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In C++, </a:t>
            </a:r>
            <a:r>
              <a:rPr lang="en-US" b="1" dirty="0"/>
              <a:t>string literals </a:t>
            </a:r>
            <a:r>
              <a:rPr lang="en-US" dirty="0"/>
              <a:t>like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"hello"</a:t>
            </a:r>
            <a:r>
              <a:rPr lang="en-US" dirty="0"/>
              <a:t> are of type </a:t>
            </a:r>
            <a:br>
              <a:rPr lang="en-US" dirty="0"/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const char*</a:t>
            </a:r>
            <a:r>
              <a:rPr lang="en-US" dirty="0"/>
              <a:t>, i.e. they are </a:t>
            </a:r>
            <a:r>
              <a:rPr lang="en-US" i="1" dirty="0"/>
              <a:t>read-only</a:t>
            </a:r>
            <a:r>
              <a:rPr lang="en-US" dirty="0"/>
              <a:t> arrays of characters.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A39E859-5143-430B-EFDB-0BD2B3CAD5B2}"/>
              </a:ext>
            </a:extLst>
          </p:cNvPr>
          <p:cNvSpPr txBox="1"/>
          <p:nvPr/>
        </p:nvSpPr>
        <p:spPr>
          <a:xfrm>
            <a:off x="8416775" y="64640"/>
            <a:ext cx="2780273" cy="1477328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C++ </a:t>
            </a:r>
            <a:r>
              <a:rPr lang="en-US" i="1" dirty="0"/>
              <a:t>automatically</a:t>
            </a:r>
            <a:r>
              <a:rPr lang="en-US" dirty="0"/>
              <a:t> puts a </a:t>
            </a:r>
            <a:r>
              <a:rPr lang="en-US" b="1" dirty="0"/>
              <a:t>null character '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\0'</a:t>
            </a:r>
            <a:r>
              <a:rPr lang="en-US" dirty="0"/>
              <a:t> at the end of string literals, so the underlying array is +1 the size of the string.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2712784-DB26-A343-29A9-2E8D0FCEB022}"/>
              </a:ext>
            </a:extLst>
          </p:cNvPr>
          <p:cNvSpPr txBox="1"/>
          <p:nvPr/>
        </p:nvSpPr>
        <p:spPr>
          <a:xfrm>
            <a:off x="6611060" y="4793240"/>
            <a:ext cx="4135431" cy="1754326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Important</a:t>
            </a:r>
          </a:p>
          <a:p>
            <a:pPr algn="ctr"/>
            <a:r>
              <a:rPr lang="en-US" dirty="0"/>
              <a:t>A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const char*</a:t>
            </a:r>
            <a:r>
              <a:rPr lang="en-US" dirty="0"/>
              <a:t> only stores the address of the first character of the underlying array. It does not know the length. So the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'\0'</a:t>
            </a:r>
            <a:r>
              <a:rPr lang="en-US" dirty="0"/>
              <a:t> is used as a special </a:t>
            </a:r>
            <a:r>
              <a:rPr lang="en-US" b="1" dirty="0"/>
              <a:t>sentinel</a:t>
            </a:r>
            <a:r>
              <a:rPr lang="en-US" dirty="0"/>
              <a:t> character to mark the end of the string.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2896542-9B18-FBC5-8099-C3EAB57462EF}"/>
              </a:ext>
            </a:extLst>
          </p:cNvPr>
          <p:cNvGrpSpPr/>
          <p:nvPr/>
        </p:nvGrpSpPr>
        <p:grpSpPr>
          <a:xfrm>
            <a:off x="6740841" y="1952540"/>
            <a:ext cx="849096" cy="1026087"/>
            <a:chOff x="4441717" y="4154269"/>
            <a:chExt cx="944489" cy="122926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B9EDCB9-E11C-633D-6DD9-35E296457093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C314D3D-6885-7B44-72D2-CA9141901835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H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3E94FD4-DE7F-CFE4-359E-AFA0041EE8A5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24830D0-7484-10E9-1B8F-C125CBD79067}"/>
              </a:ext>
            </a:extLst>
          </p:cNvPr>
          <p:cNvGrpSpPr/>
          <p:nvPr/>
        </p:nvGrpSpPr>
        <p:grpSpPr>
          <a:xfrm>
            <a:off x="8512031" y="1952540"/>
            <a:ext cx="849096" cy="1026087"/>
            <a:chOff x="4441717" y="4154269"/>
            <a:chExt cx="944489" cy="122926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25B1F01-E61A-65EE-88F2-4BDC14A553E1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7EA1FBE-85E4-5644-8EB5-F48E5848561C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l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50564A1-B803-41E1-1BED-449E5D524587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478B9B7-1AB5-E481-C0A4-0E0A0006E00A}"/>
              </a:ext>
            </a:extLst>
          </p:cNvPr>
          <p:cNvGrpSpPr/>
          <p:nvPr/>
        </p:nvGrpSpPr>
        <p:grpSpPr>
          <a:xfrm>
            <a:off x="7626436" y="1952540"/>
            <a:ext cx="849096" cy="1026087"/>
            <a:chOff x="4441717" y="4154269"/>
            <a:chExt cx="944489" cy="1229260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7B7CA340-766E-29E3-64C9-EF723FF907ED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8550DA3D-D1A6-A38F-6B94-9471FFA417E1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e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B8450EA0-1F63-318D-3BA4-8393566F6235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29A4A21-4B3D-99D8-E23C-4A68E1E271CD}"/>
              </a:ext>
            </a:extLst>
          </p:cNvPr>
          <p:cNvGrpSpPr/>
          <p:nvPr/>
        </p:nvGrpSpPr>
        <p:grpSpPr>
          <a:xfrm>
            <a:off x="9397627" y="1952540"/>
            <a:ext cx="849096" cy="1026087"/>
            <a:chOff x="4441717" y="4154269"/>
            <a:chExt cx="944489" cy="1229260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95F7F99A-AB55-EE1C-987E-BA438E6A43C9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003490D2-FB07-D5DC-6899-487FE1439AA0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l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FE836C9-426D-9AFE-9BA2-DC0CAE1880A5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024D4DE9-CBEA-6D5C-2E80-588B3D921C56}"/>
              </a:ext>
            </a:extLst>
          </p:cNvPr>
          <p:cNvGrpSpPr/>
          <p:nvPr/>
        </p:nvGrpSpPr>
        <p:grpSpPr>
          <a:xfrm>
            <a:off x="10283222" y="1952540"/>
            <a:ext cx="849096" cy="1026087"/>
            <a:chOff x="4441717" y="4154269"/>
            <a:chExt cx="944489" cy="1229260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08600488-44CF-220E-E7CC-822AFECFF790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D03EB365-10F4-9B3E-5662-AD8628CAC758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o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434DBE52-D179-FE78-F3D2-1F6933E90559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2CFDB544-2211-8588-1493-F436B8183CB3}"/>
              </a:ext>
            </a:extLst>
          </p:cNvPr>
          <p:cNvGrpSpPr/>
          <p:nvPr/>
        </p:nvGrpSpPr>
        <p:grpSpPr>
          <a:xfrm>
            <a:off x="11168819" y="1952540"/>
            <a:ext cx="849096" cy="1026087"/>
            <a:chOff x="4441717" y="4154269"/>
            <a:chExt cx="944489" cy="1229260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E80B9721-621C-A004-FE89-65E24B048453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7DAD4D19-6FF0-7141-D570-79A851AEE705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\0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0CC2785E-EA7A-E5C4-8A03-4C87150409C7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5</a:t>
              </a:r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736FB0C4-EAED-B9AD-84EB-D4D496A0CA45}"/>
              </a:ext>
            </a:extLst>
          </p:cNvPr>
          <p:cNvSpPr txBox="1"/>
          <p:nvPr/>
        </p:nvSpPr>
        <p:spPr>
          <a:xfrm>
            <a:off x="5875810" y="1737275"/>
            <a:ext cx="735250" cy="3082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first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50D3DBE7-5A59-075A-502E-2B43BAA96E74}"/>
              </a:ext>
            </a:extLst>
          </p:cNvPr>
          <p:cNvCxnSpPr>
            <a:cxnSpLocks/>
          </p:cNvCxnSpPr>
          <p:nvPr/>
        </p:nvCxnSpPr>
        <p:spPr>
          <a:xfrm>
            <a:off x="6578978" y="2072603"/>
            <a:ext cx="187802" cy="2480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5" name="Group 34">
            <a:extLst>
              <a:ext uri="{FF2B5EF4-FFF2-40B4-BE49-F238E27FC236}">
                <a16:creationId xmlns:a16="http://schemas.microsoft.com/office/drawing/2014/main" id="{934AD9B3-0F67-5E66-900A-BF69307D21B3}"/>
              </a:ext>
            </a:extLst>
          </p:cNvPr>
          <p:cNvGrpSpPr/>
          <p:nvPr/>
        </p:nvGrpSpPr>
        <p:grpSpPr>
          <a:xfrm>
            <a:off x="6812280" y="3251967"/>
            <a:ext cx="721581" cy="1034973"/>
            <a:chOff x="4441717" y="4154269"/>
            <a:chExt cx="944489" cy="1363365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ABD10FA5-A789-4CA7-16E2-CFECA98AFEE7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D9FD37B9-1A56-989B-AB68-5CD50C204DD3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▮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AF69A21E-08A0-A1D6-2475-1AA39D83A402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E0730117-59E4-ABD0-76ED-53D692AE3B85}"/>
              </a:ext>
            </a:extLst>
          </p:cNvPr>
          <p:cNvGrpSpPr/>
          <p:nvPr/>
        </p:nvGrpSpPr>
        <p:grpSpPr>
          <a:xfrm>
            <a:off x="8306964" y="3251967"/>
            <a:ext cx="721581" cy="1034973"/>
            <a:chOff x="4441717" y="4154269"/>
            <a:chExt cx="944489" cy="1363365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513B4940-A2CB-7F87-FD09-EF6AA89E0296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62F01D22-4F39-23A4-CF67-27BDE1DD601E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o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861493EE-0BAB-E063-6399-03E4BAD9AB94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F9043F57-F145-D3F3-62C0-69A3E8F046AF}"/>
              </a:ext>
            </a:extLst>
          </p:cNvPr>
          <p:cNvGrpSpPr/>
          <p:nvPr/>
        </p:nvGrpSpPr>
        <p:grpSpPr>
          <a:xfrm>
            <a:off x="7559622" y="3251967"/>
            <a:ext cx="721581" cy="1034973"/>
            <a:chOff x="4441717" y="4154269"/>
            <a:chExt cx="944489" cy="1363365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996035C1-3650-1843-0703-A04E5BFFD6B7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102A5EFB-1D23-5C73-66B8-1B170CE5595A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M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E8E63318-4327-805C-E747-17472A4F0265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A04CF1CD-EEEB-4147-24E9-2261EC7DF4DE}"/>
              </a:ext>
            </a:extLst>
          </p:cNvPr>
          <p:cNvGrpSpPr/>
          <p:nvPr/>
        </p:nvGrpSpPr>
        <p:grpSpPr>
          <a:xfrm>
            <a:off x="9054306" y="3251966"/>
            <a:ext cx="721581" cy="1034973"/>
            <a:chOff x="4441717" y="4154269"/>
            <a:chExt cx="944489" cy="1363365"/>
          </a:xfrm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658825AD-A32E-4F0F-8513-6F87F9F7CDEA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8AA28C03-D3E9-F185-CA21-F1BAD94DF742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o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0D3383AC-D978-AA33-1511-FD25B11369E2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A3391B0D-B296-853C-E0F9-A49FBD1083B6}"/>
              </a:ext>
            </a:extLst>
          </p:cNvPr>
          <p:cNvGrpSpPr/>
          <p:nvPr/>
        </p:nvGrpSpPr>
        <p:grpSpPr>
          <a:xfrm>
            <a:off x="9801648" y="3251967"/>
            <a:ext cx="721581" cy="1034973"/>
            <a:chOff x="4441717" y="4154269"/>
            <a:chExt cx="944489" cy="1363365"/>
          </a:xfrm>
        </p:grpSpPr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C1018B08-21D3-6B3A-CD36-F3A899466E58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9D9E5669-0C6E-D155-516E-3C15F26AB05C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n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394DAD33-8F4E-A740-7908-9717137B22BF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FD8EBAF6-24AF-B22A-0883-EA733B63D3F4}"/>
              </a:ext>
            </a:extLst>
          </p:cNvPr>
          <p:cNvGrpSpPr/>
          <p:nvPr/>
        </p:nvGrpSpPr>
        <p:grpSpPr>
          <a:xfrm>
            <a:off x="10548990" y="3251967"/>
            <a:ext cx="721581" cy="1034973"/>
            <a:chOff x="4441717" y="4154269"/>
            <a:chExt cx="944489" cy="1363365"/>
          </a:xfrm>
        </p:grpSpPr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0B5277FC-ED0E-C283-4754-971FE142222B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9DDB0413-220C-F0A2-623B-E34AA3EB4639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!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18DF59C0-54CA-FDBA-F66C-4725CCE9467E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5</a:t>
              </a:r>
            </a:p>
          </p:txBody>
        </p:sp>
      </p:grpSp>
      <p:sp>
        <p:nvSpPr>
          <p:cNvPr id="59" name="TextBox 58">
            <a:extLst>
              <a:ext uri="{FF2B5EF4-FFF2-40B4-BE49-F238E27FC236}">
                <a16:creationId xmlns:a16="http://schemas.microsoft.com/office/drawing/2014/main" id="{FCD316D3-9999-DCD0-0C64-8E5BEF59733C}"/>
              </a:ext>
            </a:extLst>
          </p:cNvPr>
          <p:cNvSpPr txBox="1"/>
          <p:nvPr/>
        </p:nvSpPr>
        <p:spPr>
          <a:xfrm>
            <a:off x="5796352" y="3053067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second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DEF36128-B3CD-1758-B499-08FC64FF4AB9}"/>
              </a:ext>
            </a:extLst>
          </p:cNvPr>
          <p:cNvCxnSpPr>
            <a:cxnSpLocks/>
          </p:cNvCxnSpPr>
          <p:nvPr/>
        </p:nvCxnSpPr>
        <p:spPr>
          <a:xfrm>
            <a:off x="6647250" y="3364918"/>
            <a:ext cx="187073" cy="2111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1" name="Group 60">
            <a:extLst>
              <a:ext uri="{FF2B5EF4-FFF2-40B4-BE49-F238E27FC236}">
                <a16:creationId xmlns:a16="http://schemas.microsoft.com/office/drawing/2014/main" id="{75617B6E-1097-DE37-A567-3EC2D6703F6A}"/>
              </a:ext>
            </a:extLst>
          </p:cNvPr>
          <p:cNvGrpSpPr/>
          <p:nvPr/>
        </p:nvGrpSpPr>
        <p:grpSpPr>
          <a:xfrm>
            <a:off x="11296335" y="3253770"/>
            <a:ext cx="721581" cy="1034973"/>
            <a:chOff x="4441717" y="4154269"/>
            <a:chExt cx="944489" cy="1363365"/>
          </a:xfrm>
        </p:grpSpPr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2FA7EF65-17A7-10BE-CD34-30A39864EF12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2394C17D-ACA1-946A-80C1-C6767131371E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\0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C8EDAA69-1C0B-5F35-C011-92E653056528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5</a:t>
              </a:r>
            </a:p>
          </p:txBody>
        </p:sp>
      </p:grpSp>
      <p:sp>
        <p:nvSpPr>
          <p:cNvPr id="65" name="TextBox 64">
            <a:extLst>
              <a:ext uri="{FF2B5EF4-FFF2-40B4-BE49-F238E27FC236}">
                <a16:creationId xmlns:a16="http://schemas.microsoft.com/office/drawing/2014/main" id="{073DDE7B-6D9B-C538-F206-9680C2CB7280}"/>
              </a:ext>
            </a:extLst>
          </p:cNvPr>
          <p:cNvSpPr txBox="1"/>
          <p:nvPr/>
        </p:nvSpPr>
        <p:spPr>
          <a:xfrm>
            <a:off x="6933662" y="4142671"/>
            <a:ext cx="52290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space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D9E7663-D86E-8CCA-B474-C6FAD916C508}"/>
              </a:ext>
            </a:extLst>
          </p:cNvPr>
          <p:cNvSpPr txBox="1"/>
          <p:nvPr/>
        </p:nvSpPr>
        <p:spPr>
          <a:xfrm>
            <a:off x="105303" y="2475457"/>
            <a:ext cx="2387584" cy="1200329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The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en-US" dirty="0"/>
              <a:t> operator works with C-strings, and keeps printing chars until it hits the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'\0'</a:t>
            </a:r>
            <a:r>
              <a:rPr lang="en-US" dirty="0"/>
              <a:t>.</a:t>
            </a: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7F7580A4-1C35-0473-717A-331380E9FFDA}"/>
              </a:ext>
            </a:extLst>
          </p:cNvPr>
          <p:cNvCxnSpPr>
            <a:cxnSpLocks/>
            <a:stCxn id="33" idx="0"/>
          </p:cNvCxnSpPr>
          <p:nvPr/>
        </p:nvCxnSpPr>
        <p:spPr>
          <a:xfrm flipV="1">
            <a:off x="1299095" y="1993515"/>
            <a:ext cx="0" cy="4819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39751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1A45B2-F41F-34FC-BF32-422226CDDB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05D21-F7B2-92D2-8C45-18D31C4418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06375"/>
            <a:ext cx="5583382" cy="1325563"/>
          </a:xfrm>
        </p:spPr>
        <p:txBody>
          <a:bodyPr/>
          <a:lstStyle/>
          <a:p>
            <a:r>
              <a:rPr lang="en-US" dirty="0"/>
              <a:t>C-strings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1A4443-1CA9-4F62-500B-06F0FFB49F83}"/>
              </a:ext>
            </a:extLst>
          </p:cNvPr>
          <p:cNvSpPr txBox="1"/>
          <p:nvPr/>
        </p:nvSpPr>
        <p:spPr>
          <a:xfrm>
            <a:off x="422564" y="935182"/>
            <a:ext cx="461697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const char* first = "Hello";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const char* second = " Moon!";</a:t>
            </a:r>
          </a:p>
          <a:p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&lt;&lt; first &lt;&lt; "\n";  // "Hello"</a:t>
            </a:r>
          </a:p>
          <a:p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&lt;&lt; second &lt;&lt; "\n"; // " Moon!"</a:t>
            </a:r>
          </a:p>
          <a:p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0CD3020-D5D6-F645-92D6-DD9EB5CB99DE}"/>
              </a:ext>
            </a:extLst>
          </p:cNvPr>
          <p:cNvSpPr/>
          <p:nvPr/>
        </p:nvSpPr>
        <p:spPr>
          <a:xfrm>
            <a:off x="422564" y="935182"/>
            <a:ext cx="4124722" cy="609413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7DA3B751-78D3-C0CF-83D0-F03573A7625C}"/>
              </a:ext>
            </a:extLst>
          </p:cNvPr>
          <p:cNvGrpSpPr/>
          <p:nvPr/>
        </p:nvGrpSpPr>
        <p:grpSpPr>
          <a:xfrm>
            <a:off x="6459913" y="312965"/>
            <a:ext cx="849096" cy="1026087"/>
            <a:chOff x="4441717" y="4154269"/>
            <a:chExt cx="944489" cy="122926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05826EA-E640-0C45-BBF7-2EF82918F750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2751988-C445-AFA8-C40B-0AD839369CC3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H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75A178D-1AC8-6443-CF35-C91C947D6AD0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FE7424C-6E3D-F603-B844-B48EE7BA8C81}"/>
              </a:ext>
            </a:extLst>
          </p:cNvPr>
          <p:cNvGrpSpPr/>
          <p:nvPr/>
        </p:nvGrpSpPr>
        <p:grpSpPr>
          <a:xfrm>
            <a:off x="8231103" y="312965"/>
            <a:ext cx="849096" cy="1026087"/>
            <a:chOff x="4441717" y="4154269"/>
            <a:chExt cx="944489" cy="122926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AB4157B-0265-6088-CE45-23D4A3FC58A7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D6B2967-E71C-B0BD-A32C-2EB6876A11BA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l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FBFE9CF3-0C35-F721-7486-35980954161B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E137B1A-3A57-30EF-296F-C9D93DA88FAC}"/>
              </a:ext>
            </a:extLst>
          </p:cNvPr>
          <p:cNvGrpSpPr/>
          <p:nvPr/>
        </p:nvGrpSpPr>
        <p:grpSpPr>
          <a:xfrm>
            <a:off x="7345508" y="312965"/>
            <a:ext cx="849096" cy="1026087"/>
            <a:chOff x="4441717" y="4154269"/>
            <a:chExt cx="944489" cy="1229260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171F243-80F1-ABC6-8FDE-B25BA1FE3D4B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2DAF6D6C-9C5F-D9A1-A05D-F2D9F6896F5B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e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D8F028BA-5FE3-C417-9E3B-1D1D85BC6BEB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F593DED-D656-BF3D-8B00-ABA2DDB70A70}"/>
              </a:ext>
            </a:extLst>
          </p:cNvPr>
          <p:cNvGrpSpPr/>
          <p:nvPr/>
        </p:nvGrpSpPr>
        <p:grpSpPr>
          <a:xfrm>
            <a:off x="9116699" y="312965"/>
            <a:ext cx="849096" cy="1026087"/>
            <a:chOff x="4441717" y="4154269"/>
            <a:chExt cx="944489" cy="1229260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E4C6C66-FE20-393A-3BF5-F9CC7D3E3131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0ADA6BED-2AFD-7CA4-2DA8-42A9D5479B56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l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5314AD1B-23CC-C71F-17CB-18734483B8A4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B572B150-6E16-B4B2-A339-BF23214AD6BF}"/>
              </a:ext>
            </a:extLst>
          </p:cNvPr>
          <p:cNvGrpSpPr/>
          <p:nvPr/>
        </p:nvGrpSpPr>
        <p:grpSpPr>
          <a:xfrm>
            <a:off x="10002294" y="312965"/>
            <a:ext cx="849096" cy="1026087"/>
            <a:chOff x="4441717" y="4154269"/>
            <a:chExt cx="944489" cy="1229260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396789A2-653B-A0B0-036D-76D3E659CFB4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252EBCFA-C07B-CCF4-CE16-FEF4343C5E1E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o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163953BB-EEB3-E9CF-7A69-1AA59E942549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100B353B-1FA2-B772-FBD1-4F8D127F3E05}"/>
              </a:ext>
            </a:extLst>
          </p:cNvPr>
          <p:cNvGrpSpPr/>
          <p:nvPr/>
        </p:nvGrpSpPr>
        <p:grpSpPr>
          <a:xfrm>
            <a:off x="10887891" y="312965"/>
            <a:ext cx="849096" cy="1026087"/>
            <a:chOff x="4441717" y="4154269"/>
            <a:chExt cx="944489" cy="1229260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16F3ACDF-6BCB-2C34-7394-6D39DE3AD9BD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3B96B12-0390-03F0-858F-61FFF1491C37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\0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2009D949-7C37-B120-8278-3C92B6139219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5</a:t>
              </a:r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409F798A-CA4A-66AA-F2DF-D3AD08438572}"/>
              </a:ext>
            </a:extLst>
          </p:cNvPr>
          <p:cNvSpPr txBox="1"/>
          <p:nvPr/>
        </p:nvSpPr>
        <p:spPr>
          <a:xfrm>
            <a:off x="5594882" y="97700"/>
            <a:ext cx="735250" cy="3082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first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C6273854-23A2-B007-D35C-351A80DB11C8}"/>
              </a:ext>
            </a:extLst>
          </p:cNvPr>
          <p:cNvCxnSpPr>
            <a:cxnSpLocks/>
          </p:cNvCxnSpPr>
          <p:nvPr/>
        </p:nvCxnSpPr>
        <p:spPr>
          <a:xfrm>
            <a:off x="6298050" y="433028"/>
            <a:ext cx="187802" cy="2480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5" name="Group 34">
            <a:extLst>
              <a:ext uri="{FF2B5EF4-FFF2-40B4-BE49-F238E27FC236}">
                <a16:creationId xmlns:a16="http://schemas.microsoft.com/office/drawing/2014/main" id="{35E026B5-9221-C663-4F82-FD55BA1591AC}"/>
              </a:ext>
            </a:extLst>
          </p:cNvPr>
          <p:cNvGrpSpPr/>
          <p:nvPr/>
        </p:nvGrpSpPr>
        <p:grpSpPr>
          <a:xfrm>
            <a:off x="6531352" y="1612392"/>
            <a:ext cx="721581" cy="1034973"/>
            <a:chOff x="4441717" y="4154269"/>
            <a:chExt cx="944489" cy="1363365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61833761-45A5-73A6-BAE0-DC6324A89736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7B9D19A4-84B5-48AB-D753-75465A6DDE35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▮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AC52F149-FDE6-C506-4DF7-5B9450BD47D7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A5CE1400-D81B-3013-8E48-94C35F91B99A}"/>
              </a:ext>
            </a:extLst>
          </p:cNvPr>
          <p:cNvGrpSpPr/>
          <p:nvPr/>
        </p:nvGrpSpPr>
        <p:grpSpPr>
          <a:xfrm>
            <a:off x="8026036" y="1612392"/>
            <a:ext cx="721581" cy="1034973"/>
            <a:chOff x="4441717" y="4154269"/>
            <a:chExt cx="944489" cy="1363365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CF0B88E2-EE27-7D2C-3650-F26085DC4E76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B54D2A82-9EEB-9686-3BD4-E71FBC6BDDC1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o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0DC0023F-00AB-BE06-4CB3-53B9FDA445A6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430A6A14-ABCF-24C4-26AE-CC3F9FAD9254}"/>
              </a:ext>
            </a:extLst>
          </p:cNvPr>
          <p:cNvGrpSpPr/>
          <p:nvPr/>
        </p:nvGrpSpPr>
        <p:grpSpPr>
          <a:xfrm>
            <a:off x="7278694" y="1612392"/>
            <a:ext cx="721581" cy="1034973"/>
            <a:chOff x="4441717" y="4154269"/>
            <a:chExt cx="944489" cy="1363365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E62EC441-C94E-4382-7C4F-0B071031CED1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76EDAC8A-912F-E7AE-146B-006989989E1F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M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A53001FA-2B1E-ABC8-CA7A-0A191BB1F4C7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DF7E09DC-9E7B-57FF-8B59-5A0264727494}"/>
              </a:ext>
            </a:extLst>
          </p:cNvPr>
          <p:cNvGrpSpPr/>
          <p:nvPr/>
        </p:nvGrpSpPr>
        <p:grpSpPr>
          <a:xfrm>
            <a:off x="8773378" y="1612391"/>
            <a:ext cx="721581" cy="1034973"/>
            <a:chOff x="4441717" y="4154269"/>
            <a:chExt cx="944489" cy="1363365"/>
          </a:xfrm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B5439BD5-42E2-9E03-1C1A-858A24E66492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2E8F86BA-6365-9FBE-03F7-B36065CD5C83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o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F2F375D7-0FF9-D15A-6F7A-2484D79F575C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51774235-4064-EA71-DB48-BD380492DB5F}"/>
              </a:ext>
            </a:extLst>
          </p:cNvPr>
          <p:cNvGrpSpPr/>
          <p:nvPr/>
        </p:nvGrpSpPr>
        <p:grpSpPr>
          <a:xfrm>
            <a:off x="9520720" y="1612392"/>
            <a:ext cx="721581" cy="1034973"/>
            <a:chOff x="4441717" y="4154269"/>
            <a:chExt cx="944489" cy="1363365"/>
          </a:xfrm>
        </p:grpSpPr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263100F7-502A-279D-A5E0-251C60AD8474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17A8960D-712F-AF0B-A810-0DA08AD8CBEC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n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9C03AF5C-FEB7-04FF-1EDC-6A29A99001CD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0684F360-B724-CF59-A2BE-788E0A89A4C5}"/>
              </a:ext>
            </a:extLst>
          </p:cNvPr>
          <p:cNvGrpSpPr/>
          <p:nvPr/>
        </p:nvGrpSpPr>
        <p:grpSpPr>
          <a:xfrm>
            <a:off x="10268062" y="1612392"/>
            <a:ext cx="721581" cy="1034973"/>
            <a:chOff x="4441717" y="4154269"/>
            <a:chExt cx="944489" cy="1363365"/>
          </a:xfrm>
        </p:grpSpPr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9BC25914-11F5-CDCB-A67B-9D17745A2F74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1EBA4157-817A-E624-5883-DFAD6FFAFC18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!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7A888892-9BCD-523B-A5B6-1FEFE9B5F3D0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5</a:t>
              </a:r>
            </a:p>
          </p:txBody>
        </p:sp>
      </p:grpSp>
      <p:sp>
        <p:nvSpPr>
          <p:cNvPr id="59" name="TextBox 58">
            <a:extLst>
              <a:ext uri="{FF2B5EF4-FFF2-40B4-BE49-F238E27FC236}">
                <a16:creationId xmlns:a16="http://schemas.microsoft.com/office/drawing/2014/main" id="{AC3AF918-9A97-7B30-CDE9-FD54CDE38675}"/>
              </a:ext>
            </a:extLst>
          </p:cNvPr>
          <p:cNvSpPr txBox="1"/>
          <p:nvPr/>
        </p:nvSpPr>
        <p:spPr>
          <a:xfrm>
            <a:off x="5515424" y="1413492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second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50696E5E-71D4-5DEE-73D2-4EE1D2ED8FC8}"/>
              </a:ext>
            </a:extLst>
          </p:cNvPr>
          <p:cNvCxnSpPr>
            <a:cxnSpLocks/>
          </p:cNvCxnSpPr>
          <p:nvPr/>
        </p:nvCxnSpPr>
        <p:spPr>
          <a:xfrm>
            <a:off x="6366322" y="1725343"/>
            <a:ext cx="187073" cy="2111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1" name="Group 60">
            <a:extLst>
              <a:ext uri="{FF2B5EF4-FFF2-40B4-BE49-F238E27FC236}">
                <a16:creationId xmlns:a16="http://schemas.microsoft.com/office/drawing/2014/main" id="{3DBD34D1-8B6A-0416-5DF1-DCE69265CCF7}"/>
              </a:ext>
            </a:extLst>
          </p:cNvPr>
          <p:cNvGrpSpPr/>
          <p:nvPr/>
        </p:nvGrpSpPr>
        <p:grpSpPr>
          <a:xfrm>
            <a:off x="11015407" y="1614195"/>
            <a:ext cx="721581" cy="1034973"/>
            <a:chOff x="4441717" y="4154269"/>
            <a:chExt cx="944489" cy="1363365"/>
          </a:xfrm>
        </p:grpSpPr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5BE1DFC9-D35B-B0FE-486D-0441301C143F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24CDFA92-4E68-CF4F-6E74-5DC121460857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\0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5BDEA2B7-2B2A-1DCC-4A7F-3B0537ADBB8B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5</a:t>
              </a:r>
            </a:p>
          </p:txBody>
        </p:sp>
      </p:grpSp>
      <p:sp>
        <p:nvSpPr>
          <p:cNvPr id="65" name="TextBox 64">
            <a:extLst>
              <a:ext uri="{FF2B5EF4-FFF2-40B4-BE49-F238E27FC236}">
                <a16:creationId xmlns:a16="http://schemas.microsoft.com/office/drawing/2014/main" id="{08B4B81B-267A-BEB1-F875-B7BFF1A758C0}"/>
              </a:ext>
            </a:extLst>
          </p:cNvPr>
          <p:cNvSpPr txBox="1"/>
          <p:nvPr/>
        </p:nvSpPr>
        <p:spPr>
          <a:xfrm>
            <a:off x="6652734" y="2503096"/>
            <a:ext cx="52290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space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E9DCE19-721B-6CB7-9370-228C98D6CEEC}"/>
              </a:ext>
            </a:extLst>
          </p:cNvPr>
          <p:cNvSpPr txBox="1"/>
          <p:nvPr/>
        </p:nvSpPr>
        <p:spPr>
          <a:xfrm>
            <a:off x="105303" y="2475457"/>
            <a:ext cx="2387584" cy="1200329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The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en-US" dirty="0"/>
              <a:t> operator works with C-strings, and keeps printing chars until it hits the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'\0'</a:t>
            </a:r>
            <a:r>
              <a:rPr lang="en-US" dirty="0"/>
              <a:t>.</a:t>
            </a: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FF9D685C-412C-D52C-E240-3F1D132138A1}"/>
              </a:ext>
            </a:extLst>
          </p:cNvPr>
          <p:cNvCxnSpPr>
            <a:cxnSpLocks/>
            <a:stCxn id="33" idx="0"/>
          </p:cNvCxnSpPr>
          <p:nvPr/>
        </p:nvCxnSpPr>
        <p:spPr>
          <a:xfrm flipV="1">
            <a:off x="1299095" y="1993515"/>
            <a:ext cx="0" cy="4819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3CE5F892-A37E-6235-CFA6-7A237D322676}"/>
              </a:ext>
            </a:extLst>
          </p:cNvPr>
          <p:cNvSpPr txBox="1"/>
          <p:nvPr/>
        </p:nvSpPr>
        <p:spPr>
          <a:xfrm>
            <a:off x="1046034" y="4283482"/>
            <a:ext cx="2187323" cy="646331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You can also print </a:t>
            </a:r>
            <a:br>
              <a:rPr lang="en-US" dirty="0"/>
            </a:br>
            <a:r>
              <a:rPr lang="en-US" dirty="0"/>
              <a:t>C-strings by hand …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2F926A1-E1C6-EBEF-DED0-DCE438FB8AB4}"/>
              </a:ext>
            </a:extLst>
          </p:cNvPr>
          <p:cNvSpPr txBox="1"/>
          <p:nvPr/>
        </p:nvSpPr>
        <p:spPr>
          <a:xfrm>
            <a:off x="3233357" y="3554067"/>
            <a:ext cx="5883342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for(int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= 0; first[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] != '\0';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++) 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&lt;&lt; first[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];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for(const char* p = first; *p != '\0'; p++) 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&lt;&lt; *p;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6430614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6FFDCB-9F7E-FD26-125A-57F70BABDD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B027F3-4130-2575-7880-48F2F4EEBF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06375"/>
            <a:ext cx="5583382" cy="1325563"/>
          </a:xfrm>
        </p:spPr>
        <p:txBody>
          <a:bodyPr/>
          <a:lstStyle/>
          <a:p>
            <a:r>
              <a:rPr lang="en-US" dirty="0"/>
              <a:t>C-strings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76FAF4-BAFB-612A-839C-2E1917ECF4C2}"/>
              </a:ext>
            </a:extLst>
          </p:cNvPr>
          <p:cNvSpPr txBox="1"/>
          <p:nvPr/>
        </p:nvSpPr>
        <p:spPr>
          <a:xfrm>
            <a:off x="422564" y="935182"/>
            <a:ext cx="4616970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const char* first = "Hello";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const char* second = " Moon!";</a:t>
            </a:r>
          </a:p>
          <a:p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&lt;&lt; first &lt;&lt; "\n";  // "Hello"</a:t>
            </a:r>
          </a:p>
          <a:p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&lt;&lt; second &lt;&lt; "\n"; // " Moon!"</a:t>
            </a:r>
          </a:p>
          <a:p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b="1" dirty="0">
                <a:latin typeface="Consolas" panose="020B0609020204030204" pitchFamily="49" charset="0"/>
                <a:cs typeface="Consolas" panose="020B0609020204030204" pitchFamily="49" charset="0"/>
              </a:rPr>
              <a:t>// copy first to result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int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first_len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strlen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(first);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C228015-0C0C-5EF0-F99C-D4BC3355A96C}"/>
              </a:ext>
            </a:extLst>
          </p:cNvPr>
          <p:cNvGrpSpPr/>
          <p:nvPr/>
        </p:nvGrpSpPr>
        <p:grpSpPr>
          <a:xfrm>
            <a:off x="6459913" y="312965"/>
            <a:ext cx="849096" cy="1026087"/>
            <a:chOff x="4441717" y="4154269"/>
            <a:chExt cx="944489" cy="122926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CB5691E-7456-0BA9-2E3E-11C0D7A2DA82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4A117DB-8B6F-87F7-6976-C1F2AABD5C88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H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46932C5-83EB-71D2-4730-C39CD1E57E4D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6481C22-DA3D-1BFA-19CD-06E0F312FC4F}"/>
              </a:ext>
            </a:extLst>
          </p:cNvPr>
          <p:cNvGrpSpPr/>
          <p:nvPr/>
        </p:nvGrpSpPr>
        <p:grpSpPr>
          <a:xfrm>
            <a:off x="8231103" y="312965"/>
            <a:ext cx="849096" cy="1026087"/>
            <a:chOff x="4441717" y="4154269"/>
            <a:chExt cx="944489" cy="122926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D4BB2A7-7203-CC39-4424-18A9D8DA7D6F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F6D7CA7-91EA-53FE-D8FE-5309F94FF33E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l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2BE86CF-89F4-D6DE-2AB4-C17677E66A59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C97E203-E27B-89AF-84C8-023CBD369F13}"/>
              </a:ext>
            </a:extLst>
          </p:cNvPr>
          <p:cNvGrpSpPr/>
          <p:nvPr/>
        </p:nvGrpSpPr>
        <p:grpSpPr>
          <a:xfrm>
            <a:off x="7345508" y="312965"/>
            <a:ext cx="849096" cy="1026087"/>
            <a:chOff x="4441717" y="4154269"/>
            <a:chExt cx="944489" cy="1229260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0041D3BC-95D5-5BC4-1152-9A6C8B376646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7F116D17-5702-47BE-7C32-95AAF39866E0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e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FF9EB31A-4015-2F82-A448-807882E7BB50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346D398-7EAF-98D8-6E10-2064456D6A76}"/>
              </a:ext>
            </a:extLst>
          </p:cNvPr>
          <p:cNvGrpSpPr/>
          <p:nvPr/>
        </p:nvGrpSpPr>
        <p:grpSpPr>
          <a:xfrm>
            <a:off x="9116699" y="312965"/>
            <a:ext cx="849096" cy="1026087"/>
            <a:chOff x="4441717" y="4154269"/>
            <a:chExt cx="944489" cy="1229260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818CC380-60CC-108C-3276-BAB45585A2FB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25427863-536C-FCB9-748F-35B7CDD35B11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l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70E78584-55E0-5E12-1A40-F2CA3F4EF7EB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000CD22F-9763-3871-2C25-82C2348A16C5}"/>
              </a:ext>
            </a:extLst>
          </p:cNvPr>
          <p:cNvGrpSpPr/>
          <p:nvPr/>
        </p:nvGrpSpPr>
        <p:grpSpPr>
          <a:xfrm>
            <a:off x="10002294" y="312965"/>
            <a:ext cx="849096" cy="1026087"/>
            <a:chOff x="4441717" y="4154269"/>
            <a:chExt cx="944489" cy="1229260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EB5D50DA-9FF9-32D5-4280-B28835561D5B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3DF929E9-990D-0D31-5960-693CA130B1BE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o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18619A81-3EEF-3E33-DAC8-4EE73692B598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35494243-FA2D-F6E1-8DB5-6C11FC09F4DF}"/>
              </a:ext>
            </a:extLst>
          </p:cNvPr>
          <p:cNvGrpSpPr/>
          <p:nvPr/>
        </p:nvGrpSpPr>
        <p:grpSpPr>
          <a:xfrm>
            <a:off x="10887891" y="312965"/>
            <a:ext cx="849096" cy="1026087"/>
            <a:chOff x="4441717" y="4154269"/>
            <a:chExt cx="944489" cy="1229260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460F8037-7D56-0AD8-FAB3-F9CFD461410B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51496156-4816-51B2-3FFA-E1DBC495CFFF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\0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4DEC14DB-612B-7BF5-0924-832526C95F88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5</a:t>
              </a:r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FB1565DD-05E8-5586-F1B0-DE7A50B24FC0}"/>
              </a:ext>
            </a:extLst>
          </p:cNvPr>
          <p:cNvSpPr txBox="1"/>
          <p:nvPr/>
        </p:nvSpPr>
        <p:spPr>
          <a:xfrm>
            <a:off x="5594882" y="97700"/>
            <a:ext cx="735250" cy="3082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first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C8FA801E-3E48-BD1A-5A39-4A64A7D36F62}"/>
              </a:ext>
            </a:extLst>
          </p:cNvPr>
          <p:cNvCxnSpPr>
            <a:cxnSpLocks/>
          </p:cNvCxnSpPr>
          <p:nvPr/>
        </p:nvCxnSpPr>
        <p:spPr>
          <a:xfrm>
            <a:off x="6298050" y="433028"/>
            <a:ext cx="187802" cy="2480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5" name="Group 34">
            <a:extLst>
              <a:ext uri="{FF2B5EF4-FFF2-40B4-BE49-F238E27FC236}">
                <a16:creationId xmlns:a16="http://schemas.microsoft.com/office/drawing/2014/main" id="{9606E8AE-AC7F-4C3F-BFE4-E80D7E3BA8AD}"/>
              </a:ext>
            </a:extLst>
          </p:cNvPr>
          <p:cNvGrpSpPr/>
          <p:nvPr/>
        </p:nvGrpSpPr>
        <p:grpSpPr>
          <a:xfrm>
            <a:off x="6531352" y="1612392"/>
            <a:ext cx="721581" cy="1034973"/>
            <a:chOff x="4441717" y="4154269"/>
            <a:chExt cx="944489" cy="1363365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8D0C40D9-6462-3464-7F7A-49C2664ECAD5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6B966EB5-683B-93D4-A391-488B0449978D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▮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05099BD4-BD09-7FD8-B5C1-41150B7AA9DB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C30468DA-38DA-990D-3F76-27C6F6B545DA}"/>
              </a:ext>
            </a:extLst>
          </p:cNvPr>
          <p:cNvGrpSpPr/>
          <p:nvPr/>
        </p:nvGrpSpPr>
        <p:grpSpPr>
          <a:xfrm>
            <a:off x="8026036" y="1612392"/>
            <a:ext cx="721581" cy="1034973"/>
            <a:chOff x="4441717" y="4154269"/>
            <a:chExt cx="944489" cy="1363365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09B49BC1-9B79-1EA0-F4C5-29D5E39FD359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78217AD-4C60-842A-5968-374124619730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o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FE4AC167-D12E-8F1F-FF6A-6ED50087EAAB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83BAD3BC-BCC1-2494-60AA-8D5AA278E8B0}"/>
              </a:ext>
            </a:extLst>
          </p:cNvPr>
          <p:cNvGrpSpPr/>
          <p:nvPr/>
        </p:nvGrpSpPr>
        <p:grpSpPr>
          <a:xfrm>
            <a:off x="7278694" y="1612392"/>
            <a:ext cx="721581" cy="1034973"/>
            <a:chOff x="4441717" y="4154269"/>
            <a:chExt cx="944489" cy="1363365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3F2C0A58-28C6-1051-0A17-2891D874DDEB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D0248840-74E9-0081-4F02-0B106C7A2AFC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M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25E1CDF4-D19B-B5C5-6F1B-28DFFBE2759A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4DA8194F-A2B1-B4BD-739B-42B70CF0DE92}"/>
              </a:ext>
            </a:extLst>
          </p:cNvPr>
          <p:cNvGrpSpPr/>
          <p:nvPr/>
        </p:nvGrpSpPr>
        <p:grpSpPr>
          <a:xfrm>
            <a:off x="8773378" y="1612391"/>
            <a:ext cx="721581" cy="1034973"/>
            <a:chOff x="4441717" y="4154269"/>
            <a:chExt cx="944489" cy="1363365"/>
          </a:xfrm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F8BEED15-5827-AD60-0B80-D42AF9C0FFBD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156B2C42-36FA-0838-B66E-FF77503A3EAA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o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7E396315-16E0-63B2-8B27-E8F918E0095F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DB359B9F-00A3-FA3B-A02A-DCDC64B9E212}"/>
              </a:ext>
            </a:extLst>
          </p:cNvPr>
          <p:cNvGrpSpPr/>
          <p:nvPr/>
        </p:nvGrpSpPr>
        <p:grpSpPr>
          <a:xfrm>
            <a:off x="9520720" y="1612392"/>
            <a:ext cx="721581" cy="1034973"/>
            <a:chOff x="4441717" y="4154269"/>
            <a:chExt cx="944489" cy="1363365"/>
          </a:xfrm>
        </p:grpSpPr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800561C4-6705-C029-6234-3F0733D207DF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D4BDD0A3-AC20-B3FA-996E-4C1383B210C9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n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C505A32E-EAF2-94DB-E4F7-7345892711E2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FAE07359-2A54-05BB-44B8-5A7A7741737E}"/>
              </a:ext>
            </a:extLst>
          </p:cNvPr>
          <p:cNvGrpSpPr/>
          <p:nvPr/>
        </p:nvGrpSpPr>
        <p:grpSpPr>
          <a:xfrm>
            <a:off x="10268062" y="1612392"/>
            <a:ext cx="721581" cy="1034973"/>
            <a:chOff x="4441717" y="4154269"/>
            <a:chExt cx="944489" cy="1363365"/>
          </a:xfrm>
        </p:grpSpPr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459D0323-00AD-B917-406F-118E85D6D27F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268A47E1-5BC0-CB00-B690-982B36D87C30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!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D8BF4C9D-552D-9DA5-CE7C-A51E3E339AFE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5</a:t>
              </a:r>
            </a:p>
          </p:txBody>
        </p:sp>
      </p:grpSp>
      <p:sp>
        <p:nvSpPr>
          <p:cNvPr id="59" name="TextBox 58">
            <a:extLst>
              <a:ext uri="{FF2B5EF4-FFF2-40B4-BE49-F238E27FC236}">
                <a16:creationId xmlns:a16="http://schemas.microsoft.com/office/drawing/2014/main" id="{9B775621-98A6-0D77-F7B8-F9A5C4AF7970}"/>
              </a:ext>
            </a:extLst>
          </p:cNvPr>
          <p:cNvSpPr txBox="1"/>
          <p:nvPr/>
        </p:nvSpPr>
        <p:spPr>
          <a:xfrm>
            <a:off x="5515424" y="1413492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second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A9450DBD-FC59-C95B-E9D3-F090695DE178}"/>
              </a:ext>
            </a:extLst>
          </p:cNvPr>
          <p:cNvCxnSpPr>
            <a:cxnSpLocks/>
          </p:cNvCxnSpPr>
          <p:nvPr/>
        </p:nvCxnSpPr>
        <p:spPr>
          <a:xfrm>
            <a:off x="6366322" y="1725343"/>
            <a:ext cx="187073" cy="2111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1" name="Group 60">
            <a:extLst>
              <a:ext uri="{FF2B5EF4-FFF2-40B4-BE49-F238E27FC236}">
                <a16:creationId xmlns:a16="http://schemas.microsoft.com/office/drawing/2014/main" id="{F125C497-7704-0DAA-6366-677DE07E4356}"/>
              </a:ext>
            </a:extLst>
          </p:cNvPr>
          <p:cNvGrpSpPr/>
          <p:nvPr/>
        </p:nvGrpSpPr>
        <p:grpSpPr>
          <a:xfrm>
            <a:off x="11015407" y="1614195"/>
            <a:ext cx="721581" cy="1034973"/>
            <a:chOff x="4441717" y="4154269"/>
            <a:chExt cx="944489" cy="1363365"/>
          </a:xfrm>
        </p:grpSpPr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94CED543-D11C-5CCA-9D82-DA8A404C1C18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52749540-62EB-D11D-15E3-C8B11E7D7FC7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\0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4BE34891-EB31-47B9-CF0A-C01471F1C125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5</a:t>
              </a:r>
            </a:p>
          </p:txBody>
        </p:sp>
      </p:grpSp>
      <p:sp>
        <p:nvSpPr>
          <p:cNvPr id="65" name="TextBox 64">
            <a:extLst>
              <a:ext uri="{FF2B5EF4-FFF2-40B4-BE49-F238E27FC236}">
                <a16:creationId xmlns:a16="http://schemas.microsoft.com/office/drawing/2014/main" id="{FA339009-BE7D-0B3D-3204-325159F3953E}"/>
              </a:ext>
            </a:extLst>
          </p:cNvPr>
          <p:cNvSpPr txBox="1"/>
          <p:nvPr/>
        </p:nvSpPr>
        <p:spPr>
          <a:xfrm>
            <a:off x="6652734" y="2503096"/>
            <a:ext cx="52290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space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C92F2C-9642-21DC-3614-282CF57A4A50}"/>
              </a:ext>
            </a:extLst>
          </p:cNvPr>
          <p:cNvSpPr txBox="1"/>
          <p:nvPr/>
        </p:nvSpPr>
        <p:spPr>
          <a:xfrm>
            <a:off x="957891" y="3291329"/>
            <a:ext cx="1999040" cy="1200329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strlen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(s)</a:t>
            </a:r>
            <a:r>
              <a:rPr lang="en-US" dirty="0"/>
              <a:t> is the standard function for getting the length of a string.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C7F1DE-5E66-E86E-3DB6-548EA4E11BB6}"/>
              </a:ext>
            </a:extLst>
          </p:cNvPr>
          <p:cNvSpPr txBox="1"/>
          <p:nvPr/>
        </p:nvSpPr>
        <p:spPr>
          <a:xfrm>
            <a:off x="3374937" y="4178899"/>
            <a:ext cx="5756704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int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strlen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(const char* s)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int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len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= 0;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for (const char* p = s; *p != '\0'; p++)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len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++;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return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len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B1E572E-888C-1B1E-6967-F7B47AF7F412}"/>
              </a:ext>
            </a:extLst>
          </p:cNvPr>
          <p:cNvSpPr txBox="1"/>
          <p:nvPr/>
        </p:nvSpPr>
        <p:spPr>
          <a:xfrm>
            <a:off x="9670252" y="4491658"/>
            <a:ext cx="2216948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cs typeface="Consolas" panose="020B0609020204030204" pitchFamily="49" charset="0"/>
              </a:rPr>
              <a:t>I</a:t>
            </a:r>
            <a:r>
              <a:rPr lang="en-US" dirty="0"/>
              <a:t>f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</a:t>
            </a:r>
            <a:r>
              <a:rPr lang="en-US" dirty="0"/>
              <a:t> is big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strlen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(s)</a:t>
            </a:r>
            <a:r>
              <a:rPr lang="en-US" dirty="0"/>
              <a:t> is slow since it loops over all characters.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A072537A-20BA-5027-8BA1-AE0D4E2E497A}"/>
              </a:ext>
            </a:extLst>
          </p:cNvPr>
          <p:cNvSpPr/>
          <p:nvPr/>
        </p:nvSpPr>
        <p:spPr>
          <a:xfrm>
            <a:off x="2492887" y="2596466"/>
            <a:ext cx="1810756" cy="370041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6405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CD0539-C1B9-51A2-220C-B852206921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869FDF-D10D-FCD1-34FE-5476CFFF97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06375"/>
            <a:ext cx="5583382" cy="1325563"/>
          </a:xfrm>
        </p:spPr>
        <p:txBody>
          <a:bodyPr/>
          <a:lstStyle/>
          <a:p>
            <a:r>
              <a:rPr lang="en-US" dirty="0"/>
              <a:t>C-strings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E1B8C3-3261-A987-54A0-FAEF89D443C5}"/>
              </a:ext>
            </a:extLst>
          </p:cNvPr>
          <p:cNvSpPr txBox="1"/>
          <p:nvPr/>
        </p:nvSpPr>
        <p:spPr>
          <a:xfrm>
            <a:off x="422564" y="935182"/>
            <a:ext cx="4616970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const char* first = "Hello";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const char* second = " Moon!";</a:t>
            </a:r>
          </a:p>
          <a:p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&lt;&lt; first &lt;&lt; "\n";  // "Hello"</a:t>
            </a:r>
          </a:p>
          <a:p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&lt;&lt; second &lt;&lt; "\n"; // " Moon!"</a:t>
            </a:r>
          </a:p>
          <a:p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b="1" dirty="0">
                <a:latin typeface="Consolas" panose="020B0609020204030204" pitchFamily="49" charset="0"/>
                <a:cs typeface="Consolas" panose="020B0609020204030204" pitchFamily="49" charset="0"/>
              </a:rPr>
              <a:t>// copy first to result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int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first_len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strlen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(first);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EBE91C5F-3ADC-959B-D33F-58C5ED54CCD8}"/>
              </a:ext>
            </a:extLst>
          </p:cNvPr>
          <p:cNvGrpSpPr/>
          <p:nvPr/>
        </p:nvGrpSpPr>
        <p:grpSpPr>
          <a:xfrm>
            <a:off x="6459913" y="312965"/>
            <a:ext cx="849096" cy="1026087"/>
            <a:chOff x="4441717" y="4154269"/>
            <a:chExt cx="944489" cy="122926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B104E38-4666-BAFA-24A9-D2C5D6D3462B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81BE20B-310F-CB05-092E-F4CF195BCAEF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H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F36A052-2BF7-4102-8575-1AAEF799F609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EF1C6EC-2CD7-B696-BB08-1818BE501D18}"/>
              </a:ext>
            </a:extLst>
          </p:cNvPr>
          <p:cNvGrpSpPr/>
          <p:nvPr/>
        </p:nvGrpSpPr>
        <p:grpSpPr>
          <a:xfrm>
            <a:off x="8231103" y="312965"/>
            <a:ext cx="849096" cy="1026087"/>
            <a:chOff x="4441717" y="4154269"/>
            <a:chExt cx="944489" cy="122926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E63EDB8-4DAB-14A2-7897-AD8C7624C32C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447B4B7-1E2D-5563-D8B8-9066F90B8F67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l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FB7F53CD-ECA9-9718-7515-7A7C697C865E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8680ED5-89C3-2082-71A1-93502F86A794}"/>
              </a:ext>
            </a:extLst>
          </p:cNvPr>
          <p:cNvGrpSpPr/>
          <p:nvPr/>
        </p:nvGrpSpPr>
        <p:grpSpPr>
          <a:xfrm>
            <a:off x="7345508" y="312965"/>
            <a:ext cx="849096" cy="1026087"/>
            <a:chOff x="4441717" y="4154269"/>
            <a:chExt cx="944489" cy="1229260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0725EB41-61D6-F825-66BB-D5B99FBF3A1C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11D92F6D-D6CE-8602-FB2D-07E95D6D5873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e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391BD8BF-5B61-FFD4-A46E-2992686C9FB5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71DB921-4ED7-F1B2-2CA1-B8DF3651839A}"/>
              </a:ext>
            </a:extLst>
          </p:cNvPr>
          <p:cNvGrpSpPr/>
          <p:nvPr/>
        </p:nvGrpSpPr>
        <p:grpSpPr>
          <a:xfrm>
            <a:off x="9116699" y="312965"/>
            <a:ext cx="849096" cy="1026087"/>
            <a:chOff x="4441717" y="4154269"/>
            <a:chExt cx="944489" cy="1229260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BBFBED39-EB62-8042-16E5-259DE37FFF6B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0519F854-DFDA-4E96-0995-D9101754FC71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l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CE70BE60-8C7E-23D7-663F-7140461F97E9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B2584E04-8C3A-3AFE-2538-C0CFD60F32FE}"/>
              </a:ext>
            </a:extLst>
          </p:cNvPr>
          <p:cNvGrpSpPr/>
          <p:nvPr/>
        </p:nvGrpSpPr>
        <p:grpSpPr>
          <a:xfrm>
            <a:off x="10002294" y="312965"/>
            <a:ext cx="849096" cy="1026087"/>
            <a:chOff x="4441717" y="4154269"/>
            <a:chExt cx="944489" cy="1229260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DE19B51B-C95F-A943-D058-E74E9804502C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B0DA2366-D6E2-19AA-2DE3-9D21480F0A61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o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5C49B6E-27EF-E8B5-DCA2-7ABED7A7D325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570C24C9-9CE5-62CA-EA5B-03D9DFE31CAA}"/>
              </a:ext>
            </a:extLst>
          </p:cNvPr>
          <p:cNvGrpSpPr/>
          <p:nvPr/>
        </p:nvGrpSpPr>
        <p:grpSpPr>
          <a:xfrm>
            <a:off x="10887891" y="312965"/>
            <a:ext cx="849096" cy="1026087"/>
            <a:chOff x="4441717" y="4154269"/>
            <a:chExt cx="944489" cy="1229260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237390FB-07EF-C021-61B9-CFDC1AB881B4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F370603-036D-F9CE-01C9-300048434A82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\0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AAF0895D-313C-DF75-ECF2-3C62A4D0C631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5</a:t>
              </a:r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3490F6C7-921C-CA87-C2E7-85FC40712B72}"/>
              </a:ext>
            </a:extLst>
          </p:cNvPr>
          <p:cNvSpPr txBox="1"/>
          <p:nvPr/>
        </p:nvSpPr>
        <p:spPr>
          <a:xfrm>
            <a:off x="5594882" y="97700"/>
            <a:ext cx="735250" cy="3082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first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6DCB42A2-3D5C-88F0-F8C7-0BFB5F3A3140}"/>
              </a:ext>
            </a:extLst>
          </p:cNvPr>
          <p:cNvCxnSpPr>
            <a:cxnSpLocks/>
          </p:cNvCxnSpPr>
          <p:nvPr/>
        </p:nvCxnSpPr>
        <p:spPr>
          <a:xfrm>
            <a:off x="6298050" y="433028"/>
            <a:ext cx="187802" cy="2480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5" name="Group 34">
            <a:extLst>
              <a:ext uri="{FF2B5EF4-FFF2-40B4-BE49-F238E27FC236}">
                <a16:creationId xmlns:a16="http://schemas.microsoft.com/office/drawing/2014/main" id="{A2B86138-88FF-DA4E-6D72-E2133AD586C2}"/>
              </a:ext>
            </a:extLst>
          </p:cNvPr>
          <p:cNvGrpSpPr/>
          <p:nvPr/>
        </p:nvGrpSpPr>
        <p:grpSpPr>
          <a:xfrm>
            <a:off x="6531352" y="1612392"/>
            <a:ext cx="721581" cy="1034973"/>
            <a:chOff x="4441717" y="4154269"/>
            <a:chExt cx="944489" cy="1363365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3CEFF272-6120-F035-41F3-69C3A1148FB2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A47A901E-D048-C555-2D0A-D8FB55B0E2A8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▮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26DA62C6-A048-D3E4-C2E6-2E2CBA11F9FD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5864F7E9-2FFF-6D1E-A0BB-80546CB67F20}"/>
              </a:ext>
            </a:extLst>
          </p:cNvPr>
          <p:cNvGrpSpPr/>
          <p:nvPr/>
        </p:nvGrpSpPr>
        <p:grpSpPr>
          <a:xfrm>
            <a:off x="8026036" y="1612392"/>
            <a:ext cx="721581" cy="1034973"/>
            <a:chOff x="4441717" y="4154269"/>
            <a:chExt cx="944489" cy="1363365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7CFCE650-8BBD-F25A-C5A7-3BD7BFF61D24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D07F5922-8B44-59C1-561A-88F2C50FFB49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o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41971A10-1A52-38E5-C109-1633D68B13EC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4A971045-A88D-574F-13DF-9C13CCE1B59B}"/>
              </a:ext>
            </a:extLst>
          </p:cNvPr>
          <p:cNvGrpSpPr/>
          <p:nvPr/>
        </p:nvGrpSpPr>
        <p:grpSpPr>
          <a:xfrm>
            <a:off x="7278694" y="1612392"/>
            <a:ext cx="721581" cy="1034973"/>
            <a:chOff x="4441717" y="4154269"/>
            <a:chExt cx="944489" cy="1363365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0D545878-6CF7-3037-53DC-93EC23C53C5E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6A7D947A-9B41-A686-7FED-1790A5BCEEB9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M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611CF470-D447-F372-A510-C5F0BFF71DEC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FEF6CDCF-561F-9FFB-56EE-8A950C175518}"/>
              </a:ext>
            </a:extLst>
          </p:cNvPr>
          <p:cNvGrpSpPr/>
          <p:nvPr/>
        </p:nvGrpSpPr>
        <p:grpSpPr>
          <a:xfrm>
            <a:off x="8773378" y="1612391"/>
            <a:ext cx="721581" cy="1034973"/>
            <a:chOff x="4441717" y="4154269"/>
            <a:chExt cx="944489" cy="1363365"/>
          </a:xfrm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3DE6AB00-7613-450D-0840-7AB001C7E52C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40BB2879-94B4-EEFE-8BC7-0EC2C81E174D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o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F12997B9-63C7-3310-19D1-E9AF6B7BBC93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5D484151-6195-7514-E6A6-F26AD1BD490B}"/>
              </a:ext>
            </a:extLst>
          </p:cNvPr>
          <p:cNvGrpSpPr/>
          <p:nvPr/>
        </p:nvGrpSpPr>
        <p:grpSpPr>
          <a:xfrm>
            <a:off x="9520720" y="1612392"/>
            <a:ext cx="721581" cy="1034973"/>
            <a:chOff x="4441717" y="4154269"/>
            <a:chExt cx="944489" cy="1363365"/>
          </a:xfrm>
        </p:grpSpPr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AE5E0932-71AA-2541-51C5-1B1DD9CC4B0E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BB24C0E5-CA43-DD7F-3A9A-206E305CA0CA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n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1F0C9E15-F810-8061-1D1B-FC8B03EFB1E6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CD9EF10C-8C4C-E5C2-CF35-69548F96254C}"/>
              </a:ext>
            </a:extLst>
          </p:cNvPr>
          <p:cNvGrpSpPr/>
          <p:nvPr/>
        </p:nvGrpSpPr>
        <p:grpSpPr>
          <a:xfrm>
            <a:off x="10268062" y="1612392"/>
            <a:ext cx="721581" cy="1034973"/>
            <a:chOff x="4441717" y="4154269"/>
            <a:chExt cx="944489" cy="1363365"/>
          </a:xfrm>
        </p:grpSpPr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4BE814BF-1F6F-A23D-ABF2-04CD5DC33651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B29ECF77-71D8-00E7-A69F-3101C0F31CF9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!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A2DE0C50-F296-7973-013D-E3D5836C22EE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5</a:t>
              </a:r>
            </a:p>
          </p:txBody>
        </p:sp>
      </p:grpSp>
      <p:sp>
        <p:nvSpPr>
          <p:cNvPr id="59" name="TextBox 58">
            <a:extLst>
              <a:ext uri="{FF2B5EF4-FFF2-40B4-BE49-F238E27FC236}">
                <a16:creationId xmlns:a16="http://schemas.microsoft.com/office/drawing/2014/main" id="{ED17FFFC-F51B-83A3-63DA-95DA41FBFC0A}"/>
              </a:ext>
            </a:extLst>
          </p:cNvPr>
          <p:cNvSpPr txBox="1"/>
          <p:nvPr/>
        </p:nvSpPr>
        <p:spPr>
          <a:xfrm>
            <a:off x="5515424" y="1413492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second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20F25C37-AD61-FD1D-D880-9EC9BA66F652}"/>
              </a:ext>
            </a:extLst>
          </p:cNvPr>
          <p:cNvCxnSpPr>
            <a:cxnSpLocks/>
          </p:cNvCxnSpPr>
          <p:nvPr/>
        </p:nvCxnSpPr>
        <p:spPr>
          <a:xfrm>
            <a:off x="6366322" y="1725343"/>
            <a:ext cx="187073" cy="2111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1" name="Group 60">
            <a:extLst>
              <a:ext uri="{FF2B5EF4-FFF2-40B4-BE49-F238E27FC236}">
                <a16:creationId xmlns:a16="http://schemas.microsoft.com/office/drawing/2014/main" id="{41300D73-C3DC-065D-7DDA-1CB737FEF61C}"/>
              </a:ext>
            </a:extLst>
          </p:cNvPr>
          <p:cNvGrpSpPr/>
          <p:nvPr/>
        </p:nvGrpSpPr>
        <p:grpSpPr>
          <a:xfrm>
            <a:off x="11015407" y="1614195"/>
            <a:ext cx="721581" cy="1034973"/>
            <a:chOff x="4441717" y="4154269"/>
            <a:chExt cx="944489" cy="1363365"/>
          </a:xfrm>
        </p:grpSpPr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8850D83B-1A95-8E5A-46F7-E7326E84E33E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64905298-F4DC-ADFD-60E1-EF4BA945EE08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\0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CA2C750B-991D-0DCF-5E86-5E645FC9EDF3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5</a:t>
              </a:r>
            </a:p>
          </p:txBody>
        </p:sp>
      </p:grpSp>
      <p:sp>
        <p:nvSpPr>
          <p:cNvPr id="65" name="TextBox 64">
            <a:extLst>
              <a:ext uri="{FF2B5EF4-FFF2-40B4-BE49-F238E27FC236}">
                <a16:creationId xmlns:a16="http://schemas.microsoft.com/office/drawing/2014/main" id="{96809B25-6876-416E-60C5-EE2E88ED3370}"/>
              </a:ext>
            </a:extLst>
          </p:cNvPr>
          <p:cNvSpPr txBox="1"/>
          <p:nvPr/>
        </p:nvSpPr>
        <p:spPr>
          <a:xfrm>
            <a:off x="6652734" y="2503096"/>
            <a:ext cx="52290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space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53D008-0E7E-27F9-F15E-E8D9377C5000}"/>
              </a:ext>
            </a:extLst>
          </p:cNvPr>
          <p:cNvSpPr txBox="1"/>
          <p:nvPr/>
        </p:nvSpPr>
        <p:spPr>
          <a:xfrm>
            <a:off x="957891" y="3291329"/>
            <a:ext cx="1999040" cy="1200329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strlen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(s)</a:t>
            </a:r>
            <a:r>
              <a:rPr lang="en-US" dirty="0"/>
              <a:t> is the standard function for getting the length of a string.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8990DF6-F01E-8699-4A6E-A06DE0DF8463}"/>
              </a:ext>
            </a:extLst>
          </p:cNvPr>
          <p:cNvSpPr txBox="1"/>
          <p:nvPr/>
        </p:nvSpPr>
        <p:spPr>
          <a:xfrm>
            <a:off x="3374937" y="4178899"/>
            <a:ext cx="5756704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int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strlen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(const char* s)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int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len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= 0;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for (const char* p = s; *p != '\0'; p++)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len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++;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return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len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3645593-84D6-2E7C-6897-E2FCDD68529A}"/>
              </a:ext>
            </a:extLst>
          </p:cNvPr>
          <p:cNvSpPr txBox="1"/>
          <p:nvPr/>
        </p:nvSpPr>
        <p:spPr>
          <a:xfrm>
            <a:off x="9670252" y="4491658"/>
            <a:ext cx="2216948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cs typeface="Consolas" panose="020B0609020204030204" pitchFamily="49" charset="0"/>
              </a:rPr>
              <a:t>I</a:t>
            </a:r>
            <a:r>
              <a:rPr lang="en-US" dirty="0"/>
              <a:t>f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</a:t>
            </a:r>
            <a:r>
              <a:rPr lang="en-US" dirty="0"/>
              <a:t> is big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strlen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(s)</a:t>
            </a:r>
            <a:r>
              <a:rPr lang="en-US" dirty="0"/>
              <a:t> is slow since it loops over all characters.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F76A7203-A2FD-52F6-0A92-88788350D9C0}"/>
              </a:ext>
            </a:extLst>
          </p:cNvPr>
          <p:cNvSpPr/>
          <p:nvPr/>
        </p:nvSpPr>
        <p:spPr>
          <a:xfrm>
            <a:off x="2492887" y="2596466"/>
            <a:ext cx="1810756" cy="370041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ABF2F2-175B-9881-B4F9-619836A2D324}"/>
              </a:ext>
            </a:extLst>
          </p:cNvPr>
          <p:cNvSpPr txBox="1"/>
          <p:nvPr/>
        </p:nvSpPr>
        <p:spPr>
          <a:xfrm>
            <a:off x="6828878" y="5826812"/>
            <a:ext cx="2412417" cy="923330"/>
          </a:xfrm>
          <a:prstGeom prst="rect">
            <a:avLst/>
          </a:prstGeom>
          <a:solidFill>
            <a:schemeClr val="accent2">
              <a:lumMod val="40000"/>
              <a:lumOff val="60000"/>
              <a:alpha val="74902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cs typeface="Consolas" panose="020B0609020204030204" pitchFamily="49" charset="0"/>
              </a:rPr>
              <a:t>Careful</a:t>
            </a:r>
            <a:r>
              <a:rPr lang="en-US" dirty="0">
                <a:cs typeface="Consolas" panose="020B0609020204030204" pitchFamily="49" charset="0"/>
              </a:rPr>
              <a:t>: if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</a:t>
            </a:r>
            <a:r>
              <a:rPr lang="en-US" dirty="0">
                <a:cs typeface="Consolas" panose="020B0609020204030204" pitchFamily="49" charset="0"/>
              </a:rPr>
              <a:t> is missing it’s final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\0</a:t>
            </a:r>
            <a:r>
              <a:rPr lang="en-US" dirty="0">
                <a:cs typeface="Consolas" panose="020B0609020204030204" pitchFamily="49" charset="0"/>
              </a:rPr>
              <a:t> this loop might not stop!</a:t>
            </a:r>
            <a:endParaRPr lang="en-US" dirty="0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39DAE169-6499-303F-0C51-C8291C591044}"/>
              </a:ext>
            </a:extLst>
          </p:cNvPr>
          <p:cNvCxnSpPr/>
          <p:nvPr/>
        </p:nvCxnSpPr>
        <p:spPr>
          <a:xfrm flipV="1">
            <a:off x="8019535" y="5350476"/>
            <a:ext cx="0" cy="4695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71885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15D7AB-5F9F-4DDE-5762-8E68CC92C9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F3C0A-1D31-22B4-B72C-94B0C5FDB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06375"/>
            <a:ext cx="5583382" cy="1325563"/>
          </a:xfrm>
        </p:spPr>
        <p:txBody>
          <a:bodyPr/>
          <a:lstStyle/>
          <a:p>
            <a:r>
              <a:rPr lang="en-US" dirty="0"/>
              <a:t>C-strings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389169-A6B6-3078-42FE-6BE291B575CF}"/>
              </a:ext>
            </a:extLst>
          </p:cNvPr>
          <p:cNvSpPr txBox="1"/>
          <p:nvPr/>
        </p:nvSpPr>
        <p:spPr>
          <a:xfrm>
            <a:off x="422564" y="935182"/>
            <a:ext cx="5123518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const char* first = "Hello";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const char* second = " Moon!";</a:t>
            </a:r>
          </a:p>
          <a:p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&lt;&lt; first &lt;&lt; "\n";  // "Hello"</a:t>
            </a:r>
          </a:p>
          <a:p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&lt;&lt; second &lt;&lt; "\n"; // " Moon!"</a:t>
            </a:r>
          </a:p>
          <a:p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b="1" dirty="0">
                <a:latin typeface="Consolas" panose="020B0609020204030204" pitchFamily="49" charset="0"/>
                <a:cs typeface="Consolas" panose="020B0609020204030204" pitchFamily="49" charset="0"/>
              </a:rPr>
              <a:t>// copy first to result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int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first_len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strlen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(first);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char* result = new char[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first_len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+ 1];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F990F6D7-AC1F-5FF2-FBBB-8C796E243FDA}"/>
              </a:ext>
            </a:extLst>
          </p:cNvPr>
          <p:cNvGrpSpPr/>
          <p:nvPr/>
        </p:nvGrpSpPr>
        <p:grpSpPr>
          <a:xfrm>
            <a:off x="6459913" y="312965"/>
            <a:ext cx="849096" cy="1026087"/>
            <a:chOff x="4441717" y="4154269"/>
            <a:chExt cx="944489" cy="122926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396465C-0336-A8ED-487E-A72EE06A4B86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4DDE155-CA83-A455-7151-1DEA79C295FF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H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72C815E-72B2-255A-0D11-48F0B5B2A1D2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00E77BF-41D5-EDC3-01A0-4356C6A0BA67}"/>
              </a:ext>
            </a:extLst>
          </p:cNvPr>
          <p:cNvGrpSpPr/>
          <p:nvPr/>
        </p:nvGrpSpPr>
        <p:grpSpPr>
          <a:xfrm>
            <a:off x="8231103" y="312965"/>
            <a:ext cx="849096" cy="1026087"/>
            <a:chOff x="4441717" y="4154269"/>
            <a:chExt cx="944489" cy="122926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A738EBC-BB54-790A-F91E-94BC97B5D108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D1C50124-0F5D-7CFC-A4F2-8F6E275E4676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l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6875512-3018-A0E8-32E6-63E9C7A69B5F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104407D-A61D-47A8-EA16-2BC617CEC093}"/>
              </a:ext>
            </a:extLst>
          </p:cNvPr>
          <p:cNvGrpSpPr/>
          <p:nvPr/>
        </p:nvGrpSpPr>
        <p:grpSpPr>
          <a:xfrm>
            <a:off x="7345508" y="312965"/>
            <a:ext cx="849096" cy="1026087"/>
            <a:chOff x="4441717" y="4154269"/>
            <a:chExt cx="944489" cy="1229260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ED94D086-33EC-0B53-2C1A-CB50B31207D5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FA5BE14-BF32-DB1B-366E-BC593ECEF672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e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D83EB92-0AC1-F8B9-671E-335B0925EF6C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CC92E69-C42A-EBB2-CCDD-28507B4FBC37}"/>
              </a:ext>
            </a:extLst>
          </p:cNvPr>
          <p:cNvGrpSpPr/>
          <p:nvPr/>
        </p:nvGrpSpPr>
        <p:grpSpPr>
          <a:xfrm>
            <a:off x="9116699" y="312965"/>
            <a:ext cx="849096" cy="1026087"/>
            <a:chOff x="4441717" y="4154269"/>
            <a:chExt cx="944489" cy="1229260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F4A09D6-CFD0-C982-4933-C8651D46A298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0A527819-520E-CE97-6A23-1FB224B8E9C2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l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1FAB729C-1A74-DA4D-ADF5-4F260EE46E8F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DA557F27-F28E-F02B-BB42-EEC93AC0950B}"/>
              </a:ext>
            </a:extLst>
          </p:cNvPr>
          <p:cNvGrpSpPr/>
          <p:nvPr/>
        </p:nvGrpSpPr>
        <p:grpSpPr>
          <a:xfrm>
            <a:off x="10002294" y="312965"/>
            <a:ext cx="849096" cy="1026087"/>
            <a:chOff x="4441717" y="4154269"/>
            <a:chExt cx="944489" cy="1229260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90DE7D6E-5553-B340-F7A2-6138E1514DE2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0774FB49-B939-A703-A491-62DF708A0C90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o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7D155B4B-80E4-0333-F3AF-E873B36C4186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3A89DED1-9313-B377-CAD7-1B65D385457B}"/>
              </a:ext>
            </a:extLst>
          </p:cNvPr>
          <p:cNvGrpSpPr/>
          <p:nvPr/>
        </p:nvGrpSpPr>
        <p:grpSpPr>
          <a:xfrm>
            <a:off x="10887891" y="312965"/>
            <a:ext cx="849096" cy="1026087"/>
            <a:chOff x="4441717" y="4154269"/>
            <a:chExt cx="944489" cy="1229260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8A4B7542-96EE-80D2-65F0-C0CEC5A43B37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243EEA66-2859-9984-4CA6-09D6B5112DE4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\0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3C57EF09-2D08-EB82-8F7A-C430841ACB33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5</a:t>
              </a:r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05C08AF8-2380-CDD1-F756-33137C0F8A74}"/>
              </a:ext>
            </a:extLst>
          </p:cNvPr>
          <p:cNvSpPr txBox="1"/>
          <p:nvPr/>
        </p:nvSpPr>
        <p:spPr>
          <a:xfrm>
            <a:off x="5594882" y="97700"/>
            <a:ext cx="735250" cy="3082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first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9874A16D-1784-D2D4-847A-9BA56CB052F2}"/>
              </a:ext>
            </a:extLst>
          </p:cNvPr>
          <p:cNvCxnSpPr>
            <a:cxnSpLocks/>
          </p:cNvCxnSpPr>
          <p:nvPr/>
        </p:nvCxnSpPr>
        <p:spPr>
          <a:xfrm>
            <a:off x="6298050" y="433028"/>
            <a:ext cx="187802" cy="2480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5" name="Group 34">
            <a:extLst>
              <a:ext uri="{FF2B5EF4-FFF2-40B4-BE49-F238E27FC236}">
                <a16:creationId xmlns:a16="http://schemas.microsoft.com/office/drawing/2014/main" id="{ABB2CD85-FD76-8610-3994-7EFA6F1C0A23}"/>
              </a:ext>
            </a:extLst>
          </p:cNvPr>
          <p:cNvGrpSpPr/>
          <p:nvPr/>
        </p:nvGrpSpPr>
        <p:grpSpPr>
          <a:xfrm>
            <a:off x="6531352" y="1612392"/>
            <a:ext cx="721581" cy="1034973"/>
            <a:chOff x="4441717" y="4154269"/>
            <a:chExt cx="944489" cy="1363365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D95AA6A7-51D1-BE7C-AA83-49AB8D0763FD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07B99CDD-129E-11F1-FF38-62B73B46E8B6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▮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EF384ED2-BECD-0D84-8716-271CE6112C94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247F381A-A546-37D0-E644-6B12A49E4AFF}"/>
              </a:ext>
            </a:extLst>
          </p:cNvPr>
          <p:cNvGrpSpPr/>
          <p:nvPr/>
        </p:nvGrpSpPr>
        <p:grpSpPr>
          <a:xfrm>
            <a:off x="8026036" y="1612392"/>
            <a:ext cx="721581" cy="1034973"/>
            <a:chOff x="4441717" y="4154269"/>
            <a:chExt cx="944489" cy="1363365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E0A6B353-1DB3-624E-C187-72F5D2E5192F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CD83B169-9836-87D4-B349-300B0B59176D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o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55C519E1-7CBA-4D3A-3F2D-EFAB2FE2C1DD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02A8F219-87D3-4EB8-B4AA-4D32E84B763A}"/>
              </a:ext>
            </a:extLst>
          </p:cNvPr>
          <p:cNvGrpSpPr/>
          <p:nvPr/>
        </p:nvGrpSpPr>
        <p:grpSpPr>
          <a:xfrm>
            <a:off x="7278694" y="1612392"/>
            <a:ext cx="721581" cy="1034973"/>
            <a:chOff x="4441717" y="4154269"/>
            <a:chExt cx="944489" cy="1363365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C1DE24DA-9713-EC52-3DEB-1FF93AD1D761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3EF130AD-0B73-8707-5918-A6E06C23A138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M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B640E963-C508-3C75-9CD6-9DD8B3EBDD49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956387B1-36AC-AFF2-89C7-5BF1EF3CFE50}"/>
              </a:ext>
            </a:extLst>
          </p:cNvPr>
          <p:cNvGrpSpPr/>
          <p:nvPr/>
        </p:nvGrpSpPr>
        <p:grpSpPr>
          <a:xfrm>
            <a:off x="8773378" y="1612391"/>
            <a:ext cx="721581" cy="1034973"/>
            <a:chOff x="4441717" y="4154269"/>
            <a:chExt cx="944489" cy="1363365"/>
          </a:xfrm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CC0D7D4D-25C9-9797-2852-32442C512D1A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FA4F8508-1852-E4C5-BFBA-3373A736C100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o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F7962A2E-7D77-8395-94A7-F8FC8FC2EEE2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984C549B-FB9D-373E-7A9C-9D8DA21F2D08}"/>
              </a:ext>
            </a:extLst>
          </p:cNvPr>
          <p:cNvGrpSpPr/>
          <p:nvPr/>
        </p:nvGrpSpPr>
        <p:grpSpPr>
          <a:xfrm>
            <a:off x="9520720" y="1612392"/>
            <a:ext cx="721581" cy="1034973"/>
            <a:chOff x="4441717" y="4154269"/>
            <a:chExt cx="944489" cy="1363365"/>
          </a:xfrm>
        </p:grpSpPr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1D5FBBF5-622D-D57C-47DE-BC401AC92BEC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8AC32FFD-B905-1480-E3FD-96B5F3AC2779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n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F8206E6E-51BE-17AF-4EBB-A0CFE00CBFF5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EB241032-D8F1-9165-3371-ADA5FD3BE85B}"/>
              </a:ext>
            </a:extLst>
          </p:cNvPr>
          <p:cNvGrpSpPr/>
          <p:nvPr/>
        </p:nvGrpSpPr>
        <p:grpSpPr>
          <a:xfrm>
            <a:off x="10268062" y="1612392"/>
            <a:ext cx="721581" cy="1034973"/>
            <a:chOff x="4441717" y="4154269"/>
            <a:chExt cx="944489" cy="1363365"/>
          </a:xfrm>
        </p:grpSpPr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698FF20A-2959-11BD-5E27-D7C70E5EBAC3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5DC769F2-5D62-0DA7-7C3F-0D16AE390A4F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!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BFAB2997-4B82-9E02-761A-A45065A3897F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5</a:t>
              </a:r>
            </a:p>
          </p:txBody>
        </p:sp>
      </p:grpSp>
      <p:sp>
        <p:nvSpPr>
          <p:cNvPr id="59" name="TextBox 58">
            <a:extLst>
              <a:ext uri="{FF2B5EF4-FFF2-40B4-BE49-F238E27FC236}">
                <a16:creationId xmlns:a16="http://schemas.microsoft.com/office/drawing/2014/main" id="{BC35EC6B-6CEA-BBF1-934E-F7E29B834746}"/>
              </a:ext>
            </a:extLst>
          </p:cNvPr>
          <p:cNvSpPr txBox="1"/>
          <p:nvPr/>
        </p:nvSpPr>
        <p:spPr>
          <a:xfrm>
            <a:off x="5515424" y="1413492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second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07392867-E84B-8060-E938-14D9D73A513E}"/>
              </a:ext>
            </a:extLst>
          </p:cNvPr>
          <p:cNvCxnSpPr>
            <a:cxnSpLocks/>
          </p:cNvCxnSpPr>
          <p:nvPr/>
        </p:nvCxnSpPr>
        <p:spPr>
          <a:xfrm>
            <a:off x="6366322" y="1725343"/>
            <a:ext cx="187073" cy="2111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1" name="Group 60">
            <a:extLst>
              <a:ext uri="{FF2B5EF4-FFF2-40B4-BE49-F238E27FC236}">
                <a16:creationId xmlns:a16="http://schemas.microsoft.com/office/drawing/2014/main" id="{7BC1AABE-F36B-DF27-DF53-691D14AECBA0}"/>
              </a:ext>
            </a:extLst>
          </p:cNvPr>
          <p:cNvGrpSpPr/>
          <p:nvPr/>
        </p:nvGrpSpPr>
        <p:grpSpPr>
          <a:xfrm>
            <a:off x="11015407" y="1614195"/>
            <a:ext cx="721581" cy="1034973"/>
            <a:chOff x="4441717" y="4154269"/>
            <a:chExt cx="944489" cy="1363365"/>
          </a:xfrm>
        </p:grpSpPr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5C01B69A-7833-ADE1-84E8-CC1D11EA013F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9467515F-5462-10AC-529C-5316F51274AC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\0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B4450BA0-A72D-FE85-82BE-45E4157F401F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5</a:t>
              </a:r>
            </a:p>
          </p:txBody>
        </p:sp>
      </p:grpSp>
      <p:sp>
        <p:nvSpPr>
          <p:cNvPr id="65" name="TextBox 64">
            <a:extLst>
              <a:ext uri="{FF2B5EF4-FFF2-40B4-BE49-F238E27FC236}">
                <a16:creationId xmlns:a16="http://schemas.microsoft.com/office/drawing/2014/main" id="{1A1BA561-1A4D-03FC-093D-0B71AE3BA62A}"/>
              </a:ext>
            </a:extLst>
          </p:cNvPr>
          <p:cNvSpPr txBox="1"/>
          <p:nvPr/>
        </p:nvSpPr>
        <p:spPr>
          <a:xfrm>
            <a:off x="6652734" y="2503096"/>
            <a:ext cx="52290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space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95F17AD-3615-AC96-5AEE-557E1BB3552F}"/>
              </a:ext>
            </a:extLst>
          </p:cNvPr>
          <p:cNvSpPr txBox="1"/>
          <p:nvPr/>
        </p:nvSpPr>
        <p:spPr>
          <a:xfrm>
            <a:off x="154959" y="3520303"/>
            <a:ext cx="2523023" cy="1477328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To copy a C-string we first need to allocate the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result</a:t>
            </a:r>
            <a:r>
              <a:rPr lang="en-US" dirty="0"/>
              <a:t> string with enough space to hold the copy.</a:t>
            </a:r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4E811B39-4C11-BC9C-ADA4-EC32D857B2EB}"/>
              </a:ext>
            </a:extLst>
          </p:cNvPr>
          <p:cNvSpPr/>
          <p:nvPr/>
        </p:nvSpPr>
        <p:spPr>
          <a:xfrm>
            <a:off x="4732638" y="2769578"/>
            <a:ext cx="457200" cy="56674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0CDEC74-B641-0150-6C5D-10C3543F0C63}"/>
              </a:ext>
            </a:extLst>
          </p:cNvPr>
          <p:cNvSpPr txBox="1"/>
          <p:nvPr/>
        </p:nvSpPr>
        <p:spPr>
          <a:xfrm>
            <a:off x="3788888" y="3738732"/>
            <a:ext cx="1913504" cy="646331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The +1 is for the terminating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\0</a:t>
            </a:r>
            <a:r>
              <a:rPr lang="en-US" dirty="0"/>
              <a:t>.</a:t>
            </a:r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C354EFDE-AB41-B294-2F06-26236697FBA6}"/>
              </a:ext>
            </a:extLst>
          </p:cNvPr>
          <p:cNvCxnSpPr>
            <a:cxnSpLocks/>
            <a:stCxn id="68" idx="0"/>
            <a:endCxn id="67" idx="4"/>
          </p:cNvCxnSpPr>
          <p:nvPr/>
        </p:nvCxnSpPr>
        <p:spPr>
          <a:xfrm flipV="1">
            <a:off x="4745640" y="3336323"/>
            <a:ext cx="215598" cy="4024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1" name="Group 70">
            <a:extLst>
              <a:ext uri="{FF2B5EF4-FFF2-40B4-BE49-F238E27FC236}">
                <a16:creationId xmlns:a16="http://schemas.microsoft.com/office/drawing/2014/main" id="{91248C07-9D94-BA3F-6796-656D1DC4A612}"/>
              </a:ext>
            </a:extLst>
          </p:cNvPr>
          <p:cNvGrpSpPr/>
          <p:nvPr/>
        </p:nvGrpSpPr>
        <p:grpSpPr>
          <a:xfrm>
            <a:off x="5868810" y="4606311"/>
            <a:ext cx="944489" cy="1229260"/>
            <a:chOff x="4441717" y="4154269"/>
            <a:chExt cx="944489" cy="1229260"/>
          </a:xfrm>
        </p:grpSpPr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268F6C65-D07B-D6BD-F048-3A63C452C658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7CD70563-7B52-6903-519D-E5CEF1CA6C05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?</a:t>
              </a: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69A079C5-9018-0EC1-276B-57DFA8B4E7EC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646A0B20-C514-9F77-19BD-CD4A02412BA5}"/>
              </a:ext>
            </a:extLst>
          </p:cNvPr>
          <p:cNvGrpSpPr/>
          <p:nvPr/>
        </p:nvGrpSpPr>
        <p:grpSpPr>
          <a:xfrm>
            <a:off x="7838988" y="4606311"/>
            <a:ext cx="944489" cy="1229260"/>
            <a:chOff x="4441717" y="4154269"/>
            <a:chExt cx="944489" cy="1229260"/>
          </a:xfrm>
        </p:grpSpPr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E34526CD-6294-74EC-01EF-4F68427E9EBA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04A74316-B38C-143C-33C2-C7FB107B4B76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?</a:t>
              </a: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91B45749-B7F1-3970-43DA-0CF267E27F46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</a:p>
          </p:txBody>
        </p: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0F99C976-E2D4-50E7-323B-5868A89C8C1A}"/>
              </a:ext>
            </a:extLst>
          </p:cNvPr>
          <p:cNvGrpSpPr/>
          <p:nvPr/>
        </p:nvGrpSpPr>
        <p:grpSpPr>
          <a:xfrm>
            <a:off x="6853899" y="4606311"/>
            <a:ext cx="944489" cy="1229260"/>
            <a:chOff x="4441717" y="4154269"/>
            <a:chExt cx="944489" cy="1229260"/>
          </a:xfrm>
        </p:grpSpPr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89344AE9-AE5C-02D9-9A87-D081EBCC5543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A2D77FA4-F546-7FF6-DFB4-E2219EBBF892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?</a:t>
              </a: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A940BA74-AB20-3142-6FB1-3CC07FE03930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</p:txBody>
        </p:sp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631B18E8-1C06-1826-C3BC-89195BF77CFC}"/>
              </a:ext>
            </a:extLst>
          </p:cNvPr>
          <p:cNvGrpSpPr/>
          <p:nvPr/>
        </p:nvGrpSpPr>
        <p:grpSpPr>
          <a:xfrm>
            <a:off x="8824077" y="4606311"/>
            <a:ext cx="944489" cy="1229260"/>
            <a:chOff x="4441717" y="4154269"/>
            <a:chExt cx="944489" cy="1229260"/>
          </a:xfrm>
        </p:grpSpPr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1F20E339-6334-ECE8-0B8E-5962C46AA511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DD37BE20-ECFB-E15F-2814-51816FF6486B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?</a:t>
              </a: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85B40B6F-5D3B-F0F2-332A-3B52F467B5B8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</a:p>
          </p:txBody>
        </p:sp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5C371D75-BA4D-5E83-EDDC-4520CC5FF14F}"/>
              </a:ext>
            </a:extLst>
          </p:cNvPr>
          <p:cNvGrpSpPr/>
          <p:nvPr/>
        </p:nvGrpSpPr>
        <p:grpSpPr>
          <a:xfrm>
            <a:off x="9809166" y="4606311"/>
            <a:ext cx="944489" cy="1229260"/>
            <a:chOff x="4441717" y="4154269"/>
            <a:chExt cx="944489" cy="1229260"/>
          </a:xfrm>
        </p:grpSpPr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B23B0B17-3BA2-D16E-CE07-394FEB11250E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DEA66BF2-C211-08E3-DA0C-43467B00949B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?</a:t>
              </a: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7CB6937F-DE67-BEA8-8F65-86DC1EDE04CC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</a:p>
          </p:txBody>
        </p:sp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B71D4C9A-45FB-1A21-9EBB-C9E97B6A8222}"/>
              </a:ext>
            </a:extLst>
          </p:cNvPr>
          <p:cNvGrpSpPr/>
          <p:nvPr/>
        </p:nvGrpSpPr>
        <p:grpSpPr>
          <a:xfrm>
            <a:off x="10794257" y="4606311"/>
            <a:ext cx="944489" cy="1229260"/>
            <a:chOff x="4441717" y="4154269"/>
            <a:chExt cx="944489" cy="1229260"/>
          </a:xfrm>
        </p:grpSpPr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E8278A3F-57DD-D8DF-7C95-C0188408E6E6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8B35E81F-9951-F859-BA01-45C2AACF4000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?</a:t>
              </a: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5837EF94-2B73-8BC4-351D-17AEF0B90F65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5</a:t>
              </a:r>
            </a:p>
          </p:txBody>
        </p:sp>
      </p:grpSp>
      <p:sp>
        <p:nvSpPr>
          <p:cNvPr id="95" name="TextBox 94">
            <a:extLst>
              <a:ext uri="{FF2B5EF4-FFF2-40B4-BE49-F238E27FC236}">
                <a16:creationId xmlns:a16="http://schemas.microsoft.com/office/drawing/2014/main" id="{4C26D9C6-5830-3252-9086-92BF6E83278A}"/>
              </a:ext>
            </a:extLst>
          </p:cNvPr>
          <p:cNvSpPr txBox="1"/>
          <p:nvPr/>
        </p:nvSpPr>
        <p:spPr>
          <a:xfrm>
            <a:off x="3606337" y="5256767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result</a:t>
            </a:r>
          </a:p>
        </p:txBody>
      </p: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8A72926B-971F-E972-D89A-359F972DC132}"/>
              </a:ext>
            </a:extLst>
          </p:cNvPr>
          <p:cNvCxnSpPr>
            <a:cxnSpLocks/>
            <a:stCxn id="95" idx="3"/>
            <a:endCxn id="73" idx="1"/>
          </p:cNvCxnSpPr>
          <p:nvPr/>
        </p:nvCxnSpPr>
        <p:spPr>
          <a:xfrm>
            <a:off x="4550826" y="5441433"/>
            <a:ext cx="1317984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TextBox 96">
            <a:extLst>
              <a:ext uri="{FF2B5EF4-FFF2-40B4-BE49-F238E27FC236}">
                <a16:creationId xmlns:a16="http://schemas.microsoft.com/office/drawing/2014/main" id="{8A7D865F-07FF-42BB-7C96-EBD5864A8243}"/>
              </a:ext>
            </a:extLst>
          </p:cNvPr>
          <p:cNvSpPr txBox="1"/>
          <p:nvPr/>
        </p:nvSpPr>
        <p:spPr>
          <a:xfrm>
            <a:off x="8106841" y="5940315"/>
            <a:ext cx="2049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Free store memory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ED11D616-E02B-1334-6F95-E0F58F95552B}"/>
              </a:ext>
            </a:extLst>
          </p:cNvPr>
          <p:cNvSpPr txBox="1"/>
          <p:nvPr/>
        </p:nvSpPr>
        <p:spPr>
          <a:xfrm>
            <a:off x="3005475" y="5949264"/>
            <a:ext cx="20501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Call stack memory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7669F3E7-8F90-BAF5-746A-F167B6EDBB8C}"/>
              </a:ext>
            </a:extLst>
          </p:cNvPr>
          <p:cNvSpPr/>
          <p:nvPr/>
        </p:nvSpPr>
        <p:spPr>
          <a:xfrm>
            <a:off x="427392" y="2884995"/>
            <a:ext cx="4989434" cy="304707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0812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5C4A02-FEEC-6306-9E45-FB1CA5BEC2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0D144-B6A4-C98C-A8A2-FD3C3698E6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06375"/>
            <a:ext cx="5583382" cy="1325563"/>
          </a:xfrm>
        </p:spPr>
        <p:txBody>
          <a:bodyPr/>
          <a:lstStyle/>
          <a:p>
            <a:r>
              <a:rPr lang="en-US" dirty="0"/>
              <a:t>C-strings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DC2531-43B7-743E-17A6-CBE68EA5E1D8}"/>
              </a:ext>
            </a:extLst>
          </p:cNvPr>
          <p:cNvSpPr txBox="1"/>
          <p:nvPr/>
        </p:nvSpPr>
        <p:spPr>
          <a:xfrm>
            <a:off x="422564" y="935182"/>
            <a:ext cx="5123518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const char* first = "Hello";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const char* second = " Moon!";</a:t>
            </a:r>
          </a:p>
          <a:p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&lt;&lt; first &lt;&lt; "\n";  // "Hello"</a:t>
            </a:r>
          </a:p>
          <a:p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&lt;&lt; second &lt;&lt; "\n"; // " Moon!"</a:t>
            </a:r>
          </a:p>
          <a:p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b="1" dirty="0">
                <a:latin typeface="Consolas" panose="020B0609020204030204" pitchFamily="49" charset="0"/>
                <a:cs typeface="Consolas" panose="020B0609020204030204" pitchFamily="49" charset="0"/>
              </a:rPr>
              <a:t>// copy first to result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int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first_len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strlen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(first);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char* result = new char[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first_len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+ 1];</a:t>
            </a:r>
          </a:p>
          <a:p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strcpy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(result, first);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BFFA196-162E-22FC-5BE4-74A5815600EC}"/>
              </a:ext>
            </a:extLst>
          </p:cNvPr>
          <p:cNvGrpSpPr/>
          <p:nvPr/>
        </p:nvGrpSpPr>
        <p:grpSpPr>
          <a:xfrm>
            <a:off x="6459913" y="312965"/>
            <a:ext cx="849096" cy="1026087"/>
            <a:chOff x="4441717" y="4154269"/>
            <a:chExt cx="944489" cy="122926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3867EE3-2609-ECA5-FD98-E7E914266764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565C73F-1C0C-5438-A86A-E2C44F30C83D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H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E3AF9E6-916A-AB8A-8061-8576275CEA94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F2A4D8E-A6D5-4344-8364-06E3181E980D}"/>
              </a:ext>
            </a:extLst>
          </p:cNvPr>
          <p:cNvGrpSpPr/>
          <p:nvPr/>
        </p:nvGrpSpPr>
        <p:grpSpPr>
          <a:xfrm>
            <a:off x="8231103" y="312965"/>
            <a:ext cx="849096" cy="1026087"/>
            <a:chOff x="4441717" y="4154269"/>
            <a:chExt cx="944489" cy="122926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D129263-85DE-743C-BBCA-1A1C5442B277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A4266A9-7FAC-D437-3AD0-5C760227C06F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l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628DC47-BB7E-67FF-DFB6-BEE45D80DADF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A1CCF759-D621-C1B6-D6C7-EA591CEFD4F5}"/>
              </a:ext>
            </a:extLst>
          </p:cNvPr>
          <p:cNvGrpSpPr/>
          <p:nvPr/>
        </p:nvGrpSpPr>
        <p:grpSpPr>
          <a:xfrm>
            <a:off x="7345508" y="312965"/>
            <a:ext cx="849096" cy="1026087"/>
            <a:chOff x="4441717" y="4154269"/>
            <a:chExt cx="944489" cy="1229260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412596DC-A86D-2537-748F-4519E4469903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898A17B3-529A-2E51-090F-A06AC8F9D942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e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E743AFE-40E4-DBB6-525E-820BFEAB0DBE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53421C29-E9D8-E595-318E-97412264D73C}"/>
              </a:ext>
            </a:extLst>
          </p:cNvPr>
          <p:cNvGrpSpPr/>
          <p:nvPr/>
        </p:nvGrpSpPr>
        <p:grpSpPr>
          <a:xfrm>
            <a:off x="9116699" y="312965"/>
            <a:ext cx="849096" cy="1026087"/>
            <a:chOff x="4441717" y="4154269"/>
            <a:chExt cx="944489" cy="1229260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C4A5BD7-973D-2A1A-EFAD-9C59A823FF56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AECD212C-82DF-E44D-DF3F-BCEFCFA70CDB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l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4292AC4C-8EE7-749B-EC95-6906CF551830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19658C54-423E-CDD1-0B2C-86B443F62C34}"/>
              </a:ext>
            </a:extLst>
          </p:cNvPr>
          <p:cNvGrpSpPr/>
          <p:nvPr/>
        </p:nvGrpSpPr>
        <p:grpSpPr>
          <a:xfrm>
            <a:off x="10002294" y="312965"/>
            <a:ext cx="849096" cy="1026087"/>
            <a:chOff x="4441717" y="4154269"/>
            <a:chExt cx="944489" cy="1229260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E9266AD7-F660-CB63-BE15-68830E586D3B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F654ADBA-F8D3-D4F8-A530-559739099A02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o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6348C6AC-F9A3-407B-A3FC-393A138DED2D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C1FC6769-CCAD-7657-BDA4-4B6C84512513}"/>
              </a:ext>
            </a:extLst>
          </p:cNvPr>
          <p:cNvGrpSpPr/>
          <p:nvPr/>
        </p:nvGrpSpPr>
        <p:grpSpPr>
          <a:xfrm>
            <a:off x="10887891" y="312965"/>
            <a:ext cx="849096" cy="1026087"/>
            <a:chOff x="4441717" y="4154269"/>
            <a:chExt cx="944489" cy="1229260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6B171EC9-9F02-C257-8D6D-080E2FECDA9C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11DE671B-F95A-7FB9-8194-F9038DBF7A68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\0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14DA058F-23AC-26FD-395B-AB7CE963894D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5</a:t>
              </a:r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EE9EDD30-EEEA-15AA-FD30-CABAD01B57FC}"/>
              </a:ext>
            </a:extLst>
          </p:cNvPr>
          <p:cNvSpPr txBox="1"/>
          <p:nvPr/>
        </p:nvSpPr>
        <p:spPr>
          <a:xfrm>
            <a:off x="5594882" y="97700"/>
            <a:ext cx="735250" cy="3082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first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EDF37E0F-4371-5E8B-1388-42C5B4DD6F5F}"/>
              </a:ext>
            </a:extLst>
          </p:cNvPr>
          <p:cNvCxnSpPr>
            <a:cxnSpLocks/>
          </p:cNvCxnSpPr>
          <p:nvPr/>
        </p:nvCxnSpPr>
        <p:spPr>
          <a:xfrm>
            <a:off x="6298050" y="433028"/>
            <a:ext cx="187802" cy="2480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5" name="Group 34">
            <a:extLst>
              <a:ext uri="{FF2B5EF4-FFF2-40B4-BE49-F238E27FC236}">
                <a16:creationId xmlns:a16="http://schemas.microsoft.com/office/drawing/2014/main" id="{01EF00D3-972B-B55D-26E8-0A0A63B0D905}"/>
              </a:ext>
            </a:extLst>
          </p:cNvPr>
          <p:cNvGrpSpPr/>
          <p:nvPr/>
        </p:nvGrpSpPr>
        <p:grpSpPr>
          <a:xfrm>
            <a:off x="6531352" y="1612392"/>
            <a:ext cx="721581" cy="1034973"/>
            <a:chOff x="4441717" y="4154269"/>
            <a:chExt cx="944489" cy="1363365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806A7F18-8686-BDFD-B52E-912DE644E5AC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2E8DA275-7193-2E03-C891-BF9FED681448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▮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22A4D777-5D82-A162-140A-08665D449ABC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7AC9CB18-2467-D5F1-1A46-FD079CD1AF1F}"/>
              </a:ext>
            </a:extLst>
          </p:cNvPr>
          <p:cNvGrpSpPr/>
          <p:nvPr/>
        </p:nvGrpSpPr>
        <p:grpSpPr>
          <a:xfrm>
            <a:off x="8026036" y="1612392"/>
            <a:ext cx="721581" cy="1034973"/>
            <a:chOff x="4441717" y="4154269"/>
            <a:chExt cx="944489" cy="1363365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EA605FC1-6D99-C08E-3D84-7B7EE38D59F0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40EC06FF-D33A-B50F-B231-A28F4E55F315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o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ABB90B2D-70D2-108F-CCC1-B61A9F1E1686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8D492F77-9F31-48CA-761C-DC8F7E614B3C}"/>
              </a:ext>
            </a:extLst>
          </p:cNvPr>
          <p:cNvGrpSpPr/>
          <p:nvPr/>
        </p:nvGrpSpPr>
        <p:grpSpPr>
          <a:xfrm>
            <a:off x="7278694" y="1612392"/>
            <a:ext cx="721581" cy="1034973"/>
            <a:chOff x="4441717" y="4154269"/>
            <a:chExt cx="944489" cy="1363365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A08471D2-4F78-8E41-DC51-2780BB635AD0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6D89030A-D08B-1AEA-89E0-27D8084302EB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M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A86BAC32-E54D-9AB5-A806-A63BF5E68627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C15B7A66-C82E-AC97-4E83-2656AFB8FFDE}"/>
              </a:ext>
            </a:extLst>
          </p:cNvPr>
          <p:cNvGrpSpPr/>
          <p:nvPr/>
        </p:nvGrpSpPr>
        <p:grpSpPr>
          <a:xfrm>
            <a:off x="8773378" y="1612391"/>
            <a:ext cx="721581" cy="1034973"/>
            <a:chOff x="4441717" y="4154269"/>
            <a:chExt cx="944489" cy="1363365"/>
          </a:xfrm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E4ECF29C-87A1-0738-D75B-075DB115A619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82685B6A-6205-5727-EA88-06675760B3C2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o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ABF11CEE-9DBB-4384-6EFE-859B30BE6245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2068C7C1-F195-4F3F-88E3-2C8D535D8899}"/>
              </a:ext>
            </a:extLst>
          </p:cNvPr>
          <p:cNvGrpSpPr/>
          <p:nvPr/>
        </p:nvGrpSpPr>
        <p:grpSpPr>
          <a:xfrm>
            <a:off x="9520720" y="1612392"/>
            <a:ext cx="721581" cy="1034973"/>
            <a:chOff x="4441717" y="4154269"/>
            <a:chExt cx="944489" cy="1363365"/>
          </a:xfrm>
        </p:grpSpPr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7AE1E41F-64AA-9CD1-1142-5DF890717002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7BAC0D57-A0C7-02D3-C58D-D49F400A1237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n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84E5FFBA-D51F-E087-CE00-0B0970B1EEA6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8019FA1D-0B0B-D002-9BFC-4D57C50C1198}"/>
              </a:ext>
            </a:extLst>
          </p:cNvPr>
          <p:cNvGrpSpPr/>
          <p:nvPr/>
        </p:nvGrpSpPr>
        <p:grpSpPr>
          <a:xfrm>
            <a:off x="10268062" y="1612392"/>
            <a:ext cx="721581" cy="1034973"/>
            <a:chOff x="4441717" y="4154269"/>
            <a:chExt cx="944489" cy="1363365"/>
          </a:xfrm>
        </p:grpSpPr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1EE5EB16-F08F-E107-0F95-F8BFD0261B6D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BA643E31-D40F-0C23-17AF-64F5A9D268E2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!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B477029B-04D0-C032-F40B-99DDDFFFF239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5</a:t>
              </a:r>
            </a:p>
          </p:txBody>
        </p:sp>
      </p:grpSp>
      <p:sp>
        <p:nvSpPr>
          <p:cNvPr id="59" name="TextBox 58">
            <a:extLst>
              <a:ext uri="{FF2B5EF4-FFF2-40B4-BE49-F238E27FC236}">
                <a16:creationId xmlns:a16="http://schemas.microsoft.com/office/drawing/2014/main" id="{C016490F-24EC-0CE6-E833-1C91058D0F6B}"/>
              </a:ext>
            </a:extLst>
          </p:cNvPr>
          <p:cNvSpPr txBox="1"/>
          <p:nvPr/>
        </p:nvSpPr>
        <p:spPr>
          <a:xfrm>
            <a:off x="5515424" y="1413492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second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BA553333-CE40-742F-0B73-F2E1952C6A3D}"/>
              </a:ext>
            </a:extLst>
          </p:cNvPr>
          <p:cNvCxnSpPr>
            <a:cxnSpLocks/>
          </p:cNvCxnSpPr>
          <p:nvPr/>
        </p:nvCxnSpPr>
        <p:spPr>
          <a:xfrm>
            <a:off x="6366322" y="1725343"/>
            <a:ext cx="187073" cy="2111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1" name="Group 60">
            <a:extLst>
              <a:ext uri="{FF2B5EF4-FFF2-40B4-BE49-F238E27FC236}">
                <a16:creationId xmlns:a16="http://schemas.microsoft.com/office/drawing/2014/main" id="{88B26A0C-1949-E6A5-99C4-4F8BD9F0F5A9}"/>
              </a:ext>
            </a:extLst>
          </p:cNvPr>
          <p:cNvGrpSpPr/>
          <p:nvPr/>
        </p:nvGrpSpPr>
        <p:grpSpPr>
          <a:xfrm>
            <a:off x="11015407" y="1614195"/>
            <a:ext cx="721581" cy="1034973"/>
            <a:chOff x="4441717" y="4154269"/>
            <a:chExt cx="944489" cy="1363365"/>
          </a:xfrm>
        </p:grpSpPr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F43D624B-4FA4-5859-1144-E277C08B243B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952BD056-4046-9EB4-F97D-6AA57AF54508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\0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08CF38F5-329E-B533-890D-523174C7A1B0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5</a:t>
              </a:r>
            </a:p>
          </p:txBody>
        </p:sp>
      </p:grpSp>
      <p:sp>
        <p:nvSpPr>
          <p:cNvPr id="65" name="TextBox 64">
            <a:extLst>
              <a:ext uri="{FF2B5EF4-FFF2-40B4-BE49-F238E27FC236}">
                <a16:creationId xmlns:a16="http://schemas.microsoft.com/office/drawing/2014/main" id="{E9F29B83-8CA3-041D-112D-3BA6C43E45FF}"/>
              </a:ext>
            </a:extLst>
          </p:cNvPr>
          <p:cNvSpPr txBox="1"/>
          <p:nvPr/>
        </p:nvSpPr>
        <p:spPr>
          <a:xfrm>
            <a:off x="6652734" y="2503096"/>
            <a:ext cx="52290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space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20B2024-2CA5-E83E-739B-79050B0EBD8B}"/>
              </a:ext>
            </a:extLst>
          </p:cNvPr>
          <p:cNvSpPr/>
          <p:nvPr/>
        </p:nvSpPr>
        <p:spPr>
          <a:xfrm>
            <a:off x="430526" y="3165008"/>
            <a:ext cx="2859326" cy="355498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E6E009-C3F2-168D-B7B4-3458B6D0A439}"/>
              </a:ext>
            </a:extLst>
          </p:cNvPr>
          <p:cNvSpPr txBox="1"/>
          <p:nvPr/>
        </p:nvSpPr>
        <p:spPr>
          <a:xfrm>
            <a:off x="482452" y="3779439"/>
            <a:ext cx="2523023" cy="2031325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strcpy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dest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src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  <a:r>
              <a:rPr lang="en-US" dirty="0"/>
              <a:t>copies the C-string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src</a:t>
            </a:r>
            <a:r>
              <a:rPr lang="en-US" dirty="0"/>
              <a:t> into the array </a:t>
            </a:r>
            <a:r>
              <a:rPr lang="en-US" dirty="0" err="1"/>
              <a:t>dest</a:t>
            </a:r>
            <a:r>
              <a:rPr lang="en-US" dirty="0"/>
              <a:t> of type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const char*</a:t>
            </a:r>
            <a:r>
              <a:rPr lang="en-US" dirty="0"/>
              <a:t>. It’s up to the programmer to ensure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dest</a:t>
            </a:r>
            <a:r>
              <a:rPr lang="en-US" dirty="0"/>
              <a:t> is long enough to hold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src</a:t>
            </a:r>
            <a:r>
              <a:rPr lang="en-US" dirty="0"/>
              <a:t>.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46D0F89-E051-5B2E-3557-4AACB134BFD3}"/>
              </a:ext>
            </a:extLst>
          </p:cNvPr>
          <p:cNvGrpSpPr/>
          <p:nvPr/>
        </p:nvGrpSpPr>
        <p:grpSpPr>
          <a:xfrm>
            <a:off x="5868810" y="4606311"/>
            <a:ext cx="944489" cy="1229260"/>
            <a:chOff x="4441717" y="4154269"/>
            <a:chExt cx="944489" cy="122926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7664CD36-AA58-E51B-295F-630E9D248B21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8AA8D31C-C61A-22D7-BC0D-18D13A4C9E42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H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B2892AAB-DF27-1A9F-6160-B8771051BF1A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B2A545E5-C3BC-6D49-1DC7-99C7CF97C83F}"/>
              </a:ext>
            </a:extLst>
          </p:cNvPr>
          <p:cNvGrpSpPr/>
          <p:nvPr/>
        </p:nvGrpSpPr>
        <p:grpSpPr>
          <a:xfrm>
            <a:off x="7838988" y="4606311"/>
            <a:ext cx="944489" cy="1229260"/>
            <a:chOff x="4441717" y="4154269"/>
            <a:chExt cx="944489" cy="1229260"/>
          </a:xfrm>
        </p:grpSpPr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8726D53E-0E02-9EFD-43F0-D6862D6922FC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99615CBC-6916-62A3-10DF-D73C40E126DF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l</a:t>
              </a: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87E81FA1-097F-C6D4-BBBD-EF41E188E0D9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</a:p>
          </p:txBody>
        </p:sp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7F8BC0C5-D873-00D2-9E5E-2C2A6667F607}"/>
              </a:ext>
            </a:extLst>
          </p:cNvPr>
          <p:cNvGrpSpPr/>
          <p:nvPr/>
        </p:nvGrpSpPr>
        <p:grpSpPr>
          <a:xfrm>
            <a:off x="6853899" y="4606311"/>
            <a:ext cx="944489" cy="1229260"/>
            <a:chOff x="4441717" y="4154269"/>
            <a:chExt cx="944489" cy="1229260"/>
          </a:xfrm>
        </p:grpSpPr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8395A7FF-CD01-9ACF-E529-7B6503DE6B0D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EFBAB6EF-D613-B7EE-3B7D-DAC5FF4AF2BA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e</a:t>
              </a:r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9BA9C20F-DA59-D47E-670C-8F2743B2444C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</p:txBody>
        </p:sp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FFEC003B-7756-B307-430C-7B4F75926EEA}"/>
              </a:ext>
            </a:extLst>
          </p:cNvPr>
          <p:cNvGrpSpPr/>
          <p:nvPr/>
        </p:nvGrpSpPr>
        <p:grpSpPr>
          <a:xfrm>
            <a:off x="8824077" y="4606311"/>
            <a:ext cx="944489" cy="1229260"/>
            <a:chOff x="4441717" y="4154269"/>
            <a:chExt cx="944489" cy="1229260"/>
          </a:xfrm>
        </p:grpSpPr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5E5A7EA6-D7C5-E575-C05F-C558C9496B16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57B945BB-EBA5-36AD-1D0B-1ECE78494500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l</a:t>
              </a:r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4271E351-270C-8268-3DBD-924E67284FD6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</a:p>
          </p:txBody>
        </p:sp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F05B8FDD-ECC7-7261-46ED-9674084DD5AC}"/>
              </a:ext>
            </a:extLst>
          </p:cNvPr>
          <p:cNvGrpSpPr/>
          <p:nvPr/>
        </p:nvGrpSpPr>
        <p:grpSpPr>
          <a:xfrm>
            <a:off x="9809166" y="4606311"/>
            <a:ext cx="944489" cy="1229260"/>
            <a:chOff x="4441717" y="4154269"/>
            <a:chExt cx="944489" cy="1229260"/>
          </a:xfrm>
        </p:grpSpPr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CD9F1943-CCA4-281D-E2F1-9BB45E48C1C4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97D6D75E-8D0F-1DCF-42F2-B9BEC201A40C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o</a:t>
              </a:r>
            </a:p>
          </p:txBody>
        </p: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14C08DD5-3F38-6823-9E14-A1F012A41B3B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</a:p>
          </p:txBody>
        </p:sp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403F2D07-420F-25AF-8B90-F60C5E53410B}"/>
              </a:ext>
            </a:extLst>
          </p:cNvPr>
          <p:cNvGrpSpPr/>
          <p:nvPr/>
        </p:nvGrpSpPr>
        <p:grpSpPr>
          <a:xfrm>
            <a:off x="10794257" y="4606311"/>
            <a:ext cx="944489" cy="1229260"/>
            <a:chOff x="4441717" y="4154269"/>
            <a:chExt cx="944489" cy="1229260"/>
          </a:xfrm>
        </p:grpSpPr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F3AD0F6C-EAB6-3847-D633-C2BA44C401E0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C82B2A48-A67A-0480-4ACF-ED89BE6AA08A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\0</a:t>
              </a:r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ABBC0C06-B1FC-5F63-351E-BFD399664813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5</a:t>
              </a:r>
            </a:p>
          </p:txBody>
        </p:sp>
      </p:grpSp>
      <p:sp>
        <p:nvSpPr>
          <p:cNvPr id="120" name="TextBox 119">
            <a:extLst>
              <a:ext uri="{FF2B5EF4-FFF2-40B4-BE49-F238E27FC236}">
                <a16:creationId xmlns:a16="http://schemas.microsoft.com/office/drawing/2014/main" id="{400BC5CD-D82E-871D-B7CC-544956DE861C}"/>
              </a:ext>
            </a:extLst>
          </p:cNvPr>
          <p:cNvSpPr txBox="1"/>
          <p:nvPr/>
        </p:nvSpPr>
        <p:spPr>
          <a:xfrm>
            <a:off x="3606337" y="5256767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result</a:t>
            </a:r>
          </a:p>
        </p:txBody>
      </p: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D4359D32-06AF-38B0-3561-B7006259CB0D}"/>
              </a:ext>
            </a:extLst>
          </p:cNvPr>
          <p:cNvCxnSpPr>
            <a:cxnSpLocks/>
            <a:stCxn id="120" idx="3"/>
            <a:endCxn id="33" idx="1"/>
          </p:cNvCxnSpPr>
          <p:nvPr/>
        </p:nvCxnSpPr>
        <p:spPr>
          <a:xfrm>
            <a:off x="4550826" y="5441433"/>
            <a:ext cx="1317984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TextBox 121">
            <a:extLst>
              <a:ext uri="{FF2B5EF4-FFF2-40B4-BE49-F238E27FC236}">
                <a16:creationId xmlns:a16="http://schemas.microsoft.com/office/drawing/2014/main" id="{C5B36AE4-4715-FAFC-920F-8A763784EFD3}"/>
              </a:ext>
            </a:extLst>
          </p:cNvPr>
          <p:cNvSpPr txBox="1"/>
          <p:nvPr/>
        </p:nvSpPr>
        <p:spPr>
          <a:xfrm>
            <a:off x="8106841" y="5940315"/>
            <a:ext cx="2049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Free store memory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4CE0DDF7-4672-8671-BF07-4092BD70296A}"/>
              </a:ext>
            </a:extLst>
          </p:cNvPr>
          <p:cNvSpPr txBox="1"/>
          <p:nvPr/>
        </p:nvSpPr>
        <p:spPr>
          <a:xfrm>
            <a:off x="3005475" y="5949264"/>
            <a:ext cx="20501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Call stack memory</a:t>
            </a:r>
          </a:p>
        </p:txBody>
      </p:sp>
    </p:spTree>
    <p:extLst>
      <p:ext uri="{BB962C8B-B14F-4D97-AF65-F5344CB8AC3E}">
        <p14:creationId xmlns:p14="http://schemas.microsoft.com/office/powerpoint/2010/main" val="12422460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633362-A4D5-0483-AE87-D458435F07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9EAEDD-1C64-C8F1-198F-55B74DE25B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06375"/>
            <a:ext cx="5583382" cy="1325563"/>
          </a:xfrm>
        </p:spPr>
        <p:txBody>
          <a:bodyPr/>
          <a:lstStyle/>
          <a:p>
            <a:r>
              <a:rPr lang="en-US" dirty="0"/>
              <a:t>C-strings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DC1D27-158B-BF37-CA43-A8C5F0C1C427}"/>
              </a:ext>
            </a:extLst>
          </p:cNvPr>
          <p:cNvSpPr txBox="1"/>
          <p:nvPr/>
        </p:nvSpPr>
        <p:spPr>
          <a:xfrm>
            <a:off x="422564" y="935182"/>
            <a:ext cx="5123518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const char* first = "Hello";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const char* second = " Moon!";</a:t>
            </a:r>
          </a:p>
          <a:p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&lt;&lt; first &lt;&lt; "\n";  // "Hello"</a:t>
            </a:r>
          </a:p>
          <a:p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&lt;&lt; second &lt;&lt; "\n"; // " Moon!"</a:t>
            </a:r>
          </a:p>
          <a:p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b="1" dirty="0">
                <a:latin typeface="Consolas" panose="020B0609020204030204" pitchFamily="49" charset="0"/>
                <a:cs typeface="Consolas" panose="020B0609020204030204" pitchFamily="49" charset="0"/>
              </a:rPr>
              <a:t>// copy first to result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int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first_len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strlen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(first);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char* result = new char[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first_len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+ 1];</a:t>
            </a:r>
          </a:p>
          <a:p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strcpy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(result, first);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1754A2EC-B990-98F9-DD54-FDD4DB2E58DC}"/>
              </a:ext>
            </a:extLst>
          </p:cNvPr>
          <p:cNvGrpSpPr/>
          <p:nvPr/>
        </p:nvGrpSpPr>
        <p:grpSpPr>
          <a:xfrm>
            <a:off x="6459913" y="312965"/>
            <a:ext cx="849096" cy="1026087"/>
            <a:chOff x="4441717" y="4154269"/>
            <a:chExt cx="944489" cy="122926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A8F47A5-4147-E358-454F-126805D17172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5EC72D1-2EF3-67AB-0A83-3EE1FD0526C4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H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807C432-5C78-E561-00B4-89B2503C78E6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27C9605-568E-4C5D-AAA1-DEA230FF94C8}"/>
              </a:ext>
            </a:extLst>
          </p:cNvPr>
          <p:cNvGrpSpPr/>
          <p:nvPr/>
        </p:nvGrpSpPr>
        <p:grpSpPr>
          <a:xfrm>
            <a:off x="8231103" y="312965"/>
            <a:ext cx="849096" cy="1026087"/>
            <a:chOff x="4441717" y="4154269"/>
            <a:chExt cx="944489" cy="122926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67DCC41-41C3-9B2A-6C8E-98BD8D1668AD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CE10E57-CC21-2580-7871-E8432672F534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l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FC5E0D85-6108-7A6F-BF94-1535229B3A57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06268B6-1C55-A0EC-3146-11666FF34510}"/>
              </a:ext>
            </a:extLst>
          </p:cNvPr>
          <p:cNvGrpSpPr/>
          <p:nvPr/>
        </p:nvGrpSpPr>
        <p:grpSpPr>
          <a:xfrm>
            <a:off x="7345508" y="312965"/>
            <a:ext cx="849096" cy="1026087"/>
            <a:chOff x="4441717" y="4154269"/>
            <a:chExt cx="944489" cy="1229260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8B157594-8978-054B-B0DF-334627EF2902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BC1ABB7-247F-F0A5-4AFF-C52F01A5B152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e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9C372BCB-7E73-F53B-D588-02AA9FA3C021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3161EDD-94D3-D242-554C-6C139C4CBB11}"/>
              </a:ext>
            </a:extLst>
          </p:cNvPr>
          <p:cNvGrpSpPr/>
          <p:nvPr/>
        </p:nvGrpSpPr>
        <p:grpSpPr>
          <a:xfrm>
            <a:off x="9116699" y="312965"/>
            <a:ext cx="849096" cy="1026087"/>
            <a:chOff x="4441717" y="4154269"/>
            <a:chExt cx="944489" cy="1229260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2BBC4D70-CF12-AA4F-AC36-E1E3B26A5CCB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473DFC79-EEF0-AAD6-65FD-005C8281F166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l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60F9F1B4-B3B9-B813-E744-ABBFAE37015D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115204EE-3A0C-4A56-6FBE-F4866F58732F}"/>
              </a:ext>
            </a:extLst>
          </p:cNvPr>
          <p:cNvGrpSpPr/>
          <p:nvPr/>
        </p:nvGrpSpPr>
        <p:grpSpPr>
          <a:xfrm>
            <a:off x="10002294" y="312965"/>
            <a:ext cx="849096" cy="1026087"/>
            <a:chOff x="4441717" y="4154269"/>
            <a:chExt cx="944489" cy="1229260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94961ABB-DB7C-0465-9ABE-11192432005C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0D93AA71-A7AD-879C-D740-4BAEECF100CD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o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7365C353-044A-F61D-AB09-0F1AE976EF44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1CF2E62B-1735-1AEE-DDFA-92725A4F55C8}"/>
              </a:ext>
            </a:extLst>
          </p:cNvPr>
          <p:cNvGrpSpPr/>
          <p:nvPr/>
        </p:nvGrpSpPr>
        <p:grpSpPr>
          <a:xfrm>
            <a:off x="10887891" y="312965"/>
            <a:ext cx="849096" cy="1026087"/>
            <a:chOff x="4441717" y="4154269"/>
            <a:chExt cx="944489" cy="1229260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09F3A846-D32C-04AB-66C3-69F72567AE7A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751BA6ED-0526-CD7B-0EEA-11B0F83E2B7E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\0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93CBA989-18EC-399D-F5A5-701C87C3B6FB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5</a:t>
              </a:r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2B177069-A774-C96C-65BB-3152ADECA83A}"/>
              </a:ext>
            </a:extLst>
          </p:cNvPr>
          <p:cNvSpPr txBox="1"/>
          <p:nvPr/>
        </p:nvSpPr>
        <p:spPr>
          <a:xfrm>
            <a:off x="5594882" y="97700"/>
            <a:ext cx="735250" cy="3082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first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EB4CA1B1-757C-6E56-4DD8-78DE9B8F7B37}"/>
              </a:ext>
            </a:extLst>
          </p:cNvPr>
          <p:cNvCxnSpPr>
            <a:cxnSpLocks/>
          </p:cNvCxnSpPr>
          <p:nvPr/>
        </p:nvCxnSpPr>
        <p:spPr>
          <a:xfrm>
            <a:off x="6298050" y="433028"/>
            <a:ext cx="187802" cy="2480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5" name="Group 34">
            <a:extLst>
              <a:ext uri="{FF2B5EF4-FFF2-40B4-BE49-F238E27FC236}">
                <a16:creationId xmlns:a16="http://schemas.microsoft.com/office/drawing/2014/main" id="{4A693554-423D-8931-6D62-E4AECCC13C7F}"/>
              </a:ext>
            </a:extLst>
          </p:cNvPr>
          <p:cNvGrpSpPr/>
          <p:nvPr/>
        </p:nvGrpSpPr>
        <p:grpSpPr>
          <a:xfrm>
            <a:off x="6531352" y="1612392"/>
            <a:ext cx="721581" cy="1034973"/>
            <a:chOff x="4441717" y="4154269"/>
            <a:chExt cx="944489" cy="1363365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B14A43D1-4218-E79D-CFF7-E921E9C154F0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3D60FEFD-BE05-95CB-24F3-FD1B60DD4D46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▮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6694FD21-61B2-2617-A341-E34E7645C6F2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56E9D4AF-2F97-0AA3-57F0-48F9AD3426CE}"/>
              </a:ext>
            </a:extLst>
          </p:cNvPr>
          <p:cNvGrpSpPr/>
          <p:nvPr/>
        </p:nvGrpSpPr>
        <p:grpSpPr>
          <a:xfrm>
            <a:off x="8026036" y="1612392"/>
            <a:ext cx="721581" cy="1034973"/>
            <a:chOff x="4441717" y="4154269"/>
            <a:chExt cx="944489" cy="1363365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6D9763C0-99BB-2995-3244-BCCA81F7917E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4F175F00-F974-E3A0-1CD2-25FD8D1BE788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o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9F6F8897-D482-CD96-9950-FCC7C79A8031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74627A92-E08B-5C85-D2B7-EEF5667B8543}"/>
              </a:ext>
            </a:extLst>
          </p:cNvPr>
          <p:cNvGrpSpPr/>
          <p:nvPr/>
        </p:nvGrpSpPr>
        <p:grpSpPr>
          <a:xfrm>
            <a:off x="7278694" y="1612392"/>
            <a:ext cx="721581" cy="1034973"/>
            <a:chOff x="4441717" y="4154269"/>
            <a:chExt cx="944489" cy="1363365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39ED1BF1-F2CC-0816-E744-BED7BFB81ABF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C09B173B-F3AA-1797-7CC0-0E0FEEC01BE1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M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DE7B85C6-0DAE-B5BB-0E56-5474722D39C8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5389F58C-AE6E-93FE-FDC6-F72D7CF40F35}"/>
              </a:ext>
            </a:extLst>
          </p:cNvPr>
          <p:cNvGrpSpPr/>
          <p:nvPr/>
        </p:nvGrpSpPr>
        <p:grpSpPr>
          <a:xfrm>
            <a:off x="8773378" y="1612391"/>
            <a:ext cx="721581" cy="1034973"/>
            <a:chOff x="4441717" y="4154269"/>
            <a:chExt cx="944489" cy="1363365"/>
          </a:xfrm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A8C0A762-708F-485B-1605-50F4EB71C511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98CC96EB-FE82-4BB5-658D-A04A22BC8240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o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F89F9339-6F3B-8C9F-EFC2-4AD0D22FDEC6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93A43BB9-6B27-4277-64D4-8BD60C9850F7}"/>
              </a:ext>
            </a:extLst>
          </p:cNvPr>
          <p:cNvGrpSpPr/>
          <p:nvPr/>
        </p:nvGrpSpPr>
        <p:grpSpPr>
          <a:xfrm>
            <a:off x="9520720" y="1612392"/>
            <a:ext cx="721581" cy="1034973"/>
            <a:chOff x="4441717" y="4154269"/>
            <a:chExt cx="944489" cy="1363365"/>
          </a:xfrm>
        </p:grpSpPr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7D684499-3494-CF98-2050-C344F750669A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3A7DD324-73BD-9CBC-23EC-91A6CC071A8A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n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971BFF49-0FE6-A19B-7E29-61E81EDF65D9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DB91F924-40A6-6D9B-F1CE-50F27CD32D00}"/>
              </a:ext>
            </a:extLst>
          </p:cNvPr>
          <p:cNvGrpSpPr/>
          <p:nvPr/>
        </p:nvGrpSpPr>
        <p:grpSpPr>
          <a:xfrm>
            <a:off x="10268062" y="1612392"/>
            <a:ext cx="721581" cy="1034973"/>
            <a:chOff x="4441717" y="4154269"/>
            <a:chExt cx="944489" cy="1363365"/>
          </a:xfrm>
        </p:grpSpPr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C79EEA08-1315-052B-8B8A-9B7911A79B9F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13E08E1F-74A5-3F95-F0BD-3DF316D1C49F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!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BA802B2C-4BD5-8FCD-0A93-161B8D1439CA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5</a:t>
              </a:r>
            </a:p>
          </p:txBody>
        </p:sp>
      </p:grpSp>
      <p:sp>
        <p:nvSpPr>
          <p:cNvPr id="59" name="TextBox 58">
            <a:extLst>
              <a:ext uri="{FF2B5EF4-FFF2-40B4-BE49-F238E27FC236}">
                <a16:creationId xmlns:a16="http://schemas.microsoft.com/office/drawing/2014/main" id="{D30868ED-F8BD-E4B9-009D-0693980BB522}"/>
              </a:ext>
            </a:extLst>
          </p:cNvPr>
          <p:cNvSpPr txBox="1"/>
          <p:nvPr/>
        </p:nvSpPr>
        <p:spPr>
          <a:xfrm>
            <a:off x="5515424" y="1413492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second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CB9F47DC-B59D-990D-2F7A-2EFA535BCBE1}"/>
              </a:ext>
            </a:extLst>
          </p:cNvPr>
          <p:cNvCxnSpPr>
            <a:cxnSpLocks/>
          </p:cNvCxnSpPr>
          <p:nvPr/>
        </p:nvCxnSpPr>
        <p:spPr>
          <a:xfrm>
            <a:off x="6366322" y="1725343"/>
            <a:ext cx="187073" cy="2111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1" name="Group 60">
            <a:extLst>
              <a:ext uri="{FF2B5EF4-FFF2-40B4-BE49-F238E27FC236}">
                <a16:creationId xmlns:a16="http://schemas.microsoft.com/office/drawing/2014/main" id="{1E20B953-B40E-8FB9-C95F-98BC82A76EEF}"/>
              </a:ext>
            </a:extLst>
          </p:cNvPr>
          <p:cNvGrpSpPr/>
          <p:nvPr/>
        </p:nvGrpSpPr>
        <p:grpSpPr>
          <a:xfrm>
            <a:off x="11015407" y="1614195"/>
            <a:ext cx="721581" cy="1034973"/>
            <a:chOff x="4441717" y="4154269"/>
            <a:chExt cx="944489" cy="1363365"/>
          </a:xfrm>
        </p:grpSpPr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C32FD4A1-1A07-7EDF-AF09-B9ACA2EEC12E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7A3E39CD-CE1D-F2BD-5ED1-F5D65D48F301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\0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42D2CC26-7EBD-D100-25F0-79F75B08C052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5</a:t>
              </a:r>
            </a:p>
          </p:txBody>
        </p:sp>
      </p:grpSp>
      <p:sp>
        <p:nvSpPr>
          <p:cNvPr id="65" name="TextBox 64">
            <a:extLst>
              <a:ext uri="{FF2B5EF4-FFF2-40B4-BE49-F238E27FC236}">
                <a16:creationId xmlns:a16="http://schemas.microsoft.com/office/drawing/2014/main" id="{5B2C3B6F-D04E-34CB-A6D2-F3EDFD9E702C}"/>
              </a:ext>
            </a:extLst>
          </p:cNvPr>
          <p:cNvSpPr txBox="1"/>
          <p:nvPr/>
        </p:nvSpPr>
        <p:spPr>
          <a:xfrm>
            <a:off x="6652734" y="2503096"/>
            <a:ext cx="52290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space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EB1D547-2838-4F4F-F309-6BE046D6D5F0}"/>
              </a:ext>
            </a:extLst>
          </p:cNvPr>
          <p:cNvGrpSpPr/>
          <p:nvPr/>
        </p:nvGrpSpPr>
        <p:grpSpPr>
          <a:xfrm>
            <a:off x="5868810" y="4606311"/>
            <a:ext cx="944489" cy="1229260"/>
            <a:chOff x="4441717" y="4154269"/>
            <a:chExt cx="944489" cy="122926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C1BA59D-F319-5458-782D-19F1FC0BF2A2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7BB609BB-BF23-3CB3-93E7-B1CD84362646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H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47FF0DE6-8261-E34F-D958-E72120735A34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AD84FED5-C234-C50A-9E16-73431DAC4C72}"/>
              </a:ext>
            </a:extLst>
          </p:cNvPr>
          <p:cNvGrpSpPr/>
          <p:nvPr/>
        </p:nvGrpSpPr>
        <p:grpSpPr>
          <a:xfrm>
            <a:off x="7838988" y="4606311"/>
            <a:ext cx="944489" cy="1229260"/>
            <a:chOff x="4441717" y="4154269"/>
            <a:chExt cx="944489" cy="1229260"/>
          </a:xfrm>
        </p:grpSpPr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3E4B09FA-86CC-DEE7-E6EF-C6044CA251B1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C9652393-36C1-CCA0-7E97-5ABC1A7DE18E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l</a:t>
              </a: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AFC0F577-9C79-0E2A-B799-9A2F79F12E55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</a:p>
          </p:txBody>
        </p:sp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BCEB77FB-5B85-0C88-6BD9-446398086EFA}"/>
              </a:ext>
            </a:extLst>
          </p:cNvPr>
          <p:cNvGrpSpPr/>
          <p:nvPr/>
        </p:nvGrpSpPr>
        <p:grpSpPr>
          <a:xfrm>
            <a:off x="6853899" y="4606311"/>
            <a:ext cx="944489" cy="1229260"/>
            <a:chOff x="4441717" y="4154269"/>
            <a:chExt cx="944489" cy="1229260"/>
          </a:xfrm>
        </p:grpSpPr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BD432D76-F8E0-C083-97CF-28E3C3D6A098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DB044804-E17D-53FF-CA17-7B6C0A9E544E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e</a:t>
              </a:r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7DC43A08-71E3-EF9E-54FE-3FC661F7388C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</p:txBody>
        </p:sp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B9ED1B92-41BC-5AAC-8C7E-8B00D6B9756A}"/>
              </a:ext>
            </a:extLst>
          </p:cNvPr>
          <p:cNvGrpSpPr/>
          <p:nvPr/>
        </p:nvGrpSpPr>
        <p:grpSpPr>
          <a:xfrm>
            <a:off x="8824077" y="4606311"/>
            <a:ext cx="944489" cy="1229260"/>
            <a:chOff x="4441717" y="4154269"/>
            <a:chExt cx="944489" cy="1229260"/>
          </a:xfrm>
        </p:grpSpPr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5845F589-8A2A-6AF3-D150-F9E7F29E76B1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F06EFA44-56A1-DDA8-808E-7FE24D14EAB0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l</a:t>
              </a:r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2B898515-C8AA-F822-5F91-A95745AC8151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</a:p>
          </p:txBody>
        </p:sp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CC565AD9-89F9-29FA-1D37-FFD8BE5608AA}"/>
              </a:ext>
            </a:extLst>
          </p:cNvPr>
          <p:cNvGrpSpPr/>
          <p:nvPr/>
        </p:nvGrpSpPr>
        <p:grpSpPr>
          <a:xfrm>
            <a:off x="9809166" y="4606311"/>
            <a:ext cx="944489" cy="1229260"/>
            <a:chOff x="4441717" y="4154269"/>
            <a:chExt cx="944489" cy="1229260"/>
          </a:xfrm>
        </p:grpSpPr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62822E1E-86CF-9622-B813-4C9450792950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77EEABDE-313E-5ADF-FA88-F1B11849C881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o</a:t>
              </a:r>
            </a:p>
          </p:txBody>
        </p: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1593EA44-7AE2-B8C8-DFDD-A8816A059F7F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</a:p>
          </p:txBody>
        </p:sp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5522EA96-57C5-43B8-285C-5201B9C475BC}"/>
              </a:ext>
            </a:extLst>
          </p:cNvPr>
          <p:cNvGrpSpPr/>
          <p:nvPr/>
        </p:nvGrpSpPr>
        <p:grpSpPr>
          <a:xfrm>
            <a:off x="10794257" y="4606311"/>
            <a:ext cx="944489" cy="1229260"/>
            <a:chOff x="4441717" y="4154269"/>
            <a:chExt cx="944489" cy="1229260"/>
          </a:xfrm>
        </p:grpSpPr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E04609BA-5ADE-DC65-04E7-65690BE259E1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A0F8E31E-357F-CCD9-C3DA-6669A0B94E74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\0</a:t>
              </a:r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A3D2FC3A-A7A5-9713-FB4F-A17518FD7113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5</a:t>
              </a:r>
            </a:p>
          </p:txBody>
        </p:sp>
      </p:grpSp>
      <p:sp>
        <p:nvSpPr>
          <p:cNvPr id="120" name="TextBox 119">
            <a:extLst>
              <a:ext uri="{FF2B5EF4-FFF2-40B4-BE49-F238E27FC236}">
                <a16:creationId xmlns:a16="http://schemas.microsoft.com/office/drawing/2014/main" id="{82C45C89-8FE3-70AF-DE79-44F7A4EAB8AB}"/>
              </a:ext>
            </a:extLst>
          </p:cNvPr>
          <p:cNvSpPr txBox="1"/>
          <p:nvPr/>
        </p:nvSpPr>
        <p:spPr>
          <a:xfrm>
            <a:off x="3606337" y="5256767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result</a:t>
            </a:r>
          </a:p>
        </p:txBody>
      </p: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463A9B30-3DFB-3260-EC2E-8B4BD76D5D63}"/>
              </a:ext>
            </a:extLst>
          </p:cNvPr>
          <p:cNvCxnSpPr>
            <a:cxnSpLocks/>
            <a:stCxn id="120" idx="3"/>
            <a:endCxn id="33" idx="1"/>
          </p:cNvCxnSpPr>
          <p:nvPr/>
        </p:nvCxnSpPr>
        <p:spPr>
          <a:xfrm>
            <a:off x="4550826" y="5441433"/>
            <a:ext cx="1317984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TextBox 121">
            <a:extLst>
              <a:ext uri="{FF2B5EF4-FFF2-40B4-BE49-F238E27FC236}">
                <a16:creationId xmlns:a16="http://schemas.microsoft.com/office/drawing/2014/main" id="{7DD2B38B-DBC1-CE8B-EB66-F63DACAD850E}"/>
              </a:ext>
            </a:extLst>
          </p:cNvPr>
          <p:cNvSpPr txBox="1"/>
          <p:nvPr/>
        </p:nvSpPr>
        <p:spPr>
          <a:xfrm>
            <a:off x="8106841" y="5940315"/>
            <a:ext cx="2049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Free store memory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8B16419A-0102-A411-8F58-CBD3390C29A3}"/>
              </a:ext>
            </a:extLst>
          </p:cNvPr>
          <p:cNvSpPr txBox="1"/>
          <p:nvPr/>
        </p:nvSpPr>
        <p:spPr>
          <a:xfrm>
            <a:off x="3005475" y="5949264"/>
            <a:ext cx="20501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Call stack memory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B1062D62-9635-1DF9-37B6-E6A70A912AF0}"/>
              </a:ext>
            </a:extLst>
          </p:cNvPr>
          <p:cNvSpPr/>
          <p:nvPr/>
        </p:nvSpPr>
        <p:spPr>
          <a:xfrm>
            <a:off x="353107" y="2892095"/>
            <a:ext cx="1741596" cy="290508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9D80D36-AA8D-7F02-5BF3-90A9DE592415}"/>
              </a:ext>
            </a:extLst>
          </p:cNvPr>
          <p:cNvSpPr txBox="1"/>
          <p:nvPr/>
        </p:nvSpPr>
        <p:spPr>
          <a:xfrm>
            <a:off x="177602" y="3857036"/>
            <a:ext cx="2870039" cy="1754326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Notice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result</a:t>
            </a:r>
            <a:r>
              <a:rPr lang="en-US" dirty="0"/>
              <a:t> is of type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char*</a:t>
            </a:r>
            <a:r>
              <a:rPr lang="en-US" dirty="0"/>
              <a:t>, </a:t>
            </a:r>
            <a:r>
              <a:rPr lang="en-US" i="1" dirty="0"/>
              <a:t>not</a:t>
            </a:r>
            <a:r>
              <a:rPr lang="en-US" dirty="0"/>
              <a:t>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const char*</a:t>
            </a:r>
            <a:r>
              <a:rPr lang="en-US" dirty="0"/>
              <a:t>. That’s because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result</a:t>
            </a:r>
            <a:r>
              <a:rPr lang="en-US" dirty="0"/>
              <a:t> is modified by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strcpy</a:t>
            </a:r>
            <a:r>
              <a:rPr lang="en-US" dirty="0"/>
              <a:t>. If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result</a:t>
            </a:r>
            <a:r>
              <a:rPr lang="en-US" dirty="0"/>
              <a:t> was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const</a:t>
            </a:r>
            <a:r>
              <a:rPr lang="en-US" dirty="0"/>
              <a:t>, the code would </a:t>
            </a:r>
            <a:r>
              <a:rPr lang="en-US" i="1" dirty="0"/>
              <a:t>not</a:t>
            </a:r>
            <a:r>
              <a:rPr lang="en-US" dirty="0"/>
              <a:t> compile.</a:t>
            </a:r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E85EC3B6-7B79-0E47-BF9D-0B7DDEC8DD4F}"/>
              </a:ext>
            </a:extLst>
          </p:cNvPr>
          <p:cNvCxnSpPr>
            <a:cxnSpLocks/>
          </p:cNvCxnSpPr>
          <p:nvPr/>
        </p:nvCxnSpPr>
        <p:spPr>
          <a:xfrm flipV="1">
            <a:off x="422563" y="3182603"/>
            <a:ext cx="7069" cy="6744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52889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F220A-4A66-1D45-5FE3-F0BA140205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25080A-79B6-3A54-DB7E-942AB0F85F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06375"/>
            <a:ext cx="5583382" cy="1325563"/>
          </a:xfrm>
        </p:spPr>
        <p:txBody>
          <a:bodyPr/>
          <a:lstStyle/>
          <a:p>
            <a:r>
              <a:rPr lang="en-US" dirty="0"/>
              <a:t>C-strings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17260A-7C52-3F9C-0921-CCA978574347}"/>
              </a:ext>
            </a:extLst>
          </p:cNvPr>
          <p:cNvSpPr txBox="1"/>
          <p:nvPr/>
        </p:nvSpPr>
        <p:spPr>
          <a:xfrm>
            <a:off x="422564" y="935182"/>
            <a:ext cx="5123518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const char* first = "Hello";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const char* second = " Moon!";</a:t>
            </a:r>
          </a:p>
          <a:p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&lt;&lt; first &lt;&lt; "\n";  // "Hello"</a:t>
            </a:r>
          </a:p>
          <a:p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&lt;&lt; second &lt;&lt; "\n"; // " Moon!"</a:t>
            </a:r>
          </a:p>
          <a:p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b="1" dirty="0">
                <a:latin typeface="Consolas" panose="020B0609020204030204" pitchFamily="49" charset="0"/>
                <a:cs typeface="Consolas" panose="020B0609020204030204" pitchFamily="49" charset="0"/>
              </a:rPr>
              <a:t>// copy first to result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int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first_len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strlen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(first);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char* result = new char[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first_len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+ 1];</a:t>
            </a:r>
          </a:p>
          <a:p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strcpy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(result, first);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51C34742-E722-A752-3318-5079379B6D57}"/>
              </a:ext>
            </a:extLst>
          </p:cNvPr>
          <p:cNvGrpSpPr/>
          <p:nvPr/>
        </p:nvGrpSpPr>
        <p:grpSpPr>
          <a:xfrm>
            <a:off x="6459913" y="312965"/>
            <a:ext cx="849096" cy="1026087"/>
            <a:chOff x="4441717" y="4154269"/>
            <a:chExt cx="944489" cy="122926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B1356D0-77F9-BCF7-F71A-79C150A6C586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51F4CD9-9864-E7AF-5748-5FAF67851C20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H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E874AEA-4304-C776-4CCD-20BFE2216AE9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7556EFF-752D-E2DB-262E-5039D65D7631}"/>
              </a:ext>
            </a:extLst>
          </p:cNvPr>
          <p:cNvGrpSpPr/>
          <p:nvPr/>
        </p:nvGrpSpPr>
        <p:grpSpPr>
          <a:xfrm>
            <a:off x="8231103" y="312965"/>
            <a:ext cx="849096" cy="1026087"/>
            <a:chOff x="4441717" y="4154269"/>
            <a:chExt cx="944489" cy="122926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D7E908B-0742-553C-84B0-F237FD36DC66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FD9AD60-4AAD-8B3C-AF3F-24DFF3FE19A3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l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04446D0-7428-2803-11F6-726E51F25CCC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79E27CC-235B-3514-EB80-C5F7D86AA5A1}"/>
              </a:ext>
            </a:extLst>
          </p:cNvPr>
          <p:cNvGrpSpPr/>
          <p:nvPr/>
        </p:nvGrpSpPr>
        <p:grpSpPr>
          <a:xfrm>
            <a:off x="7345508" y="312965"/>
            <a:ext cx="849096" cy="1026087"/>
            <a:chOff x="4441717" y="4154269"/>
            <a:chExt cx="944489" cy="1229260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636B2DB9-C0FA-6312-7FE2-BA43DB2419E8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D8CBD7F-075E-66A9-8482-EB78DF38AE2E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e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07968792-09FA-598B-8D7F-1EE4E431BF2C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DE5DCC9-716F-79FA-7007-CCDF45BDAED8}"/>
              </a:ext>
            </a:extLst>
          </p:cNvPr>
          <p:cNvGrpSpPr/>
          <p:nvPr/>
        </p:nvGrpSpPr>
        <p:grpSpPr>
          <a:xfrm>
            <a:off x="9116699" y="312965"/>
            <a:ext cx="849096" cy="1026087"/>
            <a:chOff x="4441717" y="4154269"/>
            <a:chExt cx="944489" cy="1229260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88BA1CBC-5E67-A9A3-5C8A-F9C5BA18B756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FCF624F4-6E17-58E2-60F6-F7A6D214CA7F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l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12E4B989-A007-8B51-692D-4E19A31257E5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535D0A3C-2FB2-B9FF-B0E4-D72AAEE891C4}"/>
              </a:ext>
            </a:extLst>
          </p:cNvPr>
          <p:cNvGrpSpPr/>
          <p:nvPr/>
        </p:nvGrpSpPr>
        <p:grpSpPr>
          <a:xfrm>
            <a:off x="10002294" y="312965"/>
            <a:ext cx="849096" cy="1026087"/>
            <a:chOff x="4441717" y="4154269"/>
            <a:chExt cx="944489" cy="1229260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97D3E25B-72B1-FA95-5FE5-12C1C43CA4E9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CB1ED62D-A9EA-D18F-BE15-A5D5064C4320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o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5465F319-1008-B49E-2B87-2E2A9252D3ED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1E28B703-0D8C-7ABD-DDA0-10F0599B3707}"/>
              </a:ext>
            </a:extLst>
          </p:cNvPr>
          <p:cNvGrpSpPr/>
          <p:nvPr/>
        </p:nvGrpSpPr>
        <p:grpSpPr>
          <a:xfrm>
            <a:off x="10887891" y="312965"/>
            <a:ext cx="849096" cy="1026087"/>
            <a:chOff x="4441717" y="4154269"/>
            <a:chExt cx="944489" cy="1229260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D056F53C-1EC1-561E-A2E0-A40212F623BA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16CB80C4-6176-651B-8B41-77C37C047C57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\0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E677F225-470C-47D3-C4CF-CC9054203FA0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5</a:t>
              </a:r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A70E4C21-686A-FAD9-D86B-0E29415B7496}"/>
              </a:ext>
            </a:extLst>
          </p:cNvPr>
          <p:cNvSpPr txBox="1"/>
          <p:nvPr/>
        </p:nvSpPr>
        <p:spPr>
          <a:xfrm>
            <a:off x="5594882" y="97700"/>
            <a:ext cx="735250" cy="3082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first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40A853E2-E701-A9D4-E2F1-4D29E6664F0C}"/>
              </a:ext>
            </a:extLst>
          </p:cNvPr>
          <p:cNvCxnSpPr>
            <a:cxnSpLocks/>
          </p:cNvCxnSpPr>
          <p:nvPr/>
        </p:nvCxnSpPr>
        <p:spPr>
          <a:xfrm>
            <a:off x="6298050" y="433028"/>
            <a:ext cx="187802" cy="2480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5" name="Group 34">
            <a:extLst>
              <a:ext uri="{FF2B5EF4-FFF2-40B4-BE49-F238E27FC236}">
                <a16:creationId xmlns:a16="http://schemas.microsoft.com/office/drawing/2014/main" id="{9C658675-C056-8B1D-E794-8C1BAA29CB54}"/>
              </a:ext>
            </a:extLst>
          </p:cNvPr>
          <p:cNvGrpSpPr/>
          <p:nvPr/>
        </p:nvGrpSpPr>
        <p:grpSpPr>
          <a:xfrm>
            <a:off x="6531352" y="1612392"/>
            <a:ext cx="721581" cy="1034973"/>
            <a:chOff x="4441717" y="4154269"/>
            <a:chExt cx="944489" cy="1363365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3184DE5D-AA93-E50E-FF8D-33F3C347C864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631A61A1-0C2C-E660-811D-0E88B024133F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▮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8DE88E00-4F2F-7369-A61D-40C612281255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05A2E82E-247B-0EAA-5A8B-7A0A8264E4CC}"/>
              </a:ext>
            </a:extLst>
          </p:cNvPr>
          <p:cNvGrpSpPr/>
          <p:nvPr/>
        </p:nvGrpSpPr>
        <p:grpSpPr>
          <a:xfrm>
            <a:off x="8026036" y="1612392"/>
            <a:ext cx="721581" cy="1034973"/>
            <a:chOff x="4441717" y="4154269"/>
            <a:chExt cx="944489" cy="1363365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43AE413F-6577-098B-A6E7-942938EC258B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51E4CDE0-3ED5-96C8-EBDC-3EDF60421CEE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o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CB50713A-F734-7E9E-9B22-3DACB2DC4C6B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6E23E7C8-A540-28EE-AACD-AAD18D06C2D6}"/>
              </a:ext>
            </a:extLst>
          </p:cNvPr>
          <p:cNvGrpSpPr/>
          <p:nvPr/>
        </p:nvGrpSpPr>
        <p:grpSpPr>
          <a:xfrm>
            <a:off x="7278694" y="1612392"/>
            <a:ext cx="721581" cy="1034973"/>
            <a:chOff x="4441717" y="4154269"/>
            <a:chExt cx="944489" cy="1363365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F18E6D35-8AFC-BBFA-0C32-24B1ECDBC9C1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A29A7F2F-C5A6-5259-80AC-02CFD0524923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M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D4642BBF-7725-CA5E-43ED-BD099C4150F4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FF90FDFE-B692-5E65-4EE6-96C21772326C}"/>
              </a:ext>
            </a:extLst>
          </p:cNvPr>
          <p:cNvGrpSpPr/>
          <p:nvPr/>
        </p:nvGrpSpPr>
        <p:grpSpPr>
          <a:xfrm>
            <a:off x="8773378" y="1612391"/>
            <a:ext cx="721581" cy="1034973"/>
            <a:chOff x="4441717" y="4154269"/>
            <a:chExt cx="944489" cy="1363365"/>
          </a:xfrm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CFAF1A97-9CFF-78D5-D719-BF8BF72094E9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98D2D438-4771-FC0E-B18E-D4D4B5FAF2E0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o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E536B640-DF7A-6654-E490-4635B2C3A242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40C8C1BE-D94E-0BC5-C033-282A3A9BE22B}"/>
              </a:ext>
            </a:extLst>
          </p:cNvPr>
          <p:cNvGrpSpPr/>
          <p:nvPr/>
        </p:nvGrpSpPr>
        <p:grpSpPr>
          <a:xfrm>
            <a:off x="9520720" y="1612392"/>
            <a:ext cx="721581" cy="1034973"/>
            <a:chOff x="4441717" y="4154269"/>
            <a:chExt cx="944489" cy="1363365"/>
          </a:xfrm>
        </p:grpSpPr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5ED23858-04D7-60DD-C8B9-2B68E54855AC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AF92ED9F-26A9-2516-900E-68475A50E10D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n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F9721C52-7858-9B96-F65A-C8B24BF8003E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01FF82C7-6217-0B08-CC9F-85889A9E84EA}"/>
              </a:ext>
            </a:extLst>
          </p:cNvPr>
          <p:cNvGrpSpPr/>
          <p:nvPr/>
        </p:nvGrpSpPr>
        <p:grpSpPr>
          <a:xfrm>
            <a:off x="10268062" y="1612392"/>
            <a:ext cx="721581" cy="1034973"/>
            <a:chOff x="4441717" y="4154269"/>
            <a:chExt cx="944489" cy="1363365"/>
          </a:xfrm>
        </p:grpSpPr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521B3C85-DD90-3974-6A6B-D827EDEC8AA0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E4D5A4EC-38C2-C3BB-8B18-5FA61440F4D9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!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D3914B36-033D-DBF7-63AA-D112E5521ADD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5</a:t>
              </a:r>
            </a:p>
          </p:txBody>
        </p:sp>
      </p:grpSp>
      <p:sp>
        <p:nvSpPr>
          <p:cNvPr id="59" name="TextBox 58">
            <a:extLst>
              <a:ext uri="{FF2B5EF4-FFF2-40B4-BE49-F238E27FC236}">
                <a16:creationId xmlns:a16="http://schemas.microsoft.com/office/drawing/2014/main" id="{E12BCDDD-76D7-1A4D-1F48-39F5FED8BF7C}"/>
              </a:ext>
            </a:extLst>
          </p:cNvPr>
          <p:cNvSpPr txBox="1"/>
          <p:nvPr/>
        </p:nvSpPr>
        <p:spPr>
          <a:xfrm>
            <a:off x="5515424" y="1413492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second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3EDA01B0-8535-5EBD-F8E8-254B92BB5049}"/>
              </a:ext>
            </a:extLst>
          </p:cNvPr>
          <p:cNvCxnSpPr>
            <a:cxnSpLocks/>
          </p:cNvCxnSpPr>
          <p:nvPr/>
        </p:nvCxnSpPr>
        <p:spPr>
          <a:xfrm>
            <a:off x="6366322" y="1725343"/>
            <a:ext cx="187073" cy="2111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1" name="Group 60">
            <a:extLst>
              <a:ext uri="{FF2B5EF4-FFF2-40B4-BE49-F238E27FC236}">
                <a16:creationId xmlns:a16="http://schemas.microsoft.com/office/drawing/2014/main" id="{FB25F5B8-758D-1923-0A5E-93B8F1794B12}"/>
              </a:ext>
            </a:extLst>
          </p:cNvPr>
          <p:cNvGrpSpPr/>
          <p:nvPr/>
        </p:nvGrpSpPr>
        <p:grpSpPr>
          <a:xfrm>
            <a:off x="11015407" y="1614195"/>
            <a:ext cx="721581" cy="1034973"/>
            <a:chOff x="4441717" y="4154269"/>
            <a:chExt cx="944489" cy="1363365"/>
          </a:xfrm>
        </p:grpSpPr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C77D4E5D-44D1-F0C1-5002-CB043D873722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34D43B3E-B16D-CF1A-51EB-C7E23F37249D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\0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35326100-0A36-58DB-A973-B611EF8CD3DC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5</a:t>
              </a:r>
            </a:p>
          </p:txBody>
        </p:sp>
      </p:grpSp>
      <p:sp>
        <p:nvSpPr>
          <p:cNvPr id="65" name="TextBox 64">
            <a:extLst>
              <a:ext uri="{FF2B5EF4-FFF2-40B4-BE49-F238E27FC236}">
                <a16:creationId xmlns:a16="http://schemas.microsoft.com/office/drawing/2014/main" id="{4E6D1E4E-8694-4599-6D3C-4619D9D91102}"/>
              </a:ext>
            </a:extLst>
          </p:cNvPr>
          <p:cNvSpPr txBox="1"/>
          <p:nvPr/>
        </p:nvSpPr>
        <p:spPr>
          <a:xfrm>
            <a:off x="6652734" y="2503096"/>
            <a:ext cx="52290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space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65ACC51-FB65-8F2B-647A-2AAD308FCCB2}"/>
              </a:ext>
            </a:extLst>
          </p:cNvPr>
          <p:cNvGrpSpPr/>
          <p:nvPr/>
        </p:nvGrpSpPr>
        <p:grpSpPr>
          <a:xfrm>
            <a:off x="5868810" y="4606311"/>
            <a:ext cx="944489" cy="1229260"/>
            <a:chOff x="4441717" y="4154269"/>
            <a:chExt cx="944489" cy="122926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E7009A4-27B4-2CC7-B86B-473FF8F01B62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39C1CFE0-2702-46A6-4843-DAA4CD91706A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H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C1FB6DDF-9639-DFDA-A45E-FAF851DC9A1D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3BC78D54-5FC3-AF64-AF2C-0CB1C2DF7D1F}"/>
              </a:ext>
            </a:extLst>
          </p:cNvPr>
          <p:cNvGrpSpPr/>
          <p:nvPr/>
        </p:nvGrpSpPr>
        <p:grpSpPr>
          <a:xfrm>
            <a:off x="7838988" y="4606311"/>
            <a:ext cx="944489" cy="1229260"/>
            <a:chOff x="4441717" y="4154269"/>
            <a:chExt cx="944489" cy="1229260"/>
          </a:xfrm>
        </p:grpSpPr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CAAEA3B8-C48D-FF0A-2610-2FEB727E12A5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398FD9A0-10F4-E115-AC26-8F1A7E4D2DE8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l</a:t>
              </a: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5FA01072-3111-57A5-884F-5BE325C41322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</a:p>
          </p:txBody>
        </p:sp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0CF2A0C0-F560-7A1A-5D2A-64C5188EE6D5}"/>
              </a:ext>
            </a:extLst>
          </p:cNvPr>
          <p:cNvGrpSpPr/>
          <p:nvPr/>
        </p:nvGrpSpPr>
        <p:grpSpPr>
          <a:xfrm>
            <a:off x="6853899" y="4606311"/>
            <a:ext cx="944489" cy="1229260"/>
            <a:chOff x="4441717" y="4154269"/>
            <a:chExt cx="944489" cy="1229260"/>
          </a:xfrm>
        </p:grpSpPr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01E29616-C060-4C6F-365C-6CAC6ECD6A03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FD4D6E54-0932-F510-9D5B-38A4F0CAD5A5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e</a:t>
              </a:r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426B32ED-E07D-7CEE-CB6B-20ED32A7334B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</p:txBody>
        </p:sp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EA77496D-7410-22CE-13BE-AC9DCB745AB6}"/>
              </a:ext>
            </a:extLst>
          </p:cNvPr>
          <p:cNvGrpSpPr/>
          <p:nvPr/>
        </p:nvGrpSpPr>
        <p:grpSpPr>
          <a:xfrm>
            <a:off x="8824077" y="4606311"/>
            <a:ext cx="944489" cy="1229260"/>
            <a:chOff x="4441717" y="4154269"/>
            <a:chExt cx="944489" cy="1229260"/>
          </a:xfrm>
        </p:grpSpPr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75B4CE22-AF69-8FDC-F4D5-EF491D9E3219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2BC091D3-F44C-633D-11B3-C10AF8BE1A5F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l</a:t>
              </a:r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AA260C60-258A-3E79-B46B-AF599FB5824F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</a:p>
          </p:txBody>
        </p:sp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8F4541E1-8081-2573-8019-1F6EB1D9CC0D}"/>
              </a:ext>
            </a:extLst>
          </p:cNvPr>
          <p:cNvGrpSpPr/>
          <p:nvPr/>
        </p:nvGrpSpPr>
        <p:grpSpPr>
          <a:xfrm>
            <a:off x="9809166" y="4606311"/>
            <a:ext cx="944489" cy="1229260"/>
            <a:chOff x="4441717" y="4154269"/>
            <a:chExt cx="944489" cy="1229260"/>
          </a:xfrm>
        </p:grpSpPr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BBAA6297-CBDD-6564-6D1E-82860BE6F0DE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2230D311-C820-DF14-78C1-456C55ED6E8E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o</a:t>
              </a:r>
            </a:p>
          </p:txBody>
        </p: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1A10863F-1CEB-0B99-0F64-EA49A41F6974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</a:p>
          </p:txBody>
        </p:sp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8776037B-EABB-B367-9C17-AEC653CAEE0A}"/>
              </a:ext>
            </a:extLst>
          </p:cNvPr>
          <p:cNvGrpSpPr/>
          <p:nvPr/>
        </p:nvGrpSpPr>
        <p:grpSpPr>
          <a:xfrm>
            <a:off x="10794257" y="4606311"/>
            <a:ext cx="944489" cy="1229260"/>
            <a:chOff x="4441717" y="4154269"/>
            <a:chExt cx="944489" cy="1229260"/>
          </a:xfrm>
        </p:grpSpPr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2AA78F14-43DF-2971-4A3E-36563C01EFE7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8F5E11D6-420A-7DDD-6B74-608DE372B81F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\0</a:t>
              </a:r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53292979-C638-38AB-B2DD-B9DB59CA997A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5</a:t>
              </a:r>
            </a:p>
          </p:txBody>
        </p:sp>
      </p:grpSp>
      <p:sp>
        <p:nvSpPr>
          <p:cNvPr id="120" name="TextBox 119">
            <a:extLst>
              <a:ext uri="{FF2B5EF4-FFF2-40B4-BE49-F238E27FC236}">
                <a16:creationId xmlns:a16="http://schemas.microsoft.com/office/drawing/2014/main" id="{B8C43E88-15CF-98C2-07AF-29A304DD2448}"/>
              </a:ext>
            </a:extLst>
          </p:cNvPr>
          <p:cNvSpPr txBox="1"/>
          <p:nvPr/>
        </p:nvSpPr>
        <p:spPr>
          <a:xfrm>
            <a:off x="3606337" y="5256767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result</a:t>
            </a:r>
          </a:p>
        </p:txBody>
      </p: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114FDBE9-96C7-B8B2-EA1F-6A763BF68945}"/>
              </a:ext>
            </a:extLst>
          </p:cNvPr>
          <p:cNvCxnSpPr>
            <a:cxnSpLocks/>
            <a:stCxn id="120" idx="3"/>
            <a:endCxn id="33" idx="1"/>
          </p:cNvCxnSpPr>
          <p:nvPr/>
        </p:nvCxnSpPr>
        <p:spPr>
          <a:xfrm>
            <a:off x="4550826" y="5441433"/>
            <a:ext cx="1317984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6475AC7B-D9D1-3F73-8CFF-F1AD4876D86E}"/>
              </a:ext>
            </a:extLst>
          </p:cNvPr>
          <p:cNvSpPr txBox="1"/>
          <p:nvPr/>
        </p:nvSpPr>
        <p:spPr>
          <a:xfrm>
            <a:off x="169286" y="3770050"/>
            <a:ext cx="5346335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void </a:t>
            </a:r>
            <a:r>
              <a:rPr lang="en-CA" sz="1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strcpy</a:t>
            </a:r>
            <a:r>
              <a:rPr lang="en-CA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(      char* </a:t>
            </a:r>
            <a:r>
              <a:rPr lang="en-CA" sz="1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dest</a:t>
            </a:r>
            <a:r>
              <a:rPr lang="en-CA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</a:p>
          <a:p>
            <a:r>
              <a:rPr lang="en-CA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           const char* </a:t>
            </a:r>
            <a:r>
              <a:rPr lang="en-CA" sz="1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src</a:t>
            </a:r>
            <a:r>
              <a:rPr lang="en-CA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 ) {</a:t>
            </a:r>
          </a:p>
          <a:p>
            <a:r>
              <a:rPr lang="en-CA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 for (const char* p = </a:t>
            </a:r>
            <a:r>
              <a:rPr lang="en-CA" sz="1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src</a:t>
            </a:r>
            <a:r>
              <a:rPr lang="en-CA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; *p != '\0'; p++) {</a:t>
            </a:r>
          </a:p>
          <a:p>
            <a:r>
              <a:rPr lang="en-CA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   *</a:t>
            </a:r>
            <a:r>
              <a:rPr lang="en-CA" sz="1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dest</a:t>
            </a:r>
            <a:r>
              <a:rPr lang="en-CA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= *p;</a:t>
            </a:r>
          </a:p>
          <a:p>
            <a:r>
              <a:rPr lang="en-CA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CA" sz="1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dest</a:t>
            </a:r>
            <a:r>
              <a:rPr lang="en-CA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++;</a:t>
            </a:r>
          </a:p>
          <a:p>
            <a:r>
              <a:rPr lang="en-CA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 }</a:t>
            </a:r>
          </a:p>
          <a:p>
            <a:r>
              <a:rPr lang="en-CA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 *</a:t>
            </a:r>
            <a:r>
              <a:rPr lang="en-CA" sz="1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dest</a:t>
            </a:r>
            <a:r>
              <a:rPr lang="en-CA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= '\0';</a:t>
            </a:r>
          </a:p>
          <a:p>
            <a:r>
              <a:rPr lang="en-CA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C7DC54-971D-33A3-6ADB-47CB8142BB8D}"/>
              </a:ext>
            </a:extLst>
          </p:cNvPr>
          <p:cNvSpPr txBox="1"/>
          <p:nvPr/>
        </p:nvSpPr>
        <p:spPr>
          <a:xfrm>
            <a:off x="387878" y="5801815"/>
            <a:ext cx="1721913" cy="1015663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Note</a:t>
            </a:r>
            <a:r>
              <a:rPr lang="en-US" sz="1200" dirty="0"/>
              <a:t>: This is </a:t>
            </a:r>
            <a:r>
              <a:rPr lang="en-US" sz="1200" i="1" dirty="0"/>
              <a:t>not</a:t>
            </a:r>
            <a:r>
              <a:rPr lang="en-US" sz="1200" dirty="0"/>
              <a:t> the full version of 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strcpy</a:t>
            </a:r>
            <a:r>
              <a:rPr lang="en-US" sz="1200" dirty="0"/>
              <a:t>. It should also return a 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char*</a:t>
            </a:r>
            <a:r>
              <a:rPr lang="en-US" sz="1200" dirty="0"/>
              <a:t>. We skipped it for simplicity.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60C970C-4500-A659-CC34-116575864877}"/>
              </a:ext>
            </a:extLst>
          </p:cNvPr>
          <p:cNvSpPr txBox="1"/>
          <p:nvPr/>
        </p:nvSpPr>
        <p:spPr>
          <a:xfrm>
            <a:off x="7942532" y="-33384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2EE3138-89D2-EA52-BC27-9BA324CDD042}"/>
              </a:ext>
            </a:extLst>
          </p:cNvPr>
          <p:cNvSpPr txBox="1"/>
          <p:nvPr/>
        </p:nvSpPr>
        <p:spPr>
          <a:xfrm>
            <a:off x="7935007" y="6071442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dest</a:t>
            </a:r>
            <a:endParaRPr lang="en-US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5934001F-9F94-8747-1BD0-9577EE21B354}"/>
              </a:ext>
            </a:extLst>
          </p:cNvPr>
          <p:cNvCxnSpPr>
            <a:cxnSpLocks/>
          </p:cNvCxnSpPr>
          <p:nvPr/>
        </p:nvCxnSpPr>
        <p:spPr>
          <a:xfrm flipV="1">
            <a:off x="8258092" y="5835571"/>
            <a:ext cx="45044" cy="2358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3049D061-DCD3-141E-FAD8-A0BFD5F282C9}"/>
              </a:ext>
            </a:extLst>
          </p:cNvPr>
          <p:cNvCxnSpPr>
            <a:cxnSpLocks/>
            <a:stCxn id="70" idx="2"/>
          </p:cNvCxnSpPr>
          <p:nvPr/>
        </p:nvCxnSpPr>
        <p:spPr>
          <a:xfrm>
            <a:off x="8099787" y="335948"/>
            <a:ext cx="298778" cy="3325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30217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18B835-68F7-9BAE-F00F-64B06ED98A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F0763-9F8D-272D-8B10-1CF4714DD4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06375"/>
            <a:ext cx="5583382" cy="1325563"/>
          </a:xfrm>
        </p:spPr>
        <p:txBody>
          <a:bodyPr/>
          <a:lstStyle/>
          <a:p>
            <a:r>
              <a:rPr lang="en-US" dirty="0"/>
              <a:t>C-strings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1272CA-EA8F-ED86-CFDD-E3A731D43A0E}"/>
              </a:ext>
            </a:extLst>
          </p:cNvPr>
          <p:cNvSpPr txBox="1"/>
          <p:nvPr/>
        </p:nvSpPr>
        <p:spPr>
          <a:xfrm>
            <a:off x="422564" y="935182"/>
            <a:ext cx="5376793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const char* first = "Hello";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const char* second = " Moon!";</a:t>
            </a:r>
          </a:p>
          <a:p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&lt;&lt; first &lt;&lt; "\n";  // "Hello"</a:t>
            </a:r>
          </a:p>
          <a:p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&lt;&lt; second &lt;&lt; "\n"; // " Moon!"</a:t>
            </a:r>
          </a:p>
          <a:p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b="1" dirty="0">
                <a:latin typeface="Consolas" panose="020B0609020204030204" pitchFamily="49" charset="0"/>
                <a:cs typeface="Consolas" panose="020B0609020204030204" pitchFamily="49" charset="0"/>
              </a:rPr>
              <a:t>// copy first to result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int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first_len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strlen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(first);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char* result = new char[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first_len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+ 1];</a:t>
            </a:r>
          </a:p>
          <a:p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strcpy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(result, first);</a:t>
            </a:r>
          </a:p>
          <a:p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b="1" dirty="0">
                <a:latin typeface="Consolas" panose="020B0609020204030204" pitchFamily="49" charset="0"/>
                <a:cs typeface="Consolas" panose="020B0609020204030204" pitchFamily="49" charset="0"/>
              </a:rPr>
              <a:t>// append second to result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int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second_len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strlen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(second);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int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new_len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first_len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+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second_len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char*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new_result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= new char[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new_len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+ 1];</a:t>
            </a:r>
          </a:p>
          <a:p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strcpy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new_result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, result);</a:t>
            </a:r>
          </a:p>
          <a:p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strcat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new_result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, second);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72E63ABD-197A-78A0-2F02-EA29B7982EAC}"/>
              </a:ext>
            </a:extLst>
          </p:cNvPr>
          <p:cNvGrpSpPr/>
          <p:nvPr/>
        </p:nvGrpSpPr>
        <p:grpSpPr>
          <a:xfrm>
            <a:off x="6459913" y="312965"/>
            <a:ext cx="849096" cy="1026087"/>
            <a:chOff x="4441717" y="4154269"/>
            <a:chExt cx="944489" cy="122926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5585B57-6995-3D03-C869-A0F4BD0A1FCA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B7F13AF-A38E-F7A4-619A-D09C57C515F5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H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DBDD0C9-8203-82FF-87F8-F9BD16D57C21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484EA00-E38C-6D5C-8EE9-4888842A93FF}"/>
              </a:ext>
            </a:extLst>
          </p:cNvPr>
          <p:cNvGrpSpPr/>
          <p:nvPr/>
        </p:nvGrpSpPr>
        <p:grpSpPr>
          <a:xfrm>
            <a:off x="8231103" y="312965"/>
            <a:ext cx="849096" cy="1026087"/>
            <a:chOff x="4441717" y="4154269"/>
            <a:chExt cx="944489" cy="122926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866072E-6B47-86FF-A33A-79C1E5378C8F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E4C7C63-BB78-7A84-79F9-06D603E45B41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l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4F03443-8E58-ACD2-5A7E-D2C4BA374F2B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9B73112-CD15-712D-D220-DCC6CB85F415}"/>
              </a:ext>
            </a:extLst>
          </p:cNvPr>
          <p:cNvGrpSpPr/>
          <p:nvPr/>
        </p:nvGrpSpPr>
        <p:grpSpPr>
          <a:xfrm>
            <a:off x="7345508" y="312965"/>
            <a:ext cx="849096" cy="1026087"/>
            <a:chOff x="4441717" y="4154269"/>
            <a:chExt cx="944489" cy="1229260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6244E435-CECA-91C4-8E4B-FBD7F3C3B8B8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603A973-A9B4-F084-A162-0FF2AC19C741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e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AE8AFE33-72A8-936E-A7EB-2BE08E2A236C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5D8BEF9-1A72-4CB5-E371-08C28C6FD8B2}"/>
              </a:ext>
            </a:extLst>
          </p:cNvPr>
          <p:cNvGrpSpPr/>
          <p:nvPr/>
        </p:nvGrpSpPr>
        <p:grpSpPr>
          <a:xfrm>
            <a:off x="9116699" y="312965"/>
            <a:ext cx="849096" cy="1026087"/>
            <a:chOff x="4441717" y="4154269"/>
            <a:chExt cx="944489" cy="1229260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8C1DE93C-666B-ED70-2CA8-2DB4BD3B19D7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353C0CC1-A54C-48CA-29A6-1B9AF02DC45E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l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0E8B76EC-B12F-E83E-9D20-C8FC9EADF548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E2A38CF0-02F4-3146-21AA-A628A4768268}"/>
              </a:ext>
            </a:extLst>
          </p:cNvPr>
          <p:cNvGrpSpPr/>
          <p:nvPr/>
        </p:nvGrpSpPr>
        <p:grpSpPr>
          <a:xfrm>
            <a:off x="10002294" y="312965"/>
            <a:ext cx="849096" cy="1026087"/>
            <a:chOff x="4441717" y="4154269"/>
            <a:chExt cx="944489" cy="1229260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56FDA14C-A46E-268B-F77E-218FE4B99927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82697CD5-18E8-56D7-660E-7347CE18DD60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o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8E05A5EB-2F34-6DF7-5F1C-507E990F7E7E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59F2EDC4-2CAE-468B-93C8-712C26B98078}"/>
              </a:ext>
            </a:extLst>
          </p:cNvPr>
          <p:cNvGrpSpPr/>
          <p:nvPr/>
        </p:nvGrpSpPr>
        <p:grpSpPr>
          <a:xfrm>
            <a:off x="10887891" y="312965"/>
            <a:ext cx="849096" cy="1026087"/>
            <a:chOff x="4441717" y="4154269"/>
            <a:chExt cx="944489" cy="1229260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B91710BB-DC86-6970-1E90-46080AA8C424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04AA0031-956E-4603-DB1A-B303E0042892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\0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54404BD0-C1BD-8A1B-03D9-0454686C4DD8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5</a:t>
              </a:r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AE2943A4-2313-6DE4-C0B2-CF5731DBA93D}"/>
              </a:ext>
            </a:extLst>
          </p:cNvPr>
          <p:cNvSpPr txBox="1"/>
          <p:nvPr/>
        </p:nvSpPr>
        <p:spPr>
          <a:xfrm>
            <a:off x="5594882" y="97700"/>
            <a:ext cx="735250" cy="3082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first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BFB2D58A-BA56-BEC9-E87E-ACF2E06D239C}"/>
              </a:ext>
            </a:extLst>
          </p:cNvPr>
          <p:cNvCxnSpPr>
            <a:cxnSpLocks/>
          </p:cNvCxnSpPr>
          <p:nvPr/>
        </p:nvCxnSpPr>
        <p:spPr>
          <a:xfrm>
            <a:off x="6298050" y="433028"/>
            <a:ext cx="187802" cy="2480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5" name="Group 34">
            <a:extLst>
              <a:ext uri="{FF2B5EF4-FFF2-40B4-BE49-F238E27FC236}">
                <a16:creationId xmlns:a16="http://schemas.microsoft.com/office/drawing/2014/main" id="{172C229C-9593-6CCB-25F7-17AB32877951}"/>
              </a:ext>
            </a:extLst>
          </p:cNvPr>
          <p:cNvGrpSpPr/>
          <p:nvPr/>
        </p:nvGrpSpPr>
        <p:grpSpPr>
          <a:xfrm>
            <a:off x="6531352" y="1612392"/>
            <a:ext cx="721581" cy="1034973"/>
            <a:chOff x="4441717" y="4154269"/>
            <a:chExt cx="944489" cy="1363365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F46C157A-0AE3-6696-51AA-E63EBA9B6F15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F2336622-E006-9710-8D11-68566C291086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▮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6F6394D4-49DE-CC55-B25D-5EDB84040C84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D9B6F3BD-67EE-74D7-B2F8-22D5BF2E8831}"/>
              </a:ext>
            </a:extLst>
          </p:cNvPr>
          <p:cNvGrpSpPr/>
          <p:nvPr/>
        </p:nvGrpSpPr>
        <p:grpSpPr>
          <a:xfrm>
            <a:off x="8026036" y="1612392"/>
            <a:ext cx="721581" cy="1034973"/>
            <a:chOff x="4441717" y="4154269"/>
            <a:chExt cx="944489" cy="1363365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B6826633-E158-237C-BB2C-F541D925971B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ADA68156-204C-6FAF-9013-0087B3418971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o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C158CEAC-0887-8946-FD8F-4D20428475C6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54DF982D-E9F8-7866-F6E6-7707822E4B30}"/>
              </a:ext>
            </a:extLst>
          </p:cNvPr>
          <p:cNvGrpSpPr/>
          <p:nvPr/>
        </p:nvGrpSpPr>
        <p:grpSpPr>
          <a:xfrm>
            <a:off x="7278694" y="1612392"/>
            <a:ext cx="721581" cy="1034973"/>
            <a:chOff x="4441717" y="4154269"/>
            <a:chExt cx="944489" cy="1363365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A234C9CE-9AD4-4418-CFF4-E8FBEEE6F354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CF51E651-F4E5-751E-A866-CA5B2E58F30A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M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F4A3E487-4AC5-FCB9-98BF-339AE816F765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01408947-544D-AD78-ED91-4471A3FE5256}"/>
              </a:ext>
            </a:extLst>
          </p:cNvPr>
          <p:cNvGrpSpPr/>
          <p:nvPr/>
        </p:nvGrpSpPr>
        <p:grpSpPr>
          <a:xfrm>
            <a:off x="8773378" y="1612391"/>
            <a:ext cx="721581" cy="1034973"/>
            <a:chOff x="4441717" y="4154269"/>
            <a:chExt cx="944489" cy="1363365"/>
          </a:xfrm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EC724871-F358-35A1-E79C-B63512B88662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5CF60875-3D9D-F82C-EB78-F2467664B995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o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BFD65A39-4F78-5CF5-E5C0-D9772C4BA3D3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026C9743-61BF-7459-91DA-3CC6A3E9D8D6}"/>
              </a:ext>
            </a:extLst>
          </p:cNvPr>
          <p:cNvGrpSpPr/>
          <p:nvPr/>
        </p:nvGrpSpPr>
        <p:grpSpPr>
          <a:xfrm>
            <a:off x="9520720" y="1612392"/>
            <a:ext cx="721581" cy="1034973"/>
            <a:chOff x="4441717" y="4154269"/>
            <a:chExt cx="944489" cy="1363365"/>
          </a:xfrm>
        </p:grpSpPr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1280E20F-E399-55AE-9782-A41361157F09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2E6AAD2D-B782-DB7C-EE74-347D74514B62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n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79FDEDD0-55E1-7793-8575-DE21713CE32B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BDA14A0F-6BED-FEF8-EA1C-A78E4CF83984}"/>
              </a:ext>
            </a:extLst>
          </p:cNvPr>
          <p:cNvGrpSpPr/>
          <p:nvPr/>
        </p:nvGrpSpPr>
        <p:grpSpPr>
          <a:xfrm>
            <a:off x="10268062" y="1612392"/>
            <a:ext cx="721581" cy="1034973"/>
            <a:chOff x="4441717" y="4154269"/>
            <a:chExt cx="944489" cy="1363365"/>
          </a:xfrm>
        </p:grpSpPr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39AD267A-27ED-7AAD-0B22-E6BD6C08DE54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77C147E2-405A-1B71-399D-4C30DC38DE79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!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2BA5DC6E-7E36-88E3-6B65-9C192ECEDFA3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5</a:t>
              </a:r>
            </a:p>
          </p:txBody>
        </p:sp>
      </p:grpSp>
      <p:sp>
        <p:nvSpPr>
          <p:cNvPr id="59" name="TextBox 58">
            <a:extLst>
              <a:ext uri="{FF2B5EF4-FFF2-40B4-BE49-F238E27FC236}">
                <a16:creationId xmlns:a16="http://schemas.microsoft.com/office/drawing/2014/main" id="{54207DB8-39ED-975A-A8E9-63E8F2E57E3F}"/>
              </a:ext>
            </a:extLst>
          </p:cNvPr>
          <p:cNvSpPr txBox="1"/>
          <p:nvPr/>
        </p:nvSpPr>
        <p:spPr>
          <a:xfrm>
            <a:off x="5515424" y="1413492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second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8BE1AB7F-A909-DA6F-6152-97C6CC872AEF}"/>
              </a:ext>
            </a:extLst>
          </p:cNvPr>
          <p:cNvCxnSpPr>
            <a:cxnSpLocks/>
          </p:cNvCxnSpPr>
          <p:nvPr/>
        </p:nvCxnSpPr>
        <p:spPr>
          <a:xfrm>
            <a:off x="6366322" y="1725343"/>
            <a:ext cx="187073" cy="2111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1" name="Group 60">
            <a:extLst>
              <a:ext uri="{FF2B5EF4-FFF2-40B4-BE49-F238E27FC236}">
                <a16:creationId xmlns:a16="http://schemas.microsoft.com/office/drawing/2014/main" id="{92C66AD1-66D9-7779-1C6C-E188D5A44299}"/>
              </a:ext>
            </a:extLst>
          </p:cNvPr>
          <p:cNvGrpSpPr/>
          <p:nvPr/>
        </p:nvGrpSpPr>
        <p:grpSpPr>
          <a:xfrm>
            <a:off x="11015407" y="1614195"/>
            <a:ext cx="721581" cy="1034973"/>
            <a:chOff x="4441717" y="4154269"/>
            <a:chExt cx="944489" cy="1363365"/>
          </a:xfrm>
        </p:grpSpPr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E4BA9553-41C6-A581-CD47-A3F05E9AD4A7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3783DAA3-9648-DC4A-6785-3191C8CFC676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\0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24EDCBAF-4C64-FEF6-4511-D8BA890AFF3C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5</a:t>
              </a:r>
            </a:p>
          </p:txBody>
        </p:sp>
      </p:grpSp>
      <p:sp>
        <p:nvSpPr>
          <p:cNvPr id="65" name="TextBox 64">
            <a:extLst>
              <a:ext uri="{FF2B5EF4-FFF2-40B4-BE49-F238E27FC236}">
                <a16:creationId xmlns:a16="http://schemas.microsoft.com/office/drawing/2014/main" id="{0BF65103-A66D-3074-546B-5FC0214DE3EC}"/>
              </a:ext>
            </a:extLst>
          </p:cNvPr>
          <p:cNvSpPr txBox="1"/>
          <p:nvPr/>
        </p:nvSpPr>
        <p:spPr>
          <a:xfrm>
            <a:off x="6652734" y="2503096"/>
            <a:ext cx="52290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space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A88D693-0094-A2D7-B549-A25CEA3D1BF2}"/>
              </a:ext>
            </a:extLst>
          </p:cNvPr>
          <p:cNvGrpSpPr/>
          <p:nvPr/>
        </p:nvGrpSpPr>
        <p:grpSpPr>
          <a:xfrm>
            <a:off x="5868810" y="4606311"/>
            <a:ext cx="944489" cy="1229260"/>
            <a:chOff x="4441717" y="4154269"/>
            <a:chExt cx="944489" cy="122926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2ABDD37-DDF6-F952-E3EB-2C3ECAF73EBB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7B90C0C9-2543-6C10-B8CE-CF01258EA834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H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A08331A0-1AA7-8AF3-C55B-2A8E145E37CC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C93F92D6-CD80-7E37-FCAA-4CCE893505BA}"/>
              </a:ext>
            </a:extLst>
          </p:cNvPr>
          <p:cNvGrpSpPr/>
          <p:nvPr/>
        </p:nvGrpSpPr>
        <p:grpSpPr>
          <a:xfrm>
            <a:off x="7838988" y="4606311"/>
            <a:ext cx="944489" cy="1229260"/>
            <a:chOff x="4441717" y="4154269"/>
            <a:chExt cx="944489" cy="1229260"/>
          </a:xfrm>
        </p:grpSpPr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6DC8F11A-DC88-B38C-261C-290F194701E3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9AEFFB04-693A-2301-2F24-8ACBA8E5145F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l</a:t>
              </a: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091BACCA-5C70-83B2-3DDF-912AB679A670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</a:p>
          </p:txBody>
        </p:sp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CF191D4B-AFCB-C740-38AE-958D918BB493}"/>
              </a:ext>
            </a:extLst>
          </p:cNvPr>
          <p:cNvGrpSpPr/>
          <p:nvPr/>
        </p:nvGrpSpPr>
        <p:grpSpPr>
          <a:xfrm>
            <a:off x="6853899" y="4606311"/>
            <a:ext cx="944489" cy="1229260"/>
            <a:chOff x="4441717" y="4154269"/>
            <a:chExt cx="944489" cy="1229260"/>
          </a:xfrm>
        </p:grpSpPr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EDCE7B6E-BAC5-0BBE-7506-2C945191D0C3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340FE124-3D30-D24F-E410-A3F64581C3D5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e</a:t>
              </a:r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3EA39EB6-35C0-828A-E259-5C293E5CC275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</p:txBody>
        </p:sp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467887FD-AE35-E6A7-77F2-A0B0BD9C0278}"/>
              </a:ext>
            </a:extLst>
          </p:cNvPr>
          <p:cNvGrpSpPr/>
          <p:nvPr/>
        </p:nvGrpSpPr>
        <p:grpSpPr>
          <a:xfrm>
            <a:off x="8824077" y="4606311"/>
            <a:ext cx="944489" cy="1229260"/>
            <a:chOff x="4441717" y="4154269"/>
            <a:chExt cx="944489" cy="1229260"/>
          </a:xfrm>
        </p:grpSpPr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47FEFAF8-265C-DB6A-532E-C85CE8CAE73B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1E47B53F-A73F-1B99-AB9E-8F9275DEA84B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l</a:t>
              </a:r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F0817383-F061-D8F1-DB08-9EF40179DB52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</a:p>
          </p:txBody>
        </p:sp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FEE175F9-57CB-C1BA-73D6-98D44EE37973}"/>
              </a:ext>
            </a:extLst>
          </p:cNvPr>
          <p:cNvGrpSpPr/>
          <p:nvPr/>
        </p:nvGrpSpPr>
        <p:grpSpPr>
          <a:xfrm>
            <a:off x="9809166" y="4606311"/>
            <a:ext cx="944489" cy="1229260"/>
            <a:chOff x="4441717" y="4154269"/>
            <a:chExt cx="944489" cy="1229260"/>
          </a:xfrm>
        </p:grpSpPr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6FBD039D-AC78-B71D-B3C6-448192F8ABEC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E812D64C-0AED-55B2-171B-75626FD88E3E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o</a:t>
              </a:r>
            </a:p>
          </p:txBody>
        </p: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B1AAAD83-A15A-9050-30FC-E27F8F8D8091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</a:p>
          </p:txBody>
        </p:sp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F3212E81-3A0C-F26F-E70B-49DDF319C037}"/>
              </a:ext>
            </a:extLst>
          </p:cNvPr>
          <p:cNvGrpSpPr/>
          <p:nvPr/>
        </p:nvGrpSpPr>
        <p:grpSpPr>
          <a:xfrm>
            <a:off x="10794257" y="4606311"/>
            <a:ext cx="944489" cy="1229260"/>
            <a:chOff x="4441717" y="4154269"/>
            <a:chExt cx="944489" cy="1229260"/>
          </a:xfrm>
        </p:grpSpPr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2C3122C6-C142-D99A-F3F7-111053B76BA2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1CE75AE8-0D99-7828-1980-A772E4CDA346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\0</a:t>
              </a:r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EDA20F9B-9F82-DBDE-528A-F2800AD31ADD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5</a:t>
              </a:r>
            </a:p>
          </p:txBody>
        </p:sp>
      </p:grpSp>
      <p:sp>
        <p:nvSpPr>
          <p:cNvPr id="120" name="TextBox 119">
            <a:extLst>
              <a:ext uri="{FF2B5EF4-FFF2-40B4-BE49-F238E27FC236}">
                <a16:creationId xmlns:a16="http://schemas.microsoft.com/office/drawing/2014/main" id="{E9A55884-2E6A-40A6-89E6-799D8AA8B6E7}"/>
              </a:ext>
            </a:extLst>
          </p:cNvPr>
          <p:cNvSpPr txBox="1"/>
          <p:nvPr/>
        </p:nvSpPr>
        <p:spPr>
          <a:xfrm>
            <a:off x="4740693" y="5553486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result</a:t>
            </a:r>
          </a:p>
        </p:txBody>
      </p: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9C757621-706E-4ACF-3AB7-B624F96CFB98}"/>
              </a:ext>
            </a:extLst>
          </p:cNvPr>
          <p:cNvCxnSpPr>
            <a:cxnSpLocks/>
            <a:stCxn id="120" idx="3"/>
            <a:endCxn id="33" idx="1"/>
          </p:cNvCxnSpPr>
          <p:nvPr/>
        </p:nvCxnSpPr>
        <p:spPr>
          <a:xfrm flipV="1">
            <a:off x="5685182" y="5441434"/>
            <a:ext cx="183628" cy="2967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Rectangle 65">
            <a:extLst>
              <a:ext uri="{FF2B5EF4-FFF2-40B4-BE49-F238E27FC236}">
                <a16:creationId xmlns:a16="http://schemas.microsoft.com/office/drawing/2014/main" id="{2AD368F3-0FA0-7A7E-9A94-BA7D6EEA4AD7}"/>
              </a:ext>
            </a:extLst>
          </p:cNvPr>
          <p:cNvSpPr/>
          <p:nvPr/>
        </p:nvSpPr>
        <p:spPr>
          <a:xfrm>
            <a:off x="422563" y="4254852"/>
            <a:ext cx="5262619" cy="853861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DC0CABF-D1DB-AAD2-039C-0E1F19529098}"/>
              </a:ext>
            </a:extLst>
          </p:cNvPr>
          <p:cNvSpPr txBox="1"/>
          <p:nvPr/>
        </p:nvSpPr>
        <p:spPr>
          <a:xfrm>
            <a:off x="5952802" y="3238756"/>
            <a:ext cx="1900724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Now lets append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second</a:t>
            </a:r>
            <a:r>
              <a:rPr lang="en-US" dirty="0"/>
              <a:t> to the end of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result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613464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4082DC-D121-408D-72D6-7E75F6993A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8672E-658D-E0A1-9F95-C190A2141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06375"/>
            <a:ext cx="5583382" cy="1325563"/>
          </a:xfrm>
        </p:spPr>
        <p:txBody>
          <a:bodyPr/>
          <a:lstStyle/>
          <a:p>
            <a:r>
              <a:rPr lang="en-US" dirty="0"/>
              <a:t>C-strings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07D75D-1C0D-C935-A620-D0253E5D5760}"/>
              </a:ext>
            </a:extLst>
          </p:cNvPr>
          <p:cNvSpPr txBox="1"/>
          <p:nvPr/>
        </p:nvSpPr>
        <p:spPr>
          <a:xfrm>
            <a:off x="422564" y="935182"/>
            <a:ext cx="5376793" cy="48013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const char* first = "Hello";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const char* second = " Moon!";</a:t>
            </a:r>
          </a:p>
          <a:p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&lt;&lt; first &lt;&lt; "\n";  // "Hello"</a:t>
            </a:r>
          </a:p>
          <a:p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&lt;&lt; second &lt;&lt; "\n"; // " Moon!"</a:t>
            </a:r>
          </a:p>
          <a:p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b="1" dirty="0">
                <a:latin typeface="Consolas" panose="020B0609020204030204" pitchFamily="49" charset="0"/>
                <a:cs typeface="Consolas" panose="020B0609020204030204" pitchFamily="49" charset="0"/>
              </a:rPr>
              <a:t>// copy first to result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int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first_len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strlen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(first);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char* result = new char[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first_len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+ 1];</a:t>
            </a:r>
          </a:p>
          <a:p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strcpy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(result, first);</a:t>
            </a:r>
          </a:p>
          <a:p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&lt;&lt; result &lt;&lt; "\n";</a:t>
            </a:r>
          </a:p>
          <a:p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b="1" dirty="0">
                <a:latin typeface="Consolas" panose="020B0609020204030204" pitchFamily="49" charset="0"/>
                <a:cs typeface="Consolas" panose="020B0609020204030204" pitchFamily="49" charset="0"/>
              </a:rPr>
              <a:t>// append second to result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int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second_len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strlen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(second);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int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new_len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first_len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+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second_len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char* </a:t>
            </a:r>
            <a:r>
              <a:rPr lang="en-CA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new_result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= new char[</a:t>
            </a:r>
            <a:r>
              <a:rPr lang="en-CA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new_len</a:t>
            </a:r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+ 1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];</a:t>
            </a:r>
          </a:p>
          <a:p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strcpy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new_result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, result);</a:t>
            </a:r>
          </a:p>
          <a:p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strcat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new_result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, second);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FB40AB23-188C-930E-ACB9-9ED51A84E735}"/>
              </a:ext>
            </a:extLst>
          </p:cNvPr>
          <p:cNvGrpSpPr/>
          <p:nvPr/>
        </p:nvGrpSpPr>
        <p:grpSpPr>
          <a:xfrm>
            <a:off x="6459913" y="312965"/>
            <a:ext cx="849096" cy="1026087"/>
            <a:chOff x="4441717" y="4154269"/>
            <a:chExt cx="944489" cy="122926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018A3CB-1CE8-E869-53B2-E2D0EB01EC5F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E53B3CE-B6AE-EE15-AB76-E65AB587B44C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H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2A1D03A-3163-74EA-1D13-D97DCD18B06E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99BDD50-14DA-2A60-C89E-F1E1B73E2E7F}"/>
              </a:ext>
            </a:extLst>
          </p:cNvPr>
          <p:cNvGrpSpPr/>
          <p:nvPr/>
        </p:nvGrpSpPr>
        <p:grpSpPr>
          <a:xfrm>
            <a:off x="8231103" y="312965"/>
            <a:ext cx="849096" cy="1026087"/>
            <a:chOff x="4441717" y="4154269"/>
            <a:chExt cx="944489" cy="122926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62132A4-959D-E975-CDA3-A87691E7C207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473F38F-3F39-E0DA-6075-F0499D453959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l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0359F74-27BA-3DDD-5FCE-19F86A763C86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CB756D5-29DD-4914-1F98-D5B2EF8E138D}"/>
              </a:ext>
            </a:extLst>
          </p:cNvPr>
          <p:cNvGrpSpPr/>
          <p:nvPr/>
        </p:nvGrpSpPr>
        <p:grpSpPr>
          <a:xfrm>
            <a:off x="7345508" y="312965"/>
            <a:ext cx="849096" cy="1026087"/>
            <a:chOff x="4441717" y="4154269"/>
            <a:chExt cx="944489" cy="1229260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2F6F1A2-658C-93F2-8CC1-A0ED95BCA0A5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33A7253-18BF-8B14-D651-C0D7AABAF946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e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3A10BC52-E0E1-F326-11FD-DF7F280CAAC5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7815514-AB9C-97F6-F242-DEAD746E104E}"/>
              </a:ext>
            </a:extLst>
          </p:cNvPr>
          <p:cNvGrpSpPr/>
          <p:nvPr/>
        </p:nvGrpSpPr>
        <p:grpSpPr>
          <a:xfrm>
            <a:off x="9116699" y="312965"/>
            <a:ext cx="849096" cy="1026087"/>
            <a:chOff x="4441717" y="4154269"/>
            <a:chExt cx="944489" cy="1229260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6174C021-B91D-1EE3-849B-831E8F8180D4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31015FAF-29E0-6C27-AC4A-8B55431BC8AE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l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2A96F848-2790-5EB4-0F69-60E1237640E8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24A9D733-18BE-F1EB-FEBB-1B1871E5A952}"/>
              </a:ext>
            </a:extLst>
          </p:cNvPr>
          <p:cNvGrpSpPr/>
          <p:nvPr/>
        </p:nvGrpSpPr>
        <p:grpSpPr>
          <a:xfrm>
            <a:off x="10002294" y="312965"/>
            <a:ext cx="849096" cy="1026087"/>
            <a:chOff x="4441717" y="4154269"/>
            <a:chExt cx="944489" cy="1229260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E517CC59-C843-D3CF-347B-4C002071BB35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A06CF6DC-DFF1-D7F2-0F85-1DB02A019FC8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o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D750EAB2-EB55-588A-198F-D6847FA093CD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9C984DE7-5BF7-30A3-E328-12A494F5FDEB}"/>
              </a:ext>
            </a:extLst>
          </p:cNvPr>
          <p:cNvGrpSpPr/>
          <p:nvPr/>
        </p:nvGrpSpPr>
        <p:grpSpPr>
          <a:xfrm>
            <a:off x="10887891" y="312965"/>
            <a:ext cx="849096" cy="1026087"/>
            <a:chOff x="4441717" y="4154269"/>
            <a:chExt cx="944489" cy="1229260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E67255A1-47EE-4D96-73F1-06E5BCEC2EBA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0B5F492B-9E5C-31FE-F54C-E01085430B59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\0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10F82D98-5CCF-46EA-134A-DD3FF06756F1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5</a:t>
              </a:r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25AA465F-59E1-3C0F-4347-B9229CAA3794}"/>
              </a:ext>
            </a:extLst>
          </p:cNvPr>
          <p:cNvSpPr txBox="1"/>
          <p:nvPr/>
        </p:nvSpPr>
        <p:spPr>
          <a:xfrm>
            <a:off x="5594882" y="97700"/>
            <a:ext cx="735250" cy="3082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first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49205A91-B123-4A12-3E48-6CEA704C9005}"/>
              </a:ext>
            </a:extLst>
          </p:cNvPr>
          <p:cNvCxnSpPr>
            <a:cxnSpLocks/>
          </p:cNvCxnSpPr>
          <p:nvPr/>
        </p:nvCxnSpPr>
        <p:spPr>
          <a:xfrm>
            <a:off x="6298050" y="433028"/>
            <a:ext cx="187802" cy="2480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5" name="Group 34">
            <a:extLst>
              <a:ext uri="{FF2B5EF4-FFF2-40B4-BE49-F238E27FC236}">
                <a16:creationId xmlns:a16="http://schemas.microsoft.com/office/drawing/2014/main" id="{BA236F98-001A-150B-97C4-D937909BCFA3}"/>
              </a:ext>
            </a:extLst>
          </p:cNvPr>
          <p:cNvGrpSpPr/>
          <p:nvPr/>
        </p:nvGrpSpPr>
        <p:grpSpPr>
          <a:xfrm>
            <a:off x="6531352" y="1612392"/>
            <a:ext cx="721581" cy="1034973"/>
            <a:chOff x="4441717" y="4154269"/>
            <a:chExt cx="944489" cy="1363365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16F6E46C-A5C4-980C-278D-4032A2E69E25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8B3C5106-380A-CF59-099F-B3D240ECFB2E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▮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8A9662B4-170A-2C55-F54D-A7B4EE094F14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766E06FC-878E-7858-784F-37230A85FDF3}"/>
              </a:ext>
            </a:extLst>
          </p:cNvPr>
          <p:cNvGrpSpPr/>
          <p:nvPr/>
        </p:nvGrpSpPr>
        <p:grpSpPr>
          <a:xfrm>
            <a:off x="8026036" y="1612392"/>
            <a:ext cx="721581" cy="1034973"/>
            <a:chOff x="4441717" y="4154269"/>
            <a:chExt cx="944489" cy="1363365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059988A9-1BAA-FC57-FD69-7AF9E6E44C8A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DE7BAD94-2CD6-5710-7119-632974B4A20E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o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FB32AEDA-04D2-500F-AFD3-44667BAADF76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66724B20-EA27-8B5B-E34D-9C7EC81FD155}"/>
              </a:ext>
            </a:extLst>
          </p:cNvPr>
          <p:cNvGrpSpPr/>
          <p:nvPr/>
        </p:nvGrpSpPr>
        <p:grpSpPr>
          <a:xfrm>
            <a:off x="7278694" y="1612392"/>
            <a:ext cx="721581" cy="1034973"/>
            <a:chOff x="4441717" y="4154269"/>
            <a:chExt cx="944489" cy="1363365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351B79DF-C26D-6791-3257-CE9484874A71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B76F25CA-5947-C407-53F5-DCD6B50EE474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M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525490BB-D70A-7D92-7276-1266D0F38434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B188EAFC-D4B8-5369-0030-6313B2079464}"/>
              </a:ext>
            </a:extLst>
          </p:cNvPr>
          <p:cNvGrpSpPr/>
          <p:nvPr/>
        </p:nvGrpSpPr>
        <p:grpSpPr>
          <a:xfrm>
            <a:off x="8773378" y="1612391"/>
            <a:ext cx="721581" cy="1034973"/>
            <a:chOff x="4441717" y="4154269"/>
            <a:chExt cx="944489" cy="1363365"/>
          </a:xfrm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01B5B98E-AEE6-2157-E062-D6B849DCEEFF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829F7F2E-2690-194C-F0C0-0D11D4B038AC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o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AA3E279B-6D5C-C6FE-7948-445DBAA23593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D3B9DF70-2ED0-450F-7463-2B2F985EB642}"/>
              </a:ext>
            </a:extLst>
          </p:cNvPr>
          <p:cNvGrpSpPr/>
          <p:nvPr/>
        </p:nvGrpSpPr>
        <p:grpSpPr>
          <a:xfrm>
            <a:off x="9520720" y="1612392"/>
            <a:ext cx="721581" cy="1034973"/>
            <a:chOff x="4441717" y="4154269"/>
            <a:chExt cx="944489" cy="1363365"/>
          </a:xfrm>
        </p:grpSpPr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0205A807-8627-6E97-6780-6BD572CE27D2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47DFA502-002E-7600-18FD-5688327B8B23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n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442DC46A-D451-FC39-8705-3D3E9F5E4B08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9A87D3E2-A2FB-5024-5F90-FEE32FA768FB}"/>
              </a:ext>
            </a:extLst>
          </p:cNvPr>
          <p:cNvGrpSpPr/>
          <p:nvPr/>
        </p:nvGrpSpPr>
        <p:grpSpPr>
          <a:xfrm>
            <a:off x="10268062" y="1612392"/>
            <a:ext cx="721581" cy="1034973"/>
            <a:chOff x="4441717" y="4154269"/>
            <a:chExt cx="944489" cy="1363365"/>
          </a:xfrm>
        </p:grpSpPr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74CB5609-65ED-C26B-1540-AF79687FDD92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D15FF244-189A-34CA-E98B-F8E0B133BFD5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!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33678F8F-621A-AC29-781E-CB06C89C83B8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5</a:t>
              </a:r>
            </a:p>
          </p:txBody>
        </p:sp>
      </p:grpSp>
      <p:sp>
        <p:nvSpPr>
          <p:cNvPr id="59" name="TextBox 58">
            <a:extLst>
              <a:ext uri="{FF2B5EF4-FFF2-40B4-BE49-F238E27FC236}">
                <a16:creationId xmlns:a16="http://schemas.microsoft.com/office/drawing/2014/main" id="{36DEBE28-B955-7F01-772E-890D680309E8}"/>
              </a:ext>
            </a:extLst>
          </p:cNvPr>
          <p:cNvSpPr txBox="1"/>
          <p:nvPr/>
        </p:nvSpPr>
        <p:spPr>
          <a:xfrm>
            <a:off x="5515424" y="1413492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second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D89FC0BD-2F50-A6D5-09C9-5A3C818B7571}"/>
              </a:ext>
            </a:extLst>
          </p:cNvPr>
          <p:cNvCxnSpPr>
            <a:cxnSpLocks/>
          </p:cNvCxnSpPr>
          <p:nvPr/>
        </p:nvCxnSpPr>
        <p:spPr>
          <a:xfrm>
            <a:off x="6366322" y="1725343"/>
            <a:ext cx="187073" cy="2111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1" name="Group 60">
            <a:extLst>
              <a:ext uri="{FF2B5EF4-FFF2-40B4-BE49-F238E27FC236}">
                <a16:creationId xmlns:a16="http://schemas.microsoft.com/office/drawing/2014/main" id="{9BE29598-F6FA-C0BD-717C-5E75922FE1BA}"/>
              </a:ext>
            </a:extLst>
          </p:cNvPr>
          <p:cNvGrpSpPr/>
          <p:nvPr/>
        </p:nvGrpSpPr>
        <p:grpSpPr>
          <a:xfrm>
            <a:off x="11015407" y="1614195"/>
            <a:ext cx="721581" cy="1034973"/>
            <a:chOff x="4441717" y="4154269"/>
            <a:chExt cx="944489" cy="1363365"/>
          </a:xfrm>
        </p:grpSpPr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3AB6EEFA-854F-E65C-48FD-9030ACE2B7F4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994B4610-6360-08AF-CA30-F78816A94470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\0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1C454FEB-3D20-E2C5-59BE-374A5547C0FC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5</a:t>
              </a:r>
            </a:p>
          </p:txBody>
        </p:sp>
      </p:grpSp>
      <p:sp>
        <p:nvSpPr>
          <p:cNvPr id="65" name="TextBox 64">
            <a:extLst>
              <a:ext uri="{FF2B5EF4-FFF2-40B4-BE49-F238E27FC236}">
                <a16:creationId xmlns:a16="http://schemas.microsoft.com/office/drawing/2014/main" id="{5A4C07DF-594C-2285-94C5-9CD313CAD692}"/>
              </a:ext>
            </a:extLst>
          </p:cNvPr>
          <p:cNvSpPr txBox="1"/>
          <p:nvPr/>
        </p:nvSpPr>
        <p:spPr>
          <a:xfrm>
            <a:off x="6652734" y="2503096"/>
            <a:ext cx="52290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space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3704FC6-9800-E8C9-F8BD-76A5372B7E14}"/>
              </a:ext>
            </a:extLst>
          </p:cNvPr>
          <p:cNvGrpSpPr/>
          <p:nvPr/>
        </p:nvGrpSpPr>
        <p:grpSpPr>
          <a:xfrm>
            <a:off x="6531353" y="2660358"/>
            <a:ext cx="5205634" cy="1028544"/>
            <a:chOff x="6089960" y="2892326"/>
            <a:chExt cx="5869936" cy="1377690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58AB4F32-4C45-50AA-D702-2EB656510BC6}"/>
                </a:ext>
              </a:extLst>
            </p:cNvPr>
            <p:cNvGrpSpPr/>
            <p:nvPr/>
          </p:nvGrpSpPr>
          <p:grpSpPr>
            <a:xfrm>
              <a:off x="6089960" y="2892326"/>
              <a:ext cx="944489" cy="1377690"/>
              <a:chOff x="4441717" y="4154269"/>
              <a:chExt cx="944489" cy="1377690"/>
            </a:xfrm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6D6C7521-C8C4-DD04-CB5E-7539255ADA4D}"/>
                  </a:ext>
                </a:extLst>
              </p:cNvPr>
              <p:cNvSpPr/>
              <p:nvPr/>
            </p:nvSpPr>
            <p:spPr>
              <a:xfrm>
                <a:off x="4470570" y="4595253"/>
                <a:ext cx="915636" cy="788276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1D85F6AE-C008-325D-5518-5CAA877BD628}"/>
                  </a:ext>
                </a:extLst>
              </p:cNvPr>
              <p:cNvSpPr txBox="1"/>
              <p:nvPr/>
            </p:nvSpPr>
            <p:spPr>
              <a:xfrm>
                <a:off x="4441717" y="4666226"/>
                <a:ext cx="944488" cy="8657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H</a:t>
                </a:r>
              </a:p>
            </p:txBody>
          </p:sp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3C4A7222-EE3E-C9C3-67F5-A2FF9FF24BC6}"/>
                  </a:ext>
                </a:extLst>
              </p:cNvPr>
              <p:cNvSpPr txBox="1"/>
              <p:nvPr/>
            </p:nvSpPr>
            <p:spPr>
              <a:xfrm>
                <a:off x="4470571" y="4154269"/>
                <a:ext cx="91563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0</a:t>
                </a:r>
              </a:p>
            </p:txBody>
          </p:sp>
        </p:grpSp>
        <p:grpSp>
          <p:nvGrpSpPr>
            <p:cNvPr id="100" name="Group 99">
              <a:extLst>
                <a:ext uri="{FF2B5EF4-FFF2-40B4-BE49-F238E27FC236}">
                  <a16:creationId xmlns:a16="http://schemas.microsoft.com/office/drawing/2014/main" id="{24B8FAC8-9262-B93D-B5F7-32E8442E3B1B}"/>
                </a:ext>
              </a:extLst>
            </p:cNvPr>
            <p:cNvGrpSpPr/>
            <p:nvPr/>
          </p:nvGrpSpPr>
          <p:grpSpPr>
            <a:xfrm>
              <a:off x="8060138" y="2892326"/>
              <a:ext cx="944489" cy="1377690"/>
              <a:chOff x="4441717" y="4154269"/>
              <a:chExt cx="944489" cy="1377690"/>
            </a:xfrm>
          </p:grpSpPr>
          <p:sp>
            <p:nvSpPr>
              <p:cNvPr id="101" name="Rectangle 100">
                <a:extLst>
                  <a:ext uri="{FF2B5EF4-FFF2-40B4-BE49-F238E27FC236}">
                    <a16:creationId xmlns:a16="http://schemas.microsoft.com/office/drawing/2014/main" id="{D64B1AF1-22A0-7890-1A90-ACE5D20437F4}"/>
                  </a:ext>
                </a:extLst>
              </p:cNvPr>
              <p:cNvSpPr/>
              <p:nvPr/>
            </p:nvSpPr>
            <p:spPr>
              <a:xfrm>
                <a:off x="4470570" y="4595253"/>
                <a:ext cx="915636" cy="788276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38DC69B3-C496-EA16-E8E3-6177BBA4F364}"/>
                  </a:ext>
                </a:extLst>
              </p:cNvPr>
              <p:cNvSpPr txBox="1"/>
              <p:nvPr/>
            </p:nvSpPr>
            <p:spPr>
              <a:xfrm>
                <a:off x="4441717" y="4666226"/>
                <a:ext cx="944488" cy="8657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l</a:t>
                </a:r>
              </a:p>
            </p:txBody>
          </p:sp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9E080794-231C-2194-3957-A069C05D035B}"/>
                  </a:ext>
                </a:extLst>
              </p:cNvPr>
              <p:cNvSpPr txBox="1"/>
              <p:nvPr/>
            </p:nvSpPr>
            <p:spPr>
              <a:xfrm>
                <a:off x="4470571" y="4154269"/>
                <a:ext cx="91563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2</a:t>
                </a:r>
              </a:p>
            </p:txBody>
          </p:sp>
        </p:grpSp>
        <p:grpSp>
          <p:nvGrpSpPr>
            <p:cNvPr id="104" name="Group 103">
              <a:extLst>
                <a:ext uri="{FF2B5EF4-FFF2-40B4-BE49-F238E27FC236}">
                  <a16:creationId xmlns:a16="http://schemas.microsoft.com/office/drawing/2014/main" id="{AA9EF10C-B85A-3C76-460D-0E63DE3E05C5}"/>
                </a:ext>
              </a:extLst>
            </p:cNvPr>
            <p:cNvGrpSpPr/>
            <p:nvPr/>
          </p:nvGrpSpPr>
          <p:grpSpPr>
            <a:xfrm>
              <a:off x="7075049" y="2892326"/>
              <a:ext cx="944489" cy="1377690"/>
              <a:chOff x="4441717" y="4154269"/>
              <a:chExt cx="944489" cy="1377690"/>
            </a:xfrm>
          </p:grpSpPr>
          <p:sp>
            <p:nvSpPr>
              <p:cNvPr id="105" name="Rectangle 104">
                <a:extLst>
                  <a:ext uri="{FF2B5EF4-FFF2-40B4-BE49-F238E27FC236}">
                    <a16:creationId xmlns:a16="http://schemas.microsoft.com/office/drawing/2014/main" id="{C159053D-CEF3-527C-1CCE-220D81D6726F}"/>
                  </a:ext>
                </a:extLst>
              </p:cNvPr>
              <p:cNvSpPr/>
              <p:nvPr/>
            </p:nvSpPr>
            <p:spPr>
              <a:xfrm>
                <a:off x="4470570" y="4595253"/>
                <a:ext cx="915636" cy="788276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C2ACFC1C-4928-0AD0-E33B-AFC2E33C5775}"/>
                  </a:ext>
                </a:extLst>
              </p:cNvPr>
              <p:cNvSpPr txBox="1"/>
              <p:nvPr/>
            </p:nvSpPr>
            <p:spPr>
              <a:xfrm>
                <a:off x="4441717" y="4666226"/>
                <a:ext cx="944488" cy="8657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e</a:t>
                </a:r>
              </a:p>
            </p:txBody>
          </p:sp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01A174F4-C21D-0A59-8FAC-804F635AC07F}"/>
                  </a:ext>
                </a:extLst>
              </p:cNvPr>
              <p:cNvSpPr txBox="1"/>
              <p:nvPr/>
            </p:nvSpPr>
            <p:spPr>
              <a:xfrm>
                <a:off x="4470571" y="4154269"/>
                <a:ext cx="91563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</a:t>
                </a:r>
              </a:p>
            </p:txBody>
          </p:sp>
        </p:grpSp>
        <p:grpSp>
          <p:nvGrpSpPr>
            <p:cNvPr id="108" name="Group 107">
              <a:extLst>
                <a:ext uri="{FF2B5EF4-FFF2-40B4-BE49-F238E27FC236}">
                  <a16:creationId xmlns:a16="http://schemas.microsoft.com/office/drawing/2014/main" id="{6A73A806-64CE-A26A-7CEE-8AC662EDD928}"/>
                </a:ext>
              </a:extLst>
            </p:cNvPr>
            <p:cNvGrpSpPr/>
            <p:nvPr/>
          </p:nvGrpSpPr>
          <p:grpSpPr>
            <a:xfrm>
              <a:off x="9045227" y="2892326"/>
              <a:ext cx="944489" cy="1377690"/>
              <a:chOff x="4441717" y="4154269"/>
              <a:chExt cx="944489" cy="1377690"/>
            </a:xfrm>
          </p:grpSpPr>
          <p:sp>
            <p:nvSpPr>
              <p:cNvPr id="109" name="Rectangle 108">
                <a:extLst>
                  <a:ext uri="{FF2B5EF4-FFF2-40B4-BE49-F238E27FC236}">
                    <a16:creationId xmlns:a16="http://schemas.microsoft.com/office/drawing/2014/main" id="{3B3D8843-7B69-16B3-77E8-F5EE95C3633A}"/>
                  </a:ext>
                </a:extLst>
              </p:cNvPr>
              <p:cNvSpPr/>
              <p:nvPr/>
            </p:nvSpPr>
            <p:spPr>
              <a:xfrm>
                <a:off x="4470570" y="4595253"/>
                <a:ext cx="915636" cy="788276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7055B4B8-0538-6FDA-D06D-B441AD62940C}"/>
                  </a:ext>
                </a:extLst>
              </p:cNvPr>
              <p:cNvSpPr txBox="1"/>
              <p:nvPr/>
            </p:nvSpPr>
            <p:spPr>
              <a:xfrm>
                <a:off x="4441717" y="4666226"/>
                <a:ext cx="944488" cy="8657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l</a:t>
                </a:r>
              </a:p>
            </p:txBody>
          </p:sp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A2207A95-C792-6B1D-A41E-D4DFC3881A94}"/>
                  </a:ext>
                </a:extLst>
              </p:cNvPr>
              <p:cNvSpPr txBox="1"/>
              <p:nvPr/>
            </p:nvSpPr>
            <p:spPr>
              <a:xfrm>
                <a:off x="4470571" y="4154269"/>
                <a:ext cx="91563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3</a:t>
                </a:r>
              </a:p>
            </p:txBody>
          </p:sp>
        </p:grpSp>
        <p:grpSp>
          <p:nvGrpSpPr>
            <p:cNvPr id="112" name="Group 111">
              <a:extLst>
                <a:ext uri="{FF2B5EF4-FFF2-40B4-BE49-F238E27FC236}">
                  <a16:creationId xmlns:a16="http://schemas.microsoft.com/office/drawing/2014/main" id="{71B9F9AF-8617-D305-0674-6EC28BA0FDE3}"/>
                </a:ext>
              </a:extLst>
            </p:cNvPr>
            <p:cNvGrpSpPr/>
            <p:nvPr/>
          </p:nvGrpSpPr>
          <p:grpSpPr>
            <a:xfrm>
              <a:off x="10030316" y="2892326"/>
              <a:ext cx="944489" cy="1377690"/>
              <a:chOff x="4441717" y="4154269"/>
              <a:chExt cx="944489" cy="1377690"/>
            </a:xfrm>
          </p:grpSpPr>
          <p:sp>
            <p:nvSpPr>
              <p:cNvPr id="113" name="Rectangle 112">
                <a:extLst>
                  <a:ext uri="{FF2B5EF4-FFF2-40B4-BE49-F238E27FC236}">
                    <a16:creationId xmlns:a16="http://schemas.microsoft.com/office/drawing/2014/main" id="{DE411E63-EABC-555C-8E2F-AB18A370A6B2}"/>
                  </a:ext>
                </a:extLst>
              </p:cNvPr>
              <p:cNvSpPr/>
              <p:nvPr/>
            </p:nvSpPr>
            <p:spPr>
              <a:xfrm>
                <a:off x="4470570" y="4595253"/>
                <a:ext cx="915636" cy="788276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40F192CA-62FC-AB3F-A08E-85CE323D363C}"/>
                  </a:ext>
                </a:extLst>
              </p:cNvPr>
              <p:cNvSpPr txBox="1"/>
              <p:nvPr/>
            </p:nvSpPr>
            <p:spPr>
              <a:xfrm>
                <a:off x="4441717" y="4666226"/>
                <a:ext cx="944488" cy="8657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o</a:t>
                </a:r>
              </a:p>
            </p:txBody>
          </p:sp>
          <p:sp>
            <p:nvSpPr>
              <p:cNvPr id="115" name="TextBox 114">
                <a:extLst>
                  <a:ext uri="{FF2B5EF4-FFF2-40B4-BE49-F238E27FC236}">
                    <a16:creationId xmlns:a16="http://schemas.microsoft.com/office/drawing/2014/main" id="{883A1DC5-AA4B-21BB-A24B-3D0466316EB7}"/>
                  </a:ext>
                </a:extLst>
              </p:cNvPr>
              <p:cNvSpPr txBox="1"/>
              <p:nvPr/>
            </p:nvSpPr>
            <p:spPr>
              <a:xfrm>
                <a:off x="4470571" y="4154269"/>
                <a:ext cx="91563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4</a:t>
                </a:r>
              </a:p>
            </p:txBody>
          </p:sp>
        </p:grp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EBF93E55-3437-6881-2C9B-FCD2B0C63CDF}"/>
                </a:ext>
              </a:extLst>
            </p:cNvPr>
            <p:cNvGrpSpPr/>
            <p:nvPr/>
          </p:nvGrpSpPr>
          <p:grpSpPr>
            <a:xfrm>
              <a:off x="11015407" y="2892326"/>
              <a:ext cx="944489" cy="1377690"/>
              <a:chOff x="4441717" y="4154269"/>
              <a:chExt cx="944489" cy="1377690"/>
            </a:xfrm>
          </p:grpSpPr>
          <p:sp>
            <p:nvSpPr>
              <p:cNvPr id="117" name="Rectangle 116">
                <a:extLst>
                  <a:ext uri="{FF2B5EF4-FFF2-40B4-BE49-F238E27FC236}">
                    <a16:creationId xmlns:a16="http://schemas.microsoft.com/office/drawing/2014/main" id="{7BD78EE9-7075-EBFB-0D2D-030972797164}"/>
                  </a:ext>
                </a:extLst>
              </p:cNvPr>
              <p:cNvSpPr/>
              <p:nvPr/>
            </p:nvSpPr>
            <p:spPr>
              <a:xfrm>
                <a:off x="4470570" y="4595253"/>
                <a:ext cx="915636" cy="788276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A670CFA2-9808-794B-4A34-F109A1D08FF5}"/>
                  </a:ext>
                </a:extLst>
              </p:cNvPr>
              <p:cNvSpPr txBox="1"/>
              <p:nvPr/>
            </p:nvSpPr>
            <p:spPr>
              <a:xfrm>
                <a:off x="4441717" y="4666226"/>
                <a:ext cx="944488" cy="8657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\0</a:t>
                </a:r>
              </a:p>
            </p:txBody>
          </p:sp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5D6E9621-3C28-6BCF-B045-1C22A2642083}"/>
                  </a:ext>
                </a:extLst>
              </p:cNvPr>
              <p:cNvSpPr txBox="1"/>
              <p:nvPr/>
            </p:nvSpPr>
            <p:spPr>
              <a:xfrm>
                <a:off x="4470571" y="4154269"/>
                <a:ext cx="91563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5</a:t>
                </a:r>
              </a:p>
            </p:txBody>
          </p:sp>
        </p:grpSp>
      </p:grpSp>
      <p:sp>
        <p:nvSpPr>
          <p:cNvPr id="120" name="TextBox 119">
            <a:extLst>
              <a:ext uri="{FF2B5EF4-FFF2-40B4-BE49-F238E27FC236}">
                <a16:creationId xmlns:a16="http://schemas.microsoft.com/office/drawing/2014/main" id="{7A7F24EF-A872-E63E-8DEE-2AE2B8895874}"/>
              </a:ext>
            </a:extLst>
          </p:cNvPr>
          <p:cNvSpPr txBox="1"/>
          <p:nvPr/>
        </p:nvSpPr>
        <p:spPr>
          <a:xfrm>
            <a:off x="5424831" y="2593307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result</a:t>
            </a:r>
          </a:p>
        </p:txBody>
      </p: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16497DC2-9DAA-68EE-BCD0-859DE57C9845}"/>
              </a:ext>
            </a:extLst>
          </p:cNvPr>
          <p:cNvCxnSpPr>
            <a:cxnSpLocks/>
          </p:cNvCxnSpPr>
          <p:nvPr/>
        </p:nvCxnSpPr>
        <p:spPr>
          <a:xfrm>
            <a:off x="6298050" y="2838737"/>
            <a:ext cx="233302" cy="1508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Rectangle 65">
            <a:extLst>
              <a:ext uri="{FF2B5EF4-FFF2-40B4-BE49-F238E27FC236}">
                <a16:creationId xmlns:a16="http://schemas.microsoft.com/office/drawing/2014/main" id="{645CEEBA-0101-2F73-B22A-4C6B2CC32045}"/>
              </a:ext>
            </a:extLst>
          </p:cNvPr>
          <p:cNvSpPr/>
          <p:nvPr/>
        </p:nvSpPr>
        <p:spPr>
          <a:xfrm>
            <a:off x="422563" y="4254852"/>
            <a:ext cx="5262619" cy="853861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43C4021D-51E1-3510-5D9E-540141161762}"/>
              </a:ext>
            </a:extLst>
          </p:cNvPr>
          <p:cNvGrpSpPr/>
          <p:nvPr/>
        </p:nvGrpSpPr>
        <p:grpSpPr>
          <a:xfrm>
            <a:off x="3169785" y="5659763"/>
            <a:ext cx="721581" cy="1034973"/>
            <a:chOff x="4441717" y="4154269"/>
            <a:chExt cx="944489" cy="1363365"/>
          </a:xfrm>
        </p:grpSpPr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C0EBCD83-873D-EEB6-2F78-6F9779932E00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E45866B8-2D04-0EA4-7044-8DB2728B69AE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?</a:t>
              </a: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D8C4B50A-8B75-BB43-3349-F900DBE898B1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A23B2C58-7265-0F01-4C4E-F84599DAEB4E}"/>
              </a:ext>
            </a:extLst>
          </p:cNvPr>
          <p:cNvGrpSpPr/>
          <p:nvPr/>
        </p:nvGrpSpPr>
        <p:grpSpPr>
          <a:xfrm>
            <a:off x="4678991" y="5659763"/>
            <a:ext cx="721581" cy="1034973"/>
            <a:chOff x="4441717" y="4154269"/>
            <a:chExt cx="944489" cy="1363365"/>
          </a:xfrm>
        </p:grpSpPr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FB3AC2FE-BFB1-8B7A-D9DC-7F455C950944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52135B8B-A6C7-188F-C386-6BBF894B3FCF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?</a:t>
              </a: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2741EFC6-1CB2-901C-E641-23E7A8CF9CCA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</a:p>
          </p:txBody>
        </p:sp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0C1BD1A5-0F4E-DF65-C8BE-87160E5F9674}"/>
              </a:ext>
            </a:extLst>
          </p:cNvPr>
          <p:cNvGrpSpPr/>
          <p:nvPr/>
        </p:nvGrpSpPr>
        <p:grpSpPr>
          <a:xfrm>
            <a:off x="3924388" y="5659763"/>
            <a:ext cx="721581" cy="1034973"/>
            <a:chOff x="4441717" y="4154269"/>
            <a:chExt cx="944489" cy="1363365"/>
          </a:xfrm>
        </p:grpSpPr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5EDB799F-6C44-CA97-54E5-94033C84E194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DBFFC896-5CF8-D6C0-2B6D-CB11737DF51A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?</a:t>
              </a: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C8433D80-758C-BCBE-8CCE-B7932C0F9A3A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</p:txBody>
        </p:sp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D81EA7F0-1ED7-5AF5-ADE1-F4F10C85D4BC}"/>
              </a:ext>
            </a:extLst>
          </p:cNvPr>
          <p:cNvGrpSpPr/>
          <p:nvPr/>
        </p:nvGrpSpPr>
        <p:grpSpPr>
          <a:xfrm>
            <a:off x="5433594" y="5659763"/>
            <a:ext cx="721581" cy="1034973"/>
            <a:chOff x="4441717" y="4154269"/>
            <a:chExt cx="944489" cy="1363365"/>
          </a:xfrm>
        </p:grpSpPr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921A85EB-4D17-DB88-120E-C680C2D59A28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F14035EF-86AB-59E6-404B-52A2462CF978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?</a:t>
              </a: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4A822BE3-9B72-C067-361C-862C705A06CC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</a:p>
          </p:txBody>
        </p:sp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2DDB2E72-F736-F8AF-7D50-DDF572100709}"/>
              </a:ext>
            </a:extLst>
          </p:cNvPr>
          <p:cNvGrpSpPr/>
          <p:nvPr/>
        </p:nvGrpSpPr>
        <p:grpSpPr>
          <a:xfrm>
            <a:off x="6188197" y="5659764"/>
            <a:ext cx="721581" cy="1034974"/>
            <a:chOff x="4441717" y="4154269"/>
            <a:chExt cx="944489" cy="1363366"/>
          </a:xfrm>
        </p:grpSpPr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A21F4977-949F-4324-1160-3CC3DF1039D5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A1619F48-30EE-ADD8-6DE4-832FFFEBF7F9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?</a:t>
              </a: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CC493813-CE94-838E-43D7-A4FAC074460A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</a:p>
          </p:txBody>
        </p:sp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0CBF17E3-00A6-0E41-CF2B-DF84FB838464}"/>
              </a:ext>
            </a:extLst>
          </p:cNvPr>
          <p:cNvGrpSpPr/>
          <p:nvPr/>
        </p:nvGrpSpPr>
        <p:grpSpPr>
          <a:xfrm>
            <a:off x="6942800" y="5659763"/>
            <a:ext cx="721581" cy="1034973"/>
            <a:chOff x="4441717" y="4154269"/>
            <a:chExt cx="944489" cy="1363365"/>
          </a:xfrm>
        </p:grpSpPr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D6E2001A-D881-4220-985D-9D9F0F096EE0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FF828494-795A-831A-FB52-FAD5F38A97B6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?</a:t>
              </a: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60D20CB4-77E0-8920-9F89-B31EDB0DC7D5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5</a:t>
              </a:r>
            </a:p>
          </p:txBody>
        </p:sp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A96949C8-D647-4566-3B00-05C2415FA210}"/>
              </a:ext>
            </a:extLst>
          </p:cNvPr>
          <p:cNvGrpSpPr/>
          <p:nvPr/>
        </p:nvGrpSpPr>
        <p:grpSpPr>
          <a:xfrm>
            <a:off x="7697403" y="5659763"/>
            <a:ext cx="721581" cy="1034973"/>
            <a:chOff x="4441717" y="4154269"/>
            <a:chExt cx="944489" cy="1363365"/>
          </a:xfrm>
        </p:grpSpPr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27D801F9-FFDD-2FB3-5588-1A4EE4E28BFA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B4A4D9C6-3757-BB9D-8586-8DE953876E9D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?</a:t>
              </a:r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97F983CB-7260-5F1B-14AC-E69109CE4841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6081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6</a:t>
              </a:r>
            </a:p>
          </p:txBody>
        </p:sp>
      </p:grp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663BD105-D752-35A6-5747-15F9164D82E6}"/>
              </a:ext>
            </a:extLst>
          </p:cNvPr>
          <p:cNvGrpSpPr/>
          <p:nvPr/>
        </p:nvGrpSpPr>
        <p:grpSpPr>
          <a:xfrm>
            <a:off x="9206609" y="5659763"/>
            <a:ext cx="721581" cy="1034973"/>
            <a:chOff x="4441717" y="4154269"/>
            <a:chExt cx="944489" cy="1363365"/>
          </a:xfrm>
        </p:grpSpPr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FF6BAA72-35BE-C40B-1EEF-03AE6980D522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E513D83D-2D1A-ED76-341F-1F805496EFD5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?</a:t>
              </a:r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4E55E5C3-F658-9A2E-35BB-97F7341F15BC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6081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8</a:t>
              </a:r>
            </a:p>
          </p:txBody>
        </p:sp>
      </p:grp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B117550C-A187-59FB-AC36-7BFE83741829}"/>
              </a:ext>
            </a:extLst>
          </p:cNvPr>
          <p:cNvGrpSpPr/>
          <p:nvPr/>
        </p:nvGrpSpPr>
        <p:grpSpPr>
          <a:xfrm>
            <a:off x="8452006" y="5659763"/>
            <a:ext cx="721581" cy="1034973"/>
            <a:chOff x="4441717" y="4154269"/>
            <a:chExt cx="944489" cy="1363365"/>
          </a:xfrm>
        </p:grpSpPr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2C373AB6-54FC-DA52-D673-B3E6FBC64A04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4B6CACC0-3F40-57E4-D8BA-E5C94FD88D78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?</a:t>
              </a:r>
            </a:p>
          </p:txBody>
        </p: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B6202839-5D43-AA32-31E0-9C93F5777595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6081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7</a:t>
              </a:r>
            </a:p>
          </p:txBody>
        </p:sp>
      </p:grp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85B6B026-D913-9D29-23A6-28E5D69FB68C}"/>
              </a:ext>
            </a:extLst>
          </p:cNvPr>
          <p:cNvGrpSpPr/>
          <p:nvPr/>
        </p:nvGrpSpPr>
        <p:grpSpPr>
          <a:xfrm>
            <a:off x="9961212" y="5659763"/>
            <a:ext cx="721581" cy="1034973"/>
            <a:chOff x="4441717" y="4154269"/>
            <a:chExt cx="944489" cy="1363365"/>
          </a:xfrm>
        </p:grpSpPr>
        <p:sp>
          <p:nvSpPr>
            <p:cNvPr id="135" name="Rectangle 134">
              <a:extLst>
                <a:ext uri="{FF2B5EF4-FFF2-40B4-BE49-F238E27FC236}">
                  <a16:creationId xmlns:a16="http://schemas.microsoft.com/office/drawing/2014/main" id="{49A736D0-DB44-B3DF-4102-A0B64A9A9A4C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3D1A68A5-751E-9E44-A1C3-34E2DE6476EC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?</a:t>
              </a:r>
            </a:p>
          </p:txBody>
        </p:sp>
        <p:sp>
          <p:nvSpPr>
            <p:cNvPr id="137" name="TextBox 136">
              <a:extLst>
                <a:ext uri="{FF2B5EF4-FFF2-40B4-BE49-F238E27FC236}">
                  <a16:creationId xmlns:a16="http://schemas.microsoft.com/office/drawing/2014/main" id="{53B87871-0A57-5F85-2E93-35130C985BE7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6081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9</a:t>
              </a:r>
            </a:p>
          </p:txBody>
        </p:sp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DA274079-FBEF-1988-7F69-51DF8F3E8C26}"/>
              </a:ext>
            </a:extLst>
          </p:cNvPr>
          <p:cNvGrpSpPr/>
          <p:nvPr/>
        </p:nvGrpSpPr>
        <p:grpSpPr>
          <a:xfrm>
            <a:off x="10715815" y="5659763"/>
            <a:ext cx="721581" cy="1034973"/>
            <a:chOff x="4441717" y="4154269"/>
            <a:chExt cx="944489" cy="1363365"/>
          </a:xfrm>
        </p:grpSpPr>
        <p:sp>
          <p:nvSpPr>
            <p:cNvPr id="139" name="Rectangle 138">
              <a:extLst>
                <a:ext uri="{FF2B5EF4-FFF2-40B4-BE49-F238E27FC236}">
                  <a16:creationId xmlns:a16="http://schemas.microsoft.com/office/drawing/2014/main" id="{C2572814-516E-CE4C-08F6-7C68AD3859E2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EC17E35F-4D92-BEB0-F13C-3623319631FE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?</a:t>
              </a:r>
            </a:p>
          </p:txBody>
        </p: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642D353B-CE37-8ED8-D906-D048202FCE56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6081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10</a:t>
              </a:r>
            </a:p>
          </p:txBody>
        </p:sp>
      </p:grpSp>
      <p:sp>
        <p:nvSpPr>
          <p:cNvPr id="142" name="TextBox 141">
            <a:extLst>
              <a:ext uri="{FF2B5EF4-FFF2-40B4-BE49-F238E27FC236}">
                <a16:creationId xmlns:a16="http://schemas.microsoft.com/office/drawing/2014/main" id="{7383B78D-F301-DA58-A725-6221E41E9432}"/>
              </a:ext>
            </a:extLst>
          </p:cNvPr>
          <p:cNvSpPr txBox="1"/>
          <p:nvPr/>
        </p:nvSpPr>
        <p:spPr>
          <a:xfrm>
            <a:off x="1205948" y="6109064"/>
            <a:ext cx="1451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new_result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143" name="Straight Arrow Connector 142">
            <a:extLst>
              <a:ext uri="{FF2B5EF4-FFF2-40B4-BE49-F238E27FC236}">
                <a16:creationId xmlns:a16="http://schemas.microsoft.com/office/drawing/2014/main" id="{55E51699-B6A6-6BDC-C8B9-D3E5BC8EC8CF}"/>
              </a:ext>
            </a:extLst>
          </p:cNvPr>
          <p:cNvCxnSpPr>
            <a:cxnSpLocks/>
            <a:endCxn id="78" idx="1"/>
          </p:cNvCxnSpPr>
          <p:nvPr/>
        </p:nvCxnSpPr>
        <p:spPr>
          <a:xfrm>
            <a:off x="2598161" y="6293730"/>
            <a:ext cx="571624" cy="778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5972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073D27-EBBC-6BCE-C447-0D3B7373B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21BD3F-E2A4-713C-603C-D3D2D3514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06375"/>
            <a:ext cx="5583382" cy="1325563"/>
          </a:xfrm>
        </p:spPr>
        <p:txBody>
          <a:bodyPr/>
          <a:lstStyle/>
          <a:p>
            <a:r>
              <a:rPr lang="en-US" dirty="0"/>
              <a:t>C-strings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AB377D-DC49-0ADB-D464-4B790C6F102E}"/>
              </a:ext>
            </a:extLst>
          </p:cNvPr>
          <p:cNvSpPr txBox="1"/>
          <p:nvPr/>
        </p:nvSpPr>
        <p:spPr>
          <a:xfrm>
            <a:off x="422564" y="935182"/>
            <a:ext cx="5376793" cy="48013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const char* first = "Hello";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const char* second = " Moon!";</a:t>
            </a:r>
          </a:p>
          <a:p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&lt;&lt; first &lt;&lt; "\n";  // "Hello"</a:t>
            </a:r>
          </a:p>
          <a:p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&lt;&lt; second &lt;&lt; "\n"; // " Moon!"</a:t>
            </a:r>
          </a:p>
          <a:p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b="1" dirty="0">
                <a:latin typeface="Consolas" panose="020B0609020204030204" pitchFamily="49" charset="0"/>
                <a:cs typeface="Consolas" panose="020B0609020204030204" pitchFamily="49" charset="0"/>
              </a:rPr>
              <a:t>// copy first to result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int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first_len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strlen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(first);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char* result = new char[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first_len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+ 1];</a:t>
            </a:r>
          </a:p>
          <a:p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strcpy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(result, first);</a:t>
            </a:r>
          </a:p>
          <a:p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&lt;&lt; result &lt;&lt; "\n";</a:t>
            </a:r>
          </a:p>
          <a:p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b="1" dirty="0">
                <a:latin typeface="Consolas" panose="020B0609020204030204" pitchFamily="49" charset="0"/>
                <a:cs typeface="Consolas" panose="020B0609020204030204" pitchFamily="49" charset="0"/>
              </a:rPr>
              <a:t>// append second to result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int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second_len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strlen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(second);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int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new_len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first_len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+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second_len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char*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new_result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= new char[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new_len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+ 1];</a:t>
            </a:r>
          </a:p>
          <a:p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strcpy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CA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new_result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result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strcat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new_result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, second);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EA840C96-9E45-1238-8731-4C644B521ABF}"/>
              </a:ext>
            </a:extLst>
          </p:cNvPr>
          <p:cNvGrpSpPr/>
          <p:nvPr/>
        </p:nvGrpSpPr>
        <p:grpSpPr>
          <a:xfrm>
            <a:off x="6459913" y="312965"/>
            <a:ext cx="849096" cy="1026087"/>
            <a:chOff x="4441717" y="4154269"/>
            <a:chExt cx="944489" cy="122926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86A4963-AC51-0792-9BA1-A2AC7A1BA47C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A563FDE-6234-90A1-0636-CDD5ECB27153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H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A05EE15-33D3-9BD6-F0FA-B3259032E981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5E17886-C681-E777-D96B-1E7519C9172C}"/>
              </a:ext>
            </a:extLst>
          </p:cNvPr>
          <p:cNvGrpSpPr/>
          <p:nvPr/>
        </p:nvGrpSpPr>
        <p:grpSpPr>
          <a:xfrm>
            <a:off x="8231103" y="312965"/>
            <a:ext cx="849096" cy="1026087"/>
            <a:chOff x="4441717" y="4154269"/>
            <a:chExt cx="944489" cy="122926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EB1C80E-7932-62E5-24B0-BAB17EC5F558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4596203-E112-E99C-ABBF-166E91E7305E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l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5D8EFEC-9AF7-FF6A-28C9-B215191A385B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7AF9CC6-D615-1035-1F37-C5D114A0ABA2}"/>
              </a:ext>
            </a:extLst>
          </p:cNvPr>
          <p:cNvGrpSpPr/>
          <p:nvPr/>
        </p:nvGrpSpPr>
        <p:grpSpPr>
          <a:xfrm>
            <a:off x="7345508" y="312965"/>
            <a:ext cx="849096" cy="1026087"/>
            <a:chOff x="4441717" y="4154269"/>
            <a:chExt cx="944489" cy="1229260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4E9D5E2C-2FD3-0E0F-2A83-06CE98146F6C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1ADB4DB-DA68-D9B7-55B6-FE4A70DEB7DE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e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45F86B42-B449-B15E-2520-CD5A3AF7915F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5AB625D-7D7B-37F8-DD09-419337F4CA4C}"/>
              </a:ext>
            </a:extLst>
          </p:cNvPr>
          <p:cNvGrpSpPr/>
          <p:nvPr/>
        </p:nvGrpSpPr>
        <p:grpSpPr>
          <a:xfrm>
            <a:off x="9116699" y="312965"/>
            <a:ext cx="849096" cy="1026087"/>
            <a:chOff x="4441717" y="4154269"/>
            <a:chExt cx="944489" cy="1229260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3FD8E800-C1EB-A25C-4FE3-82F2D10A4D50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8CBBA23-DF6A-831D-7E96-9C30784E3DF3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l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6031D4D8-4821-91FF-70D9-E0B07723D1B2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7169D62F-0D33-BC61-A47C-4660BB377CA2}"/>
              </a:ext>
            </a:extLst>
          </p:cNvPr>
          <p:cNvGrpSpPr/>
          <p:nvPr/>
        </p:nvGrpSpPr>
        <p:grpSpPr>
          <a:xfrm>
            <a:off x="10002294" y="312965"/>
            <a:ext cx="849096" cy="1026087"/>
            <a:chOff x="4441717" y="4154269"/>
            <a:chExt cx="944489" cy="1229260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DCB308A6-637E-D226-2368-7B4980E12F03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2CB79F6D-FD7B-BD86-B528-CB341A208EA5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o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289A2135-5029-6FFA-CC10-BA7D061AC7C5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EB9468A5-6DB4-D840-189E-67ADD40E42CA}"/>
              </a:ext>
            </a:extLst>
          </p:cNvPr>
          <p:cNvGrpSpPr/>
          <p:nvPr/>
        </p:nvGrpSpPr>
        <p:grpSpPr>
          <a:xfrm>
            <a:off x="10887891" y="312965"/>
            <a:ext cx="849096" cy="1026087"/>
            <a:chOff x="4441717" y="4154269"/>
            <a:chExt cx="944489" cy="1229260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5BD0511F-CDBD-C94B-4535-62097EAAC6F4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DE83314F-33C7-A780-A5C6-C3394C1FD75D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\0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F81FDB03-C2FB-97A8-BD0B-BAD80225244C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5</a:t>
              </a:r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4DFF79B0-9B60-D78F-1FB7-2C4159DEA1DB}"/>
              </a:ext>
            </a:extLst>
          </p:cNvPr>
          <p:cNvSpPr txBox="1"/>
          <p:nvPr/>
        </p:nvSpPr>
        <p:spPr>
          <a:xfrm>
            <a:off x="5594882" y="97700"/>
            <a:ext cx="735250" cy="3082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first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7BFCD528-21CD-50AB-4739-C265CC3D5589}"/>
              </a:ext>
            </a:extLst>
          </p:cNvPr>
          <p:cNvCxnSpPr>
            <a:cxnSpLocks/>
          </p:cNvCxnSpPr>
          <p:nvPr/>
        </p:nvCxnSpPr>
        <p:spPr>
          <a:xfrm>
            <a:off x="6298050" y="433028"/>
            <a:ext cx="187802" cy="2480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5" name="Group 34">
            <a:extLst>
              <a:ext uri="{FF2B5EF4-FFF2-40B4-BE49-F238E27FC236}">
                <a16:creationId xmlns:a16="http://schemas.microsoft.com/office/drawing/2014/main" id="{4C083800-4C4F-27FC-83BB-4201EED6E8AB}"/>
              </a:ext>
            </a:extLst>
          </p:cNvPr>
          <p:cNvGrpSpPr/>
          <p:nvPr/>
        </p:nvGrpSpPr>
        <p:grpSpPr>
          <a:xfrm>
            <a:off x="6531352" y="1612392"/>
            <a:ext cx="721581" cy="1034973"/>
            <a:chOff x="4441717" y="4154269"/>
            <a:chExt cx="944489" cy="1363365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98B7FBFB-5935-C450-58E5-DAC840948120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5FAF8B27-4CC9-3F44-F991-838B74DAEC6C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▮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823818B5-FF49-A050-C932-64B757F1F6B9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3B8803C8-2191-2FA4-1FF7-628EF338A788}"/>
              </a:ext>
            </a:extLst>
          </p:cNvPr>
          <p:cNvGrpSpPr/>
          <p:nvPr/>
        </p:nvGrpSpPr>
        <p:grpSpPr>
          <a:xfrm>
            <a:off x="8026036" y="1612392"/>
            <a:ext cx="721581" cy="1034973"/>
            <a:chOff x="4441717" y="4154269"/>
            <a:chExt cx="944489" cy="1363365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7B3B0402-4794-1F3F-4B7A-46B12D2FE2F9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EF49EE5D-983D-3FEB-4604-1A89E31323D3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o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C4E69078-19C0-E519-921F-1C83EE0F37E7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3083A22E-FD91-7EE2-FADB-1A19C7A9FC13}"/>
              </a:ext>
            </a:extLst>
          </p:cNvPr>
          <p:cNvGrpSpPr/>
          <p:nvPr/>
        </p:nvGrpSpPr>
        <p:grpSpPr>
          <a:xfrm>
            <a:off x="7278694" y="1612392"/>
            <a:ext cx="721581" cy="1034973"/>
            <a:chOff x="4441717" y="4154269"/>
            <a:chExt cx="944489" cy="1363365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F4F31970-A1AF-9C61-7BDD-37060AE4F8B4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1D944FDE-E96C-F152-6A90-949761643B68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M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E5884D72-96E6-D8D1-E308-877ACE9B2F72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95CE6F96-F13E-04EF-ABCB-9BE39EDEFE34}"/>
              </a:ext>
            </a:extLst>
          </p:cNvPr>
          <p:cNvGrpSpPr/>
          <p:nvPr/>
        </p:nvGrpSpPr>
        <p:grpSpPr>
          <a:xfrm>
            <a:off x="8773378" y="1612391"/>
            <a:ext cx="721581" cy="1034973"/>
            <a:chOff x="4441717" y="4154269"/>
            <a:chExt cx="944489" cy="1363365"/>
          </a:xfrm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5446693E-D0A9-EF9F-01BC-550EE4FA6894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BD4641AC-5A2C-F5C7-879F-D3AEEB6446F6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o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4DB871A8-5603-1B04-51A2-4E8286480A5E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B63A1EEB-DA6B-BCDF-3A60-7526420FFC88}"/>
              </a:ext>
            </a:extLst>
          </p:cNvPr>
          <p:cNvGrpSpPr/>
          <p:nvPr/>
        </p:nvGrpSpPr>
        <p:grpSpPr>
          <a:xfrm>
            <a:off x="9520720" y="1612392"/>
            <a:ext cx="721581" cy="1034973"/>
            <a:chOff x="4441717" y="4154269"/>
            <a:chExt cx="944489" cy="1363365"/>
          </a:xfrm>
        </p:grpSpPr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ED7ECAF1-EB66-8345-84B2-674601E4D024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D42CDB5E-2935-E56A-2577-66B766E9D151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n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85414E67-3A54-63CC-E2B4-C18AA68DD45A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5718F7EA-3B0D-DBB4-7A2E-82934F369077}"/>
              </a:ext>
            </a:extLst>
          </p:cNvPr>
          <p:cNvGrpSpPr/>
          <p:nvPr/>
        </p:nvGrpSpPr>
        <p:grpSpPr>
          <a:xfrm>
            <a:off x="10268062" y="1612392"/>
            <a:ext cx="721581" cy="1034973"/>
            <a:chOff x="4441717" y="4154269"/>
            <a:chExt cx="944489" cy="1363365"/>
          </a:xfrm>
        </p:grpSpPr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118B8008-B50F-DC25-DB39-03212C1206D0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E933CD5D-5F08-3EE4-3676-85A810E30551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!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A5CD4E31-B77F-2D4B-4C3B-C582B8D7EF95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5</a:t>
              </a:r>
            </a:p>
          </p:txBody>
        </p:sp>
      </p:grpSp>
      <p:sp>
        <p:nvSpPr>
          <p:cNvPr id="59" name="TextBox 58">
            <a:extLst>
              <a:ext uri="{FF2B5EF4-FFF2-40B4-BE49-F238E27FC236}">
                <a16:creationId xmlns:a16="http://schemas.microsoft.com/office/drawing/2014/main" id="{0669F133-DE0A-2EBF-6F8E-5250095004DF}"/>
              </a:ext>
            </a:extLst>
          </p:cNvPr>
          <p:cNvSpPr txBox="1"/>
          <p:nvPr/>
        </p:nvSpPr>
        <p:spPr>
          <a:xfrm>
            <a:off x="5515424" y="1413492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second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CC377798-F821-F5DF-93AA-7815F44E61C2}"/>
              </a:ext>
            </a:extLst>
          </p:cNvPr>
          <p:cNvCxnSpPr>
            <a:cxnSpLocks/>
          </p:cNvCxnSpPr>
          <p:nvPr/>
        </p:nvCxnSpPr>
        <p:spPr>
          <a:xfrm>
            <a:off x="6366322" y="1725343"/>
            <a:ext cx="187073" cy="2111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1" name="Group 60">
            <a:extLst>
              <a:ext uri="{FF2B5EF4-FFF2-40B4-BE49-F238E27FC236}">
                <a16:creationId xmlns:a16="http://schemas.microsoft.com/office/drawing/2014/main" id="{FA5B0DF8-2FA4-B4A1-7047-AA5A4020FE10}"/>
              </a:ext>
            </a:extLst>
          </p:cNvPr>
          <p:cNvGrpSpPr/>
          <p:nvPr/>
        </p:nvGrpSpPr>
        <p:grpSpPr>
          <a:xfrm>
            <a:off x="11015407" y="1614195"/>
            <a:ext cx="721581" cy="1034973"/>
            <a:chOff x="4441717" y="4154269"/>
            <a:chExt cx="944489" cy="1363365"/>
          </a:xfrm>
        </p:grpSpPr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18E377F4-07C0-CA80-B1EA-2128BA5C16F7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B302777D-2787-9517-CF4D-4255CADCB1A1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\0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2861491D-1C80-BAD0-85DD-AC1A04556961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5</a:t>
              </a:r>
            </a:p>
          </p:txBody>
        </p:sp>
      </p:grpSp>
      <p:sp>
        <p:nvSpPr>
          <p:cNvPr id="65" name="TextBox 64">
            <a:extLst>
              <a:ext uri="{FF2B5EF4-FFF2-40B4-BE49-F238E27FC236}">
                <a16:creationId xmlns:a16="http://schemas.microsoft.com/office/drawing/2014/main" id="{E96AA5C5-6805-A296-E7BA-E9A595987317}"/>
              </a:ext>
            </a:extLst>
          </p:cNvPr>
          <p:cNvSpPr txBox="1"/>
          <p:nvPr/>
        </p:nvSpPr>
        <p:spPr>
          <a:xfrm>
            <a:off x="6652734" y="2503096"/>
            <a:ext cx="52290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space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59E1986-9C56-BB78-9B6A-93A3A1CF5965}"/>
              </a:ext>
            </a:extLst>
          </p:cNvPr>
          <p:cNvGrpSpPr/>
          <p:nvPr/>
        </p:nvGrpSpPr>
        <p:grpSpPr>
          <a:xfrm>
            <a:off x="6531353" y="2660357"/>
            <a:ext cx="5205634" cy="917730"/>
            <a:chOff x="6089960" y="2892326"/>
            <a:chExt cx="5869936" cy="1229260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19841598-743B-2580-D946-36C1466B8921}"/>
                </a:ext>
              </a:extLst>
            </p:cNvPr>
            <p:cNvGrpSpPr/>
            <p:nvPr/>
          </p:nvGrpSpPr>
          <p:grpSpPr>
            <a:xfrm>
              <a:off x="6089960" y="2892326"/>
              <a:ext cx="944489" cy="1229260"/>
              <a:chOff x="4441717" y="4154269"/>
              <a:chExt cx="944489" cy="1229260"/>
            </a:xfrm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FC27C2D5-E986-8AAE-46FB-92C368BE38CA}"/>
                  </a:ext>
                </a:extLst>
              </p:cNvPr>
              <p:cNvSpPr/>
              <p:nvPr/>
            </p:nvSpPr>
            <p:spPr>
              <a:xfrm>
                <a:off x="4470570" y="4595253"/>
                <a:ext cx="915636" cy="788276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32FC669D-51E4-D99C-0D11-BFB25D4E29E4}"/>
                  </a:ext>
                </a:extLst>
              </p:cNvPr>
              <p:cNvSpPr txBox="1"/>
              <p:nvPr/>
            </p:nvSpPr>
            <p:spPr>
              <a:xfrm>
                <a:off x="4441717" y="4666226"/>
                <a:ext cx="94448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600" dirty="0">
                    <a:solidFill>
                      <a:srgbClr val="FF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H</a:t>
                </a:r>
              </a:p>
            </p:txBody>
          </p:sp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8EF96D8C-2D73-4B1F-65D0-E090FB9C49A1}"/>
                  </a:ext>
                </a:extLst>
              </p:cNvPr>
              <p:cNvSpPr txBox="1"/>
              <p:nvPr/>
            </p:nvSpPr>
            <p:spPr>
              <a:xfrm>
                <a:off x="4470571" y="4154269"/>
                <a:ext cx="91563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0</a:t>
                </a:r>
              </a:p>
            </p:txBody>
          </p:sp>
        </p:grpSp>
        <p:grpSp>
          <p:nvGrpSpPr>
            <p:cNvPr id="100" name="Group 99">
              <a:extLst>
                <a:ext uri="{FF2B5EF4-FFF2-40B4-BE49-F238E27FC236}">
                  <a16:creationId xmlns:a16="http://schemas.microsoft.com/office/drawing/2014/main" id="{E3D933D5-D99F-BCCA-A482-236AFC32EFC0}"/>
                </a:ext>
              </a:extLst>
            </p:cNvPr>
            <p:cNvGrpSpPr/>
            <p:nvPr/>
          </p:nvGrpSpPr>
          <p:grpSpPr>
            <a:xfrm>
              <a:off x="8060138" y="2892326"/>
              <a:ext cx="944489" cy="1229260"/>
              <a:chOff x="4441717" y="4154269"/>
              <a:chExt cx="944489" cy="1229260"/>
            </a:xfrm>
          </p:grpSpPr>
          <p:sp>
            <p:nvSpPr>
              <p:cNvPr id="101" name="Rectangle 100">
                <a:extLst>
                  <a:ext uri="{FF2B5EF4-FFF2-40B4-BE49-F238E27FC236}">
                    <a16:creationId xmlns:a16="http://schemas.microsoft.com/office/drawing/2014/main" id="{65F3F46A-DC91-D431-88E8-9038D6EE095C}"/>
                  </a:ext>
                </a:extLst>
              </p:cNvPr>
              <p:cNvSpPr/>
              <p:nvPr/>
            </p:nvSpPr>
            <p:spPr>
              <a:xfrm>
                <a:off x="4470570" y="4595253"/>
                <a:ext cx="915636" cy="788276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3CEEEB52-3735-FA76-45CD-FBB318D0BFFF}"/>
                  </a:ext>
                </a:extLst>
              </p:cNvPr>
              <p:cNvSpPr txBox="1"/>
              <p:nvPr/>
            </p:nvSpPr>
            <p:spPr>
              <a:xfrm>
                <a:off x="4441717" y="4666226"/>
                <a:ext cx="94448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600" dirty="0">
                    <a:solidFill>
                      <a:srgbClr val="FF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l</a:t>
                </a:r>
              </a:p>
            </p:txBody>
          </p:sp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543F9446-E672-27EC-F06A-13DBF4CA3C87}"/>
                  </a:ext>
                </a:extLst>
              </p:cNvPr>
              <p:cNvSpPr txBox="1"/>
              <p:nvPr/>
            </p:nvSpPr>
            <p:spPr>
              <a:xfrm>
                <a:off x="4470571" y="4154269"/>
                <a:ext cx="91563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2</a:t>
                </a:r>
              </a:p>
            </p:txBody>
          </p:sp>
        </p:grpSp>
        <p:grpSp>
          <p:nvGrpSpPr>
            <p:cNvPr id="104" name="Group 103">
              <a:extLst>
                <a:ext uri="{FF2B5EF4-FFF2-40B4-BE49-F238E27FC236}">
                  <a16:creationId xmlns:a16="http://schemas.microsoft.com/office/drawing/2014/main" id="{32976B9D-1207-8169-B4F3-C062B6F5F7D6}"/>
                </a:ext>
              </a:extLst>
            </p:cNvPr>
            <p:cNvGrpSpPr/>
            <p:nvPr/>
          </p:nvGrpSpPr>
          <p:grpSpPr>
            <a:xfrm>
              <a:off x="7075049" y="2892326"/>
              <a:ext cx="944489" cy="1229260"/>
              <a:chOff x="4441717" y="4154269"/>
              <a:chExt cx="944489" cy="1229260"/>
            </a:xfrm>
          </p:grpSpPr>
          <p:sp>
            <p:nvSpPr>
              <p:cNvPr id="105" name="Rectangle 104">
                <a:extLst>
                  <a:ext uri="{FF2B5EF4-FFF2-40B4-BE49-F238E27FC236}">
                    <a16:creationId xmlns:a16="http://schemas.microsoft.com/office/drawing/2014/main" id="{D04D2248-9ABF-63B8-B4AD-50E425676760}"/>
                  </a:ext>
                </a:extLst>
              </p:cNvPr>
              <p:cNvSpPr/>
              <p:nvPr/>
            </p:nvSpPr>
            <p:spPr>
              <a:xfrm>
                <a:off x="4470570" y="4595253"/>
                <a:ext cx="915636" cy="788276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84CCA709-F396-ABB4-BD55-60D2AB5D6432}"/>
                  </a:ext>
                </a:extLst>
              </p:cNvPr>
              <p:cNvSpPr txBox="1"/>
              <p:nvPr/>
            </p:nvSpPr>
            <p:spPr>
              <a:xfrm>
                <a:off x="4441717" y="4666226"/>
                <a:ext cx="94448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600" dirty="0">
                    <a:solidFill>
                      <a:srgbClr val="FF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e</a:t>
                </a:r>
              </a:p>
            </p:txBody>
          </p:sp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9C9E5579-A1B3-692F-BBAC-B7710C2FDB82}"/>
                  </a:ext>
                </a:extLst>
              </p:cNvPr>
              <p:cNvSpPr txBox="1"/>
              <p:nvPr/>
            </p:nvSpPr>
            <p:spPr>
              <a:xfrm>
                <a:off x="4470571" y="4154269"/>
                <a:ext cx="91563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</a:t>
                </a:r>
              </a:p>
            </p:txBody>
          </p:sp>
        </p:grpSp>
        <p:grpSp>
          <p:nvGrpSpPr>
            <p:cNvPr id="108" name="Group 107">
              <a:extLst>
                <a:ext uri="{FF2B5EF4-FFF2-40B4-BE49-F238E27FC236}">
                  <a16:creationId xmlns:a16="http://schemas.microsoft.com/office/drawing/2014/main" id="{6F1314F2-3569-C5FA-1E51-7C953B04C5CA}"/>
                </a:ext>
              </a:extLst>
            </p:cNvPr>
            <p:cNvGrpSpPr/>
            <p:nvPr/>
          </p:nvGrpSpPr>
          <p:grpSpPr>
            <a:xfrm>
              <a:off x="9045227" y="2892326"/>
              <a:ext cx="944489" cy="1229260"/>
              <a:chOff x="4441717" y="4154269"/>
              <a:chExt cx="944489" cy="1229260"/>
            </a:xfrm>
          </p:grpSpPr>
          <p:sp>
            <p:nvSpPr>
              <p:cNvPr id="109" name="Rectangle 108">
                <a:extLst>
                  <a:ext uri="{FF2B5EF4-FFF2-40B4-BE49-F238E27FC236}">
                    <a16:creationId xmlns:a16="http://schemas.microsoft.com/office/drawing/2014/main" id="{EFEFBB60-07AB-157B-2C02-55450AB083DC}"/>
                  </a:ext>
                </a:extLst>
              </p:cNvPr>
              <p:cNvSpPr/>
              <p:nvPr/>
            </p:nvSpPr>
            <p:spPr>
              <a:xfrm>
                <a:off x="4470570" y="4595253"/>
                <a:ext cx="915636" cy="788276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17D8F140-9CB6-8656-4E0D-2A8E318A5807}"/>
                  </a:ext>
                </a:extLst>
              </p:cNvPr>
              <p:cNvSpPr txBox="1"/>
              <p:nvPr/>
            </p:nvSpPr>
            <p:spPr>
              <a:xfrm>
                <a:off x="4441717" y="4666226"/>
                <a:ext cx="94448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600" dirty="0">
                    <a:solidFill>
                      <a:srgbClr val="FF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l</a:t>
                </a:r>
              </a:p>
            </p:txBody>
          </p:sp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6F3DFC4E-BCCA-DBBA-2D96-AD0469C6FA97}"/>
                  </a:ext>
                </a:extLst>
              </p:cNvPr>
              <p:cNvSpPr txBox="1"/>
              <p:nvPr/>
            </p:nvSpPr>
            <p:spPr>
              <a:xfrm>
                <a:off x="4470571" y="4154269"/>
                <a:ext cx="91563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3</a:t>
                </a:r>
              </a:p>
            </p:txBody>
          </p:sp>
        </p:grpSp>
        <p:grpSp>
          <p:nvGrpSpPr>
            <p:cNvPr id="112" name="Group 111">
              <a:extLst>
                <a:ext uri="{FF2B5EF4-FFF2-40B4-BE49-F238E27FC236}">
                  <a16:creationId xmlns:a16="http://schemas.microsoft.com/office/drawing/2014/main" id="{0592335A-7EE7-96B5-0244-74C0DBB65E4C}"/>
                </a:ext>
              </a:extLst>
            </p:cNvPr>
            <p:cNvGrpSpPr/>
            <p:nvPr/>
          </p:nvGrpSpPr>
          <p:grpSpPr>
            <a:xfrm>
              <a:off x="10030316" y="2892326"/>
              <a:ext cx="944489" cy="1229260"/>
              <a:chOff x="4441717" y="4154269"/>
              <a:chExt cx="944489" cy="1229260"/>
            </a:xfrm>
          </p:grpSpPr>
          <p:sp>
            <p:nvSpPr>
              <p:cNvPr id="113" name="Rectangle 112">
                <a:extLst>
                  <a:ext uri="{FF2B5EF4-FFF2-40B4-BE49-F238E27FC236}">
                    <a16:creationId xmlns:a16="http://schemas.microsoft.com/office/drawing/2014/main" id="{C8C21D9F-EE4F-3647-4932-BAB486A8179A}"/>
                  </a:ext>
                </a:extLst>
              </p:cNvPr>
              <p:cNvSpPr/>
              <p:nvPr/>
            </p:nvSpPr>
            <p:spPr>
              <a:xfrm>
                <a:off x="4470570" y="4595253"/>
                <a:ext cx="915636" cy="788276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779C46EF-A9A7-1088-AF7F-927AFDB47919}"/>
                  </a:ext>
                </a:extLst>
              </p:cNvPr>
              <p:cNvSpPr txBox="1"/>
              <p:nvPr/>
            </p:nvSpPr>
            <p:spPr>
              <a:xfrm>
                <a:off x="4441717" y="4666226"/>
                <a:ext cx="94448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600" dirty="0">
                    <a:solidFill>
                      <a:srgbClr val="FF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o</a:t>
                </a:r>
              </a:p>
            </p:txBody>
          </p:sp>
          <p:sp>
            <p:nvSpPr>
              <p:cNvPr id="115" name="TextBox 114">
                <a:extLst>
                  <a:ext uri="{FF2B5EF4-FFF2-40B4-BE49-F238E27FC236}">
                    <a16:creationId xmlns:a16="http://schemas.microsoft.com/office/drawing/2014/main" id="{AB3AA883-2F4D-6E06-A857-0C6EB69CCD89}"/>
                  </a:ext>
                </a:extLst>
              </p:cNvPr>
              <p:cNvSpPr txBox="1"/>
              <p:nvPr/>
            </p:nvSpPr>
            <p:spPr>
              <a:xfrm>
                <a:off x="4470571" y="4154269"/>
                <a:ext cx="91563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4</a:t>
                </a:r>
              </a:p>
            </p:txBody>
          </p:sp>
        </p:grp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5BCC5B9F-3B7F-5650-4239-21AFDD54EBD4}"/>
                </a:ext>
              </a:extLst>
            </p:cNvPr>
            <p:cNvGrpSpPr/>
            <p:nvPr/>
          </p:nvGrpSpPr>
          <p:grpSpPr>
            <a:xfrm>
              <a:off x="11015407" y="2892326"/>
              <a:ext cx="944489" cy="1229260"/>
              <a:chOff x="4441717" y="4154269"/>
              <a:chExt cx="944489" cy="1229260"/>
            </a:xfrm>
          </p:grpSpPr>
          <p:sp>
            <p:nvSpPr>
              <p:cNvPr id="117" name="Rectangle 116">
                <a:extLst>
                  <a:ext uri="{FF2B5EF4-FFF2-40B4-BE49-F238E27FC236}">
                    <a16:creationId xmlns:a16="http://schemas.microsoft.com/office/drawing/2014/main" id="{D012434B-06E1-263E-0FEA-7358A0F382B4}"/>
                  </a:ext>
                </a:extLst>
              </p:cNvPr>
              <p:cNvSpPr/>
              <p:nvPr/>
            </p:nvSpPr>
            <p:spPr>
              <a:xfrm>
                <a:off x="4470570" y="4595253"/>
                <a:ext cx="915636" cy="788276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A23FC207-27E3-C0A5-F4CF-03E4F43D157D}"/>
                  </a:ext>
                </a:extLst>
              </p:cNvPr>
              <p:cNvSpPr txBox="1"/>
              <p:nvPr/>
            </p:nvSpPr>
            <p:spPr>
              <a:xfrm>
                <a:off x="4441717" y="4666226"/>
                <a:ext cx="94448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600" dirty="0">
                    <a:solidFill>
                      <a:srgbClr val="FF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\0</a:t>
                </a:r>
              </a:p>
            </p:txBody>
          </p:sp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F1C16392-574A-35A9-31EB-6AB2AF35C8CC}"/>
                  </a:ext>
                </a:extLst>
              </p:cNvPr>
              <p:cNvSpPr txBox="1"/>
              <p:nvPr/>
            </p:nvSpPr>
            <p:spPr>
              <a:xfrm>
                <a:off x="4470571" y="4154269"/>
                <a:ext cx="91563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5</a:t>
                </a:r>
              </a:p>
            </p:txBody>
          </p:sp>
        </p:grpSp>
      </p:grpSp>
      <p:sp>
        <p:nvSpPr>
          <p:cNvPr id="120" name="TextBox 119">
            <a:extLst>
              <a:ext uri="{FF2B5EF4-FFF2-40B4-BE49-F238E27FC236}">
                <a16:creationId xmlns:a16="http://schemas.microsoft.com/office/drawing/2014/main" id="{576FD834-C6F8-A4CC-BB78-07B400780393}"/>
              </a:ext>
            </a:extLst>
          </p:cNvPr>
          <p:cNvSpPr txBox="1"/>
          <p:nvPr/>
        </p:nvSpPr>
        <p:spPr>
          <a:xfrm>
            <a:off x="5424831" y="2593307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result</a:t>
            </a:r>
          </a:p>
        </p:txBody>
      </p: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47079E5B-E032-8EBA-AC23-18262AE1C7B2}"/>
              </a:ext>
            </a:extLst>
          </p:cNvPr>
          <p:cNvCxnSpPr>
            <a:cxnSpLocks/>
          </p:cNvCxnSpPr>
          <p:nvPr/>
        </p:nvCxnSpPr>
        <p:spPr>
          <a:xfrm>
            <a:off x="6298050" y="2838737"/>
            <a:ext cx="233302" cy="1508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BE313CA2-DAC7-9070-4A54-CDAE50202F7C}"/>
              </a:ext>
            </a:extLst>
          </p:cNvPr>
          <p:cNvSpPr/>
          <p:nvPr/>
        </p:nvSpPr>
        <p:spPr>
          <a:xfrm>
            <a:off x="422563" y="5068920"/>
            <a:ext cx="3553089" cy="337968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ABCBFB84-FD0B-9009-5B8A-222DD3E46B02}"/>
              </a:ext>
            </a:extLst>
          </p:cNvPr>
          <p:cNvGrpSpPr/>
          <p:nvPr/>
        </p:nvGrpSpPr>
        <p:grpSpPr>
          <a:xfrm>
            <a:off x="3169785" y="5659763"/>
            <a:ext cx="721581" cy="1034973"/>
            <a:chOff x="4441717" y="4154269"/>
            <a:chExt cx="944489" cy="1363365"/>
          </a:xfrm>
        </p:grpSpPr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3C2C3394-3DD8-46D5-F7B2-2A02E13D0A31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0996DAC8-D7A3-07F7-3ADD-33DB2C5E1C29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H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3C3F58D6-0FFD-6EDC-88CC-394C80821A22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E627D800-79B2-7676-77B3-EB006B74AAE3}"/>
              </a:ext>
            </a:extLst>
          </p:cNvPr>
          <p:cNvGrpSpPr/>
          <p:nvPr/>
        </p:nvGrpSpPr>
        <p:grpSpPr>
          <a:xfrm>
            <a:off x="4678991" y="5659763"/>
            <a:ext cx="721581" cy="1034973"/>
            <a:chOff x="4441717" y="4154269"/>
            <a:chExt cx="944489" cy="1363365"/>
          </a:xfrm>
        </p:grpSpPr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9CE9996A-9EC6-E494-CCBF-71F7172C721E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9CD38BD2-FFBC-5F9D-D418-F8CBAFE2036B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l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0D7AF1A2-7048-232E-5047-1205E479C33F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</a:p>
          </p:txBody>
        </p:sp>
      </p:grp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42F76E1B-E1AD-C8D1-37C5-00A7A1EF0202}"/>
              </a:ext>
            </a:extLst>
          </p:cNvPr>
          <p:cNvGrpSpPr/>
          <p:nvPr/>
        </p:nvGrpSpPr>
        <p:grpSpPr>
          <a:xfrm>
            <a:off x="3924388" y="5659763"/>
            <a:ext cx="721581" cy="1034973"/>
            <a:chOff x="4441717" y="4154269"/>
            <a:chExt cx="944489" cy="1363365"/>
          </a:xfrm>
        </p:grpSpPr>
        <p:sp>
          <p:nvSpPr>
            <p:cNvPr id="145" name="Rectangle 144">
              <a:extLst>
                <a:ext uri="{FF2B5EF4-FFF2-40B4-BE49-F238E27FC236}">
                  <a16:creationId xmlns:a16="http://schemas.microsoft.com/office/drawing/2014/main" id="{AB6B1465-08B5-50BC-33B4-0856AC04750F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08FF917F-1F38-E6FC-F657-011308E4A160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e</a:t>
              </a:r>
            </a:p>
          </p:txBody>
        </p:sp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739A15B0-FC50-6689-C622-56C5EDC8417E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</p:txBody>
        </p:sp>
      </p:grp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51D7FD59-F146-0E78-F338-4CDB1114CD70}"/>
              </a:ext>
            </a:extLst>
          </p:cNvPr>
          <p:cNvGrpSpPr/>
          <p:nvPr/>
        </p:nvGrpSpPr>
        <p:grpSpPr>
          <a:xfrm>
            <a:off x="5433594" y="5659763"/>
            <a:ext cx="721581" cy="1034973"/>
            <a:chOff x="4441717" y="4154269"/>
            <a:chExt cx="944489" cy="1363365"/>
          </a:xfrm>
        </p:grpSpPr>
        <p:sp>
          <p:nvSpPr>
            <p:cNvPr id="149" name="Rectangle 148">
              <a:extLst>
                <a:ext uri="{FF2B5EF4-FFF2-40B4-BE49-F238E27FC236}">
                  <a16:creationId xmlns:a16="http://schemas.microsoft.com/office/drawing/2014/main" id="{EE381125-7F88-6729-9EB0-2F901AEC8231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DE190E86-907F-AF7F-D229-7736BE2187C5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l</a:t>
              </a:r>
            </a:p>
          </p:txBody>
        </p: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C8001EFF-FEA6-5F28-01FE-377F6353045C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</a:p>
          </p:txBody>
        </p:sp>
      </p:grpSp>
      <p:grpSp>
        <p:nvGrpSpPr>
          <p:cNvPr id="152" name="Group 151">
            <a:extLst>
              <a:ext uri="{FF2B5EF4-FFF2-40B4-BE49-F238E27FC236}">
                <a16:creationId xmlns:a16="http://schemas.microsoft.com/office/drawing/2014/main" id="{A37BCB32-FF68-0497-352F-970308CCAD11}"/>
              </a:ext>
            </a:extLst>
          </p:cNvPr>
          <p:cNvGrpSpPr/>
          <p:nvPr/>
        </p:nvGrpSpPr>
        <p:grpSpPr>
          <a:xfrm>
            <a:off x="6188197" y="5659763"/>
            <a:ext cx="721581" cy="1034973"/>
            <a:chOff x="4441717" y="4154269"/>
            <a:chExt cx="944489" cy="1363365"/>
          </a:xfrm>
        </p:grpSpPr>
        <p:sp>
          <p:nvSpPr>
            <p:cNvPr id="153" name="Rectangle 152">
              <a:extLst>
                <a:ext uri="{FF2B5EF4-FFF2-40B4-BE49-F238E27FC236}">
                  <a16:creationId xmlns:a16="http://schemas.microsoft.com/office/drawing/2014/main" id="{CCC10B50-2BD0-5FFE-927B-C36E7996FD9F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4" name="TextBox 153">
              <a:extLst>
                <a:ext uri="{FF2B5EF4-FFF2-40B4-BE49-F238E27FC236}">
                  <a16:creationId xmlns:a16="http://schemas.microsoft.com/office/drawing/2014/main" id="{FDB83851-EADF-2594-7747-F786AEA250CF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o</a:t>
              </a:r>
            </a:p>
          </p:txBody>
        </p:sp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D3E32B21-B2EE-BFE5-6938-6EEDCBCFEE3A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</a:p>
          </p:txBody>
        </p:sp>
      </p:grp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B6022A6C-FF14-7B67-00E3-B19BE0B8B18A}"/>
              </a:ext>
            </a:extLst>
          </p:cNvPr>
          <p:cNvGrpSpPr/>
          <p:nvPr/>
        </p:nvGrpSpPr>
        <p:grpSpPr>
          <a:xfrm>
            <a:off x="6942800" y="5659763"/>
            <a:ext cx="721581" cy="1034973"/>
            <a:chOff x="4441717" y="4154269"/>
            <a:chExt cx="944489" cy="1363365"/>
          </a:xfrm>
        </p:grpSpPr>
        <p:sp>
          <p:nvSpPr>
            <p:cNvPr id="157" name="Rectangle 156">
              <a:extLst>
                <a:ext uri="{FF2B5EF4-FFF2-40B4-BE49-F238E27FC236}">
                  <a16:creationId xmlns:a16="http://schemas.microsoft.com/office/drawing/2014/main" id="{A59EBFD0-F0C5-7009-B350-98E95EEB7053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51A9F4E2-88AC-5348-A724-924AB798798A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\0</a:t>
              </a:r>
            </a:p>
          </p:txBody>
        </p:sp>
        <p:sp>
          <p:nvSpPr>
            <p:cNvPr id="159" name="TextBox 158">
              <a:extLst>
                <a:ext uri="{FF2B5EF4-FFF2-40B4-BE49-F238E27FC236}">
                  <a16:creationId xmlns:a16="http://schemas.microsoft.com/office/drawing/2014/main" id="{B5B8ED38-71DC-417F-6FEB-66FE46172962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5</a:t>
              </a:r>
            </a:p>
          </p:txBody>
        </p:sp>
      </p:grpSp>
      <p:grpSp>
        <p:nvGrpSpPr>
          <p:cNvPr id="160" name="Group 159">
            <a:extLst>
              <a:ext uri="{FF2B5EF4-FFF2-40B4-BE49-F238E27FC236}">
                <a16:creationId xmlns:a16="http://schemas.microsoft.com/office/drawing/2014/main" id="{6ECC87A8-6F26-643C-7C09-FCED2B1325C7}"/>
              </a:ext>
            </a:extLst>
          </p:cNvPr>
          <p:cNvGrpSpPr/>
          <p:nvPr/>
        </p:nvGrpSpPr>
        <p:grpSpPr>
          <a:xfrm>
            <a:off x="7697403" y="5659763"/>
            <a:ext cx="721581" cy="1034973"/>
            <a:chOff x="4441717" y="4154269"/>
            <a:chExt cx="944489" cy="1363365"/>
          </a:xfrm>
        </p:grpSpPr>
        <p:sp>
          <p:nvSpPr>
            <p:cNvPr id="161" name="Rectangle 160">
              <a:extLst>
                <a:ext uri="{FF2B5EF4-FFF2-40B4-BE49-F238E27FC236}">
                  <a16:creationId xmlns:a16="http://schemas.microsoft.com/office/drawing/2014/main" id="{CD96FA1C-E888-CFE5-1274-DFB7B568A999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2" name="TextBox 161">
              <a:extLst>
                <a:ext uri="{FF2B5EF4-FFF2-40B4-BE49-F238E27FC236}">
                  <a16:creationId xmlns:a16="http://schemas.microsoft.com/office/drawing/2014/main" id="{C8B0FEA8-A0C6-9AFF-F2AF-8A0570C319C7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?</a:t>
              </a:r>
            </a:p>
          </p:txBody>
        </p:sp>
        <p:sp>
          <p:nvSpPr>
            <p:cNvPr id="163" name="TextBox 162">
              <a:extLst>
                <a:ext uri="{FF2B5EF4-FFF2-40B4-BE49-F238E27FC236}">
                  <a16:creationId xmlns:a16="http://schemas.microsoft.com/office/drawing/2014/main" id="{30A42285-63C1-D451-4AD5-9D5948FEB157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6081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6</a:t>
              </a:r>
            </a:p>
          </p:txBody>
        </p:sp>
      </p:grp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D55A7161-BD71-D263-F886-F6551CCEA2AA}"/>
              </a:ext>
            </a:extLst>
          </p:cNvPr>
          <p:cNvGrpSpPr/>
          <p:nvPr/>
        </p:nvGrpSpPr>
        <p:grpSpPr>
          <a:xfrm>
            <a:off x="9206609" y="5659763"/>
            <a:ext cx="721581" cy="1034973"/>
            <a:chOff x="4441717" y="4154269"/>
            <a:chExt cx="944489" cy="1363365"/>
          </a:xfrm>
        </p:grpSpPr>
        <p:sp>
          <p:nvSpPr>
            <p:cNvPr id="165" name="Rectangle 164">
              <a:extLst>
                <a:ext uri="{FF2B5EF4-FFF2-40B4-BE49-F238E27FC236}">
                  <a16:creationId xmlns:a16="http://schemas.microsoft.com/office/drawing/2014/main" id="{820F7CC2-8E1B-9363-E2A1-228DC41B9B72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6" name="TextBox 165">
              <a:extLst>
                <a:ext uri="{FF2B5EF4-FFF2-40B4-BE49-F238E27FC236}">
                  <a16:creationId xmlns:a16="http://schemas.microsoft.com/office/drawing/2014/main" id="{7F0F3AEE-7B1D-E79D-474F-8203F472AFD9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?</a:t>
              </a:r>
            </a:p>
          </p:txBody>
        </p:sp>
        <p:sp>
          <p:nvSpPr>
            <p:cNvPr id="167" name="TextBox 166">
              <a:extLst>
                <a:ext uri="{FF2B5EF4-FFF2-40B4-BE49-F238E27FC236}">
                  <a16:creationId xmlns:a16="http://schemas.microsoft.com/office/drawing/2014/main" id="{5997CBD4-AF6D-B33C-37F7-4A9812665883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6081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8</a:t>
              </a:r>
            </a:p>
          </p:txBody>
        </p:sp>
      </p:grpSp>
      <p:grpSp>
        <p:nvGrpSpPr>
          <p:cNvPr id="168" name="Group 167">
            <a:extLst>
              <a:ext uri="{FF2B5EF4-FFF2-40B4-BE49-F238E27FC236}">
                <a16:creationId xmlns:a16="http://schemas.microsoft.com/office/drawing/2014/main" id="{2988BE3D-9A86-46BF-93A6-CAB76D4E399D}"/>
              </a:ext>
            </a:extLst>
          </p:cNvPr>
          <p:cNvGrpSpPr/>
          <p:nvPr/>
        </p:nvGrpSpPr>
        <p:grpSpPr>
          <a:xfrm>
            <a:off x="8452006" y="5659763"/>
            <a:ext cx="721581" cy="1034973"/>
            <a:chOff x="4441717" y="4154269"/>
            <a:chExt cx="944489" cy="1363365"/>
          </a:xfrm>
        </p:grpSpPr>
        <p:sp>
          <p:nvSpPr>
            <p:cNvPr id="169" name="Rectangle 168">
              <a:extLst>
                <a:ext uri="{FF2B5EF4-FFF2-40B4-BE49-F238E27FC236}">
                  <a16:creationId xmlns:a16="http://schemas.microsoft.com/office/drawing/2014/main" id="{82058134-D2A3-48EF-4C15-3135059230B5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0" name="TextBox 169">
              <a:extLst>
                <a:ext uri="{FF2B5EF4-FFF2-40B4-BE49-F238E27FC236}">
                  <a16:creationId xmlns:a16="http://schemas.microsoft.com/office/drawing/2014/main" id="{A9CBECCC-C641-444F-C728-A991E9D414AC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?</a:t>
              </a:r>
            </a:p>
          </p:txBody>
        </p:sp>
        <p:sp>
          <p:nvSpPr>
            <p:cNvPr id="171" name="TextBox 170">
              <a:extLst>
                <a:ext uri="{FF2B5EF4-FFF2-40B4-BE49-F238E27FC236}">
                  <a16:creationId xmlns:a16="http://schemas.microsoft.com/office/drawing/2014/main" id="{1DAD5414-2C87-D5A2-0425-96C0A986CE91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6081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7</a:t>
              </a:r>
            </a:p>
          </p:txBody>
        </p:sp>
      </p:grp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69FB3FC3-8C00-C592-C48B-A8A14DA345E5}"/>
              </a:ext>
            </a:extLst>
          </p:cNvPr>
          <p:cNvGrpSpPr/>
          <p:nvPr/>
        </p:nvGrpSpPr>
        <p:grpSpPr>
          <a:xfrm>
            <a:off x="9961212" y="5659763"/>
            <a:ext cx="721581" cy="1034973"/>
            <a:chOff x="4441717" y="4154269"/>
            <a:chExt cx="944489" cy="1363365"/>
          </a:xfrm>
        </p:grpSpPr>
        <p:sp>
          <p:nvSpPr>
            <p:cNvPr id="173" name="Rectangle 172">
              <a:extLst>
                <a:ext uri="{FF2B5EF4-FFF2-40B4-BE49-F238E27FC236}">
                  <a16:creationId xmlns:a16="http://schemas.microsoft.com/office/drawing/2014/main" id="{D8F5F7B7-C76C-E5AB-2DAD-FACFA0DA8C84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4" name="TextBox 173">
              <a:extLst>
                <a:ext uri="{FF2B5EF4-FFF2-40B4-BE49-F238E27FC236}">
                  <a16:creationId xmlns:a16="http://schemas.microsoft.com/office/drawing/2014/main" id="{EC10EE80-83FA-9A94-7EB8-A6332040D1B9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?</a:t>
              </a:r>
            </a:p>
          </p:txBody>
        </p:sp>
        <p:sp>
          <p:nvSpPr>
            <p:cNvPr id="175" name="TextBox 174">
              <a:extLst>
                <a:ext uri="{FF2B5EF4-FFF2-40B4-BE49-F238E27FC236}">
                  <a16:creationId xmlns:a16="http://schemas.microsoft.com/office/drawing/2014/main" id="{DFCE0D9C-CBD4-F284-60AF-F8DC8DD8DB99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6081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9</a:t>
              </a:r>
            </a:p>
          </p:txBody>
        </p:sp>
      </p:grpSp>
      <p:grpSp>
        <p:nvGrpSpPr>
          <p:cNvPr id="176" name="Group 175">
            <a:extLst>
              <a:ext uri="{FF2B5EF4-FFF2-40B4-BE49-F238E27FC236}">
                <a16:creationId xmlns:a16="http://schemas.microsoft.com/office/drawing/2014/main" id="{34E87EE0-342A-13C9-67CE-BBAED3F36E89}"/>
              </a:ext>
            </a:extLst>
          </p:cNvPr>
          <p:cNvGrpSpPr/>
          <p:nvPr/>
        </p:nvGrpSpPr>
        <p:grpSpPr>
          <a:xfrm>
            <a:off x="10715815" y="5659763"/>
            <a:ext cx="721581" cy="1034973"/>
            <a:chOff x="4441717" y="4154269"/>
            <a:chExt cx="944489" cy="1363365"/>
          </a:xfrm>
        </p:grpSpPr>
        <p:sp>
          <p:nvSpPr>
            <p:cNvPr id="177" name="Rectangle 176">
              <a:extLst>
                <a:ext uri="{FF2B5EF4-FFF2-40B4-BE49-F238E27FC236}">
                  <a16:creationId xmlns:a16="http://schemas.microsoft.com/office/drawing/2014/main" id="{083BD5BF-585A-7A01-A2F7-9272264788C5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8" name="TextBox 177">
              <a:extLst>
                <a:ext uri="{FF2B5EF4-FFF2-40B4-BE49-F238E27FC236}">
                  <a16:creationId xmlns:a16="http://schemas.microsoft.com/office/drawing/2014/main" id="{FAAD5B28-056B-D925-879B-9FADA139C23F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?</a:t>
              </a:r>
            </a:p>
          </p:txBody>
        </p:sp>
        <p:sp>
          <p:nvSpPr>
            <p:cNvPr id="179" name="TextBox 178">
              <a:extLst>
                <a:ext uri="{FF2B5EF4-FFF2-40B4-BE49-F238E27FC236}">
                  <a16:creationId xmlns:a16="http://schemas.microsoft.com/office/drawing/2014/main" id="{D59592B0-2B9D-053C-0153-515C67BD5AEC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6081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10</a:t>
              </a:r>
            </a:p>
          </p:txBody>
        </p:sp>
      </p:grpSp>
      <p:sp>
        <p:nvSpPr>
          <p:cNvPr id="180" name="TextBox 179">
            <a:extLst>
              <a:ext uri="{FF2B5EF4-FFF2-40B4-BE49-F238E27FC236}">
                <a16:creationId xmlns:a16="http://schemas.microsoft.com/office/drawing/2014/main" id="{3EF06399-275C-B0BC-5367-13DE639F8249}"/>
              </a:ext>
            </a:extLst>
          </p:cNvPr>
          <p:cNvSpPr txBox="1"/>
          <p:nvPr/>
        </p:nvSpPr>
        <p:spPr>
          <a:xfrm>
            <a:off x="1205948" y="6109064"/>
            <a:ext cx="1451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new_result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181" name="Straight Arrow Connector 180">
            <a:extLst>
              <a:ext uri="{FF2B5EF4-FFF2-40B4-BE49-F238E27FC236}">
                <a16:creationId xmlns:a16="http://schemas.microsoft.com/office/drawing/2014/main" id="{F384FB85-96BC-3274-BDED-2BB4BBD032F1}"/>
              </a:ext>
            </a:extLst>
          </p:cNvPr>
          <p:cNvCxnSpPr>
            <a:cxnSpLocks/>
            <a:endCxn id="70" idx="1"/>
          </p:cNvCxnSpPr>
          <p:nvPr/>
        </p:nvCxnSpPr>
        <p:spPr>
          <a:xfrm>
            <a:off x="2598161" y="6293730"/>
            <a:ext cx="571624" cy="778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82" name="Group 181">
            <a:extLst>
              <a:ext uri="{FF2B5EF4-FFF2-40B4-BE49-F238E27FC236}">
                <a16:creationId xmlns:a16="http://schemas.microsoft.com/office/drawing/2014/main" id="{441CA5DD-28CB-CC91-F66D-1FC55350A334}"/>
              </a:ext>
            </a:extLst>
          </p:cNvPr>
          <p:cNvGrpSpPr/>
          <p:nvPr/>
        </p:nvGrpSpPr>
        <p:grpSpPr>
          <a:xfrm>
            <a:off x="11459438" y="5659763"/>
            <a:ext cx="721581" cy="1034973"/>
            <a:chOff x="4441717" y="4154269"/>
            <a:chExt cx="944489" cy="1363365"/>
          </a:xfrm>
        </p:grpSpPr>
        <p:sp>
          <p:nvSpPr>
            <p:cNvPr id="183" name="Rectangle 182">
              <a:extLst>
                <a:ext uri="{FF2B5EF4-FFF2-40B4-BE49-F238E27FC236}">
                  <a16:creationId xmlns:a16="http://schemas.microsoft.com/office/drawing/2014/main" id="{AB1D14E8-5A45-7283-A59E-A3589A651E0C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4" name="TextBox 183">
              <a:extLst>
                <a:ext uri="{FF2B5EF4-FFF2-40B4-BE49-F238E27FC236}">
                  <a16:creationId xmlns:a16="http://schemas.microsoft.com/office/drawing/2014/main" id="{9325F028-323E-17DD-83F1-C9D5F4F937A2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?</a:t>
              </a:r>
            </a:p>
          </p:txBody>
        </p:sp>
        <p:sp>
          <p:nvSpPr>
            <p:cNvPr id="185" name="TextBox 184">
              <a:extLst>
                <a:ext uri="{FF2B5EF4-FFF2-40B4-BE49-F238E27FC236}">
                  <a16:creationId xmlns:a16="http://schemas.microsoft.com/office/drawing/2014/main" id="{09E85783-DE27-6F54-C74A-4F31A936924B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6081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11</a:t>
              </a:r>
            </a:p>
          </p:txBody>
        </p:sp>
      </p:grpSp>
      <p:sp>
        <p:nvSpPr>
          <p:cNvPr id="186" name="TextBox 185">
            <a:extLst>
              <a:ext uri="{FF2B5EF4-FFF2-40B4-BE49-F238E27FC236}">
                <a16:creationId xmlns:a16="http://schemas.microsoft.com/office/drawing/2014/main" id="{1360A024-73AA-496D-B52D-AE70038A6039}"/>
              </a:ext>
            </a:extLst>
          </p:cNvPr>
          <p:cNvSpPr txBox="1"/>
          <p:nvPr/>
        </p:nvSpPr>
        <p:spPr>
          <a:xfrm>
            <a:off x="5897076" y="3967180"/>
            <a:ext cx="1865386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We first copy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result</a:t>
            </a:r>
            <a:r>
              <a:rPr lang="en-US" dirty="0"/>
              <a:t> into the new array …</a:t>
            </a:r>
          </a:p>
        </p:txBody>
      </p:sp>
    </p:spTree>
    <p:extLst>
      <p:ext uri="{BB962C8B-B14F-4D97-AF65-F5344CB8AC3E}">
        <p14:creationId xmlns:p14="http://schemas.microsoft.com/office/powerpoint/2010/main" val="28136390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94EC3A-1508-733F-1988-E5E9239E74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B5D9B-13F8-57A7-E27E-C9E07F99BC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06375"/>
            <a:ext cx="5583382" cy="1325563"/>
          </a:xfrm>
        </p:spPr>
        <p:txBody>
          <a:bodyPr/>
          <a:lstStyle/>
          <a:p>
            <a:r>
              <a:rPr lang="en-US" dirty="0"/>
              <a:t>C-strings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6083B4-0914-F012-EDC2-695998CB073A}"/>
              </a:ext>
            </a:extLst>
          </p:cNvPr>
          <p:cNvSpPr txBox="1"/>
          <p:nvPr/>
        </p:nvSpPr>
        <p:spPr>
          <a:xfrm>
            <a:off x="422564" y="935182"/>
            <a:ext cx="5376793" cy="48013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const char* first = "Hello";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const char* second = " Moon!";</a:t>
            </a:r>
          </a:p>
          <a:p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&lt;&lt; first &lt;&lt; "\n";  // "Hello"</a:t>
            </a:r>
          </a:p>
          <a:p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&lt;&lt; second &lt;&lt; "\n"; // " Moon!"</a:t>
            </a:r>
          </a:p>
          <a:p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b="1" dirty="0">
                <a:latin typeface="Consolas" panose="020B0609020204030204" pitchFamily="49" charset="0"/>
                <a:cs typeface="Consolas" panose="020B0609020204030204" pitchFamily="49" charset="0"/>
              </a:rPr>
              <a:t>// copy first to result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int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first_len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strlen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(first);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char* result = new char[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first_len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+ 1];</a:t>
            </a:r>
          </a:p>
          <a:p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strcpy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(result, first);</a:t>
            </a:r>
          </a:p>
          <a:p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&lt;&lt; result &lt;&lt; "\n";</a:t>
            </a:r>
          </a:p>
          <a:p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b="1" dirty="0">
                <a:latin typeface="Consolas" panose="020B0609020204030204" pitchFamily="49" charset="0"/>
                <a:cs typeface="Consolas" panose="020B0609020204030204" pitchFamily="49" charset="0"/>
              </a:rPr>
              <a:t>// append second to result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int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second_len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strlen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(second);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int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new_len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first_len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+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second_len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char*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new_result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= new char[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new_len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+ 1];</a:t>
            </a:r>
          </a:p>
          <a:p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strcpy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new_result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, result);</a:t>
            </a:r>
          </a:p>
          <a:p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strcat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CA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new_result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second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79374329-6471-42DF-25E0-535EC8AF3154}"/>
              </a:ext>
            </a:extLst>
          </p:cNvPr>
          <p:cNvGrpSpPr/>
          <p:nvPr/>
        </p:nvGrpSpPr>
        <p:grpSpPr>
          <a:xfrm>
            <a:off x="6459913" y="312965"/>
            <a:ext cx="849096" cy="1026087"/>
            <a:chOff x="4441717" y="4154269"/>
            <a:chExt cx="944489" cy="122926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AEA1F20-7117-4812-E56F-58189116FEAF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3040975-24D7-0761-4D17-7B7BF89F6B88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H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8084B72-F80A-0A39-9A5A-61583A5357DC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B45FDEF-E2BA-1024-7916-A1174B71D5CD}"/>
              </a:ext>
            </a:extLst>
          </p:cNvPr>
          <p:cNvGrpSpPr/>
          <p:nvPr/>
        </p:nvGrpSpPr>
        <p:grpSpPr>
          <a:xfrm>
            <a:off x="8231103" y="312965"/>
            <a:ext cx="849096" cy="1026087"/>
            <a:chOff x="4441717" y="4154269"/>
            <a:chExt cx="944489" cy="122926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CE71037-197E-C784-F239-112B9AFE6DFA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ADCED2C1-5B1C-C0BC-2222-64C410A180DE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l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906DF88-5A5B-75A6-7D08-AF32BE470E9D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09AAA6C-A9DE-E943-6837-1A76039307EF}"/>
              </a:ext>
            </a:extLst>
          </p:cNvPr>
          <p:cNvGrpSpPr/>
          <p:nvPr/>
        </p:nvGrpSpPr>
        <p:grpSpPr>
          <a:xfrm>
            <a:off x="7345508" y="312965"/>
            <a:ext cx="849096" cy="1026087"/>
            <a:chOff x="4441717" y="4154269"/>
            <a:chExt cx="944489" cy="1229260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F2156D30-C398-E51E-38FA-BAC34733BABC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BC209F53-76B4-CBAD-02C2-D51CB21A6686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e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C1C3A4D3-BE64-CC8C-3C52-E62B9A1213B1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2BB9EDB4-A42F-9E2E-B174-A4F82C5BC82A}"/>
              </a:ext>
            </a:extLst>
          </p:cNvPr>
          <p:cNvGrpSpPr/>
          <p:nvPr/>
        </p:nvGrpSpPr>
        <p:grpSpPr>
          <a:xfrm>
            <a:off x="9116699" y="312965"/>
            <a:ext cx="849096" cy="1026087"/>
            <a:chOff x="4441717" y="4154269"/>
            <a:chExt cx="944489" cy="1229260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220C62D-F01D-2821-0AB0-D4219337554B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41F2E7D-954D-3630-31F4-4AA8C3474DB0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l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57F84D8D-8AF6-74DD-65DC-4DC27FAA2BAC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66C00478-537F-D4A2-C52D-AE02F6BF12A6}"/>
              </a:ext>
            </a:extLst>
          </p:cNvPr>
          <p:cNvGrpSpPr/>
          <p:nvPr/>
        </p:nvGrpSpPr>
        <p:grpSpPr>
          <a:xfrm>
            <a:off x="10002294" y="312965"/>
            <a:ext cx="849096" cy="1026087"/>
            <a:chOff x="4441717" y="4154269"/>
            <a:chExt cx="944489" cy="1229260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0B33ED28-54D0-BC8D-DD88-778AB5AFB00D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4183033B-7653-B34A-C060-7DA103374B57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o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0D8DEB5F-969F-621F-E219-E723C276EF80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50B5EE00-AC90-C653-122E-ACF067F279B4}"/>
              </a:ext>
            </a:extLst>
          </p:cNvPr>
          <p:cNvGrpSpPr/>
          <p:nvPr/>
        </p:nvGrpSpPr>
        <p:grpSpPr>
          <a:xfrm>
            <a:off x="10887891" y="312965"/>
            <a:ext cx="849096" cy="1026087"/>
            <a:chOff x="4441717" y="4154269"/>
            <a:chExt cx="944489" cy="1229260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B883BFAB-7325-667F-0518-741E11F04CA0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95E8EA8-D402-34B2-6C51-A14C5061823D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\0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473CF279-2929-C885-8BB8-A18B7E3000CF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5</a:t>
              </a:r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2502675B-2B34-3E39-ECD3-3C91EBE23B45}"/>
              </a:ext>
            </a:extLst>
          </p:cNvPr>
          <p:cNvSpPr txBox="1"/>
          <p:nvPr/>
        </p:nvSpPr>
        <p:spPr>
          <a:xfrm>
            <a:off x="5594882" y="97700"/>
            <a:ext cx="735250" cy="3082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first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E15117E5-1D31-B0BD-D751-B7269D08F08C}"/>
              </a:ext>
            </a:extLst>
          </p:cNvPr>
          <p:cNvCxnSpPr>
            <a:cxnSpLocks/>
          </p:cNvCxnSpPr>
          <p:nvPr/>
        </p:nvCxnSpPr>
        <p:spPr>
          <a:xfrm>
            <a:off x="6298050" y="433028"/>
            <a:ext cx="187802" cy="2480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5" name="Group 34">
            <a:extLst>
              <a:ext uri="{FF2B5EF4-FFF2-40B4-BE49-F238E27FC236}">
                <a16:creationId xmlns:a16="http://schemas.microsoft.com/office/drawing/2014/main" id="{EA0FB576-4F53-5D7E-C530-F53BDF1A3AF6}"/>
              </a:ext>
            </a:extLst>
          </p:cNvPr>
          <p:cNvGrpSpPr/>
          <p:nvPr/>
        </p:nvGrpSpPr>
        <p:grpSpPr>
          <a:xfrm>
            <a:off x="6531352" y="1612392"/>
            <a:ext cx="721581" cy="1034973"/>
            <a:chOff x="4441717" y="4154269"/>
            <a:chExt cx="944489" cy="1363365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CABACF9A-F887-71A9-0F46-4EB70AA068C7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BAC43069-8030-C964-2E60-1AD53A33895C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▮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CC2C84BF-0208-0DFD-3F61-A2D80C51D67A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B698B253-F2F5-0E44-E318-AE50BC95A71B}"/>
              </a:ext>
            </a:extLst>
          </p:cNvPr>
          <p:cNvGrpSpPr/>
          <p:nvPr/>
        </p:nvGrpSpPr>
        <p:grpSpPr>
          <a:xfrm>
            <a:off x="8026036" y="1612392"/>
            <a:ext cx="721581" cy="1034973"/>
            <a:chOff x="4441717" y="4154269"/>
            <a:chExt cx="944489" cy="1363365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5D8A3650-A229-E2F2-5D09-6AC199346A46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B995CAAF-1D94-C4EF-DCBE-5AF00BF80A04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o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1A72D896-AD29-A590-DBAE-2E070F26E266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B1897A26-A15E-DFC9-25A0-C47874CF61BE}"/>
              </a:ext>
            </a:extLst>
          </p:cNvPr>
          <p:cNvGrpSpPr/>
          <p:nvPr/>
        </p:nvGrpSpPr>
        <p:grpSpPr>
          <a:xfrm>
            <a:off x="7278694" y="1612392"/>
            <a:ext cx="721581" cy="1034973"/>
            <a:chOff x="4441717" y="4154269"/>
            <a:chExt cx="944489" cy="1363365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6C0F510A-2D06-691A-F57C-DD1E6394099F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CE035121-27DD-1787-11DC-4F518BBF8F83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M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11B7185E-9085-ABF5-1253-9CF5581BA20E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10721B5D-1FE2-65BE-3A74-FC2FCEBD6400}"/>
              </a:ext>
            </a:extLst>
          </p:cNvPr>
          <p:cNvGrpSpPr/>
          <p:nvPr/>
        </p:nvGrpSpPr>
        <p:grpSpPr>
          <a:xfrm>
            <a:off x="8773378" y="1612391"/>
            <a:ext cx="721581" cy="1034973"/>
            <a:chOff x="4441717" y="4154269"/>
            <a:chExt cx="944489" cy="1363365"/>
          </a:xfrm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867731D0-052A-50B3-6588-F8FDFA82CA79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05A21594-CC71-4DC4-653F-73A646897A5B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o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6E32DB5D-3C50-826B-84DC-9D983EFCEF63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C8C9C592-29BD-C541-6F36-BAC49451E6E3}"/>
              </a:ext>
            </a:extLst>
          </p:cNvPr>
          <p:cNvGrpSpPr/>
          <p:nvPr/>
        </p:nvGrpSpPr>
        <p:grpSpPr>
          <a:xfrm>
            <a:off x="9520720" y="1612392"/>
            <a:ext cx="721581" cy="1034973"/>
            <a:chOff x="4441717" y="4154269"/>
            <a:chExt cx="944489" cy="1363365"/>
          </a:xfrm>
        </p:grpSpPr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93502726-E167-01A8-26F8-2CA14711F8C7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9E9BFF77-DF2C-3027-A679-DCDB9D61DB4E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n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5D927245-249F-C55C-5E2F-1E33C1BBD7C5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F30999D6-1FAB-E2E6-B9C8-95D7B6F774E5}"/>
              </a:ext>
            </a:extLst>
          </p:cNvPr>
          <p:cNvGrpSpPr/>
          <p:nvPr/>
        </p:nvGrpSpPr>
        <p:grpSpPr>
          <a:xfrm>
            <a:off x="10268062" y="1612392"/>
            <a:ext cx="721581" cy="1034973"/>
            <a:chOff x="4441717" y="4154269"/>
            <a:chExt cx="944489" cy="1363365"/>
          </a:xfrm>
        </p:grpSpPr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6E2FFC22-14A0-A80C-D0A1-A1E9BAD939F0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2FFFC79D-1A1C-8FE8-40E5-96A19C47B631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!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E03086B3-EFEA-AE38-D429-AEB085730D34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5</a:t>
              </a:r>
            </a:p>
          </p:txBody>
        </p:sp>
      </p:grpSp>
      <p:sp>
        <p:nvSpPr>
          <p:cNvPr id="59" name="TextBox 58">
            <a:extLst>
              <a:ext uri="{FF2B5EF4-FFF2-40B4-BE49-F238E27FC236}">
                <a16:creationId xmlns:a16="http://schemas.microsoft.com/office/drawing/2014/main" id="{A3CD6A59-9DE4-AAB1-CA90-BC81FE59E7E9}"/>
              </a:ext>
            </a:extLst>
          </p:cNvPr>
          <p:cNvSpPr txBox="1"/>
          <p:nvPr/>
        </p:nvSpPr>
        <p:spPr>
          <a:xfrm>
            <a:off x="5515424" y="1413492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second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3E85942C-9240-3A3E-1025-0BF4200B4197}"/>
              </a:ext>
            </a:extLst>
          </p:cNvPr>
          <p:cNvCxnSpPr>
            <a:cxnSpLocks/>
          </p:cNvCxnSpPr>
          <p:nvPr/>
        </p:nvCxnSpPr>
        <p:spPr>
          <a:xfrm>
            <a:off x="6366322" y="1725343"/>
            <a:ext cx="187073" cy="2111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1" name="Group 60">
            <a:extLst>
              <a:ext uri="{FF2B5EF4-FFF2-40B4-BE49-F238E27FC236}">
                <a16:creationId xmlns:a16="http://schemas.microsoft.com/office/drawing/2014/main" id="{E2E7F65B-EA2F-9CD0-26A7-54800A94FDF4}"/>
              </a:ext>
            </a:extLst>
          </p:cNvPr>
          <p:cNvGrpSpPr/>
          <p:nvPr/>
        </p:nvGrpSpPr>
        <p:grpSpPr>
          <a:xfrm>
            <a:off x="11015407" y="1614195"/>
            <a:ext cx="721581" cy="1034973"/>
            <a:chOff x="4441717" y="4154269"/>
            <a:chExt cx="944489" cy="1363365"/>
          </a:xfrm>
        </p:grpSpPr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AA05675E-84EE-5611-3D69-AD93012767EB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325AA9E6-0570-8E29-BA14-9E807B920E13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\0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54FAEBBA-4DB4-F647-C5EC-046F71B2A296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5</a:t>
              </a:r>
            </a:p>
          </p:txBody>
        </p:sp>
      </p:grpSp>
      <p:sp>
        <p:nvSpPr>
          <p:cNvPr id="65" name="TextBox 64">
            <a:extLst>
              <a:ext uri="{FF2B5EF4-FFF2-40B4-BE49-F238E27FC236}">
                <a16:creationId xmlns:a16="http://schemas.microsoft.com/office/drawing/2014/main" id="{BAF26523-18A5-FAAE-7513-CFD7445BDA76}"/>
              </a:ext>
            </a:extLst>
          </p:cNvPr>
          <p:cNvSpPr txBox="1"/>
          <p:nvPr/>
        </p:nvSpPr>
        <p:spPr>
          <a:xfrm>
            <a:off x="6652734" y="2503096"/>
            <a:ext cx="52290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space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5CEFF1B-5F1B-369F-78FF-49EE83900FDE}"/>
              </a:ext>
            </a:extLst>
          </p:cNvPr>
          <p:cNvGrpSpPr/>
          <p:nvPr/>
        </p:nvGrpSpPr>
        <p:grpSpPr>
          <a:xfrm>
            <a:off x="6531353" y="2660357"/>
            <a:ext cx="5205634" cy="917730"/>
            <a:chOff x="6089960" y="2892326"/>
            <a:chExt cx="5869936" cy="1229260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205BF13-95ED-EBEE-EB9D-FD9C812CEB0B}"/>
                </a:ext>
              </a:extLst>
            </p:cNvPr>
            <p:cNvGrpSpPr/>
            <p:nvPr/>
          </p:nvGrpSpPr>
          <p:grpSpPr>
            <a:xfrm>
              <a:off x="6089960" y="2892326"/>
              <a:ext cx="944489" cy="1229260"/>
              <a:chOff x="4441717" y="4154269"/>
              <a:chExt cx="944489" cy="1229260"/>
            </a:xfrm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00C66078-4A54-EDD7-4B22-651CE7A91B7A}"/>
                  </a:ext>
                </a:extLst>
              </p:cNvPr>
              <p:cNvSpPr/>
              <p:nvPr/>
            </p:nvSpPr>
            <p:spPr>
              <a:xfrm>
                <a:off x="4470570" y="4595253"/>
                <a:ext cx="915636" cy="788276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562AD35A-FAAF-E375-AC67-EFE0C911BE34}"/>
                  </a:ext>
                </a:extLst>
              </p:cNvPr>
              <p:cNvSpPr txBox="1"/>
              <p:nvPr/>
            </p:nvSpPr>
            <p:spPr>
              <a:xfrm>
                <a:off x="4441717" y="4666226"/>
                <a:ext cx="94448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600" dirty="0">
                    <a:solidFill>
                      <a:srgbClr val="FF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H</a:t>
                </a:r>
              </a:p>
            </p:txBody>
          </p:sp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BA325F3D-3306-A86C-D455-074007C54CDE}"/>
                  </a:ext>
                </a:extLst>
              </p:cNvPr>
              <p:cNvSpPr txBox="1"/>
              <p:nvPr/>
            </p:nvSpPr>
            <p:spPr>
              <a:xfrm>
                <a:off x="4470571" y="4154269"/>
                <a:ext cx="91563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0</a:t>
                </a:r>
              </a:p>
            </p:txBody>
          </p:sp>
        </p:grpSp>
        <p:grpSp>
          <p:nvGrpSpPr>
            <p:cNvPr id="100" name="Group 99">
              <a:extLst>
                <a:ext uri="{FF2B5EF4-FFF2-40B4-BE49-F238E27FC236}">
                  <a16:creationId xmlns:a16="http://schemas.microsoft.com/office/drawing/2014/main" id="{347716BA-A933-D184-DE85-DBD2B98DCDE7}"/>
                </a:ext>
              </a:extLst>
            </p:cNvPr>
            <p:cNvGrpSpPr/>
            <p:nvPr/>
          </p:nvGrpSpPr>
          <p:grpSpPr>
            <a:xfrm>
              <a:off x="8060138" y="2892326"/>
              <a:ext cx="944489" cy="1229260"/>
              <a:chOff x="4441717" y="4154269"/>
              <a:chExt cx="944489" cy="1229260"/>
            </a:xfrm>
          </p:grpSpPr>
          <p:sp>
            <p:nvSpPr>
              <p:cNvPr id="101" name="Rectangle 100">
                <a:extLst>
                  <a:ext uri="{FF2B5EF4-FFF2-40B4-BE49-F238E27FC236}">
                    <a16:creationId xmlns:a16="http://schemas.microsoft.com/office/drawing/2014/main" id="{5E772B70-47AD-84F0-15B5-29E4C9969F9E}"/>
                  </a:ext>
                </a:extLst>
              </p:cNvPr>
              <p:cNvSpPr/>
              <p:nvPr/>
            </p:nvSpPr>
            <p:spPr>
              <a:xfrm>
                <a:off x="4470570" y="4595253"/>
                <a:ext cx="915636" cy="788276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4C8C4BB6-E6D2-6110-5045-E9E65D171A6E}"/>
                  </a:ext>
                </a:extLst>
              </p:cNvPr>
              <p:cNvSpPr txBox="1"/>
              <p:nvPr/>
            </p:nvSpPr>
            <p:spPr>
              <a:xfrm>
                <a:off x="4441717" y="4666226"/>
                <a:ext cx="94448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600" dirty="0">
                    <a:solidFill>
                      <a:srgbClr val="FF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l</a:t>
                </a:r>
              </a:p>
            </p:txBody>
          </p:sp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EF156B31-50DF-4FA3-26A3-7F800C2AD912}"/>
                  </a:ext>
                </a:extLst>
              </p:cNvPr>
              <p:cNvSpPr txBox="1"/>
              <p:nvPr/>
            </p:nvSpPr>
            <p:spPr>
              <a:xfrm>
                <a:off x="4470571" y="4154269"/>
                <a:ext cx="91563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2</a:t>
                </a:r>
              </a:p>
            </p:txBody>
          </p:sp>
        </p:grpSp>
        <p:grpSp>
          <p:nvGrpSpPr>
            <p:cNvPr id="104" name="Group 103">
              <a:extLst>
                <a:ext uri="{FF2B5EF4-FFF2-40B4-BE49-F238E27FC236}">
                  <a16:creationId xmlns:a16="http://schemas.microsoft.com/office/drawing/2014/main" id="{D034E97A-D520-54DA-B37B-4940FD80CDF7}"/>
                </a:ext>
              </a:extLst>
            </p:cNvPr>
            <p:cNvGrpSpPr/>
            <p:nvPr/>
          </p:nvGrpSpPr>
          <p:grpSpPr>
            <a:xfrm>
              <a:off x="7075049" y="2892326"/>
              <a:ext cx="944489" cy="1229260"/>
              <a:chOff x="4441717" y="4154269"/>
              <a:chExt cx="944489" cy="1229260"/>
            </a:xfrm>
          </p:grpSpPr>
          <p:sp>
            <p:nvSpPr>
              <p:cNvPr id="105" name="Rectangle 104">
                <a:extLst>
                  <a:ext uri="{FF2B5EF4-FFF2-40B4-BE49-F238E27FC236}">
                    <a16:creationId xmlns:a16="http://schemas.microsoft.com/office/drawing/2014/main" id="{42E498D8-2B79-5334-870A-95A05ECF36B0}"/>
                  </a:ext>
                </a:extLst>
              </p:cNvPr>
              <p:cNvSpPr/>
              <p:nvPr/>
            </p:nvSpPr>
            <p:spPr>
              <a:xfrm>
                <a:off x="4470570" y="4595253"/>
                <a:ext cx="915636" cy="788276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B8120BCF-60C4-BE79-E728-F00CD6777BEC}"/>
                  </a:ext>
                </a:extLst>
              </p:cNvPr>
              <p:cNvSpPr txBox="1"/>
              <p:nvPr/>
            </p:nvSpPr>
            <p:spPr>
              <a:xfrm>
                <a:off x="4441717" y="4666226"/>
                <a:ext cx="94448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600" dirty="0">
                    <a:solidFill>
                      <a:srgbClr val="FF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e</a:t>
                </a:r>
              </a:p>
            </p:txBody>
          </p:sp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E66E777E-B902-14E5-253E-659019FCB9C6}"/>
                  </a:ext>
                </a:extLst>
              </p:cNvPr>
              <p:cNvSpPr txBox="1"/>
              <p:nvPr/>
            </p:nvSpPr>
            <p:spPr>
              <a:xfrm>
                <a:off x="4470571" y="4154269"/>
                <a:ext cx="91563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</a:t>
                </a:r>
              </a:p>
            </p:txBody>
          </p:sp>
        </p:grpSp>
        <p:grpSp>
          <p:nvGrpSpPr>
            <p:cNvPr id="108" name="Group 107">
              <a:extLst>
                <a:ext uri="{FF2B5EF4-FFF2-40B4-BE49-F238E27FC236}">
                  <a16:creationId xmlns:a16="http://schemas.microsoft.com/office/drawing/2014/main" id="{2B58D862-3456-9502-B6F1-66217E0EC495}"/>
                </a:ext>
              </a:extLst>
            </p:cNvPr>
            <p:cNvGrpSpPr/>
            <p:nvPr/>
          </p:nvGrpSpPr>
          <p:grpSpPr>
            <a:xfrm>
              <a:off x="9045227" y="2892326"/>
              <a:ext cx="944489" cy="1229260"/>
              <a:chOff x="4441717" y="4154269"/>
              <a:chExt cx="944489" cy="1229260"/>
            </a:xfrm>
          </p:grpSpPr>
          <p:sp>
            <p:nvSpPr>
              <p:cNvPr id="109" name="Rectangle 108">
                <a:extLst>
                  <a:ext uri="{FF2B5EF4-FFF2-40B4-BE49-F238E27FC236}">
                    <a16:creationId xmlns:a16="http://schemas.microsoft.com/office/drawing/2014/main" id="{63FC5CC2-86A0-2A31-23A4-8E6A01BCD107}"/>
                  </a:ext>
                </a:extLst>
              </p:cNvPr>
              <p:cNvSpPr/>
              <p:nvPr/>
            </p:nvSpPr>
            <p:spPr>
              <a:xfrm>
                <a:off x="4470570" y="4595253"/>
                <a:ext cx="915636" cy="788276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51FC4039-7AF6-39D0-D49B-1E167275D088}"/>
                  </a:ext>
                </a:extLst>
              </p:cNvPr>
              <p:cNvSpPr txBox="1"/>
              <p:nvPr/>
            </p:nvSpPr>
            <p:spPr>
              <a:xfrm>
                <a:off x="4441717" y="4666226"/>
                <a:ext cx="94448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600" dirty="0">
                    <a:solidFill>
                      <a:srgbClr val="FF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l</a:t>
                </a:r>
              </a:p>
            </p:txBody>
          </p:sp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2646AEB1-2664-0C2B-197A-E776DC967D8B}"/>
                  </a:ext>
                </a:extLst>
              </p:cNvPr>
              <p:cNvSpPr txBox="1"/>
              <p:nvPr/>
            </p:nvSpPr>
            <p:spPr>
              <a:xfrm>
                <a:off x="4470571" y="4154269"/>
                <a:ext cx="91563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3</a:t>
                </a:r>
              </a:p>
            </p:txBody>
          </p:sp>
        </p:grpSp>
        <p:grpSp>
          <p:nvGrpSpPr>
            <p:cNvPr id="112" name="Group 111">
              <a:extLst>
                <a:ext uri="{FF2B5EF4-FFF2-40B4-BE49-F238E27FC236}">
                  <a16:creationId xmlns:a16="http://schemas.microsoft.com/office/drawing/2014/main" id="{C446E870-45AE-1CEA-B2DD-9B97FF039808}"/>
                </a:ext>
              </a:extLst>
            </p:cNvPr>
            <p:cNvGrpSpPr/>
            <p:nvPr/>
          </p:nvGrpSpPr>
          <p:grpSpPr>
            <a:xfrm>
              <a:off x="10030316" y="2892326"/>
              <a:ext cx="944489" cy="1229260"/>
              <a:chOff x="4441717" y="4154269"/>
              <a:chExt cx="944489" cy="1229260"/>
            </a:xfrm>
          </p:grpSpPr>
          <p:sp>
            <p:nvSpPr>
              <p:cNvPr id="113" name="Rectangle 112">
                <a:extLst>
                  <a:ext uri="{FF2B5EF4-FFF2-40B4-BE49-F238E27FC236}">
                    <a16:creationId xmlns:a16="http://schemas.microsoft.com/office/drawing/2014/main" id="{396563E9-96DA-0FE8-D096-95390415B242}"/>
                  </a:ext>
                </a:extLst>
              </p:cNvPr>
              <p:cNvSpPr/>
              <p:nvPr/>
            </p:nvSpPr>
            <p:spPr>
              <a:xfrm>
                <a:off x="4470570" y="4595253"/>
                <a:ext cx="915636" cy="788276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7FF81D32-48BD-D650-FAD8-9A6BB0D6806D}"/>
                  </a:ext>
                </a:extLst>
              </p:cNvPr>
              <p:cNvSpPr txBox="1"/>
              <p:nvPr/>
            </p:nvSpPr>
            <p:spPr>
              <a:xfrm>
                <a:off x="4441717" y="4666226"/>
                <a:ext cx="94448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600" dirty="0">
                    <a:solidFill>
                      <a:srgbClr val="FF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o</a:t>
                </a:r>
              </a:p>
            </p:txBody>
          </p:sp>
          <p:sp>
            <p:nvSpPr>
              <p:cNvPr id="115" name="TextBox 114">
                <a:extLst>
                  <a:ext uri="{FF2B5EF4-FFF2-40B4-BE49-F238E27FC236}">
                    <a16:creationId xmlns:a16="http://schemas.microsoft.com/office/drawing/2014/main" id="{85CF7F98-2E6D-9539-DA52-239A77F52D74}"/>
                  </a:ext>
                </a:extLst>
              </p:cNvPr>
              <p:cNvSpPr txBox="1"/>
              <p:nvPr/>
            </p:nvSpPr>
            <p:spPr>
              <a:xfrm>
                <a:off x="4470571" y="4154269"/>
                <a:ext cx="91563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4</a:t>
                </a:r>
              </a:p>
            </p:txBody>
          </p:sp>
        </p:grp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ABB87CDC-F7B1-3D1C-7C5F-E698A8FA6C04}"/>
                </a:ext>
              </a:extLst>
            </p:cNvPr>
            <p:cNvGrpSpPr/>
            <p:nvPr/>
          </p:nvGrpSpPr>
          <p:grpSpPr>
            <a:xfrm>
              <a:off x="11015407" y="2892326"/>
              <a:ext cx="944489" cy="1229260"/>
              <a:chOff x="4441717" y="4154269"/>
              <a:chExt cx="944489" cy="1229260"/>
            </a:xfrm>
          </p:grpSpPr>
          <p:sp>
            <p:nvSpPr>
              <p:cNvPr id="117" name="Rectangle 116">
                <a:extLst>
                  <a:ext uri="{FF2B5EF4-FFF2-40B4-BE49-F238E27FC236}">
                    <a16:creationId xmlns:a16="http://schemas.microsoft.com/office/drawing/2014/main" id="{61D790E1-9A8B-E535-9380-10295486CDFB}"/>
                  </a:ext>
                </a:extLst>
              </p:cNvPr>
              <p:cNvSpPr/>
              <p:nvPr/>
            </p:nvSpPr>
            <p:spPr>
              <a:xfrm>
                <a:off x="4470570" y="4595253"/>
                <a:ext cx="915636" cy="788276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825CE4D5-ACA9-7B8C-8D51-C4326D56CC3A}"/>
                  </a:ext>
                </a:extLst>
              </p:cNvPr>
              <p:cNvSpPr txBox="1"/>
              <p:nvPr/>
            </p:nvSpPr>
            <p:spPr>
              <a:xfrm>
                <a:off x="4441717" y="4666226"/>
                <a:ext cx="94448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600" dirty="0">
                    <a:solidFill>
                      <a:srgbClr val="FF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\0</a:t>
                </a:r>
              </a:p>
            </p:txBody>
          </p:sp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D8CE9C1A-830E-463A-15C0-A27FF8D2CC01}"/>
                  </a:ext>
                </a:extLst>
              </p:cNvPr>
              <p:cNvSpPr txBox="1"/>
              <p:nvPr/>
            </p:nvSpPr>
            <p:spPr>
              <a:xfrm>
                <a:off x="4470571" y="4154269"/>
                <a:ext cx="91563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5</a:t>
                </a:r>
              </a:p>
            </p:txBody>
          </p:sp>
        </p:grpSp>
      </p:grpSp>
      <p:sp>
        <p:nvSpPr>
          <p:cNvPr id="120" name="TextBox 119">
            <a:extLst>
              <a:ext uri="{FF2B5EF4-FFF2-40B4-BE49-F238E27FC236}">
                <a16:creationId xmlns:a16="http://schemas.microsoft.com/office/drawing/2014/main" id="{068166DD-7B23-20DA-C376-CF81D14AD707}"/>
              </a:ext>
            </a:extLst>
          </p:cNvPr>
          <p:cNvSpPr txBox="1"/>
          <p:nvPr/>
        </p:nvSpPr>
        <p:spPr>
          <a:xfrm>
            <a:off x="5424831" y="2593307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result</a:t>
            </a:r>
          </a:p>
        </p:txBody>
      </p: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9A33FB47-1CF8-CB82-891A-18FE8D45CACE}"/>
              </a:ext>
            </a:extLst>
          </p:cNvPr>
          <p:cNvCxnSpPr>
            <a:cxnSpLocks/>
          </p:cNvCxnSpPr>
          <p:nvPr/>
        </p:nvCxnSpPr>
        <p:spPr>
          <a:xfrm>
            <a:off x="6298050" y="2838737"/>
            <a:ext cx="233302" cy="1508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6" name="TextBox 185">
            <a:extLst>
              <a:ext uri="{FF2B5EF4-FFF2-40B4-BE49-F238E27FC236}">
                <a16:creationId xmlns:a16="http://schemas.microsoft.com/office/drawing/2014/main" id="{E85ACBA2-CC25-3CAD-CBDC-220978BE97B1}"/>
              </a:ext>
            </a:extLst>
          </p:cNvPr>
          <p:cNvSpPr txBox="1"/>
          <p:nvPr/>
        </p:nvSpPr>
        <p:spPr>
          <a:xfrm>
            <a:off x="5897075" y="4108684"/>
            <a:ext cx="2213255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That we use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strcat</a:t>
            </a:r>
            <a:r>
              <a:rPr lang="en-US" dirty="0"/>
              <a:t> to append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second</a:t>
            </a:r>
            <a:r>
              <a:rPr lang="en-US" dirty="0"/>
              <a:t> to the end of it …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5B20B90F-834F-E19B-5241-E8A8E1FEA86F}"/>
              </a:ext>
            </a:extLst>
          </p:cNvPr>
          <p:cNvSpPr/>
          <p:nvPr/>
        </p:nvSpPr>
        <p:spPr>
          <a:xfrm>
            <a:off x="422563" y="5368117"/>
            <a:ext cx="3553089" cy="337968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639D6FC3-A531-2262-50F0-DC17611117AA}"/>
              </a:ext>
            </a:extLst>
          </p:cNvPr>
          <p:cNvGrpSpPr/>
          <p:nvPr/>
        </p:nvGrpSpPr>
        <p:grpSpPr>
          <a:xfrm>
            <a:off x="3169785" y="5659763"/>
            <a:ext cx="721581" cy="1034973"/>
            <a:chOff x="4441717" y="4154269"/>
            <a:chExt cx="944489" cy="1363365"/>
          </a:xfrm>
        </p:grpSpPr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E34C505B-266E-4576-FC09-2B27DE040127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A186B933-DDB3-359D-D47E-15D9A6AF7E04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H</a:t>
              </a: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F7B67FDC-061E-7E60-DE11-2074EB1B483A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9E491A38-B589-F644-1E41-3DF75E82973B}"/>
              </a:ext>
            </a:extLst>
          </p:cNvPr>
          <p:cNvGrpSpPr/>
          <p:nvPr/>
        </p:nvGrpSpPr>
        <p:grpSpPr>
          <a:xfrm>
            <a:off x="4678991" y="5659763"/>
            <a:ext cx="721581" cy="1034973"/>
            <a:chOff x="4441717" y="4154269"/>
            <a:chExt cx="944489" cy="1363365"/>
          </a:xfrm>
        </p:grpSpPr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834A692A-9505-24D5-CFFB-A44DF49D6646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BC246A8A-7665-4F8B-E6B7-C889B5780518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l</a:t>
              </a: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E7F3440C-7B6E-5F0D-6CCD-409A31E4A331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</a:p>
          </p:txBody>
        </p:sp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69D44AF8-85CA-FE57-D160-BC6A8E8B3EED}"/>
              </a:ext>
            </a:extLst>
          </p:cNvPr>
          <p:cNvGrpSpPr/>
          <p:nvPr/>
        </p:nvGrpSpPr>
        <p:grpSpPr>
          <a:xfrm>
            <a:off x="3924388" y="5659763"/>
            <a:ext cx="721581" cy="1034973"/>
            <a:chOff x="4441717" y="4154269"/>
            <a:chExt cx="944489" cy="1363365"/>
          </a:xfrm>
        </p:grpSpPr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881DD290-BE31-E07B-8D0E-BF7FA9F180B8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B2B5865C-A702-4F4A-8FC8-79FF63829011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e</a:t>
              </a: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3E55B8E0-1687-0A4B-31F9-DA77D068734E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</p:txBody>
        </p:sp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7B394120-5337-4233-98AB-9BEA3C82A2F2}"/>
              </a:ext>
            </a:extLst>
          </p:cNvPr>
          <p:cNvGrpSpPr/>
          <p:nvPr/>
        </p:nvGrpSpPr>
        <p:grpSpPr>
          <a:xfrm>
            <a:off x="5433594" y="5659763"/>
            <a:ext cx="721581" cy="1034973"/>
            <a:chOff x="4441717" y="4154269"/>
            <a:chExt cx="944489" cy="1363365"/>
          </a:xfrm>
        </p:grpSpPr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8ABB49B4-7501-C634-8E4E-DCE8020EEBE1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A62FBFD4-4605-E055-A222-7ADE925DB0A5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l</a:t>
              </a: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90772891-ACA8-F313-7DA0-5C6D52A00C68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</a:p>
          </p:txBody>
        </p:sp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521BA9DF-5362-46FA-D53A-7DD64E82B6EE}"/>
              </a:ext>
            </a:extLst>
          </p:cNvPr>
          <p:cNvGrpSpPr/>
          <p:nvPr/>
        </p:nvGrpSpPr>
        <p:grpSpPr>
          <a:xfrm>
            <a:off x="6188197" y="5659763"/>
            <a:ext cx="721581" cy="1034973"/>
            <a:chOff x="4441717" y="4154269"/>
            <a:chExt cx="944489" cy="1363365"/>
          </a:xfrm>
        </p:grpSpPr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12FB63E9-ACF2-0364-AA25-59129A1BF7B4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395DA194-94D4-B3ED-FC7A-1556840F2878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o</a:t>
              </a: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5186D23F-D0ED-24C0-3924-E83EBF4DAE9B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</a:p>
          </p:txBody>
        </p:sp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5814F396-6308-796A-DB34-DD1676BF826D}"/>
              </a:ext>
            </a:extLst>
          </p:cNvPr>
          <p:cNvGrpSpPr/>
          <p:nvPr/>
        </p:nvGrpSpPr>
        <p:grpSpPr>
          <a:xfrm>
            <a:off x="6942800" y="5659764"/>
            <a:ext cx="721581" cy="1034974"/>
            <a:chOff x="4441717" y="4154269"/>
            <a:chExt cx="944489" cy="1363366"/>
          </a:xfrm>
        </p:grpSpPr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F58A16FE-4156-6531-3BAB-8244866DCA57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17D4B4FF-83E5-BC34-272D-AAB7F8C8CF51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▮</a:t>
              </a: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95A12854-A341-0665-F88A-840B436A918E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5</a:t>
              </a:r>
            </a:p>
          </p:txBody>
        </p:sp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2360DD8C-1560-3FF0-0DAE-9F481D6DF309}"/>
              </a:ext>
            </a:extLst>
          </p:cNvPr>
          <p:cNvGrpSpPr/>
          <p:nvPr/>
        </p:nvGrpSpPr>
        <p:grpSpPr>
          <a:xfrm>
            <a:off x="7697403" y="5659763"/>
            <a:ext cx="721581" cy="1034973"/>
            <a:chOff x="4441717" y="4154269"/>
            <a:chExt cx="944489" cy="1363365"/>
          </a:xfrm>
        </p:grpSpPr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143C31F4-6616-A284-7913-ED8C94F49DEB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73E94324-9B5E-B3E6-43AC-2BAE974A11AD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M</a:t>
              </a:r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E3A9E944-C08B-2A35-C27C-72604E2C8987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6081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6</a:t>
              </a:r>
            </a:p>
          </p:txBody>
        </p:sp>
      </p:grp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716B0605-8AB0-5569-B2F2-76788CA38B82}"/>
              </a:ext>
            </a:extLst>
          </p:cNvPr>
          <p:cNvGrpSpPr/>
          <p:nvPr/>
        </p:nvGrpSpPr>
        <p:grpSpPr>
          <a:xfrm>
            <a:off x="9206609" y="5659763"/>
            <a:ext cx="721581" cy="1034973"/>
            <a:chOff x="4441717" y="4154269"/>
            <a:chExt cx="944489" cy="1363365"/>
          </a:xfrm>
        </p:grpSpPr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8EE8F313-E6D0-0105-E7CA-EF182EAFC7ED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907A3205-75BD-C53B-B8BF-0E00D04625D1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o</a:t>
              </a:r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B5B1AE29-D55C-FD97-18BE-74713EA89EB8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6081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8</a:t>
              </a:r>
            </a:p>
          </p:txBody>
        </p:sp>
      </p:grp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660447B2-43DD-6433-4524-E3ADC39B238D}"/>
              </a:ext>
            </a:extLst>
          </p:cNvPr>
          <p:cNvGrpSpPr/>
          <p:nvPr/>
        </p:nvGrpSpPr>
        <p:grpSpPr>
          <a:xfrm>
            <a:off x="8452006" y="5659763"/>
            <a:ext cx="721581" cy="1034973"/>
            <a:chOff x="4441717" y="4154269"/>
            <a:chExt cx="944489" cy="1363365"/>
          </a:xfrm>
        </p:grpSpPr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5F2D41DE-E858-8776-29E4-53C81C723FB1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E45AE418-596B-34AB-6464-B884760681AA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o</a:t>
              </a:r>
            </a:p>
          </p:txBody>
        </p: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69C42811-4B87-9DA0-DFBD-C33C04781832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6081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7</a:t>
              </a:r>
            </a:p>
          </p:txBody>
        </p:sp>
      </p:grp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E48B6E98-E6D8-9FAD-748A-BC28D578CBBB}"/>
              </a:ext>
            </a:extLst>
          </p:cNvPr>
          <p:cNvGrpSpPr/>
          <p:nvPr/>
        </p:nvGrpSpPr>
        <p:grpSpPr>
          <a:xfrm>
            <a:off x="9961212" y="5659763"/>
            <a:ext cx="721581" cy="1034973"/>
            <a:chOff x="4441717" y="4154269"/>
            <a:chExt cx="944489" cy="1363365"/>
          </a:xfrm>
        </p:grpSpPr>
        <p:sp>
          <p:nvSpPr>
            <p:cNvPr id="135" name="Rectangle 134">
              <a:extLst>
                <a:ext uri="{FF2B5EF4-FFF2-40B4-BE49-F238E27FC236}">
                  <a16:creationId xmlns:a16="http://schemas.microsoft.com/office/drawing/2014/main" id="{9A70EDA9-5345-72B2-361C-01E1131CC4A5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A5397501-9EC1-E4EC-4CA2-B1CD85176B67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n</a:t>
              </a:r>
            </a:p>
          </p:txBody>
        </p:sp>
        <p:sp>
          <p:nvSpPr>
            <p:cNvPr id="137" name="TextBox 136">
              <a:extLst>
                <a:ext uri="{FF2B5EF4-FFF2-40B4-BE49-F238E27FC236}">
                  <a16:creationId xmlns:a16="http://schemas.microsoft.com/office/drawing/2014/main" id="{60159D3C-1F7E-7AFE-29BB-37C49A207D42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6081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9</a:t>
              </a:r>
            </a:p>
          </p:txBody>
        </p:sp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AB50B72B-B26A-17E9-5EA3-7937C085A3FC}"/>
              </a:ext>
            </a:extLst>
          </p:cNvPr>
          <p:cNvGrpSpPr/>
          <p:nvPr/>
        </p:nvGrpSpPr>
        <p:grpSpPr>
          <a:xfrm>
            <a:off x="10715815" y="5659763"/>
            <a:ext cx="721581" cy="1034973"/>
            <a:chOff x="4441717" y="4154269"/>
            <a:chExt cx="944489" cy="1363365"/>
          </a:xfrm>
        </p:grpSpPr>
        <p:sp>
          <p:nvSpPr>
            <p:cNvPr id="139" name="Rectangle 138">
              <a:extLst>
                <a:ext uri="{FF2B5EF4-FFF2-40B4-BE49-F238E27FC236}">
                  <a16:creationId xmlns:a16="http://schemas.microsoft.com/office/drawing/2014/main" id="{825ADC38-AA4E-A4C0-EC88-141CC442BC79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79132C8D-49E0-2657-43D2-A4898E42F601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!</a:t>
              </a:r>
            </a:p>
          </p:txBody>
        </p: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C102AAA6-8E80-B04F-ADCC-5A01F0BDA395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6081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10</a:t>
              </a:r>
            </a:p>
          </p:txBody>
        </p:sp>
      </p:grpSp>
      <p:sp>
        <p:nvSpPr>
          <p:cNvPr id="142" name="TextBox 141">
            <a:extLst>
              <a:ext uri="{FF2B5EF4-FFF2-40B4-BE49-F238E27FC236}">
                <a16:creationId xmlns:a16="http://schemas.microsoft.com/office/drawing/2014/main" id="{2670871F-39AD-BD8C-E01B-0A608BB5F7DB}"/>
              </a:ext>
            </a:extLst>
          </p:cNvPr>
          <p:cNvSpPr txBox="1"/>
          <p:nvPr/>
        </p:nvSpPr>
        <p:spPr>
          <a:xfrm>
            <a:off x="1205948" y="6109064"/>
            <a:ext cx="1451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new_result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143" name="Straight Arrow Connector 142">
            <a:extLst>
              <a:ext uri="{FF2B5EF4-FFF2-40B4-BE49-F238E27FC236}">
                <a16:creationId xmlns:a16="http://schemas.microsoft.com/office/drawing/2014/main" id="{8E07BADC-D99C-08CB-9D50-92F3C1276740}"/>
              </a:ext>
            </a:extLst>
          </p:cNvPr>
          <p:cNvCxnSpPr>
            <a:cxnSpLocks/>
            <a:endCxn id="78" idx="1"/>
          </p:cNvCxnSpPr>
          <p:nvPr/>
        </p:nvCxnSpPr>
        <p:spPr>
          <a:xfrm>
            <a:off x="2598161" y="6293730"/>
            <a:ext cx="571624" cy="778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87" name="Group 186">
            <a:extLst>
              <a:ext uri="{FF2B5EF4-FFF2-40B4-BE49-F238E27FC236}">
                <a16:creationId xmlns:a16="http://schemas.microsoft.com/office/drawing/2014/main" id="{5DE6435D-9BC4-1A76-7318-FC5EBC2789EE}"/>
              </a:ext>
            </a:extLst>
          </p:cNvPr>
          <p:cNvGrpSpPr/>
          <p:nvPr/>
        </p:nvGrpSpPr>
        <p:grpSpPr>
          <a:xfrm>
            <a:off x="11459438" y="5659763"/>
            <a:ext cx="721581" cy="1034973"/>
            <a:chOff x="4441717" y="4154269"/>
            <a:chExt cx="944489" cy="1363365"/>
          </a:xfrm>
        </p:grpSpPr>
        <p:sp>
          <p:nvSpPr>
            <p:cNvPr id="188" name="Rectangle 187">
              <a:extLst>
                <a:ext uri="{FF2B5EF4-FFF2-40B4-BE49-F238E27FC236}">
                  <a16:creationId xmlns:a16="http://schemas.microsoft.com/office/drawing/2014/main" id="{EA61BDEF-D66E-3162-962F-0D8BF8A25C72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9" name="TextBox 188">
              <a:extLst>
                <a:ext uri="{FF2B5EF4-FFF2-40B4-BE49-F238E27FC236}">
                  <a16:creationId xmlns:a16="http://schemas.microsoft.com/office/drawing/2014/main" id="{099666BE-CD9D-3A1A-C889-130054185EAF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\0</a:t>
              </a:r>
            </a:p>
          </p:txBody>
        </p:sp>
        <p:sp>
          <p:nvSpPr>
            <p:cNvPr id="190" name="TextBox 189">
              <a:extLst>
                <a:ext uri="{FF2B5EF4-FFF2-40B4-BE49-F238E27FC236}">
                  <a16:creationId xmlns:a16="http://schemas.microsoft.com/office/drawing/2014/main" id="{DAC86790-947C-295D-711E-B32704DA39A7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6081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11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269358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508ACB-4BA8-8528-C09B-07E51EDA4C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5BA3D-5E65-63CB-89C4-A98B5C930A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06375"/>
            <a:ext cx="5583382" cy="1325563"/>
          </a:xfrm>
        </p:spPr>
        <p:txBody>
          <a:bodyPr/>
          <a:lstStyle/>
          <a:p>
            <a:r>
              <a:rPr lang="en-US" dirty="0"/>
              <a:t>C-strings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84448E-1617-0312-6BDB-F4D24C58BAC1}"/>
              </a:ext>
            </a:extLst>
          </p:cNvPr>
          <p:cNvSpPr txBox="1"/>
          <p:nvPr/>
        </p:nvSpPr>
        <p:spPr>
          <a:xfrm>
            <a:off x="35248" y="913384"/>
            <a:ext cx="5756704" cy="452431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void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my_strcat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(char*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dest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, const char*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src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CA" b="1" dirty="0">
                <a:latin typeface="Consolas" panose="020B0609020204030204" pitchFamily="49" charset="0"/>
                <a:cs typeface="Consolas" panose="020B0609020204030204" pitchFamily="49" charset="0"/>
              </a:rPr>
              <a:t>// first, find the end of </a:t>
            </a:r>
            <a:r>
              <a:rPr lang="en-CA" b="1" dirty="0" err="1">
                <a:latin typeface="Consolas" panose="020B0609020204030204" pitchFamily="49" charset="0"/>
                <a:cs typeface="Consolas" panose="020B0609020204030204" pitchFamily="49" charset="0"/>
              </a:rPr>
              <a:t>dest</a:t>
            </a:r>
            <a:endParaRPr lang="en-CA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while (*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dest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!= '\0')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dest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++;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}</a:t>
            </a:r>
          </a:p>
          <a:p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CA" b="1" dirty="0">
                <a:latin typeface="Consolas" panose="020B0609020204030204" pitchFamily="49" charset="0"/>
                <a:cs typeface="Consolas" panose="020B0609020204030204" pitchFamily="49" charset="0"/>
              </a:rPr>
              <a:t>// append </a:t>
            </a:r>
            <a:r>
              <a:rPr lang="en-CA" b="1" dirty="0" err="1">
                <a:latin typeface="Consolas" panose="020B0609020204030204" pitchFamily="49" charset="0"/>
                <a:cs typeface="Consolas" panose="020B0609020204030204" pitchFamily="49" charset="0"/>
              </a:rPr>
              <a:t>src</a:t>
            </a:r>
            <a:r>
              <a:rPr lang="en-CA" b="1" dirty="0">
                <a:latin typeface="Consolas" panose="020B0609020204030204" pitchFamily="49" charset="0"/>
                <a:cs typeface="Consolas" panose="020B0609020204030204" pitchFamily="49" charset="0"/>
              </a:rPr>
              <a:t> starting from end of </a:t>
            </a:r>
            <a:r>
              <a:rPr lang="en-CA" b="1" dirty="0" err="1">
                <a:latin typeface="Consolas" panose="020B0609020204030204" pitchFamily="49" charset="0"/>
                <a:cs typeface="Consolas" panose="020B0609020204030204" pitchFamily="49" charset="0"/>
              </a:rPr>
              <a:t>dest</a:t>
            </a:r>
            <a:endParaRPr lang="en-CA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for (const char* p =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src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; *p != '\0'; p++)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*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dest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= *p;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dest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++;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}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*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dest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= '\0';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1591F99E-94F0-60E2-D9C9-850E70344D79}"/>
              </a:ext>
            </a:extLst>
          </p:cNvPr>
          <p:cNvGrpSpPr/>
          <p:nvPr/>
        </p:nvGrpSpPr>
        <p:grpSpPr>
          <a:xfrm>
            <a:off x="3020698" y="4338817"/>
            <a:ext cx="721581" cy="1034973"/>
            <a:chOff x="4441717" y="4154269"/>
            <a:chExt cx="944489" cy="1363365"/>
          </a:xfrm>
        </p:grpSpPr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73DB3630-1DA6-3A75-3CBE-ADC7D841E8D2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3D6FA0FE-4AB3-848E-37CE-82DAE9948505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H</a:t>
              </a: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E5852F5A-DE2D-07F4-627C-7CFF932CA2BC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91D23400-DE19-3C16-589E-B1F5FE6B8619}"/>
              </a:ext>
            </a:extLst>
          </p:cNvPr>
          <p:cNvGrpSpPr/>
          <p:nvPr/>
        </p:nvGrpSpPr>
        <p:grpSpPr>
          <a:xfrm>
            <a:off x="4529904" y="4338817"/>
            <a:ext cx="721581" cy="1034973"/>
            <a:chOff x="4441717" y="4154269"/>
            <a:chExt cx="944489" cy="1363365"/>
          </a:xfrm>
        </p:grpSpPr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992C4040-6457-CB73-B0C5-7BDA11CC3F81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D32236D1-F35A-120A-885A-1A51754B5A21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l</a:t>
              </a: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0A976668-857C-E815-5E93-3F4CB2D8DCE4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35EA154E-6173-2DF4-D70D-0B2562FE1978}"/>
              </a:ext>
            </a:extLst>
          </p:cNvPr>
          <p:cNvGrpSpPr/>
          <p:nvPr/>
        </p:nvGrpSpPr>
        <p:grpSpPr>
          <a:xfrm>
            <a:off x="3775301" y="4338817"/>
            <a:ext cx="721581" cy="1034973"/>
            <a:chOff x="4441717" y="4154269"/>
            <a:chExt cx="944489" cy="1363365"/>
          </a:xfrm>
        </p:grpSpPr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D320F9B8-788B-2A84-74DC-7C00A634639E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9590A807-76D7-019E-2788-0197FE6816A4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e</a:t>
              </a: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9E2B6BCB-BC00-A8B4-0004-D71633363742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228FE4F7-2267-2719-A8AD-55370C24A8A9}"/>
              </a:ext>
            </a:extLst>
          </p:cNvPr>
          <p:cNvGrpSpPr/>
          <p:nvPr/>
        </p:nvGrpSpPr>
        <p:grpSpPr>
          <a:xfrm>
            <a:off x="5284507" y="4338817"/>
            <a:ext cx="721581" cy="1034973"/>
            <a:chOff x="4441717" y="4154269"/>
            <a:chExt cx="944489" cy="1363365"/>
          </a:xfrm>
        </p:grpSpPr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994B173D-4733-46CA-AFE8-7F7F08CE1739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E4047A28-00BE-F9D2-186A-FED696F17560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l</a:t>
              </a: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E1706334-0287-E28B-BA0E-E62FC8706BF7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2122DDBE-6482-11DB-257F-DEA8137EB685}"/>
              </a:ext>
            </a:extLst>
          </p:cNvPr>
          <p:cNvGrpSpPr/>
          <p:nvPr/>
        </p:nvGrpSpPr>
        <p:grpSpPr>
          <a:xfrm>
            <a:off x="6039110" y="4338817"/>
            <a:ext cx="721581" cy="1034973"/>
            <a:chOff x="4441717" y="4154269"/>
            <a:chExt cx="944489" cy="1363365"/>
          </a:xfrm>
        </p:grpSpPr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EA8579C5-1D4B-44EE-5BBE-3C50263CD17A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3C9D9788-F61C-B60B-F295-084FB5AB9B0A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o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A1B3E97E-18E6-3DD7-1268-9002DF56E319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FD81DD23-1D0D-6EC4-D38D-9B5B6D51494D}"/>
              </a:ext>
            </a:extLst>
          </p:cNvPr>
          <p:cNvGrpSpPr/>
          <p:nvPr/>
        </p:nvGrpSpPr>
        <p:grpSpPr>
          <a:xfrm>
            <a:off x="6793713" y="4338818"/>
            <a:ext cx="721581" cy="1034974"/>
            <a:chOff x="4441717" y="4154269"/>
            <a:chExt cx="944489" cy="1363366"/>
          </a:xfrm>
        </p:grpSpPr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8E2559FF-BDB3-3150-E6BB-30664C775677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61542C3F-2A31-BADD-4649-8AD5BA3F7C03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?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DC128607-412D-E5A8-B0B0-05CA3B4D2A91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5</a:t>
              </a:r>
            </a:p>
          </p:txBody>
        </p: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1094D920-579E-324B-F835-09C61987DB2D}"/>
              </a:ext>
            </a:extLst>
          </p:cNvPr>
          <p:cNvGrpSpPr/>
          <p:nvPr/>
        </p:nvGrpSpPr>
        <p:grpSpPr>
          <a:xfrm>
            <a:off x="7548316" y="4338817"/>
            <a:ext cx="721581" cy="1034973"/>
            <a:chOff x="4441717" y="4154269"/>
            <a:chExt cx="944489" cy="1363365"/>
          </a:xfrm>
        </p:grpSpPr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7A7E3216-65F0-A561-ACBC-77CA2F3BD233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F863F89C-7B7C-9D5C-94DE-4354A8E99C65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?</a:t>
              </a:r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E6D27CFC-D4AF-AFA4-EF52-8C40987422F3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6081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6</a:t>
              </a:r>
            </a:p>
          </p:txBody>
        </p:sp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5B65AF1B-E258-851D-65F8-0DCD81E2B3FC}"/>
              </a:ext>
            </a:extLst>
          </p:cNvPr>
          <p:cNvGrpSpPr/>
          <p:nvPr/>
        </p:nvGrpSpPr>
        <p:grpSpPr>
          <a:xfrm>
            <a:off x="9057522" y="4338817"/>
            <a:ext cx="721581" cy="1034973"/>
            <a:chOff x="4441717" y="4154269"/>
            <a:chExt cx="944489" cy="1363365"/>
          </a:xfrm>
        </p:grpSpPr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FD55D8B8-E1B7-06CD-642A-E469CED5CEEC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5F8B2218-89D5-04AC-07C7-10F0F5751BC7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?</a:t>
              </a:r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2C597673-649E-929D-EBAD-2834C7C22FF2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6081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8</a:t>
              </a:r>
            </a:p>
          </p:txBody>
        </p:sp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85D504D5-F135-FD38-CEE9-1B3457BCD737}"/>
              </a:ext>
            </a:extLst>
          </p:cNvPr>
          <p:cNvGrpSpPr/>
          <p:nvPr/>
        </p:nvGrpSpPr>
        <p:grpSpPr>
          <a:xfrm>
            <a:off x="8302919" y="4338817"/>
            <a:ext cx="721581" cy="1034973"/>
            <a:chOff x="4441717" y="4154269"/>
            <a:chExt cx="944489" cy="1363365"/>
          </a:xfrm>
        </p:grpSpPr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32411ED0-7CCA-AE25-8A26-A2D58C80EC01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0DE27D44-8884-2E32-EFA2-CB574D810FF5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?</a:t>
              </a:r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0D3D3D21-9CD0-FF77-431F-713319F517F5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6081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7</a:t>
              </a:r>
            </a:p>
          </p:txBody>
        </p:sp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21A681B2-4C17-A30D-2AF9-B28B94A06BF8}"/>
              </a:ext>
            </a:extLst>
          </p:cNvPr>
          <p:cNvGrpSpPr/>
          <p:nvPr/>
        </p:nvGrpSpPr>
        <p:grpSpPr>
          <a:xfrm>
            <a:off x="9812125" y="4338817"/>
            <a:ext cx="721581" cy="1034973"/>
            <a:chOff x="4441717" y="4154269"/>
            <a:chExt cx="944489" cy="1363365"/>
          </a:xfrm>
        </p:grpSpPr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1499C104-84F7-7E36-CB7C-28F8DF1A11A0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F2F489C6-25C4-34D2-F3C9-7694D4AA80A3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?</a:t>
              </a: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9B385B64-C317-1C04-4CF4-51B0E7968099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6081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9</a:t>
              </a:r>
            </a:p>
          </p:txBody>
        </p:sp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7D67BB8B-D739-B37D-7235-252B8D290311}"/>
              </a:ext>
            </a:extLst>
          </p:cNvPr>
          <p:cNvGrpSpPr/>
          <p:nvPr/>
        </p:nvGrpSpPr>
        <p:grpSpPr>
          <a:xfrm>
            <a:off x="10566728" y="4338817"/>
            <a:ext cx="721581" cy="1034973"/>
            <a:chOff x="4441717" y="4154269"/>
            <a:chExt cx="944489" cy="1363365"/>
          </a:xfrm>
        </p:grpSpPr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75D6BBB6-9938-7A72-15F7-50514ABD1A49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AE2E87BC-1ACE-AF98-0779-596A24F3C4FE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?</a:t>
              </a:r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8F678055-7856-1CB9-7DCF-3627FD69AE35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6081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10</a:t>
              </a:r>
            </a:p>
          </p:txBody>
        </p:sp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49E02432-F9E4-7390-35E5-3F8C6BB94474}"/>
              </a:ext>
            </a:extLst>
          </p:cNvPr>
          <p:cNvGrpSpPr/>
          <p:nvPr/>
        </p:nvGrpSpPr>
        <p:grpSpPr>
          <a:xfrm>
            <a:off x="11321332" y="4338817"/>
            <a:ext cx="721581" cy="1034973"/>
            <a:chOff x="4441717" y="4154269"/>
            <a:chExt cx="944489" cy="1363365"/>
          </a:xfrm>
        </p:grpSpPr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627411E7-2EC7-0E0D-4818-41F416506CDB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9D091E46-42C1-4697-08B6-CE137E552E34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?</a:t>
              </a: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F937CDAB-D3B8-70BF-9FF5-4496566BA332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6081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11</a:t>
              </a:r>
            </a:p>
          </p:txBody>
        </p:sp>
      </p:grpSp>
      <p:sp>
        <p:nvSpPr>
          <p:cNvPr id="113" name="TextBox 112">
            <a:extLst>
              <a:ext uri="{FF2B5EF4-FFF2-40B4-BE49-F238E27FC236}">
                <a16:creationId xmlns:a16="http://schemas.microsoft.com/office/drawing/2014/main" id="{F3014308-6B74-DB0E-4020-AB110F2987AB}"/>
              </a:ext>
            </a:extLst>
          </p:cNvPr>
          <p:cNvSpPr txBox="1"/>
          <p:nvPr/>
        </p:nvSpPr>
        <p:spPr>
          <a:xfrm>
            <a:off x="3035880" y="5772464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dest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6D5CD0EB-D2FD-A9D1-7056-1580F3486691}"/>
              </a:ext>
            </a:extLst>
          </p:cNvPr>
          <p:cNvCxnSpPr>
            <a:cxnSpLocks/>
            <a:stCxn id="113" idx="0"/>
            <a:endCxn id="86" idx="2"/>
          </p:cNvCxnSpPr>
          <p:nvPr/>
        </p:nvCxnSpPr>
        <p:spPr>
          <a:xfrm flipV="1">
            <a:off x="3381488" y="5373790"/>
            <a:ext cx="0" cy="3986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3" name="Group 62">
            <a:extLst>
              <a:ext uri="{FF2B5EF4-FFF2-40B4-BE49-F238E27FC236}">
                <a16:creationId xmlns:a16="http://schemas.microsoft.com/office/drawing/2014/main" id="{0A65D5B3-B2EA-CA59-AEFD-6A6AF2D7F7E7}"/>
              </a:ext>
            </a:extLst>
          </p:cNvPr>
          <p:cNvGrpSpPr/>
          <p:nvPr/>
        </p:nvGrpSpPr>
        <p:grpSpPr>
          <a:xfrm>
            <a:off x="6942800" y="1914106"/>
            <a:ext cx="721581" cy="1034973"/>
            <a:chOff x="4441717" y="4154269"/>
            <a:chExt cx="944489" cy="1363365"/>
          </a:xfrm>
        </p:grpSpPr>
        <p:sp>
          <p:nvSpPr>
            <p:cNvPr id="134" name="Rectangle 133">
              <a:extLst>
                <a:ext uri="{FF2B5EF4-FFF2-40B4-BE49-F238E27FC236}">
                  <a16:creationId xmlns:a16="http://schemas.microsoft.com/office/drawing/2014/main" id="{D1BCFA72-D9DC-2243-C694-C8C45DC60204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849FC173-6C9E-8EE4-BE92-B1DD639AD52C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▮</a:t>
              </a:r>
            </a:p>
          </p:txBody>
        </p: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98176A43-6BB4-F804-CB27-3376486D735F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7D01AC09-A74A-9D42-D86F-24B0F1358492}"/>
              </a:ext>
            </a:extLst>
          </p:cNvPr>
          <p:cNvGrpSpPr/>
          <p:nvPr/>
        </p:nvGrpSpPr>
        <p:grpSpPr>
          <a:xfrm>
            <a:off x="8437484" y="1914106"/>
            <a:ext cx="721581" cy="1034973"/>
            <a:chOff x="4441717" y="4154269"/>
            <a:chExt cx="944489" cy="1363365"/>
          </a:xfrm>
        </p:grpSpPr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F27A20BA-6949-8F43-F6F8-66465F2CF9BA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D142F134-6C36-404A-D81C-16E18FDC6202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o</a:t>
              </a:r>
            </a:p>
          </p:txBody>
        </p: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31BE170A-6D4D-4C43-B136-3FF0E43D95F0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</a:p>
          </p:txBody>
        </p:sp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BF8ACD95-930C-67DD-54C9-3A31B750102E}"/>
              </a:ext>
            </a:extLst>
          </p:cNvPr>
          <p:cNvGrpSpPr/>
          <p:nvPr/>
        </p:nvGrpSpPr>
        <p:grpSpPr>
          <a:xfrm>
            <a:off x="7690142" y="1914106"/>
            <a:ext cx="721581" cy="1034973"/>
            <a:chOff x="4441717" y="4154269"/>
            <a:chExt cx="944489" cy="1363365"/>
          </a:xfrm>
        </p:grpSpPr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6804245A-3A72-0C0B-069D-F3CEC44C0CAA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892AA403-0A88-ACB1-D4B5-929C130F5914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M</a:t>
              </a:r>
            </a:p>
          </p:txBody>
        </p:sp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8ABF5A96-AD67-2C71-665D-2D1A4AF9DB38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</p:txBody>
        </p:sp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D7E08882-D4FA-8A67-1D70-77DD74923067}"/>
              </a:ext>
            </a:extLst>
          </p:cNvPr>
          <p:cNvGrpSpPr/>
          <p:nvPr/>
        </p:nvGrpSpPr>
        <p:grpSpPr>
          <a:xfrm>
            <a:off x="9184826" y="1914105"/>
            <a:ext cx="721581" cy="1034973"/>
            <a:chOff x="4441717" y="4154269"/>
            <a:chExt cx="944489" cy="1363365"/>
          </a:xfrm>
        </p:grpSpPr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2A8EA1F4-592D-9276-6317-7A61ED0FD601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B04915D0-C8FA-2C76-C981-75A2368C5323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o</a:t>
              </a:r>
            </a:p>
          </p:txBody>
        </p:sp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id="{FBF18D92-7FBD-5996-62A5-884399ED46C8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</a:p>
          </p:txBody>
        </p:sp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8F979131-0BD4-16ED-8F3B-0C7EB4AEF8AE}"/>
              </a:ext>
            </a:extLst>
          </p:cNvPr>
          <p:cNvGrpSpPr/>
          <p:nvPr/>
        </p:nvGrpSpPr>
        <p:grpSpPr>
          <a:xfrm>
            <a:off x="9932168" y="1914106"/>
            <a:ext cx="721581" cy="1034973"/>
            <a:chOff x="4441717" y="4154269"/>
            <a:chExt cx="944489" cy="1363365"/>
          </a:xfrm>
        </p:grpSpPr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9CC841BC-0D5F-9068-9B4C-01D61C5C9AE0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A63CA2FB-F33D-2E4B-6068-3A8FCF36DA92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n</a:t>
              </a:r>
            </a:p>
          </p:txBody>
        </p: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3DBFBF3D-8788-A27C-B09E-E31451AC8E01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</a:p>
          </p:txBody>
        </p:sp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E559D7F7-F635-C902-58B4-7A0F4DAD0DA6}"/>
              </a:ext>
            </a:extLst>
          </p:cNvPr>
          <p:cNvGrpSpPr/>
          <p:nvPr/>
        </p:nvGrpSpPr>
        <p:grpSpPr>
          <a:xfrm>
            <a:off x="10679510" y="1914106"/>
            <a:ext cx="721581" cy="1034973"/>
            <a:chOff x="4441717" y="4154269"/>
            <a:chExt cx="944489" cy="1363365"/>
          </a:xfrm>
        </p:grpSpPr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A4112DF3-1B88-0341-B7D4-D66C59DB15F5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E637893E-3BBB-79F7-B406-5CE885A89EC0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!</a:t>
              </a:r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3DA96250-B622-ED2E-50E1-AC2C5ACB95B3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5</a:t>
              </a:r>
            </a:p>
          </p:txBody>
        </p:sp>
      </p:grpSp>
      <p:sp>
        <p:nvSpPr>
          <p:cNvPr id="137" name="TextBox 136">
            <a:extLst>
              <a:ext uri="{FF2B5EF4-FFF2-40B4-BE49-F238E27FC236}">
                <a16:creationId xmlns:a16="http://schemas.microsoft.com/office/drawing/2014/main" id="{BD3FCD37-0382-D767-E46B-AA547DE2C01F}"/>
              </a:ext>
            </a:extLst>
          </p:cNvPr>
          <p:cNvSpPr txBox="1"/>
          <p:nvPr/>
        </p:nvSpPr>
        <p:spPr>
          <a:xfrm>
            <a:off x="5852122" y="2130968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src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1D8343DF-300D-56FB-CFE7-35560E7D5F59}"/>
              </a:ext>
            </a:extLst>
          </p:cNvPr>
          <p:cNvCxnSpPr>
            <a:cxnSpLocks/>
            <a:stCxn id="137" idx="3"/>
          </p:cNvCxnSpPr>
          <p:nvPr/>
        </p:nvCxnSpPr>
        <p:spPr>
          <a:xfrm>
            <a:off x="6416700" y="2315634"/>
            <a:ext cx="522378" cy="804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73B485F2-E049-707F-1EC0-BD3AC95DAEA8}"/>
              </a:ext>
            </a:extLst>
          </p:cNvPr>
          <p:cNvGrpSpPr/>
          <p:nvPr/>
        </p:nvGrpSpPr>
        <p:grpSpPr>
          <a:xfrm>
            <a:off x="11426855" y="1915909"/>
            <a:ext cx="721581" cy="1034973"/>
            <a:chOff x="4441717" y="4154269"/>
            <a:chExt cx="944489" cy="1363365"/>
          </a:xfrm>
        </p:grpSpPr>
        <p:sp>
          <p:nvSpPr>
            <p:cNvPr id="140" name="Rectangle 139">
              <a:extLst>
                <a:ext uri="{FF2B5EF4-FFF2-40B4-BE49-F238E27FC236}">
                  <a16:creationId xmlns:a16="http://schemas.microsoft.com/office/drawing/2014/main" id="{DE00A88D-80A1-5F57-E64A-BCBEDEF3995D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002234BE-E3E7-A9AF-4815-9E9F2C131A4A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\0</a:t>
              </a:r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EA0A4035-F1FD-23A9-FF64-948BA4766827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5</a:t>
              </a:r>
            </a:p>
          </p:txBody>
        </p:sp>
      </p:grpSp>
      <p:sp>
        <p:nvSpPr>
          <p:cNvPr id="144" name="TextBox 143">
            <a:extLst>
              <a:ext uri="{FF2B5EF4-FFF2-40B4-BE49-F238E27FC236}">
                <a16:creationId xmlns:a16="http://schemas.microsoft.com/office/drawing/2014/main" id="{500533F0-FF4A-C903-D3FD-63AC0CEAD242}"/>
              </a:ext>
            </a:extLst>
          </p:cNvPr>
          <p:cNvSpPr txBox="1"/>
          <p:nvPr/>
        </p:nvSpPr>
        <p:spPr>
          <a:xfrm>
            <a:off x="7064182" y="2804810"/>
            <a:ext cx="52290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space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FDA2DA-414D-0C4D-33A4-3E97CE817F6D}"/>
              </a:ext>
            </a:extLst>
          </p:cNvPr>
          <p:cNvSpPr txBox="1"/>
          <p:nvPr/>
        </p:nvSpPr>
        <p:spPr>
          <a:xfrm>
            <a:off x="6318109" y="288380"/>
            <a:ext cx="2213255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If we wrote our own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strcat</a:t>
            </a:r>
            <a:r>
              <a:rPr lang="en-US" dirty="0"/>
              <a:t> function it might look like this.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30DBB5E-5050-D8A3-5432-329533BCE4B5}"/>
              </a:ext>
            </a:extLst>
          </p:cNvPr>
          <p:cNvCxnSpPr>
            <a:stCxn id="3" idx="1"/>
          </p:cNvCxnSpPr>
          <p:nvPr/>
        </p:nvCxnSpPr>
        <p:spPr>
          <a:xfrm flipH="1">
            <a:off x="5583382" y="750045"/>
            <a:ext cx="734727" cy="1633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82391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71AB54-187D-83CF-4842-1456D861DB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A7193-9270-A35B-5935-923D5478E8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06375"/>
            <a:ext cx="5583382" cy="1325563"/>
          </a:xfrm>
        </p:spPr>
        <p:txBody>
          <a:bodyPr/>
          <a:lstStyle/>
          <a:p>
            <a:r>
              <a:rPr lang="en-US" dirty="0"/>
              <a:t>C-strings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6A5263-AAC2-0BAD-A918-7F85C150CAE3}"/>
              </a:ext>
            </a:extLst>
          </p:cNvPr>
          <p:cNvSpPr txBox="1"/>
          <p:nvPr/>
        </p:nvSpPr>
        <p:spPr>
          <a:xfrm>
            <a:off x="35248" y="913384"/>
            <a:ext cx="5756704" cy="452431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void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strcat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(char*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dest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, const char*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src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CA" b="1" dirty="0">
                <a:latin typeface="Consolas" panose="020B0609020204030204" pitchFamily="49" charset="0"/>
                <a:cs typeface="Consolas" panose="020B0609020204030204" pitchFamily="49" charset="0"/>
              </a:rPr>
              <a:t>// first, find the end of </a:t>
            </a:r>
            <a:r>
              <a:rPr lang="en-CA" b="1" dirty="0" err="1">
                <a:latin typeface="Consolas" panose="020B0609020204030204" pitchFamily="49" charset="0"/>
                <a:cs typeface="Consolas" panose="020B0609020204030204" pitchFamily="49" charset="0"/>
              </a:rPr>
              <a:t>dest</a:t>
            </a:r>
            <a:endParaRPr lang="en-CA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while (*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dest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!= '\0')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dest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++;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}</a:t>
            </a:r>
          </a:p>
          <a:p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CA" b="1" dirty="0">
                <a:latin typeface="Consolas" panose="020B0609020204030204" pitchFamily="49" charset="0"/>
                <a:cs typeface="Consolas" panose="020B0609020204030204" pitchFamily="49" charset="0"/>
              </a:rPr>
              <a:t>// append </a:t>
            </a:r>
            <a:r>
              <a:rPr lang="en-CA" b="1" dirty="0" err="1">
                <a:latin typeface="Consolas" panose="020B0609020204030204" pitchFamily="49" charset="0"/>
                <a:cs typeface="Consolas" panose="020B0609020204030204" pitchFamily="49" charset="0"/>
              </a:rPr>
              <a:t>src</a:t>
            </a:r>
            <a:r>
              <a:rPr lang="en-CA" b="1" dirty="0">
                <a:latin typeface="Consolas" panose="020B0609020204030204" pitchFamily="49" charset="0"/>
                <a:cs typeface="Consolas" panose="020B0609020204030204" pitchFamily="49" charset="0"/>
              </a:rPr>
              <a:t> starting from end of </a:t>
            </a:r>
            <a:r>
              <a:rPr lang="en-CA" b="1" dirty="0" err="1">
                <a:latin typeface="Consolas" panose="020B0609020204030204" pitchFamily="49" charset="0"/>
                <a:cs typeface="Consolas" panose="020B0609020204030204" pitchFamily="49" charset="0"/>
              </a:rPr>
              <a:t>dest</a:t>
            </a:r>
            <a:endParaRPr lang="en-CA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for (const char* p =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src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; *p != '\0'; p++)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*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dest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= *p;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dest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++;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}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*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dest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= '\0';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36184CC9-F914-C77A-3C25-2D9240F0565B}"/>
              </a:ext>
            </a:extLst>
          </p:cNvPr>
          <p:cNvGrpSpPr/>
          <p:nvPr/>
        </p:nvGrpSpPr>
        <p:grpSpPr>
          <a:xfrm>
            <a:off x="3020698" y="4338817"/>
            <a:ext cx="721581" cy="1034973"/>
            <a:chOff x="4441717" y="4154269"/>
            <a:chExt cx="944489" cy="1363365"/>
          </a:xfrm>
        </p:grpSpPr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B3915178-2A24-908C-5E1F-D6B6AC40BC17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62A3CE49-3071-AFF0-B98D-A8C369D18861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H</a:t>
              </a: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3328FD7E-B9F9-7E3D-4AB7-32035636B6B0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5A518ABE-9AD4-06D6-6006-4EDB68F942D0}"/>
              </a:ext>
            </a:extLst>
          </p:cNvPr>
          <p:cNvGrpSpPr/>
          <p:nvPr/>
        </p:nvGrpSpPr>
        <p:grpSpPr>
          <a:xfrm>
            <a:off x="4529904" y="4338817"/>
            <a:ext cx="721581" cy="1034973"/>
            <a:chOff x="4441717" y="4154269"/>
            <a:chExt cx="944489" cy="1363365"/>
          </a:xfrm>
        </p:grpSpPr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274DBC49-D8C1-DD15-E50A-5D2CCC028FF9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67BDCDD0-F84B-2D58-A991-41AFA3F1A6CE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l</a:t>
              </a: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276B44E5-5C8D-AA5D-114D-AA6847C70A00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1894C2D5-9BBE-2E9F-C464-FBA27FF21260}"/>
              </a:ext>
            </a:extLst>
          </p:cNvPr>
          <p:cNvGrpSpPr/>
          <p:nvPr/>
        </p:nvGrpSpPr>
        <p:grpSpPr>
          <a:xfrm>
            <a:off x="3775301" y="4338817"/>
            <a:ext cx="721581" cy="1034973"/>
            <a:chOff x="4441717" y="4154269"/>
            <a:chExt cx="944489" cy="1363365"/>
          </a:xfrm>
        </p:grpSpPr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3B676B49-3BA0-F60A-67A7-C00D76DDA6EA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6B46DF57-C8AF-84CF-C786-43AAF112EDC9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e</a:t>
              </a: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9C9743F4-A054-D04A-0BAE-EFC5393DF849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5EA6477B-E3A4-0E32-3671-961D44C3BB62}"/>
              </a:ext>
            </a:extLst>
          </p:cNvPr>
          <p:cNvGrpSpPr/>
          <p:nvPr/>
        </p:nvGrpSpPr>
        <p:grpSpPr>
          <a:xfrm>
            <a:off x="5284507" y="4338817"/>
            <a:ext cx="721581" cy="1034973"/>
            <a:chOff x="4441717" y="4154269"/>
            <a:chExt cx="944489" cy="1363365"/>
          </a:xfrm>
        </p:grpSpPr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F2DE6C2E-ED99-502D-957A-74C53DE95E13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BF75C368-2C01-23C0-9A14-FC2CB2B1A65A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l</a:t>
              </a: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6602D4F1-D62D-7588-356F-3052BD53D0DE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F0F8E62D-E220-43DE-8416-6F432D3B7421}"/>
              </a:ext>
            </a:extLst>
          </p:cNvPr>
          <p:cNvGrpSpPr/>
          <p:nvPr/>
        </p:nvGrpSpPr>
        <p:grpSpPr>
          <a:xfrm>
            <a:off x="6039110" y="4338817"/>
            <a:ext cx="721581" cy="1034973"/>
            <a:chOff x="4441717" y="4154269"/>
            <a:chExt cx="944489" cy="1363365"/>
          </a:xfrm>
        </p:grpSpPr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16FFA233-7212-F672-DD53-26AD1AAAB583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1A61FCEF-2B48-ACD5-5110-72AFE4C94E76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o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B39BAB2B-A01C-6A24-8E08-76656C3E02C2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BD251DAF-9C9B-4CB5-DF54-A135095A4F5E}"/>
              </a:ext>
            </a:extLst>
          </p:cNvPr>
          <p:cNvGrpSpPr/>
          <p:nvPr/>
        </p:nvGrpSpPr>
        <p:grpSpPr>
          <a:xfrm>
            <a:off x="6793713" y="4338818"/>
            <a:ext cx="721581" cy="1034974"/>
            <a:chOff x="4441717" y="4154269"/>
            <a:chExt cx="944489" cy="1363366"/>
          </a:xfrm>
        </p:grpSpPr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30BF5752-6279-67AA-383C-401CA771A6C4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00B08F8D-8839-ED28-5334-D8556EA12E4F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\0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80D3C2D1-747E-5CE1-83C7-D893C86B4C8D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5</a:t>
              </a:r>
            </a:p>
          </p:txBody>
        </p: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CD39FA2D-88A7-E85C-4074-5A00434D118C}"/>
              </a:ext>
            </a:extLst>
          </p:cNvPr>
          <p:cNvGrpSpPr/>
          <p:nvPr/>
        </p:nvGrpSpPr>
        <p:grpSpPr>
          <a:xfrm>
            <a:off x="7548316" y="4338817"/>
            <a:ext cx="721581" cy="1034973"/>
            <a:chOff x="4441717" y="4154269"/>
            <a:chExt cx="944489" cy="1363365"/>
          </a:xfrm>
        </p:grpSpPr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47790401-6507-6ECB-F62C-20A63F8ADA25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3A7B57D3-C29D-96A1-C846-BEE7FD18085A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?</a:t>
              </a:r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4A407A5F-23AF-4D63-4999-DAEB41C3AB34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6081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6</a:t>
              </a:r>
            </a:p>
          </p:txBody>
        </p:sp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C0A15A75-F8AC-E7AC-421E-DF54D82760E9}"/>
              </a:ext>
            </a:extLst>
          </p:cNvPr>
          <p:cNvGrpSpPr/>
          <p:nvPr/>
        </p:nvGrpSpPr>
        <p:grpSpPr>
          <a:xfrm>
            <a:off x="9057522" y="4338817"/>
            <a:ext cx="721581" cy="1034973"/>
            <a:chOff x="4441717" y="4154269"/>
            <a:chExt cx="944489" cy="1363365"/>
          </a:xfrm>
        </p:grpSpPr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B53A6ABD-4C33-AC1C-E995-69F63E8ECBB9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01092CF1-832F-E2E3-240B-29FB1530C0E8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?</a:t>
              </a:r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05F9CF2C-B59B-CCF4-A244-C15BE835E783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6081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8</a:t>
              </a:r>
            </a:p>
          </p:txBody>
        </p:sp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833CC9A8-2097-CCD2-3FF3-FDED862E36FE}"/>
              </a:ext>
            </a:extLst>
          </p:cNvPr>
          <p:cNvGrpSpPr/>
          <p:nvPr/>
        </p:nvGrpSpPr>
        <p:grpSpPr>
          <a:xfrm>
            <a:off x="8302919" y="4338817"/>
            <a:ext cx="721581" cy="1034973"/>
            <a:chOff x="4441717" y="4154269"/>
            <a:chExt cx="944489" cy="1363365"/>
          </a:xfrm>
        </p:grpSpPr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AD06CBFB-D802-DC8B-9B7C-CEE643E950F2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57D2F4BF-FA39-633B-E400-BCBC920967B2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?</a:t>
              </a:r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0AB1A2D0-3F90-C158-B842-39ED2C7060C8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6081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7</a:t>
              </a:r>
            </a:p>
          </p:txBody>
        </p:sp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E0A6C571-7D8B-D5CB-D820-72A84EF11DDD}"/>
              </a:ext>
            </a:extLst>
          </p:cNvPr>
          <p:cNvGrpSpPr/>
          <p:nvPr/>
        </p:nvGrpSpPr>
        <p:grpSpPr>
          <a:xfrm>
            <a:off x="9812125" y="4338817"/>
            <a:ext cx="721581" cy="1034973"/>
            <a:chOff x="4441717" y="4154269"/>
            <a:chExt cx="944489" cy="1363365"/>
          </a:xfrm>
        </p:grpSpPr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860F49A7-B062-94BC-6B20-DB5C31908FF0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43F67FBB-C265-F7D3-FAF3-851D3AB32819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?</a:t>
              </a: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DCAB8E77-650F-4AC2-7DE7-335458CAD2DF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6081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9</a:t>
              </a:r>
            </a:p>
          </p:txBody>
        </p:sp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2A8C3036-DE8A-F1BE-C513-B8A99DF1ED67}"/>
              </a:ext>
            </a:extLst>
          </p:cNvPr>
          <p:cNvGrpSpPr/>
          <p:nvPr/>
        </p:nvGrpSpPr>
        <p:grpSpPr>
          <a:xfrm>
            <a:off x="10566728" y="4338817"/>
            <a:ext cx="721581" cy="1034973"/>
            <a:chOff x="4441717" y="4154269"/>
            <a:chExt cx="944489" cy="1363365"/>
          </a:xfrm>
        </p:grpSpPr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916D5F82-90C1-B7D4-923D-3A50735C14CD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A49BF869-B826-1A00-0EE9-AEC8E351DBA3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?</a:t>
              </a:r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AD524B71-4FB6-BCCE-40BF-B6207E4AD8BE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6081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10</a:t>
              </a:r>
            </a:p>
          </p:txBody>
        </p:sp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A129E6CA-25BF-9F48-9BE0-BE9B75EAE501}"/>
              </a:ext>
            </a:extLst>
          </p:cNvPr>
          <p:cNvGrpSpPr/>
          <p:nvPr/>
        </p:nvGrpSpPr>
        <p:grpSpPr>
          <a:xfrm>
            <a:off x="11321332" y="4338817"/>
            <a:ext cx="721581" cy="1034973"/>
            <a:chOff x="4441717" y="4154269"/>
            <a:chExt cx="944489" cy="1363365"/>
          </a:xfrm>
        </p:grpSpPr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4F1DE6F1-30F6-E5B4-161A-2EFBD2FA516B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5F3507C9-3C42-D86C-3136-557155879EE7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?</a:t>
              </a: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34F31D74-32A8-9829-312F-23BC192EE588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6081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11</a:t>
              </a:r>
            </a:p>
          </p:txBody>
        </p:sp>
      </p:grpSp>
      <p:sp>
        <p:nvSpPr>
          <p:cNvPr id="113" name="TextBox 112">
            <a:extLst>
              <a:ext uri="{FF2B5EF4-FFF2-40B4-BE49-F238E27FC236}">
                <a16:creationId xmlns:a16="http://schemas.microsoft.com/office/drawing/2014/main" id="{1489DDDC-42DA-61C5-CBFB-74F14F698ABF}"/>
              </a:ext>
            </a:extLst>
          </p:cNvPr>
          <p:cNvSpPr txBox="1"/>
          <p:nvPr/>
        </p:nvSpPr>
        <p:spPr>
          <a:xfrm>
            <a:off x="6793713" y="5792403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dest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2116B8F7-97D2-683A-A0FD-0924C0D058FB}"/>
              </a:ext>
            </a:extLst>
          </p:cNvPr>
          <p:cNvCxnSpPr>
            <a:cxnSpLocks/>
            <a:stCxn id="113" idx="0"/>
          </p:cNvCxnSpPr>
          <p:nvPr/>
        </p:nvCxnSpPr>
        <p:spPr>
          <a:xfrm flipV="1">
            <a:off x="7139321" y="5393729"/>
            <a:ext cx="0" cy="3986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1" name="Rectangle 150">
            <a:extLst>
              <a:ext uri="{FF2B5EF4-FFF2-40B4-BE49-F238E27FC236}">
                <a16:creationId xmlns:a16="http://schemas.microsoft.com/office/drawing/2014/main" id="{D17BE923-1D41-9D36-1778-7CB2876F04DC}"/>
              </a:ext>
            </a:extLst>
          </p:cNvPr>
          <p:cNvSpPr/>
          <p:nvPr/>
        </p:nvSpPr>
        <p:spPr>
          <a:xfrm>
            <a:off x="343050" y="1500809"/>
            <a:ext cx="3930776" cy="144827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2E42388D-2C9D-5D3E-0359-17412761DBC7}"/>
              </a:ext>
            </a:extLst>
          </p:cNvPr>
          <p:cNvSpPr txBox="1"/>
          <p:nvPr/>
        </p:nvSpPr>
        <p:spPr>
          <a:xfrm>
            <a:off x="5914461" y="853908"/>
            <a:ext cx="2523023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strcat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dest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src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en-US" dirty="0"/>
              <a:t> first moves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dest</a:t>
            </a:r>
            <a:r>
              <a:rPr lang="en-US" dirty="0"/>
              <a:t> to point to the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\0</a:t>
            </a:r>
            <a:r>
              <a:rPr lang="en-US" dirty="0">
                <a:cs typeface="Consolas" panose="020B0609020204030204" pitchFamily="49" charset="0"/>
              </a:rPr>
              <a:t>.</a:t>
            </a:r>
          </a:p>
        </p:txBody>
      </p: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1021ED9A-8384-0262-2C34-DDFF2770011D}"/>
              </a:ext>
            </a:extLst>
          </p:cNvPr>
          <p:cNvGrpSpPr/>
          <p:nvPr/>
        </p:nvGrpSpPr>
        <p:grpSpPr>
          <a:xfrm>
            <a:off x="6942800" y="1914106"/>
            <a:ext cx="721581" cy="1034973"/>
            <a:chOff x="4441717" y="4154269"/>
            <a:chExt cx="944489" cy="1363365"/>
          </a:xfrm>
        </p:grpSpPr>
        <p:sp>
          <p:nvSpPr>
            <p:cNvPr id="154" name="Rectangle 153">
              <a:extLst>
                <a:ext uri="{FF2B5EF4-FFF2-40B4-BE49-F238E27FC236}">
                  <a16:creationId xmlns:a16="http://schemas.microsoft.com/office/drawing/2014/main" id="{9AADB18E-6F1D-5D2D-BB0E-5B64BF7F4A00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5FAE4C32-5551-96B8-1097-3AB79EE94D16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▮</a:t>
              </a:r>
            </a:p>
          </p:txBody>
        </p:sp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id="{E6F26E61-DCE1-6991-947C-976D1F08D3A7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</p:grpSp>
      <p:grpSp>
        <p:nvGrpSpPr>
          <p:cNvPr id="157" name="Group 156">
            <a:extLst>
              <a:ext uri="{FF2B5EF4-FFF2-40B4-BE49-F238E27FC236}">
                <a16:creationId xmlns:a16="http://schemas.microsoft.com/office/drawing/2014/main" id="{1554E94C-7205-6927-4B83-2E0F0AB4BC35}"/>
              </a:ext>
            </a:extLst>
          </p:cNvPr>
          <p:cNvGrpSpPr/>
          <p:nvPr/>
        </p:nvGrpSpPr>
        <p:grpSpPr>
          <a:xfrm>
            <a:off x="8437484" y="1914106"/>
            <a:ext cx="721581" cy="1034973"/>
            <a:chOff x="4441717" y="4154269"/>
            <a:chExt cx="944489" cy="1363365"/>
          </a:xfrm>
        </p:grpSpPr>
        <p:sp>
          <p:nvSpPr>
            <p:cNvPr id="158" name="Rectangle 157">
              <a:extLst>
                <a:ext uri="{FF2B5EF4-FFF2-40B4-BE49-F238E27FC236}">
                  <a16:creationId xmlns:a16="http://schemas.microsoft.com/office/drawing/2014/main" id="{778D3492-E8B5-492A-3F75-B775B76EBF58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9" name="TextBox 158">
              <a:extLst>
                <a:ext uri="{FF2B5EF4-FFF2-40B4-BE49-F238E27FC236}">
                  <a16:creationId xmlns:a16="http://schemas.microsoft.com/office/drawing/2014/main" id="{4105180A-9FA0-635E-DBE5-6F89FBD57776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o</a:t>
              </a:r>
            </a:p>
          </p:txBody>
        </p: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D73BDA35-3DAF-FC5B-B594-38E20A553C3B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</a:p>
          </p:txBody>
        </p:sp>
      </p:grpSp>
      <p:grpSp>
        <p:nvGrpSpPr>
          <p:cNvPr id="161" name="Group 160">
            <a:extLst>
              <a:ext uri="{FF2B5EF4-FFF2-40B4-BE49-F238E27FC236}">
                <a16:creationId xmlns:a16="http://schemas.microsoft.com/office/drawing/2014/main" id="{A5D3D6EA-FA4F-0B2D-6EA4-5FC18DB3EE8A}"/>
              </a:ext>
            </a:extLst>
          </p:cNvPr>
          <p:cNvGrpSpPr/>
          <p:nvPr/>
        </p:nvGrpSpPr>
        <p:grpSpPr>
          <a:xfrm>
            <a:off x="7690142" y="1914106"/>
            <a:ext cx="721581" cy="1034973"/>
            <a:chOff x="4441717" y="4154269"/>
            <a:chExt cx="944489" cy="1363365"/>
          </a:xfrm>
        </p:grpSpPr>
        <p:sp>
          <p:nvSpPr>
            <p:cNvPr id="162" name="Rectangle 161">
              <a:extLst>
                <a:ext uri="{FF2B5EF4-FFF2-40B4-BE49-F238E27FC236}">
                  <a16:creationId xmlns:a16="http://schemas.microsoft.com/office/drawing/2014/main" id="{B692CEAC-1583-14FD-61A9-1CF1C7FCF0D6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3" name="TextBox 162">
              <a:extLst>
                <a:ext uri="{FF2B5EF4-FFF2-40B4-BE49-F238E27FC236}">
                  <a16:creationId xmlns:a16="http://schemas.microsoft.com/office/drawing/2014/main" id="{B9D07883-5082-8750-A22A-2EF192F58DBE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M</a:t>
              </a:r>
            </a:p>
          </p:txBody>
        </p:sp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72C68CC6-014A-4F2E-68A7-FE31EED22C4A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</p:txBody>
        </p:sp>
      </p:grpSp>
      <p:grpSp>
        <p:nvGrpSpPr>
          <p:cNvPr id="165" name="Group 164">
            <a:extLst>
              <a:ext uri="{FF2B5EF4-FFF2-40B4-BE49-F238E27FC236}">
                <a16:creationId xmlns:a16="http://schemas.microsoft.com/office/drawing/2014/main" id="{5A7EF84C-0B1E-2717-38E7-25A38EC7436F}"/>
              </a:ext>
            </a:extLst>
          </p:cNvPr>
          <p:cNvGrpSpPr/>
          <p:nvPr/>
        </p:nvGrpSpPr>
        <p:grpSpPr>
          <a:xfrm>
            <a:off x="9184826" y="1914105"/>
            <a:ext cx="721581" cy="1034973"/>
            <a:chOff x="4441717" y="4154269"/>
            <a:chExt cx="944489" cy="1363365"/>
          </a:xfrm>
        </p:grpSpPr>
        <p:sp>
          <p:nvSpPr>
            <p:cNvPr id="166" name="Rectangle 165">
              <a:extLst>
                <a:ext uri="{FF2B5EF4-FFF2-40B4-BE49-F238E27FC236}">
                  <a16:creationId xmlns:a16="http://schemas.microsoft.com/office/drawing/2014/main" id="{9E37FFEE-DBC8-71D1-D34A-662A0FF07E39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7" name="TextBox 166">
              <a:extLst>
                <a:ext uri="{FF2B5EF4-FFF2-40B4-BE49-F238E27FC236}">
                  <a16:creationId xmlns:a16="http://schemas.microsoft.com/office/drawing/2014/main" id="{123902CA-37AD-8FD8-460E-2D5A74D49521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o</a:t>
              </a:r>
            </a:p>
          </p:txBody>
        </p:sp>
        <p:sp>
          <p:nvSpPr>
            <p:cNvPr id="168" name="TextBox 167">
              <a:extLst>
                <a:ext uri="{FF2B5EF4-FFF2-40B4-BE49-F238E27FC236}">
                  <a16:creationId xmlns:a16="http://schemas.microsoft.com/office/drawing/2014/main" id="{A9DF0E13-9D1F-5769-DE4F-57D257660FDC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</a:p>
          </p:txBody>
        </p:sp>
      </p:grp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EA388464-37E6-F1E1-53E6-F1417EC8450A}"/>
              </a:ext>
            </a:extLst>
          </p:cNvPr>
          <p:cNvGrpSpPr/>
          <p:nvPr/>
        </p:nvGrpSpPr>
        <p:grpSpPr>
          <a:xfrm>
            <a:off x="9932168" y="1914106"/>
            <a:ext cx="721581" cy="1034973"/>
            <a:chOff x="4441717" y="4154269"/>
            <a:chExt cx="944489" cy="1363365"/>
          </a:xfrm>
        </p:grpSpPr>
        <p:sp>
          <p:nvSpPr>
            <p:cNvPr id="170" name="Rectangle 169">
              <a:extLst>
                <a:ext uri="{FF2B5EF4-FFF2-40B4-BE49-F238E27FC236}">
                  <a16:creationId xmlns:a16="http://schemas.microsoft.com/office/drawing/2014/main" id="{69A89E56-319A-E5ED-EBA1-2B398BE2E700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1" name="TextBox 170">
              <a:extLst>
                <a:ext uri="{FF2B5EF4-FFF2-40B4-BE49-F238E27FC236}">
                  <a16:creationId xmlns:a16="http://schemas.microsoft.com/office/drawing/2014/main" id="{70A43330-7D4E-98D5-2F34-8E9907E05C79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n</a:t>
              </a:r>
            </a:p>
          </p:txBody>
        </p:sp>
        <p:sp>
          <p:nvSpPr>
            <p:cNvPr id="172" name="TextBox 171">
              <a:extLst>
                <a:ext uri="{FF2B5EF4-FFF2-40B4-BE49-F238E27FC236}">
                  <a16:creationId xmlns:a16="http://schemas.microsoft.com/office/drawing/2014/main" id="{13CBAE67-7465-D3C6-5F27-BBC83F6E195C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</a:p>
          </p:txBody>
        </p:sp>
      </p:grpSp>
      <p:grpSp>
        <p:nvGrpSpPr>
          <p:cNvPr id="173" name="Group 172">
            <a:extLst>
              <a:ext uri="{FF2B5EF4-FFF2-40B4-BE49-F238E27FC236}">
                <a16:creationId xmlns:a16="http://schemas.microsoft.com/office/drawing/2014/main" id="{838E9DB0-3A71-B931-C88C-6C1B0CFB5174}"/>
              </a:ext>
            </a:extLst>
          </p:cNvPr>
          <p:cNvGrpSpPr/>
          <p:nvPr/>
        </p:nvGrpSpPr>
        <p:grpSpPr>
          <a:xfrm>
            <a:off x="10679510" y="1914106"/>
            <a:ext cx="721581" cy="1034973"/>
            <a:chOff x="4441717" y="4154269"/>
            <a:chExt cx="944489" cy="1363365"/>
          </a:xfrm>
        </p:grpSpPr>
        <p:sp>
          <p:nvSpPr>
            <p:cNvPr id="174" name="Rectangle 173">
              <a:extLst>
                <a:ext uri="{FF2B5EF4-FFF2-40B4-BE49-F238E27FC236}">
                  <a16:creationId xmlns:a16="http://schemas.microsoft.com/office/drawing/2014/main" id="{C8D78BD9-14FD-948C-DB73-A34C66B2926F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5" name="TextBox 174">
              <a:extLst>
                <a:ext uri="{FF2B5EF4-FFF2-40B4-BE49-F238E27FC236}">
                  <a16:creationId xmlns:a16="http://schemas.microsoft.com/office/drawing/2014/main" id="{1406EB8C-BF91-A0AC-AB42-D1A04590330A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!</a:t>
              </a:r>
            </a:p>
          </p:txBody>
        </p:sp>
        <p:sp>
          <p:nvSpPr>
            <p:cNvPr id="176" name="TextBox 175">
              <a:extLst>
                <a:ext uri="{FF2B5EF4-FFF2-40B4-BE49-F238E27FC236}">
                  <a16:creationId xmlns:a16="http://schemas.microsoft.com/office/drawing/2014/main" id="{673DD2C7-8E7D-1265-8469-93AB95074733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5</a:t>
              </a:r>
            </a:p>
          </p:txBody>
        </p:sp>
      </p:grpSp>
      <p:sp>
        <p:nvSpPr>
          <p:cNvPr id="177" name="TextBox 176">
            <a:extLst>
              <a:ext uri="{FF2B5EF4-FFF2-40B4-BE49-F238E27FC236}">
                <a16:creationId xmlns:a16="http://schemas.microsoft.com/office/drawing/2014/main" id="{F79E84BB-2E01-B8F4-9958-A50630FE8A08}"/>
              </a:ext>
            </a:extLst>
          </p:cNvPr>
          <p:cNvSpPr txBox="1"/>
          <p:nvPr/>
        </p:nvSpPr>
        <p:spPr>
          <a:xfrm>
            <a:off x="5852122" y="2130968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src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178" name="Straight Arrow Connector 177">
            <a:extLst>
              <a:ext uri="{FF2B5EF4-FFF2-40B4-BE49-F238E27FC236}">
                <a16:creationId xmlns:a16="http://schemas.microsoft.com/office/drawing/2014/main" id="{8020F30A-EE1E-48E4-F6BA-3A85F7E89B56}"/>
              </a:ext>
            </a:extLst>
          </p:cNvPr>
          <p:cNvCxnSpPr>
            <a:cxnSpLocks/>
            <a:stCxn id="177" idx="3"/>
          </p:cNvCxnSpPr>
          <p:nvPr/>
        </p:nvCxnSpPr>
        <p:spPr>
          <a:xfrm>
            <a:off x="6416700" y="2315634"/>
            <a:ext cx="522378" cy="804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79" name="Group 178">
            <a:extLst>
              <a:ext uri="{FF2B5EF4-FFF2-40B4-BE49-F238E27FC236}">
                <a16:creationId xmlns:a16="http://schemas.microsoft.com/office/drawing/2014/main" id="{CD64EDA9-F6D4-1A64-BE2D-B320C7B47BBD}"/>
              </a:ext>
            </a:extLst>
          </p:cNvPr>
          <p:cNvGrpSpPr/>
          <p:nvPr/>
        </p:nvGrpSpPr>
        <p:grpSpPr>
          <a:xfrm>
            <a:off x="11426855" y="1915909"/>
            <a:ext cx="721581" cy="1034973"/>
            <a:chOff x="4441717" y="4154269"/>
            <a:chExt cx="944489" cy="1363365"/>
          </a:xfrm>
        </p:grpSpPr>
        <p:sp>
          <p:nvSpPr>
            <p:cNvPr id="180" name="Rectangle 179">
              <a:extLst>
                <a:ext uri="{FF2B5EF4-FFF2-40B4-BE49-F238E27FC236}">
                  <a16:creationId xmlns:a16="http://schemas.microsoft.com/office/drawing/2014/main" id="{56744A79-828F-A83A-6561-1485378A45C4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1" name="TextBox 180">
              <a:extLst>
                <a:ext uri="{FF2B5EF4-FFF2-40B4-BE49-F238E27FC236}">
                  <a16:creationId xmlns:a16="http://schemas.microsoft.com/office/drawing/2014/main" id="{8948AAAD-9C9B-DD9B-70FF-2922307451C1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\0</a:t>
              </a:r>
            </a:p>
          </p:txBody>
        </p:sp>
        <p:sp>
          <p:nvSpPr>
            <p:cNvPr id="182" name="TextBox 181">
              <a:extLst>
                <a:ext uri="{FF2B5EF4-FFF2-40B4-BE49-F238E27FC236}">
                  <a16:creationId xmlns:a16="http://schemas.microsoft.com/office/drawing/2014/main" id="{9A367064-E38A-99AB-2C9D-A32EEC5E7AF2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5</a:t>
              </a:r>
            </a:p>
          </p:txBody>
        </p:sp>
      </p:grpSp>
      <p:sp>
        <p:nvSpPr>
          <p:cNvPr id="183" name="TextBox 182">
            <a:extLst>
              <a:ext uri="{FF2B5EF4-FFF2-40B4-BE49-F238E27FC236}">
                <a16:creationId xmlns:a16="http://schemas.microsoft.com/office/drawing/2014/main" id="{512E8FB6-1D36-000F-F4B9-93E3F8504122}"/>
              </a:ext>
            </a:extLst>
          </p:cNvPr>
          <p:cNvSpPr txBox="1"/>
          <p:nvPr/>
        </p:nvSpPr>
        <p:spPr>
          <a:xfrm>
            <a:off x="7064182" y="2804810"/>
            <a:ext cx="52290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space</a:t>
            </a:r>
          </a:p>
        </p:txBody>
      </p:sp>
      <p:cxnSp>
        <p:nvCxnSpPr>
          <p:cNvPr id="185" name="Straight Arrow Connector 184">
            <a:extLst>
              <a:ext uri="{FF2B5EF4-FFF2-40B4-BE49-F238E27FC236}">
                <a16:creationId xmlns:a16="http://schemas.microsoft.com/office/drawing/2014/main" id="{E760799B-F7A5-36BB-B178-AFFC2F2F6B2B}"/>
              </a:ext>
            </a:extLst>
          </p:cNvPr>
          <p:cNvCxnSpPr>
            <a:stCxn id="152" idx="1"/>
          </p:cNvCxnSpPr>
          <p:nvPr/>
        </p:nvCxnSpPr>
        <p:spPr>
          <a:xfrm flipH="1">
            <a:off x="4273826" y="1315573"/>
            <a:ext cx="1640635" cy="4436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99901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45B1F6-20F5-F465-20D1-62718601CD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Rectangle 150">
            <a:extLst>
              <a:ext uri="{FF2B5EF4-FFF2-40B4-BE49-F238E27FC236}">
                <a16:creationId xmlns:a16="http://schemas.microsoft.com/office/drawing/2014/main" id="{0E2C56A6-C802-0AF1-1DA8-1BEEA6ADD684}"/>
              </a:ext>
            </a:extLst>
          </p:cNvPr>
          <p:cNvSpPr/>
          <p:nvPr/>
        </p:nvSpPr>
        <p:spPr>
          <a:xfrm>
            <a:off x="300622" y="3051031"/>
            <a:ext cx="5456785" cy="1749451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2BB901-C276-E85E-E9CC-F2A96544FF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06375"/>
            <a:ext cx="5583382" cy="1325563"/>
          </a:xfrm>
        </p:spPr>
        <p:txBody>
          <a:bodyPr/>
          <a:lstStyle/>
          <a:p>
            <a:r>
              <a:rPr lang="en-US" dirty="0"/>
              <a:t>C-strings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C62C69-7BE1-90FE-CD02-E556B9433BF5}"/>
              </a:ext>
            </a:extLst>
          </p:cNvPr>
          <p:cNvSpPr txBox="1"/>
          <p:nvPr/>
        </p:nvSpPr>
        <p:spPr>
          <a:xfrm>
            <a:off x="35248" y="913384"/>
            <a:ext cx="5756704" cy="452431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void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strcat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(char*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dest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, const char*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src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CA" b="1" dirty="0">
                <a:latin typeface="Consolas" panose="020B0609020204030204" pitchFamily="49" charset="0"/>
                <a:cs typeface="Consolas" panose="020B0609020204030204" pitchFamily="49" charset="0"/>
              </a:rPr>
              <a:t>// first, find the end of </a:t>
            </a:r>
            <a:r>
              <a:rPr lang="en-CA" b="1" dirty="0" err="1">
                <a:latin typeface="Consolas" panose="020B0609020204030204" pitchFamily="49" charset="0"/>
                <a:cs typeface="Consolas" panose="020B0609020204030204" pitchFamily="49" charset="0"/>
              </a:rPr>
              <a:t>dest</a:t>
            </a:r>
            <a:endParaRPr lang="en-CA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while (*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dest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!= '\0')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dest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++;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}</a:t>
            </a:r>
          </a:p>
          <a:p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CA" b="1" dirty="0">
                <a:latin typeface="Consolas" panose="020B0609020204030204" pitchFamily="49" charset="0"/>
                <a:cs typeface="Consolas" panose="020B0609020204030204" pitchFamily="49" charset="0"/>
              </a:rPr>
              <a:t>// append </a:t>
            </a:r>
            <a:r>
              <a:rPr lang="en-CA" b="1" dirty="0" err="1">
                <a:latin typeface="Consolas" panose="020B0609020204030204" pitchFamily="49" charset="0"/>
                <a:cs typeface="Consolas" panose="020B0609020204030204" pitchFamily="49" charset="0"/>
              </a:rPr>
              <a:t>src</a:t>
            </a:r>
            <a:r>
              <a:rPr lang="en-CA" b="1" dirty="0">
                <a:latin typeface="Consolas" panose="020B0609020204030204" pitchFamily="49" charset="0"/>
                <a:cs typeface="Consolas" panose="020B0609020204030204" pitchFamily="49" charset="0"/>
              </a:rPr>
              <a:t> starting from end of </a:t>
            </a:r>
            <a:r>
              <a:rPr lang="en-CA" b="1" dirty="0" err="1">
                <a:latin typeface="Consolas" panose="020B0609020204030204" pitchFamily="49" charset="0"/>
                <a:cs typeface="Consolas" panose="020B0609020204030204" pitchFamily="49" charset="0"/>
              </a:rPr>
              <a:t>dest</a:t>
            </a:r>
            <a:endParaRPr lang="en-CA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for (const char* p =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src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; *p != '\0'; p++)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*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dest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= *p;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dest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++;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}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*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dest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= '\0';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32B91AD6-7155-3623-B458-959DBF215029}"/>
              </a:ext>
            </a:extLst>
          </p:cNvPr>
          <p:cNvGrpSpPr/>
          <p:nvPr/>
        </p:nvGrpSpPr>
        <p:grpSpPr>
          <a:xfrm>
            <a:off x="3020698" y="4338817"/>
            <a:ext cx="721581" cy="1034973"/>
            <a:chOff x="4441717" y="4154269"/>
            <a:chExt cx="944489" cy="1363365"/>
          </a:xfrm>
        </p:grpSpPr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3218741B-0C07-332B-8AFA-CC5333FD698A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B361383E-7FD3-2BCD-2929-A619D9356844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H</a:t>
              </a: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AD5FA9B3-3C63-7D76-4280-7C881065BE05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2356D580-A886-7556-A202-EFBC0B444845}"/>
              </a:ext>
            </a:extLst>
          </p:cNvPr>
          <p:cNvGrpSpPr/>
          <p:nvPr/>
        </p:nvGrpSpPr>
        <p:grpSpPr>
          <a:xfrm>
            <a:off x="4529904" y="4338817"/>
            <a:ext cx="721581" cy="1034973"/>
            <a:chOff x="4441717" y="4154269"/>
            <a:chExt cx="944489" cy="1363365"/>
          </a:xfrm>
        </p:grpSpPr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387B92D8-D8F4-35C7-52A4-AC9D082CD0D6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108F23CF-0132-4A33-7C25-72C0FB7E3E7D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l</a:t>
              </a: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1753FCAC-475C-EF9C-FFD9-4682699747F4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F8124150-3CEA-685F-697A-58A33F624269}"/>
              </a:ext>
            </a:extLst>
          </p:cNvPr>
          <p:cNvGrpSpPr/>
          <p:nvPr/>
        </p:nvGrpSpPr>
        <p:grpSpPr>
          <a:xfrm>
            <a:off x="3775301" y="4338817"/>
            <a:ext cx="721581" cy="1034973"/>
            <a:chOff x="4441717" y="4154269"/>
            <a:chExt cx="944489" cy="1363365"/>
          </a:xfrm>
        </p:grpSpPr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382C4493-3CF9-EC0E-CC11-24005478D835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EC417501-A98A-AF6F-E4CA-E03F951E72DC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e</a:t>
              </a: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13793E92-1C33-CAD1-D13E-476800BAF8DB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46FBBB3D-ED5B-4073-1867-64C9B95D9CDE}"/>
              </a:ext>
            </a:extLst>
          </p:cNvPr>
          <p:cNvGrpSpPr/>
          <p:nvPr/>
        </p:nvGrpSpPr>
        <p:grpSpPr>
          <a:xfrm>
            <a:off x="5284507" y="4338817"/>
            <a:ext cx="721581" cy="1034973"/>
            <a:chOff x="4441717" y="4154269"/>
            <a:chExt cx="944489" cy="1363365"/>
          </a:xfrm>
        </p:grpSpPr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E5B1E5A4-2236-EE13-F5EA-EEB149D73C6F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7E1EB892-7949-428B-645A-B27580FF028E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l</a:t>
              </a: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9F2C7535-4618-DA06-A368-B9A59D7D4763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9DA05FE1-3B46-9085-1212-3323FB3A5B45}"/>
              </a:ext>
            </a:extLst>
          </p:cNvPr>
          <p:cNvGrpSpPr/>
          <p:nvPr/>
        </p:nvGrpSpPr>
        <p:grpSpPr>
          <a:xfrm>
            <a:off x="6039110" y="4338817"/>
            <a:ext cx="721581" cy="1034973"/>
            <a:chOff x="4441717" y="4154269"/>
            <a:chExt cx="944489" cy="1363365"/>
          </a:xfrm>
        </p:grpSpPr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BD290429-E251-3A1D-A6E2-BD1C5A3ADB44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66C177F0-BD46-C028-7FF6-9C7EB94BC68A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o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C684D15A-9284-3CAA-BCE0-86C5068EE535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A29DCB1E-ADC2-E5E8-E4F9-D0841892966C}"/>
              </a:ext>
            </a:extLst>
          </p:cNvPr>
          <p:cNvGrpSpPr/>
          <p:nvPr/>
        </p:nvGrpSpPr>
        <p:grpSpPr>
          <a:xfrm>
            <a:off x="6793713" y="4338818"/>
            <a:ext cx="721581" cy="1034974"/>
            <a:chOff x="4441717" y="4154269"/>
            <a:chExt cx="944489" cy="1363366"/>
          </a:xfrm>
        </p:grpSpPr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EDF8527B-F437-3134-7F12-78CF6AF2CC2F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F22E7AB3-0AF7-4632-4589-9B25B36081CC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▮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B707A781-6ABB-AA94-A5C1-44ABEFFFB81E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5</a:t>
              </a:r>
            </a:p>
          </p:txBody>
        </p: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0D5CA866-8176-7560-E968-43C1454BB3EE}"/>
              </a:ext>
            </a:extLst>
          </p:cNvPr>
          <p:cNvGrpSpPr/>
          <p:nvPr/>
        </p:nvGrpSpPr>
        <p:grpSpPr>
          <a:xfrm>
            <a:off x="7548316" y="4338817"/>
            <a:ext cx="721581" cy="1034973"/>
            <a:chOff x="4441717" y="4154269"/>
            <a:chExt cx="944489" cy="1363365"/>
          </a:xfrm>
        </p:grpSpPr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9760FD3A-E77F-3B5B-63C0-F01F6655B14A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DF0397E0-B3F7-F151-EEB7-8BCD891A4203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?</a:t>
              </a:r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48B1322E-37D1-B50C-7D03-733D450827FC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6081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6</a:t>
              </a:r>
            </a:p>
          </p:txBody>
        </p:sp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377A8DBD-DD1A-615D-9B13-175AE7B0B8F2}"/>
              </a:ext>
            </a:extLst>
          </p:cNvPr>
          <p:cNvGrpSpPr/>
          <p:nvPr/>
        </p:nvGrpSpPr>
        <p:grpSpPr>
          <a:xfrm>
            <a:off x="9057522" y="4338817"/>
            <a:ext cx="721581" cy="1034973"/>
            <a:chOff x="4441717" y="4154269"/>
            <a:chExt cx="944489" cy="1363365"/>
          </a:xfrm>
        </p:grpSpPr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BAE01D03-43DA-984A-8C1B-F6327197EA59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9566A3D6-33CD-362B-0D57-16BAFE4E6F17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?</a:t>
              </a:r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7D33A62C-D7D6-4967-F857-FE6706E01CF1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6081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8</a:t>
              </a:r>
            </a:p>
          </p:txBody>
        </p:sp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BCC954F0-6BAF-5489-9300-4ACF83158DE1}"/>
              </a:ext>
            </a:extLst>
          </p:cNvPr>
          <p:cNvGrpSpPr/>
          <p:nvPr/>
        </p:nvGrpSpPr>
        <p:grpSpPr>
          <a:xfrm>
            <a:off x="8302919" y="4338817"/>
            <a:ext cx="721581" cy="1034973"/>
            <a:chOff x="4441717" y="4154269"/>
            <a:chExt cx="944489" cy="1363365"/>
          </a:xfrm>
        </p:grpSpPr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31BE6822-DE12-AB16-0D48-5719F744A74D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8E3C0BBE-CF54-B9F4-8DE4-4763148A91C2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?</a:t>
              </a:r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67A720E5-143A-F889-ED6A-BB80FBF97B37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6081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7</a:t>
              </a:r>
            </a:p>
          </p:txBody>
        </p:sp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7827E9FD-76A8-4090-29B3-67CFA20D3A42}"/>
              </a:ext>
            </a:extLst>
          </p:cNvPr>
          <p:cNvGrpSpPr/>
          <p:nvPr/>
        </p:nvGrpSpPr>
        <p:grpSpPr>
          <a:xfrm>
            <a:off x="9812125" y="4338817"/>
            <a:ext cx="721581" cy="1034973"/>
            <a:chOff x="4441717" y="4154269"/>
            <a:chExt cx="944489" cy="1363365"/>
          </a:xfrm>
        </p:grpSpPr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49C920ED-351F-07CE-C762-DE2095600D9C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617C27E1-C2FA-004C-942D-7CBA0DD35CED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?</a:t>
              </a: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DFA613C0-EA61-3CE5-2241-F08E0DEDA929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6081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9</a:t>
              </a:r>
            </a:p>
          </p:txBody>
        </p:sp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02BD19B7-E16C-7BA8-A328-7175173D2307}"/>
              </a:ext>
            </a:extLst>
          </p:cNvPr>
          <p:cNvGrpSpPr/>
          <p:nvPr/>
        </p:nvGrpSpPr>
        <p:grpSpPr>
          <a:xfrm>
            <a:off x="10566728" y="4338817"/>
            <a:ext cx="721581" cy="1034973"/>
            <a:chOff x="4441717" y="4154269"/>
            <a:chExt cx="944489" cy="1363365"/>
          </a:xfrm>
        </p:grpSpPr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9CD618E4-733A-5D53-5F1F-521736BED756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901A9831-877F-3B8A-F7D0-752A29F964C6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?</a:t>
              </a:r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30E87EC9-1250-9DE3-2775-EC6EC02E8C47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6081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10</a:t>
              </a:r>
            </a:p>
          </p:txBody>
        </p:sp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BDB513EC-DFF5-25BD-2D83-7CA818DF2D64}"/>
              </a:ext>
            </a:extLst>
          </p:cNvPr>
          <p:cNvGrpSpPr/>
          <p:nvPr/>
        </p:nvGrpSpPr>
        <p:grpSpPr>
          <a:xfrm>
            <a:off x="11321332" y="4338817"/>
            <a:ext cx="721581" cy="1034973"/>
            <a:chOff x="4441717" y="4154269"/>
            <a:chExt cx="944489" cy="1363365"/>
          </a:xfrm>
        </p:grpSpPr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7465E843-8409-9D7A-CE5F-6E78350202E0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7267C953-C6D7-7FD2-DC18-7D2DA0E50987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?</a:t>
              </a: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69C6BDA1-3C13-5FCA-BD9C-16133C88CB63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6081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11</a:t>
              </a:r>
            </a:p>
          </p:txBody>
        </p:sp>
      </p:grpSp>
      <p:sp>
        <p:nvSpPr>
          <p:cNvPr id="113" name="TextBox 112">
            <a:extLst>
              <a:ext uri="{FF2B5EF4-FFF2-40B4-BE49-F238E27FC236}">
                <a16:creationId xmlns:a16="http://schemas.microsoft.com/office/drawing/2014/main" id="{8A055457-8572-07E5-A493-04ED679C9A01}"/>
              </a:ext>
            </a:extLst>
          </p:cNvPr>
          <p:cNvSpPr txBox="1"/>
          <p:nvPr/>
        </p:nvSpPr>
        <p:spPr>
          <a:xfrm>
            <a:off x="6793713" y="5792403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dest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3A56892A-E831-668E-2DD3-6F6D7241DC2F}"/>
              </a:ext>
            </a:extLst>
          </p:cNvPr>
          <p:cNvCxnSpPr>
            <a:cxnSpLocks/>
            <a:stCxn id="113" idx="0"/>
          </p:cNvCxnSpPr>
          <p:nvPr/>
        </p:nvCxnSpPr>
        <p:spPr>
          <a:xfrm flipV="1">
            <a:off x="7139321" y="5393729"/>
            <a:ext cx="0" cy="3986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2" name="TextBox 151">
            <a:extLst>
              <a:ext uri="{FF2B5EF4-FFF2-40B4-BE49-F238E27FC236}">
                <a16:creationId xmlns:a16="http://schemas.microsoft.com/office/drawing/2014/main" id="{96CFDDF3-BE01-4F69-4EAD-3A27080A7543}"/>
              </a:ext>
            </a:extLst>
          </p:cNvPr>
          <p:cNvSpPr txBox="1"/>
          <p:nvPr/>
        </p:nvSpPr>
        <p:spPr>
          <a:xfrm>
            <a:off x="5347108" y="771543"/>
            <a:ext cx="2523023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cs typeface="Consolas" panose="020B0609020204030204" pitchFamily="49" charset="0"/>
              </a:rPr>
              <a:t>Now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</a:t>
            </a:r>
            <a:r>
              <a:rPr lang="en-US" dirty="0">
                <a:cs typeface="Consolas" panose="020B0609020204030204" pitchFamily="49" charset="0"/>
              </a:rPr>
              <a:t> and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dest</a:t>
            </a:r>
            <a:r>
              <a:rPr lang="en-US" dirty="0">
                <a:cs typeface="Consolas" panose="020B0609020204030204" pitchFamily="49" charset="0"/>
              </a:rPr>
              <a:t> move in sync to copy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src</a:t>
            </a:r>
            <a:r>
              <a:rPr lang="en-US" dirty="0">
                <a:cs typeface="Consolas" panose="020B0609020204030204" pitchFamily="49" charset="0"/>
              </a:rPr>
              <a:t> to the end of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dest</a:t>
            </a:r>
            <a:r>
              <a:rPr lang="en-US" dirty="0">
                <a:cs typeface="Consolas" panose="020B0609020204030204" pitchFamily="49" charset="0"/>
              </a:rPr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CF7D41-E27E-73A1-F36B-953E1220E7F2}"/>
              </a:ext>
            </a:extLst>
          </p:cNvPr>
          <p:cNvSpPr txBox="1"/>
          <p:nvPr/>
        </p:nvSpPr>
        <p:spPr>
          <a:xfrm>
            <a:off x="7169980" y="3367691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B2DF4035-250A-FD5F-7315-3169A58AB3A2}"/>
              </a:ext>
            </a:extLst>
          </p:cNvPr>
          <p:cNvCxnSpPr>
            <a:cxnSpLocks/>
            <a:stCxn id="3" idx="0"/>
          </p:cNvCxnSpPr>
          <p:nvPr/>
        </p:nvCxnSpPr>
        <p:spPr>
          <a:xfrm flipV="1">
            <a:off x="7325632" y="3051031"/>
            <a:ext cx="0" cy="3166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9C2594F4-98CA-8802-1F86-6BD1978BD9DA}"/>
              </a:ext>
            </a:extLst>
          </p:cNvPr>
          <p:cNvGrpSpPr/>
          <p:nvPr/>
        </p:nvGrpSpPr>
        <p:grpSpPr>
          <a:xfrm>
            <a:off x="6942800" y="1914106"/>
            <a:ext cx="721581" cy="1034973"/>
            <a:chOff x="4441717" y="4154269"/>
            <a:chExt cx="944489" cy="136336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AC1EC62-8025-A0D8-1971-FC2AB34F50A1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9D7AA61-032F-9667-DE1E-34C215C39B41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▮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D875ED8-C57C-650B-2C23-9A2876B22E60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14EBAB7-0F63-8D9E-4F3B-B4DD79A5D383}"/>
              </a:ext>
            </a:extLst>
          </p:cNvPr>
          <p:cNvGrpSpPr/>
          <p:nvPr/>
        </p:nvGrpSpPr>
        <p:grpSpPr>
          <a:xfrm>
            <a:off x="8437484" y="1914106"/>
            <a:ext cx="721581" cy="1034973"/>
            <a:chOff x="4441717" y="4154269"/>
            <a:chExt cx="944489" cy="1363365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6442B3E-233F-5C9F-5EFD-5088A0809E0E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AF3CCE20-C2D1-D71A-1CAD-6ACB83C3DC68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o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9854BAA-344E-9882-8A14-9658B6CEA28D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AE112710-2E66-E1E8-EF73-D936BC2BEFD6}"/>
              </a:ext>
            </a:extLst>
          </p:cNvPr>
          <p:cNvGrpSpPr/>
          <p:nvPr/>
        </p:nvGrpSpPr>
        <p:grpSpPr>
          <a:xfrm>
            <a:off x="7690142" y="1914106"/>
            <a:ext cx="721581" cy="1034973"/>
            <a:chOff x="4441717" y="4154269"/>
            <a:chExt cx="944489" cy="1363365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B4645CD-7DEF-C9CD-12BA-215A36CBB6B8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B54CF18B-0244-F6D8-50E6-E6AA06DE265E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M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58A10911-D8D2-7789-45D0-318498585928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21355203-668F-0677-ECFB-34940D2E158C}"/>
              </a:ext>
            </a:extLst>
          </p:cNvPr>
          <p:cNvGrpSpPr/>
          <p:nvPr/>
        </p:nvGrpSpPr>
        <p:grpSpPr>
          <a:xfrm>
            <a:off x="9184826" y="1914105"/>
            <a:ext cx="721581" cy="1034973"/>
            <a:chOff x="4441717" y="4154269"/>
            <a:chExt cx="944489" cy="1363365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3F8A460D-42CF-FBEC-5C4F-1C287118F3BB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36DB3348-FE4A-96C9-B1E0-6922B3FB70AA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o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620AA622-17F8-3064-297D-3BBB8CC850EC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16A393E5-458F-DB9F-C99E-8EB34DF4A2E3}"/>
              </a:ext>
            </a:extLst>
          </p:cNvPr>
          <p:cNvGrpSpPr/>
          <p:nvPr/>
        </p:nvGrpSpPr>
        <p:grpSpPr>
          <a:xfrm>
            <a:off x="9932168" y="1914106"/>
            <a:ext cx="721581" cy="1034973"/>
            <a:chOff x="4441717" y="4154269"/>
            <a:chExt cx="944489" cy="1363365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3A742D2F-7215-3F07-C7F7-208B1FC3AF63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25DBA556-4066-0377-8955-C7660C8243DF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n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DE4491D6-7A0F-50AE-6B69-15C5C3CC5EDA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49F0A74B-FC22-BA35-B73D-31687D00366D}"/>
              </a:ext>
            </a:extLst>
          </p:cNvPr>
          <p:cNvGrpSpPr/>
          <p:nvPr/>
        </p:nvGrpSpPr>
        <p:grpSpPr>
          <a:xfrm>
            <a:off x="10679510" y="1914106"/>
            <a:ext cx="721581" cy="1034973"/>
            <a:chOff x="4441717" y="4154269"/>
            <a:chExt cx="944489" cy="1363365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06E04C74-70D4-046B-C73C-32698B560E2F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63F2B47B-6D60-98DF-B7EE-18A3DC5C4069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!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C1D2B6AD-1BC1-C046-2D06-77B2A7ED24C9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5</a:t>
              </a:r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9C7A5B98-5643-135E-239A-0B771EFCA1C6}"/>
              </a:ext>
            </a:extLst>
          </p:cNvPr>
          <p:cNvSpPr txBox="1"/>
          <p:nvPr/>
        </p:nvSpPr>
        <p:spPr>
          <a:xfrm>
            <a:off x="5852122" y="2130968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src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BF142107-563C-F562-E583-00401621516E}"/>
              </a:ext>
            </a:extLst>
          </p:cNvPr>
          <p:cNvCxnSpPr>
            <a:cxnSpLocks/>
            <a:stCxn id="32" idx="3"/>
          </p:cNvCxnSpPr>
          <p:nvPr/>
        </p:nvCxnSpPr>
        <p:spPr>
          <a:xfrm>
            <a:off x="6416700" y="2315634"/>
            <a:ext cx="522378" cy="804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4" name="Group 33">
            <a:extLst>
              <a:ext uri="{FF2B5EF4-FFF2-40B4-BE49-F238E27FC236}">
                <a16:creationId xmlns:a16="http://schemas.microsoft.com/office/drawing/2014/main" id="{DB9B9B3F-BE1C-AB8A-D732-1FE924A415F4}"/>
              </a:ext>
            </a:extLst>
          </p:cNvPr>
          <p:cNvGrpSpPr/>
          <p:nvPr/>
        </p:nvGrpSpPr>
        <p:grpSpPr>
          <a:xfrm>
            <a:off x="11426855" y="1915909"/>
            <a:ext cx="721581" cy="1034973"/>
            <a:chOff x="4441717" y="4154269"/>
            <a:chExt cx="944489" cy="1363365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97D96247-A560-F5DA-33A4-1F1ED7851DAB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A4CB2679-4F77-C21E-FB2F-2AC8F87054A6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\0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E71F9D84-FC5E-5A9F-3A22-7C3CDD3F2EBD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5</a:t>
              </a:r>
            </a:p>
          </p:txBody>
        </p: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977F6425-AEE3-7CDE-10AF-218708C3BB88}"/>
              </a:ext>
            </a:extLst>
          </p:cNvPr>
          <p:cNvSpPr txBox="1"/>
          <p:nvPr/>
        </p:nvSpPr>
        <p:spPr>
          <a:xfrm>
            <a:off x="7064182" y="2804810"/>
            <a:ext cx="52290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space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FC89E7C9-98B8-A9C9-3273-9B0F56454532}"/>
              </a:ext>
            </a:extLst>
          </p:cNvPr>
          <p:cNvCxnSpPr/>
          <p:nvPr/>
        </p:nvCxnSpPr>
        <p:spPr>
          <a:xfrm flipH="1">
            <a:off x="5251484" y="1689652"/>
            <a:ext cx="505923" cy="13613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16385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5B4D0C-8C61-CAE6-3B23-5341042878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Rectangle 150">
            <a:extLst>
              <a:ext uri="{FF2B5EF4-FFF2-40B4-BE49-F238E27FC236}">
                <a16:creationId xmlns:a16="http://schemas.microsoft.com/office/drawing/2014/main" id="{167D60B0-3D95-1B9C-243B-31B641E809E1}"/>
              </a:ext>
            </a:extLst>
          </p:cNvPr>
          <p:cNvSpPr/>
          <p:nvPr/>
        </p:nvSpPr>
        <p:spPr>
          <a:xfrm>
            <a:off x="300622" y="3051031"/>
            <a:ext cx="5456785" cy="1749451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1861EF-09A9-8F8A-F3FC-22DC7790AD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06375"/>
            <a:ext cx="5583382" cy="1325563"/>
          </a:xfrm>
        </p:spPr>
        <p:txBody>
          <a:bodyPr/>
          <a:lstStyle/>
          <a:p>
            <a:r>
              <a:rPr lang="en-US" dirty="0"/>
              <a:t>C-strings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5B40DD-3E28-6404-79DA-25AB0DC800E5}"/>
              </a:ext>
            </a:extLst>
          </p:cNvPr>
          <p:cNvSpPr txBox="1"/>
          <p:nvPr/>
        </p:nvSpPr>
        <p:spPr>
          <a:xfrm>
            <a:off x="35248" y="913384"/>
            <a:ext cx="5756704" cy="452431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void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strcat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(char*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dest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, const char*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src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CA" b="1" dirty="0">
                <a:latin typeface="Consolas" panose="020B0609020204030204" pitchFamily="49" charset="0"/>
                <a:cs typeface="Consolas" panose="020B0609020204030204" pitchFamily="49" charset="0"/>
              </a:rPr>
              <a:t>// first, find the end of </a:t>
            </a:r>
            <a:r>
              <a:rPr lang="en-CA" b="1" dirty="0" err="1">
                <a:latin typeface="Consolas" panose="020B0609020204030204" pitchFamily="49" charset="0"/>
                <a:cs typeface="Consolas" panose="020B0609020204030204" pitchFamily="49" charset="0"/>
              </a:rPr>
              <a:t>dest</a:t>
            </a:r>
            <a:endParaRPr lang="en-CA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while (*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dest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!= '\0')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dest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++;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}</a:t>
            </a:r>
          </a:p>
          <a:p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CA" b="1" dirty="0">
                <a:latin typeface="Consolas" panose="020B0609020204030204" pitchFamily="49" charset="0"/>
                <a:cs typeface="Consolas" panose="020B0609020204030204" pitchFamily="49" charset="0"/>
              </a:rPr>
              <a:t>// append </a:t>
            </a:r>
            <a:r>
              <a:rPr lang="en-CA" b="1" dirty="0" err="1">
                <a:latin typeface="Consolas" panose="020B0609020204030204" pitchFamily="49" charset="0"/>
                <a:cs typeface="Consolas" panose="020B0609020204030204" pitchFamily="49" charset="0"/>
              </a:rPr>
              <a:t>src</a:t>
            </a:r>
            <a:r>
              <a:rPr lang="en-CA" b="1" dirty="0">
                <a:latin typeface="Consolas" panose="020B0609020204030204" pitchFamily="49" charset="0"/>
                <a:cs typeface="Consolas" panose="020B0609020204030204" pitchFamily="49" charset="0"/>
              </a:rPr>
              <a:t> starting from end of </a:t>
            </a:r>
            <a:r>
              <a:rPr lang="en-CA" b="1" dirty="0" err="1">
                <a:latin typeface="Consolas" panose="020B0609020204030204" pitchFamily="49" charset="0"/>
                <a:cs typeface="Consolas" panose="020B0609020204030204" pitchFamily="49" charset="0"/>
              </a:rPr>
              <a:t>dest</a:t>
            </a:r>
            <a:endParaRPr lang="en-CA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for (const char* p =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src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; *p != '\0'; p++)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*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dest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= *p;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dest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++;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}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*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dest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= '\0';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D690E575-80D5-F764-96B8-B3B779CB17A3}"/>
              </a:ext>
            </a:extLst>
          </p:cNvPr>
          <p:cNvGrpSpPr/>
          <p:nvPr/>
        </p:nvGrpSpPr>
        <p:grpSpPr>
          <a:xfrm>
            <a:off x="3020698" y="4338817"/>
            <a:ext cx="721581" cy="1034973"/>
            <a:chOff x="4441717" y="4154269"/>
            <a:chExt cx="944489" cy="1363365"/>
          </a:xfrm>
        </p:grpSpPr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4A7FE993-996A-1811-EB94-6F1C79928CB5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7C99875C-BF13-E943-4C67-BF151E6824D1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H</a:t>
              </a: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D3CE1F3D-E9DA-FA25-02A0-A385682FA84B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B13D184D-7582-4B10-BD1D-46EAE73D71F6}"/>
              </a:ext>
            </a:extLst>
          </p:cNvPr>
          <p:cNvGrpSpPr/>
          <p:nvPr/>
        </p:nvGrpSpPr>
        <p:grpSpPr>
          <a:xfrm>
            <a:off x="4529904" y="4338817"/>
            <a:ext cx="721581" cy="1034973"/>
            <a:chOff x="4441717" y="4154269"/>
            <a:chExt cx="944489" cy="1363365"/>
          </a:xfrm>
        </p:grpSpPr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0C533E18-8979-E207-18D0-BF900C872A58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5A190294-A9FD-D61F-E319-0BAEBEE9DA76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l</a:t>
              </a: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76F2B732-060A-259A-732E-603CED2758B9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9B7B1176-4BC1-2F0A-C737-BC6A1B1CA523}"/>
              </a:ext>
            </a:extLst>
          </p:cNvPr>
          <p:cNvGrpSpPr/>
          <p:nvPr/>
        </p:nvGrpSpPr>
        <p:grpSpPr>
          <a:xfrm>
            <a:off x="3775301" y="4338817"/>
            <a:ext cx="721581" cy="1034973"/>
            <a:chOff x="4441717" y="4154269"/>
            <a:chExt cx="944489" cy="1363365"/>
          </a:xfrm>
        </p:grpSpPr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3F2F88F8-0E2A-19FE-6BF3-6C2C2431A812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D6BC4E16-CB92-66C0-B1E3-C0C985DF15A1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e</a:t>
              </a: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A72EF016-388D-8D44-32B0-56D896F1FC28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394AC05A-9E9B-B6CE-8FDC-49806F2FEA35}"/>
              </a:ext>
            </a:extLst>
          </p:cNvPr>
          <p:cNvGrpSpPr/>
          <p:nvPr/>
        </p:nvGrpSpPr>
        <p:grpSpPr>
          <a:xfrm>
            <a:off x="5284507" y="4338817"/>
            <a:ext cx="721581" cy="1034973"/>
            <a:chOff x="4441717" y="4154269"/>
            <a:chExt cx="944489" cy="1363365"/>
          </a:xfrm>
        </p:grpSpPr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E54F5D7E-4784-2CF7-B269-ACC5DF460BDD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4087B87E-D3B9-A575-8941-C8E68EC1EF97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l</a:t>
              </a: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F47C1BD8-43A1-7C2D-B354-446E82A127C2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826105C8-3E1E-9ED8-8861-837E72D82FAC}"/>
              </a:ext>
            </a:extLst>
          </p:cNvPr>
          <p:cNvGrpSpPr/>
          <p:nvPr/>
        </p:nvGrpSpPr>
        <p:grpSpPr>
          <a:xfrm>
            <a:off x="6039110" y="4338817"/>
            <a:ext cx="721581" cy="1034973"/>
            <a:chOff x="4441717" y="4154269"/>
            <a:chExt cx="944489" cy="1363365"/>
          </a:xfrm>
        </p:grpSpPr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4BDE8731-3AB1-9275-8335-816A6BB62372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470EFB26-10A2-F173-C234-FA2EEAC4DDAD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o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ADF7508A-6B4F-BB08-8758-B8C0C939A03E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5383F095-FF05-42FC-A629-2440228247B0}"/>
              </a:ext>
            </a:extLst>
          </p:cNvPr>
          <p:cNvGrpSpPr/>
          <p:nvPr/>
        </p:nvGrpSpPr>
        <p:grpSpPr>
          <a:xfrm>
            <a:off x="6793713" y="4338818"/>
            <a:ext cx="721581" cy="1034974"/>
            <a:chOff x="4441717" y="4154269"/>
            <a:chExt cx="944489" cy="1363366"/>
          </a:xfrm>
        </p:grpSpPr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D39A3426-5EC7-E2F0-2795-E26DAC0478BB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6D039D7D-AB76-54DC-4C6A-FB7D15202D3B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▮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D6AAB2BE-8247-4091-1DD3-387ABCDE4C1E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5</a:t>
              </a:r>
            </a:p>
          </p:txBody>
        </p: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55B1F97E-CBB5-1D57-0D0C-12AD5D97135C}"/>
              </a:ext>
            </a:extLst>
          </p:cNvPr>
          <p:cNvGrpSpPr/>
          <p:nvPr/>
        </p:nvGrpSpPr>
        <p:grpSpPr>
          <a:xfrm>
            <a:off x="7548316" y="4338817"/>
            <a:ext cx="721581" cy="1034973"/>
            <a:chOff x="4441717" y="4154269"/>
            <a:chExt cx="944489" cy="1363365"/>
          </a:xfrm>
        </p:grpSpPr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8986A900-C26C-D458-FDBA-94900A2AA14A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41CCE8FA-930F-7252-41F9-23A7F42E242B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M</a:t>
              </a:r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C8C489D4-A889-4E83-ACD6-680C3FBAD270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6081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6</a:t>
              </a:r>
            </a:p>
          </p:txBody>
        </p:sp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29AA5F2D-B4AC-5956-26B1-FA9E3703D9A6}"/>
              </a:ext>
            </a:extLst>
          </p:cNvPr>
          <p:cNvGrpSpPr/>
          <p:nvPr/>
        </p:nvGrpSpPr>
        <p:grpSpPr>
          <a:xfrm>
            <a:off x="9057522" y="4338817"/>
            <a:ext cx="721581" cy="1034973"/>
            <a:chOff x="4441717" y="4154269"/>
            <a:chExt cx="944489" cy="1363365"/>
          </a:xfrm>
        </p:grpSpPr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9A052006-D5D1-1252-EAC7-051B170004C5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ED534859-75E3-5825-796D-088E19B62143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?</a:t>
              </a:r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32056364-A407-BF5E-CC5E-73F6C2DB3310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6081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8</a:t>
              </a:r>
            </a:p>
          </p:txBody>
        </p:sp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6D005E4D-9AFD-C4C3-1664-1D181C996E0B}"/>
              </a:ext>
            </a:extLst>
          </p:cNvPr>
          <p:cNvGrpSpPr/>
          <p:nvPr/>
        </p:nvGrpSpPr>
        <p:grpSpPr>
          <a:xfrm>
            <a:off x="8302919" y="4338817"/>
            <a:ext cx="721581" cy="1034973"/>
            <a:chOff x="4441717" y="4154269"/>
            <a:chExt cx="944489" cy="1363365"/>
          </a:xfrm>
        </p:grpSpPr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0D353D75-A2B1-B33B-83E1-2DDBB829F13E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32D39BF6-22EF-9311-C29B-79C3E8A76B88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?</a:t>
              </a:r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FE0667C4-6F0A-C78E-EB25-3DD93D19AEF4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6081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7</a:t>
              </a:r>
            </a:p>
          </p:txBody>
        </p:sp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F48174D7-4164-A114-C5C5-B66C9BF25C67}"/>
              </a:ext>
            </a:extLst>
          </p:cNvPr>
          <p:cNvGrpSpPr/>
          <p:nvPr/>
        </p:nvGrpSpPr>
        <p:grpSpPr>
          <a:xfrm>
            <a:off x="9812125" y="4338817"/>
            <a:ext cx="721581" cy="1034973"/>
            <a:chOff x="4441717" y="4154269"/>
            <a:chExt cx="944489" cy="1363365"/>
          </a:xfrm>
        </p:grpSpPr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2565D62E-9794-8414-9122-C25DAB910985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C8DAA5FA-7160-CF2F-3CE4-17CC0B351C98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?</a:t>
              </a: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08A9B65E-15E7-DC06-ED86-B10D1B9FCACE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6081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9</a:t>
              </a:r>
            </a:p>
          </p:txBody>
        </p:sp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F701F8EE-DB62-FE8C-BBF0-B263BEAACA5A}"/>
              </a:ext>
            </a:extLst>
          </p:cNvPr>
          <p:cNvGrpSpPr/>
          <p:nvPr/>
        </p:nvGrpSpPr>
        <p:grpSpPr>
          <a:xfrm>
            <a:off x="10566728" y="4338817"/>
            <a:ext cx="721581" cy="1034973"/>
            <a:chOff x="4441717" y="4154269"/>
            <a:chExt cx="944489" cy="1363365"/>
          </a:xfrm>
        </p:grpSpPr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DE5D9D7D-06FC-2762-1C68-7E9B075E294A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207774E6-538E-6895-12B5-49A5E055321B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?</a:t>
              </a:r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337F7E42-E7F0-0858-7288-BDA5E9868672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6081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10</a:t>
              </a:r>
            </a:p>
          </p:txBody>
        </p:sp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60D28ED8-B481-542B-F02A-43768CA8BAE3}"/>
              </a:ext>
            </a:extLst>
          </p:cNvPr>
          <p:cNvGrpSpPr/>
          <p:nvPr/>
        </p:nvGrpSpPr>
        <p:grpSpPr>
          <a:xfrm>
            <a:off x="11321332" y="4338817"/>
            <a:ext cx="721581" cy="1034973"/>
            <a:chOff x="4441717" y="4154269"/>
            <a:chExt cx="944489" cy="1363365"/>
          </a:xfrm>
        </p:grpSpPr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B30C22FB-7EEF-A122-A928-8CEEEA4EF56E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210BC2B5-F2DA-8C90-2FDD-C9A856216D9B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?</a:t>
              </a: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4ED0F4B1-CB50-B946-137A-8870EB5B4DE5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6081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11</a:t>
              </a:r>
            </a:p>
          </p:txBody>
        </p:sp>
      </p:grpSp>
      <p:sp>
        <p:nvSpPr>
          <p:cNvPr id="113" name="TextBox 112">
            <a:extLst>
              <a:ext uri="{FF2B5EF4-FFF2-40B4-BE49-F238E27FC236}">
                <a16:creationId xmlns:a16="http://schemas.microsoft.com/office/drawing/2014/main" id="{7E100B56-065D-4762-521F-E4C29DD6DAD8}"/>
              </a:ext>
            </a:extLst>
          </p:cNvPr>
          <p:cNvSpPr txBox="1"/>
          <p:nvPr/>
        </p:nvSpPr>
        <p:spPr>
          <a:xfrm>
            <a:off x="7548315" y="5774049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dest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44EABFE0-7F2D-77D8-15BB-F69405212908}"/>
              </a:ext>
            </a:extLst>
          </p:cNvPr>
          <p:cNvCxnSpPr>
            <a:cxnSpLocks/>
            <a:stCxn id="113" idx="0"/>
          </p:cNvCxnSpPr>
          <p:nvPr/>
        </p:nvCxnSpPr>
        <p:spPr>
          <a:xfrm flipV="1">
            <a:off x="7893923" y="5375375"/>
            <a:ext cx="0" cy="3986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2" name="TextBox 151">
            <a:extLst>
              <a:ext uri="{FF2B5EF4-FFF2-40B4-BE49-F238E27FC236}">
                <a16:creationId xmlns:a16="http://schemas.microsoft.com/office/drawing/2014/main" id="{28EDB420-CE76-2929-3480-F90EB98D2A3B}"/>
              </a:ext>
            </a:extLst>
          </p:cNvPr>
          <p:cNvSpPr txBox="1"/>
          <p:nvPr/>
        </p:nvSpPr>
        <p:spPr>
          <a:xfrm>
            <a:off x="8517590" y="3157701"/>
            <a:ext cx="2523023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cs typeface="Consolas" panose="020B0609020204030204" pitchFamily="49" charset="0"/>
              </a:rPr>
              <a:t>Now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</a:t>
            </a:r>
            <a:r>
              <a:rPr lang="en-US" dirty="0">
                <a:cs typeface="Consolas" panose="020B0609020204030204" pitchFamily="49" charset="0"/>
              </a:rPr>
              <a:t> and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dest</a:t>
            </a:r>
            <a:r>
              <a:rPr lang="en-US" dirty="0">
                <a:cs typeface="Consolas" panose="020B0609020204030204" pitchFamily="49" charset="0"/>
              </a:rPr>
              <a:t> move in sync to copy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src</a:t>
            </a:r>
            <a:r>
              <a:rPr lang="en-US" dirty="0">
                <a:cs typeface="Consolas" panose="020B0609020204030204" pitchFamily="49" charset="0"/>
              </a:rPr>
              <a:t> to the end of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dest</a:t>
            </a:r>
            <a:r>
              <a:rPr lang="en-US" dirty="0">
                <a:cs typeface="Consolas" panose="020B0609020204030204" pitchFamily="49" charset="0"/>
              </a:rPr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FA7E3D-639C-7522-A64D-D0BB6DF0D56D}"/>
              </a:ext>
            </a:extLst>
          </p:cNvPr>
          <p:cNvSpPr txBox="1"/>
          <p:nvPr/>
        </p:nvSpPr>
        <p:spPr>
          <a:xfrm>
            <a:off x="7924582" y="3349337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26C0F86-1022-06FC-1308-88E909FC077E}"/>
              </a:ext>
            </a:extLst>
          </p:cNvPr>
          <p:cNvGrpSpPr/>
          <p:nvPr/>
        </p:nvGrpSpPr>
        <p:grpSpPr>
          <a:xfrm>
            <a:off x="6942800" y="1914106"/>
            <a:ext cx="721581" cy="1034973"/>
            <a:chOff x="4441717" y="4154269"/>
            <a:chExt cx="944489" cy="1363365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34BBA9F-D8AA-DD22-4699-E2B26A70566B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3D16AE0-D590-BAA3-6F07-B4CAD59ADEA2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▮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5A185BB-70CA-4811-D5D6-ABCC3BE73B37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489086B4-CFC8-A80C-1D66-E8B27479B7DB}"/>
              </a:ext>
            </a:extLst>
          </p:cNvPr>
          <p:cNvGrpSpPr/>
          <p:nvPr/>
        </p:nvGrpSpPr>
        <p:grpSpPr>
          <a:xfrm>
            <a:off x="8437484" y="1914106"/>
            <a:ext cx="721581" cy="1034973"/>
            <a:chOff x="4441717" y="4154269"/>
            <a:chExt cx="944489" cy="1363365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315EF8A-971C-2A8A-E4E7-70988D68C7AA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094C786-723C-BAC8-C33F-60DE6210A192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o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9B61CAD-C130-42A4-B2E2-54ADE0E6CF96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EC39AE9-3E02-72A6-8896-6BCA3291DFA0}"/>
              </a:ext>
            </a:extLst>
          </p:cNvPr>
          <p:cNvGrpSpPr/>
          <p:nvPr/>
        </p:nvGrpSpPr>
        <p:grpSpPr>
          <a:xfrm>
            <a:off x="7690142" y="1914106"/>
            <a:ext cx="721581" cy="1034973"/>
            <a:chOff x="4441717" y="4154269"/>
            <a:chExt cx="944489" cy="1363365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9DB91E64-4436-A56A-24D1-87CF264209B9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6BA60796-C51C-8E40-BCDC-38484E9B952D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M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3530A7D-357B-089F-B3F3-D0C10D669975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68DEEBCA-CC3F-F769-E013-445CA4FB7AD4}"/>
              </a:ext>
            </a:extLst>
          </p:cNvPr>
          <p:cNvGrpSpPr/>
          <p:nvPr/>
        </p:nvGrpSpPr>
        <p:grpSpPr>
          <a:xfrm>
            <a:off x="9184826" y="1914105"/>
            <a:ext cx="721581" cy="1034973"/>
            <a:chOff x="4441717" y="4154269"/>
            <a:chExt cx="944489" cy="1363365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E19C630D-4381-0FCD-ADCD-FCFCC3EF8EF0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9BCDC336-2728-DC55-F084-B55E38784EC9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o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54864C8-B7F5-1AD6-5AC0-65A1B4F653B4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65AD3EF7-D211-06F3-3474-F4BA24317338}"/>
              </a:ext>
            </a:extLst>
          </p:cNvPr>
          <p:cNvGrpSpPr/>
          <p:nvPr/>
        </p:nvGrpSpPr>
        <p:grpSpPr>
          <a:xfrm>
            <a:off x="9932168" y="1914106"/>
            <a:ext cx="721581" cy="1034973"/>
            <a:chOff x="4441717" y="4154269"/>
            <a:chExt cx="944489" cy="1363365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78029B23-A7D1-4728-AD6E-DD57DD3D0E8F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11726FB8-EF3E-F355-1C6F-3BFF7F688E31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n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3B6EF960-C98F-9348-0C25-00D6F520D9A6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5E63145C-F132-55BF-AD3C-607F2E2B5707}"/>
              </a:ext>
            </a:extLst>
          </p:cNvPr>
          <p:cNvGrpSpPr/>
          <p:nvPr/>
        </p:nvGrpSpPr>
        <p:grpSpPr>
          <a:xfrm>
            <a:off x="10679510" y="1914106"/>
            <a:ext cx="721581" cy="1034973"/>
            <a:chOff x="4441717" y="4154269"/>
            <a:chExt cx="944489" cy="1363365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6A6F79CE-CACB-6788-E7DD-67878546AB99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FD89B0FE-467E-B787-0EA7-E45BAEBFC4E1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!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A5953A25-9A16-EEFE-A014-DF091A69C28F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5</a:t>
              </a: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79133D31-AB18-EDA4-7C27-88216763A981}"/>
              </a:ext>
            </a:extLst>
          </p:cNvPr>
          <p:cNvSpPr txBox="1"/>
          <p:nvPr/>
        </p:nvSpPr>
        <p:spPr>
          <a:xfrm>
            <a:off x="5852122" y="2130968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src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2AE7DE41-CC96-431D-A443-A207E4F64C11}"/>
              </a:ext>
            </a:extLst>
          </p:cNvPr>
          <p:cNvCxnSpPr>
            <a:cxnSpLocks/>
            <a:stCxn id="30" idx="3"/>
          </p:cNvCxnSpPr>
          <p:nvPr/>
        </p:nvCxnSpPr>
        <p:spPr>
          <a:xfrm>
            <a:off x="6416700" y="2315634"/>
            <a:ext cx="522378" cy="804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2" name="Group 31">
            <a:extLst>
              <a:ext uri="{FF2B5EF4-FFF2-40B4-BE49-F238E27FC236}">
                <a16:creationId xmlns:a16="http://schemas.microsoft.com/office/drawing/2014/main" id="{DA2D02AD-7274-455B-8501-73ECB76E584F}"/>
              </a:ext>
            </a:extLst>
          </p:cNvPr>
          <p:cNvGrpSpPr/>
          <p:nvPr/>
        </p:nvGrpSpPr>
        <p:grpSpPr>
          <a:xfrm>
            <a:off x="11426855" y="1915909"/>
            <a:ext cx="721581" cy="1034973"/>
            <a:chOff x="4441717" y="4154269"/>
            <a:chExt cx="944489" cy="1363365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22191374-0B4B-BE24-EF12-31911950E216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C7D28FDC-80BE-6A0E-E336-6C1798472951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\0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24AFDD38-BFA6-DBB6-7240-D6C8D3DABEA3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5</a:t>
              </a:r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16E985B1-CCA2-F20E-E8A6-3B91DBE8EA0E}"/>
              </a:ext>
            </a:extLst>
          </p:cNvPr>
          <p:cNvSpPr txBox="1"/>
          <p:nvPr/>
        </p:nvSpPr>
        <p:spPr>
          <a:xfrm>
            <a:off x="7064182" y="2804810"/>
            <a:ext cx="52290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space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86BC818F-B23D-10C7-8E89-85EDC19EE485}"/>
              </a:ext>
            </a:extLst>
          </p:cNvPr>
          <p:cNvCxnSpPr>
            <a:cxnSpLocks/>
          </p:cNvCxnSpPr>
          <p:nvPr/>
        </p:nvCxnSpPr>
        <p:spPr>
          <a:xfrm flipV="1">
            <a:off x="8061128" y="3051031"/>
            <a:ext cx="0" cy="3166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40348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DD69E5-7A9B-44DB-6A03-1DEF1E896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Rectangle 150">
            <a:extLst>
              <a:ext uri="{FF2B5EF4-FFF2-40B4-BE49-F238E27FC236}">
                <a16:creationId xmlns:a16="http://schemas.microsoft.com/office/drawing/2014/main" id="{99FC812F-8CF7-4873-A509-156D780098B3}"/>
              </a:ext>
            </a:extLst>
          </p:cNvPr>
          <p:cNvSpPr/>
          <p:nvPr/>
        </p:nvSpPr>
        <p:spPr>
          <a:xfrm>
            <a:off x="300622" y="3051031"/>
            <a:ext cx="5456785" cy="1749451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5131B-0D5E-DDBE-0DA1-0A537533C8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06375"/>
            <a:ext cx="5583382" cy="1325563"/>
          </a:xfrm>
        </p:spPr>
        <p:txBody>
          <a:bodyPr/>
          <a:lstStyle/>
          <a:p>
            <a:r>
              <a:rPr lang="en-US" dirty="0"/>
              <a:t>C-strings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10F948-10E0-DC9F-2FD9-0442D6592FF3}"/>
              </a:ext>
            </a:extLst>
          </p:cNvPr>
          <p:cNvSpPr txBox="1"/>
          <p:nvPr/>
        </p:nvSpPr>
        <p:spPr>
          <a:xfrm>
            <a:off x="35248" y="913384"/>
            <a:ext cx="5756704" cy="452431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void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strcat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(char*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dest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, const char*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src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CA" b="1" dirty="0">
                <a:latin typeface="Consolas" panose="020B0609020204030204" pitchFamily="49" charset="0"/>
                <a:cs typeface="Consolas" panose="020B0609020204030204" pitchFamily="49" charset="0"/>
              </a:rPr>
              <a:t>// first, find the end of </a:t>
            </a:r>
            <a:r>
              <a:rPr lang="en-CA" b="1" dirty="0" err="1">
                <a:latin typeface="Consolas" panose="020B0609020204030204" pitchFamily="49" charset="0"/>
                <a:cs typeface="Consolas" panose="020B0609020204030204" pitchFamily="49" charset="0"/>
              </a:rPr>
              <a:t>dest</a:t>
            </a:r>
            <a:endParaRPr lang="en-CA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while (*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dest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!= '\0')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dest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++;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}</a:t>
            </a:r>
          </a:p>
          <a:p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CA" b="1" dirty="0">
                <a:latin typeface="Consolas" panose="020B0609020204030204" pitchFamily="49" charset="0"/>
                <a:cs typeface="Consolas" panose="020B0609020204030204" pitchFamily="49" charset="0"/>
              </a:rPr>
              <a:t>// append </a:t>
            </a:r>
            <a:r>
              <a:rPr lang="en-CA" b="1" dirty="0" err="1">
                <a:latin typeface="Consolas" panose="020B0609020204030204" pitchFamily="49" charset="0"/>
                <a:cs typeface="Consolas" panose="020B0609020204030204" pitchFamily="49" charset="0"/>
              </a:rPr>
              <a:t>src</a:t>
            </a:r>
            <a:r>
              <a:rPr lang="en-CA" b="1" dirty="0">
                <a:latin typeface="Consolas" panose="020B0609020204030204" pitchFamily="49" charset="0"/>
                <a:cs typeface="Consolas" panose="020B0609020204030204" pitchFamily="49" charset="0"/>
              </a:rPr>
              <a:t> starting from end of </a:t>
            </a:r>
            <a:r>
              <a:rPr lang="en-CA" b="1" dirty="0" err="1">
                <a:latin typeface="Consolas" panose="020B0609020204030204" pitchFamily="49" charset="0"/>
                <a:cs typeface="Consolas" panose="020B0609020204030204" pitchFamily="49" charset="0"/>
              </a:rPr>
              <a:t>dest</a:t>
            </a:r>
            <a:endParaRPr lang="en-CA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for (const char* p =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src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; *p != '\0'; p++)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*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dest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= *p;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dest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++;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}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*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dest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= '\0';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0DD90FD1-5554-F268-3DB4-316851BE9917}"/>
              </a:ext>
            </a:extLst>
          </p:cNvPr>
          <p:cNvGrpSpPr/>
          <p:nvPr/>
        </p:nvGrpSpPr>
        <p:grpSpPr>
          <a:xfrm>
            <a:off x="3020698" y="4338817"/>
            <a:ext cx="721581" cy="1034973"/>
            <a:chOff x="4441717" y="4154269"/>
            <a:chExt cx="944489" cy="1363365"/>
          </a:xfrm>
        </p:grpSpPr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D7A9584E-3804-9748-F823-31D89A0DDE42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00A004F1-1F2B-07B5-5B6D-3D457F2D8044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H</a:t>
              </a: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80A7164B-4296-E57E-284F-A120EFD1CEB7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9E8EEF19-EE10-AA97-609E-445D98AF308C}"/>
              </a:ext>
            </a:extLst>
          </p:cNvPr>
          <p:cNvGrpSpPr/>
          <p:nvPr/>
        </p:nvGrpSpPr>
        <p:grpSpPr>
          <a:xfrm>
            <a:off x="4529904" y="4338817"/>
            <a:ext cx="721581" cy="1034973"/>
            <a:chOff x="4441717" y="4154269"/>
            <a:chExt cx="944489" cy="1363365"/>
          </a:xfrm>
        </p:grpSpPr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8FC803E9-AD56-6DC9-2BEA-D83E9B8DC377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049D6F4E-AFAB-7A53-E819-790F1A4A73F7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l</a:t>
              </a: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5C83D95B-1155-B796-DA30-0D1850A3ACDC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84985F39-443A-3436-9673-A12F405E17E0}"/>
              </a:ext>
            </a:extLst>
          </p:cNvPr>
          <p:cNvGrpSpPr/>
          <p:nvPr/>
        </p:nvGrpSpPr>
        <p:grpSpPr>
          <a:xfrm>
            <a:off x="3775301" y="4338817"/>
            <a:ext cx="721581" cy="1034973"/>
            <a:chOff x="4441717" y="4154269"/>
            <a:chExt cx="944489" cy="1363365"/>
          </a:xfrm>
        </p:grpSpPr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0E441DEF-43B9-DA0A-C3ED-1D1DB325560B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AD386F3A-2A68-4A6C-B0DF-89D477DA10E5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e</a:t>
              </a: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84A694C7-C820-34D8-665F-C3210393BB6B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989C0FA6-1986-B2A0-FFD1-046418BA576C}"/>
              </a:ext>
            </a:extLst>
          </p:cNvPr>
          <p:cNvGrpSpPr/>
          <p:nvPr/>
        </p:nvGrpSpPr>
        <p:grpSpPr>
          <a:xfrm>
            <a:off x="5284507" y="4338817"/>
            <a:ext cx="721581" cy="1034973"/>
            <a:chOff x="4441717" y="4154269"/>
            <a:chExt cx="944489" cy="1363365"/>
          </a:xfrm>
        </p:grpSpPr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E4847532-F7BB-A850-6B44-E291C1AC41F0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043DD401-780B-A513-399B-A711E89F95C5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l</a:t>
              </a: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1B8B945B-B865-D24C-20F0-067D1C006027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72E4D477-A47D-26E9-8BD1-A4CE160F8646}"/>
              </a:ext>
            </a:extLst>
          </p:cNvPr>
          <p:cNvGrpSpPr/>
          <p:nvPr/>
        </p:nvGrpSpPr>
        <p:grpSpPr>
          <a:xfrm>
            <a:off x="6039110" y="4338817"/>
            <a:ext cx="721581" cy="1034973"/>
            <a:chOff x="4441717" y="4154269"/>
            <a:chExt cx="944489" cy="1363365"/>
          </a:xfrm>
        </p:grpSpPr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33EC9A1E-EFB2-9FD5-F839-F33061197D13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17BABB1C-E09A-FF2B-5CA7-F4296A7D0473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o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26A6318D-F15A-DF27-23E3-55F4B73D5B09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8E6DE858-1AB5-952D-4DCD-FB8C737F5A54}"/>
              </a:ext>
            </a:extLst>
          </p:cNvPr>
          <p:cNvGrpSpPr/>
          <p:nvPr/>
        </p:nvGrpSpPr>
        <p:grpSpPr>
          <a:xfrm>
            <a:off x="6793713" y="4338818"/>
            <a:ext cx="721581" cy="1034974"/>
            <a:chOff x="4441717" y="4154269"/>
            <a:chExt cx="944489" cy="1363366"/>
          </a:xfrm>
        </p:grpSpPr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BE45D94F-3902-7784-EAF2-2B1E8DAAD68F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A5137135-D801-83FC-4DF2-5F7C80C0D3C7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▮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C04279CD-A469-1CFF-56AB-8198020E402A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5</a:t>
              </a:r>
            </a:p>
          </p:txBody>
        </p: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ABF61AFB-6B68-68AD-A361-43C0296DD492}"/>
              </a:ext>
            </a:extLst>
          </p:cNvPr>
          <p:cNvGrpSpPr/>
          <p:nvPr/>
        </p:nvGrpSpPr>
        <p:grpSpPr>
          <a:xfrm>
            <a:off x="7548316" y="4338817"/>
            <a:ext cx="721581" cy="1034973"/>
            <a:chOff x="4441717" y="4154269"/>
            <a:chExt cx="944489" cy="1363365"/>
          </a:xfrm>
        </p:grpSpPr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386373BC-8320-BF2B-6B7A-3E7D8132270F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5F4E9E3D-7E49-4368-42D1-1EECDF0F53D9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M</a:t>
              </a:r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AFB14DA5-394B-6437-4ACF-94156472248A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6081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6</a:t>
              </a:r>
            </a:p>
          </p:txBody>
        </p:sp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D2F499EF-BD77-9EDE-71F6-B54BEB8050DD}"/>
              </a:ext>
            </a:extLst>
          </p:cNvPr>
          <p:cNvGrpSpPr/>
          <p:nvPr/>
        </p:nvGrpSpPr>
        <p:grpSpPr>
          <a:xfrm>
            <a:off x="9057522" y="4338817"/>
            <a:ext cx="721581" cy="1034973"/>
            <a:chOff x="4441717" y="4154269"/>
            <a:chExt cx="944489" cy="1363365"/>
          </a:xfrm>
        </p:grpSpPr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DE7F23A3-844B-7783-8438-AC44279D2927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9CDE04E1-340E-751C-D53D-62E173D993CE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?</a:t>
              </a:r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E6402C86-E514-E892-9BC9-3C9BB6D32493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6081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8</a:t>
              </a:r>
            </a:p>
          </p:txBody>
        </p:sp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958018F2-E6B2-0518-7DB9-5CCEC103F656}"/>
              </a:ext>
            </a:extLst>
          </p:cNvPr>
          <p:cNvGrpSpPr/>
          <p:nvPr/>
        </p:nvGrpSpPr>
        <p:grpSpPr>
          <a:xfrm>
            <a:off x="8302919" y="4338817"/>
            <a:ext cx="721581" cy="1034973"/>
            <a:chOff x="4441717" y="4154269"/>
            <a:chExt cx="944489" cy="1363365"/>
          </a:xfrm>
        </p:grpSpPr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A7979900-7CFF-6E63-2995-58EBDFF59DD5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65B287A5-A0CE-295D-06B3-E419258E72DC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o</a:t>
              </a:r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D4F06943-E947-0BDC-1D73-9B8962C97E66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6081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7</a:t>
              </a:r>
            </a:p>
          </p:txBody>
        </p:sp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41AF3471-8936-8F4F-AB22-561BD70001EA}"/>
              </a:ext>
            </a:extLst>
          </p:cNvPr>
          <p:cNvGrpSpPr/>
          <p:nvPr/>
        </p:nvGrpSpPr>
        <p:grpSpPr>
          <a:xfrm>
            <a:off x="9812125" y="4338817"/>
            <a:ext cx="721581" cy="1034973"/>
            <a:chOff x="4441717" y="4154269"/>
            <a:chExt cx="944489" cy="1363365"/>
          </a:xfrm>
        </p:grpSpPr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0F376FD5-F1B8-67CB-AE87-CF458521A2EC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68853FE9-9644-A138-08AA-0ED1C16B8641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?</a:t>
              </a: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0A6848F5-734F-C396-1A89-AD22245A90E5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6081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9</a:t>
              </a:r>
            </a:p>
          </p:txBody>
        </p:sp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F4210A9B-8C36-4337-4602-DBA255CE9998}"/>
              </a:ext>
            </a:extLst>
          </p:cNvPr>
          <p:cNvGrpSpPr/>
          <p:nvPr/>
        </p:nvGrpSpPr>
        <p:grpSpPr>
          <a:xfrm>
            <a:off x="10566728" y="4338817"/>
            <a:ext cx="721581" cy="1034973"/>
            <a:chOff x="4441717" y="4154269"/>
            <a:chExt cx="944489" cy="1363365"/>
          </a:xfrm>
        </p:grpSpPr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BCAFEE13-5418-B8DB-E7C3-592C436D4307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85BBCDD3-E468-E4C2-3396-AECD43AE30A5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?</a:t>
              </a:r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7D9D1CED-B071-637D-17F5-08534A0D978C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6081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10</a:t>
              </a:r>
            </a:p>
          </p:txBody>
        </p:sp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A81BF274-B6D0-5229-413C-3BE9E5BEEB73}"/>
              </a:ext>
            </a:extLst>
          </p:cNvPr>
          <p:cNvGrpSpPr/>
          <p:nvPr/>
        </p:nvGrpSpPr>
        <p:grpSpPr>
          <a:xfrm>
            <a:off x="11321332" y="4338817"/>
            <a:ext cx="721581" cy="1034973"/>
            <a:chOff x="4441717" y="4154269"/>
            <a:chExt cx="944489" cy="1363365"/>
          </a:xfrm>
        </p:grpSpPr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542143EE-43D9-4688-7494-E967F13A340A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49BC2451-8D7B-4D14-FCDC-37ABEA2ECB46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?</a:t>
              </a: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4D7F3FF7-FE28-E195-90D8-A632F827519E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6081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11</a:t>
              </a:r>
            </a:p>
          </p:txBody>
        </p:sp>
      </p:grpSp>
      <p:sp>
        <p:nvSpPr>
          <p:cNvPr id="113" name="TextBox 112">
            <a:extLst>
              <a:ext uri="{FF2B5EF4-FFF2-40B4-BE49-F238E27FC236}">
                <a16:creationId xmlns:a16="http://schemas.microsoft.com/office/drawing/2014/main" id="{9B332555-5A6B-A481-8F20-8B69E57E040D}"/>
              </a:ext>
            </a:extLst>
          </p:cNvPr>
          <p:cNvSpPr txBox="1"/>
          <p:nvPr/>
        </p:nvSpPr>
        <p:spPr>
          <a:xfrm>
            <a:off x="8291938" y="5853712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dest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0AEC745D-F389-9E65-7B39-36DEB495EBE0}"/>
              </a:ext>
            </a:extLst>
          </p:cNvPr>
          <p:cNvCxnSpPr>
            <a:cxnSpLocks/>
            <a:stCxn id="113" idx="0"/>
          </p:cNvCxnSpPr>
          <p:nvPr/>
        </p:nvCxnSpPr>
        <p:spPr>
          <a:xfrm flipV="1">
            <a:off x="8637546" y="5455038"/>
            <a:ext cx="0" cy="3986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8FCE7854-D435-F9C4-05F1-B50E92AB7F04}"/>
              </a:ext>
            </a:extLst>
          </p:cNvPr>
          <p:cNvSpPr txBox="1"/>
          <p:nvPr/>
        </p:nvSpPr>
        <p:spPr>
          <a:xfrm>
            <a:off x="8668205" y="3429000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1D9DD413-1AFA-D94F-27C4-98BED14E1349}"/>
              </a:ext>
            </a:extLst>
          </p:cNvPr>
          <p:cNvCxnSpPr>
            <a:cxnSpLocks/>
            <a:stCxn id="3" idx="0"/>
          </p:cNvCxnSpPr>
          <p:nvPr/>
        </p:nvCxnSpPr>
        <p:spPr>
          <a:xfrm flipV="1">
            <a:off x="8823857" y="3112340"/>
            <a:ext cx="0" cy="3166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68A1321A-2174-8066-F364-690EBDBCD04D}"/>
              </a:ext>
            </a:extLst>
          </p:cNvPr>
          <p:cNvGrpSpPr/>
          <p:nvPr/>
        </p:nvGrpSpPr>
        <p:grpSpPr>
          <a:xfrm>
            <a:off x="6942800" y="1914106"/>
            <a:ext cx="721581" cy="1034973"/>
            <a:chOff x="4441717" y="4154269"/>
            <a:chExt cx="944489" cy="1363365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2E6E306-2B91-576E-BFC9-21E219988E3C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E3CD838-EC36-C9DE-D921-90096D77A97E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▮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3A67B67-F242-EFFF-AC1C-76B8E92F0D0C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0D8FBFBD-611B-8461-4420-E559144821AA}"/>
              </a:ext>
            </a:extLst>
          </p:cNvPr>
          <p:cNvGrpSpPr/>
          <p:nvPr/>
        </p:nvGrpSpPr>
        <p:grpSpPr>
          <a:xfrm>
            <a:off x="8437484" y="1914106"/>
            <a:ext cx="721581" cy="1034973"/>
            <a:chOff x="4441717" y="4154269"/>
            <a:chExt cx="944489" cy="1363365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6A95ADC-872E-1FBE-EBD9-CBA94C6C7491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9CFD35E-AED2-C13B-FB03-4454431CF2BD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o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77BE3D0-02B5-B978-C36B-DB8F87C40D9B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E16A096-8770-5E93-AA07-39C47856BF12}"/>
              </a:ext>
            </a:extLst>
          </p:cNvPr>
          <p:cNvGrpSpPr/>
          <p:nvPr/>
        </p:nvGrpSpPr>
        <p:grpSpPr>
          <a:xfrm>
            <a:off x="7690142" y="1914106"/>
            <a:ext cx="721581" cy="1034973"/>
            <a:chOff x="4441717" y="4154269"/>
            <a:chExt cx="944489" cy="1363365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CAD2AC9-B395-A742-4D1F-5EC6672A221A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689667B8-EBC1-85B1-81CA-2588A8C6BEEF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M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D99B1D9A-6078-7109-1D5A-3AD012646A22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29D505B-983F-FF1C-42A1-450CB03D5B79}"/>
              </a:ext>
            </a:extLst>
          </p:cNvPr>
          <p:cNvGrpSpPr/>
          <p:nvPr/>
        </p:nvGrpSpPr>
        <p:grpSpPr>
          <a:xfrm>
            <a:off x="9184826" y="1914105"/>
            <a:ext cx="721581" cy="1034973"/>
            <a:chOff x="4441717" y="4154269"/>
            <a:chExt cx="944489" cy="1363365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0782D66B-7C65-4BE9-E43C-E6200BC8DD97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3F178BA1-160E-3155-87A0-7A72D30449EA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o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6ADADF2-5119-0C3F-FDB3-46006C6751D8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BB11C938-210B-9E5B-05AE-F6D6A946C556}"/>
              </a:ext>
            </a:extLst>
          </p:cNvPr>
          <p:cNvGrpSpPr/>
          <p:nvPr/>
        </p:nvGrpSpPr>
        <p:grpSpPr>
          <a:xfrm>
            <a:off x="9932168" y="1914106"/>
            <a:ext cx="721581" cy="1034973"/>
            <a:chOff x="4441717" y="4154269"/>
            <a:chExt cx="944489" cy="1363365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F6E16742-34BE-B1A8-71A0-DCFA1A096430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84687316-C924-5664-1684-80BA714F9A8E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n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E675B89B-9ED3-1B55-DF0C-285C9EEC36B2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4D5FCD45-555C-40E7-67AF-15985FCDCE67}"/>
              </a:ext>
            </a:extLst>
          </p:cNvPr>
          <p:cNvGrpSpPr/>
          <p:nvPr/>
        </p:nvGrpSpPr>
        <p:grpSpPr>
          <a:xfrm>
            <a:off x="10679510" y="1914106"/>
            <a:ext cx="721581" cy="1034973"/>
            <a:chOff x="4441717" y="4154269"/>
            <a:chExt cx="944489" cy="1363365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19C57A5B-BF02-BE0B-2A1C-2682E5796D1B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545E9891-5475-9605-A402-69088D00D77E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!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CFD56C46-9C97-3641-B016-FB56C267C690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5</a:t>
              </a: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EDF84407-902C-195F-8075-B5A80510661C}"/>
              </a:ext>
            </a:extLst>
          </p:cNvPr>
          <p:cNvSpPr txBox="1"/>
          <p:nvPr/>
        </p:nvSpPr>
        <p:spPr>
          <a:xfrm>
            <a:off x="5852122" y="2130968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src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2820A291-55B0-BE9D-F963-20C1980B918B}"/>
              </a:ext>
            </a:extLst>
          </p:cNvPr>
          <p:cNvCxnSpPr>
            <a:cxnSpLocks/>
            <a:stCxn id="30" idx="3"/>
          </p:cNvCxnSpPr>
          <p:nvPr/>
        </p:nvCxnSpPr>
        <p:spPr>
          <a:xfrm>
            <a:off x="6416700" y="2315634"/>
            <a:ext cx="522378" cy="804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2" name="Group 31">
            <a:extLst>
              <a:ext uri="{FF2B5EF4-FFF2-40B4-BE49-F238E27FC236}">
                <a16:creationId xmlns:a16="http://schemas.microsoft.com/office/drawing/2014/main" id="{77FE404E-2166-FDCA-F4F6-6FE45C181F47}"/>
              </a:ext>
            </a:extLst>
          </p:cNvPr>
          <p:cNvGrpSpPr/>
          <p:nvPr/>
        </p:nvGrpSpPr>
        <p:grpSpPr>
          <a:xfrm>
            <a:off x="11426855" y="1915909"/>
            <a:ext cx="721581" cy="1034973"/>
            <a:chOff x="4441717" y="4154269"/>
            <a:chExt cx="944489" cy="1363365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FDF3B719-307F-A0B3-E1BA-E03270617FAD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DC6CA64F-CBEB-05C8-477C-23253B8ABED5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\0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1CE3C72F-0E1C-428A-12A3-A1FF547017AD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5</a:t>
              </a:r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C48149DA-14B5-CAC3-C8C5-D279249B1ABE}"/>
              </a:ext>
            </a:extLst>
          </p:cNvPr>
          <p:cNvSpPr txBox="1"/>
          <p:nvPr/>
        </p:nvSpPr>
        <p:spPr>
          <a:xfrm>
            <a:off x="7064182" y="2804810"/>
            <a:ext cx="52290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space</a:t>
            </a:r>
          </a:p>
        </p:txBody>
      </p:sp>
    </p:spTree>
    <p:extLst>
      <p:ext uri="{BB962C8B-B14F-4D97-AF65-F5344CB8AC3E}">
        <p14:creationId xmlns:p14="http://schemas.microsoft.com/office/powerpoint/2010/main" val="18397581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9CADBA-1A04-A7FD-6EBF-6DCB472211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Rectangle 150">
            <a:extLst>
              <a:ext uri="{FF2B5EF4-FFF2-40B4-BE49-F238E27FC236}">
                <a16:creationId xmlns:a16="http://schemas.microsoft.com/office/drawing/2014/main" id="{8D53EB54-B330-2504-43BD-9DA1782DD6E3}"/>
              </a:ext>
            </a:extLst>
          </p:cNvPr>
          <p:cNvSpPr/>
          <p:nvPr/>
        </p:nvSpPr>
        <p:spPr>
          <a:xfrm>
            <a:off x="300622" y="3051031"/>
            <a:ext cx="5456785" cy="1749451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D2ACA0-47B8-B8E6-5AE7-9CFBC00723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06375"/>
            <a:ext cx="5583382" cy="1325563"/>
          </a:xfrm>
        </p:spPr>
        <p:txBody>
          <a:bodyPr/>
          <a:lstStyle/>
          <a:p>
            <a:r>
              <a:rPr lang="en-US" dirty="0"/>
              <a:t>C-strings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84C0A9-5ACA-03D1-554C-28C1F095F3EF}"/>
              </a:ext>
            </a:extLst>
          </p:cNvPr>
          <p:cNvSpPr txBox="1"/>
          <p:nvPr/>
        </p:nvSpPr>
        <p:spPr>
          <a:xfrm>
            <a:off x="35248" y="913384"/>
            <a:ext cx="5756704" cy="452431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void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strcat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(char*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dest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, const char*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src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CA" b="1" dirty="0">
                <a:latin typeface="Consolas" panose="020B0609020204030204" pitchFamily="49" charset="0"/>
                <a:cs typeface="Consolas" panose="020B0609020204030204" pitchFamily="49" charset="0"/>
              </a:rPr>
              <a:t>// first, find the end of </a:t>
            </a:r>
            <a:r>
              <a:rPr lang="en-CA" b="1" dirty="0" err="1">
                <a:latin typeface="Consolas" panose="020B0609020204030204" pitchFamily="49" charset="0"/>
                <a:cs typeface="Consolas" panose="020B0609020204030204" pitchFamily="49" charset="0"/>
              </a:rPr>
              <a:t>dest</a:t>
            </a:r>
            <a:endParaRPr lang="en-CA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while (*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dest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!= '\0')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dest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++;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}</a:t>
            </a:r>
          </a:p>
          <a:p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CA" b="1" dirty="0">
                <a:latin typeface="Consolas" panose="020B0609020204030204" pitchFamily="49" charset="0"/>
                <a:cs typeface="Consolas" panose="020B0609020204030204" pitchFamily="49" charset="0"/>
              </a:rPr>
              <a:t>// append </a:t>
            </a:r>
            <a:r>
              <a:rPr lang="en-CA" b="1" dirty="0" err="1">
                <a:latin typeface="Consolas" panose="020B0609020204030204" pitchFamily="49" charset="0"/>
                <a:cs typeface="Consolas" panose="020B0609020204030204" pitchFamily="49" charset="0"/>
              </a:rPr>
              <a:t>src</a:t>
            </a:r>
            <a:r>
              <a:rPr lang="en-CA" b="1" dirty="0">
                <a:latin typeface="Consolas" panose="020B0609020204030204" pitchFamily="49" charset="0"/>
                <a:cs typeface="Consolas" panose="020B0609020204030204" pitchFamily="49" charset="0"/>
              </a:rPr>
              <a:t> starting from end of </a:t>
            </a:r>
            <a:r>
              <a:rPr lang="en-CA" b="1" dirty="0" err="1">
                <a:latin typeface="Consolas" panose="020B0609020204030204" pitchFamily="49" charset="0"/>
                <a:cs typeface="Consolas" panose="020B0609020204030204" pitchFamily="49" charset="0"/>
              </a:rPr>
              <a:t>dest</a:t>
            </a:r>
            <a:endParaRPr lang="en-CA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for (const char* p =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src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; *p != '\0'; p++)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*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dest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= *p;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dest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++;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}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*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dest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= '\0';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E8A20C82-DB82-F45B-69C4-356DC8D522E3}"/>
              </a:ext>
            </a:extLst>
          </p:cNvPr>
          <p:cNvGrpSpPr/>
          <p:nvPr/>
        </p:nvGrpSpPr>
        <p:grpSpPr>
          <a:xfrm>
            <a:off x="3020698" y="4338817"/>
            <a:ext cx="721581" cy="1034973"/>
            <a:chOff x="4441717" y="4154269"/>
            <a:chExt cx="944489" cy="1363365"/>
          </a:xfrm>
        </p:grpSpPr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0D857B28-4608-3942-12ED-43A9E325AB2E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3C696DC5-41ED-3A03-6934-F46197CB9381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H</a:t>
              </a: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442E8721-4471-CB7F-7514-6D395438C3E8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69BAB9C7-97F9-F85C-63F4-FEB79730D97C}"/>
              </a:ext>
            </a:extLst>
          </p:cNvPr>
          <p:cNvGrpSpPr/>
          <p:nvPr/>
        </p:nvGrpSpPr>
        <p:grpSpPr>
          <a:xfrm>
            <a:off x="4529904" y="4338817"/>
            <a:ext cx="721581" cy="1034973"/>
            <a:chOff x="4441717" y="4154269"/>
            <a:chExt cx="944489" cy="1363365"/>
          </a:xfrm>
        </p:grpSpPr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F6F39989-8AB1-B2EF-9106-555B1E008A95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6CB72375-931A-78EF-FAFD-BFF62AE6867A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l</a:t>
              </a: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C25318B8-76CB-8B9F-6DB3-1CD3DC01EE1D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D15B5AD2-68CD-232F-9882-E5C85185F447}"/>
              </a:ext>
            </a:extLst>
          </p:cNvPr>
          <p:cNvGrpSpPr/>
          <p:nvPr/>
        </p:nvGrpSpPr>
        <p:grpSpPr>
          <a:xfrm>
            <a:off x="3775301" y="4338817"/>
            <a:ext cx="721581" cy="1034973"/>
            <a:chOff x="4441717" y="4154269"/>
            <a:chExt cx="944489" cy="1363365"/>
          </a:xfrm>
        </p:grpSpPr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1B1CDB95-BF22-318F-58BA-85CD0ED50F47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6A9FDBF4-D7E7-79A5-5D7C-A2804155C407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e</a:t>
              </a: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5A7CA912-FE50-646B-EBC2-B231B7AD77FE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9111EDEF-8334-5BFD-6051-E1C5D1ED9F90}"/>
              </a:ext>
            </a:extLst>
          </p:cNvPr>
          <p:cNvGrpSpPr/>
          <p:nvPr/>
        </p:nvGrpSpPr>
        <p:grpSpPr>
          <a:xfrm>
            <a:off x="5284507" y="4338817"/>
            <a:ext cx="721581" cy="1034973"/>
            <a:chOff x="4441717" y="4154269"/>
            <a:chExt cx="944489" cy="1363365"/>
          </a:xfrm>
        </p:grpSpPr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78277257-CCCA-8415-A030-948230E700A9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F74DA3F5-8736-129C-5770-8427E4115F9F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l</a:t>
              </a: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5D64F83E-CB9F-E037-57E4-273E0F4872D2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81E1122B-357F-1235-BF93-EEB3AC579834}"/>
              </a:ext>
            </a:extLst>
          </p:cNvPr>
          <p:cNvGrpSpPr/>
          <p:nvPr/>
        </p:nvGrpSpPr>
        <p:grpSpPr>
          <a:xfrm>
            <a:off x="6039110" y="4338817"/>
            <a:ext cx="721581" cy="1034973"/>
            <a:chOff x="4441717" y="4154269"/>
            <a:chExt cx="944489" cy="1363365"/>
          </a:xfrm>
        </p:grpSpPr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2F52A30E-DEB8-9383-A04D-1AEDC2FA1081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CE6C50D6-2C37-CDFD-8AC0-1945CB522DDD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o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BC7EA0E9-43C2-E233-AB6B-D87B29404928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29EC39F0-1118-C332-ABA4-6C1BF6E5EAC5}"/>
              </a:ext>
            </a:extLst>
          </p:cNvPr>
          <p:cNvGrpSpPr/>
          <p:nvPr/>
        </p:nvGrpSpPr>
        <p:grpSpPr>
          <a:xfrm>
            <a:off x="6793713" y="4338818"/>
            <a:ext cx="721581" cy="1034974"/>
            <a:chOff x="4441717" y="4154269"/>
            <a:chExt cx="944489" cy="1363366"/>
          </a:xfrm>
        </p:grpSpPr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CFCBDC60-B366-8A9D-42C1-E3C59CB5324F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02320337-387C-0BDC-3F0D-8DD721A8A049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▮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ED7383F2-C27E-C848-0569-9E782218D9C4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5</a:t>
              </a:r>
            </a:p>
          </p:txBody>
        </p: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7D9625D4-F76C-C69F-26DF-137EE546E32C}"/>
              </a:ext>
            </a:extLst>
          </p:cNvPr>
          <p:cNvGrpSpPr/>
          <p:nvPr/>
        </p:nvGrpSpPr>
        <p:grpSpPr>
          <a:xfrm>
            <a:off x="7548316" y="4338817"/>
            <a:ext cx="721581" cy="1034973"/>
            <a:chOff x="4441717" y="4154269"/>
            <a:chExt cx="944489" cy="1363365"/>
          </a:xfrm>
        </p:grpSpPr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A834F18A-3985-489F-1EC8-929626663A90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70FB4EA7-5821-8AC5-8820-4315D7D6CE33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M</a:t>
              </a:r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56814E50-038D-9521-7726-2B77BE5FD64B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6081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6</a:t>
              </a:r>
            </a:p>
          </p:txBody>
        </p:sp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F3934EAF-CF15-FEC6-F8A2-7A0FF569A815}"/>
              </a:ext>
            </a:extLst>
          </p:cNvPr>
          <p:cNvGrpSpPr/>
          <p:nvPr/>
        </p:nvGrpSpPr>
        <p:grpSpPr>
          <a:xfrm>
            <a:off x="9057522" y="4338817"/>
            <a:ext cx="721581" cy="1034973"/>
            <a:chOff x="4441717" y="4154269"/>
            <a:chExt cx="944489" cy="1363365"/>
          </a:xfrm>
        </p:grpSpPr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D1501074-FE04-EE97-0744-78825CF6D00E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FF36AD25-7C7C-592C-D697-F0CD0DF20064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o</a:t>
              </a:r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2E5DDE42-2DDE-0FBA-4F8B-ED1B257C35D6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6081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8</a:t>
              </a:r>
            </a:p>
          </p:txBody>
        </p:sp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52D91C80-1A9D-0BEE-EA64-66B629223AFB}"/>
              </a:ext>
            </a:extLst>
          </p:cNvPr>
          <p:cNvGrpSpPr/>
          <p:nvPr/>
        </p:nvGrpSpPr>
        <p:grpSpPr>
          <a:xfrm>
            <a:off x="8302919" y="4338817"/>
            <a:ext cx="721581" cy="1034973"/>
            <a:chOff x="4441717" y="4154269"/>
            <a:chExt cx="944489" cy="1363365"/>
          </a:xfrm>
        </p:grpSpPr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5EAEFA28-B39E-894E-5EBC-B6966A552C33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73E1BA72-039D-532A-A9A0-1A8BCFF1BF99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o</a:t>
              </a:r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409C9CD8-6090-744E-0595-DA7812382A92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6081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7</a:t>
              </a:r>
            </a:p>
          </p:txBody>
        </p:sp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AB516F64-C066-1457-A503-90ADEFFA7FD6}"/>
              </a:ext>
            </a:extLst>
          </p:cNvPr>
          <p:cNvGrpSpPr/>
          <p:nvPr/>
        </p:nvGrpSpPr>
        <p:grpSpPr>
          <a:xfrm>
            <a:off x="9812125" y="4338817"/>
            <a:ext cx="721581" cy="1034973"/>
            <a:chOff x="4441717" y="4154269"/>
            <a:chExt cx="944489" cy="1363365"/>
          </a:xfrm>
        </p:grpSpPr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6144D88E-2494-3C34-DA3A-FB7C39A2CDF8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8BCE1CBE-6BB3-1E92-BD74-DF4057B5DF0F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?</a:t>
              </a: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EE92B8DF-C732-38C5-C1CD-7B52FEDA48F7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6081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9</a:t>
              </a:r>
            </a:p>
          </p:txBody>
        </p:sp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51C3542B-088A-7B03-CA48-71C3DD4B5359}"/>
              </a:ext>
            </a:extLst>
          </p:cNvPr>
          <p:cNvGrpSpPr/>
          <p:nvPr/>
        </p:nvGrpSpPr>
        <p:grpSpPr>
          <a:xfrm>
            <a:off x="10566728" y="4338817"/>
            <a:ext cx="721581" cy="1034973"/>
            <a:chOff x="4441717" y="4154269"/>
            <a:chExt cx="944489" cy="1363365"/>
          </a:xfrm>
        </p:grpSpPr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FE8581A4-FA3A-DFD9-B183-341BD8F121D8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0EA250AB-002F-79DD-800C-D60FE2C59533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?</a:t>
              </a:r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59EEA2E7-4BF2-CAB3-371F-7AD4D0B18409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6081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10</a:t>
              </a:r>
            </a:p>
          </p:txBody>
        </p:sp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BFD339D3-CE0E-957A-06C5-1E211FB1119A}"/>
              </a:ext>
            </a:extLst>
          </p:cNvPr>
          <p:cNvGrpSpPr/>
          <p:nvPr/>
        </p:nvGrpSpPr>
        <p:grpSpPr>
          <a:xfrm>
            <a:off x="11321332" y="4338817"/>
            <a:ext cx="721581" cy="1034973"/>
            <a:chOff x="4441717" y="4154269"/>
            <a:chExt cx="944489" cy="1363365"/>
          </a:xfrm>
        </p:grpSpPr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36AE1E4D-34FC-A25A-9409-FACCF3E38861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2139E2C8-5B24-5EAF-68A2-EBC6CAFCCC78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?</a:t>
              </a: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FB70F5C2-6324-F181-D0AD-C8FCE62D4A46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6081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11</a:t>
              </a:r>
            </a:p>
          </p:txBody>
        </p:sp>
      </p:grpSp>
      <p:sp>
        <p:nvSpPr>
          <p:cNvPr id="113" name="TextBox 112">
            <a:extLst>
              <a:ext uri="{FF2B5EF4-FFF2-40B4-BE49-F238E27FC236}">
                <a16:creationId xmlns:a16="http://schemas.microsoft.com/office/drawing/2014/main" id="{6B600294-FEEF-1EA5-E3B4-5E4C9A6444D2}"/>
              </a:ext>
            </a:extLst>
          </p:cNvPr>
          <p:cNvSpPr txBox="1"/>
          <p:nvPr/>
        </p:nvSpPr>
        <p:spPr>
          <a:xfrm>
            <a:off x="9104398" y="5853712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dest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40FB1D16-B9A7-DF65-D0D4-68D02633D791}"/>
              </a:ext>
            </a:extLst>
          </p:cNvPr>
          <p:cNvCxnSpPr>
            <a:cxnSpLocks/>
            <a:stCxn id="113" idx="0"/>
          </p:cNvCxnSpPr>
          <p:nvPr/>
        </p:nvCxnSpPr>
        <p:spPr>
          <a:xfrm flipV="1">
            <a:off x="9450006" y="5455038"/>
            <a:ext cx="0" cy="3986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2C8F4323-45E0-121C-0110-8CDC8FA7E276}"/>
              </a:ext>
            </a:extLst>
          </p:cNvPr>
          <p:cNvSpPr txBox="1"/>
          <p:nvPr/>
        </p:nvSpPr>
        <p:spPr>
          <a:xfrm>
            <a:off x="9418082" y="3357478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EE78A400-CDC7-86E1-7089-12FC3F19401E}"/>
              </a:ext>
            </a:extLst>
          </p:cNvPr>
          <p:cNvCxnSpPr>
            <a:cxnSpLocks/>
            <a:stCxn id="3" idx="0"/>
          </p:cNvCxnSpPr>
          <p:nvPr/>
        </p:nvCxnSpPr>
        <p:spPr>
          <a:xfrm flipV="1">
            <a:off x="9573734" y="3040818"/>
            <a:ext cx="0" cy="3166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733DD61D-15B0-43C1-9FAC-0D079869ED76}"/>
              </a:ext>
            </a:extLst>
          </p:cNvPr>
          <p:cNvGrpSpPr/>
          <p:nvPr/>
        </p:nvGrpSpPr>
        <p:grpSpPr>
          <a:xfrm>
            <a:off x="6942800" y="1914106"/>
            <a:ext cx="721581" cy="1034973"/>
            <a:chOff x="4441717" y="4154269"/>
            <a:chExt cx="944489" cy="1363365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1B7703D-0814-2AB7-DC2F-DE73469EFC0A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DC52214-60EF-E331-F13E-FF1A38D1EC01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▮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F7D8918-D4FE-E92C-098E-1BF05B315B24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C2DFFE68-21C2-6BD8-E8C4-A7594C2E6521}"/>
              </a:ext>
            </a:extLst>
          </p:cNvPr>
          <p:cNvGrpSpPr/>
          <p:nvPr/>
        </p:nvGrpSpPr>
        <p:grpSpPr>
          <a:xfrm>
            <a:off x="8437484" y="1914106"/>
            <a:ext cx="721581" cy="1034973"/>
            <a:chOff x="4441717" y="4154269"/>
            <a:chExt cx="944489" cy="1363365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F8BF5A6-61CA-8401-5724-1AE19EA457FA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8924BF3-98DE-1FA1-3DE7-24896A8465B4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o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A74D8CA-2ABC-FDA4-3EE2-F25CCA24DF5F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456E900-EABE-2579-8567-EBDD0B7A4F45}"/>
              </a:ext>
            </a:extLst>
          </p:cNvPr>
          <p:cNvGrpSpPr/>
          <p:nvPr/>
        </p:nvGrpSpPr>
        <p:grpSpPr>
          <a:xfrm>
            <a:off x="7690142" y="1914106"/>
            <a:ext cx="721581" cy="1034973"/>
            <a:chOff x="4441717" y="4154269"/>
            <a:chExt cx="944489" cy="1363365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60FFD687-7DE8-00DA-E07A-CD3CC076C5AE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F33CE0AE-B24D-63A7-2460-095FA4C37CE4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M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9A5BC84-2BBD-2955-2D40-CD2B2DA6B769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2C153B5-ADB6-95C9-8C8B-7F0BE25291E8}"/>
              </a:ext>
            </a:extLst>
          </p:cNvPr>
          <p:cNvGrpSpPr/>
          <p:nvPr/>
        </p:nvGrpSpPr>
        <p:grpSpPr>
          <a:xfrm>
            <a:off x="9184826" y="1914105"/>
            <a:ext cx="721581" cy="1034973"/>
            <a:chOff x="4441717" y="4154269"/>
            <a:chExt cx="944489" cy="1363365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B7F31E7B-23DE-1044-40C5-B6660918D3B8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FDEF6D76-4D00-7493-2F07-E85C4BFD542B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o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7BE7B28C-1D05-2D7D-CBE9-A6A39E762ED1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3AD2C61-E2E9-CF00-0653-FC18C8ED15AB}"/>
              </a:ext>
            </a:extLst>
          </p:cNvPr>
          <p:cNvGrpSpPr/>
          <p:nvPr/>
        </p:nvGrpSpPr>
        <p:grpSpPr>
          <a:xfrm>
            <a:off x="9932168" y="1914106"/>
            <a:ext cx="721581" cy="1034973"/>
            <a:chOff x="4441717" y="4154269"/>
            <a:chExt cx="944489" cy="1363365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CC6A481B-55ED-7FCF-8F84-4AD7F8784943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C489BDBD-20E1-2E75-30DB-148BFA29F4B0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n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5AFA3549-F23E-0465-506E-1FE88054F658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B77B43CA-8C16-6A49-42C3-6386E9AF35C8}"/>
              </a:ext>
            </a:extLst>
          </p:cNvPr>
          <p:cNvGrpSpPr/>
          <p:nvPr/>
        </p:nvGrpSpPr>
        <p:grpSpPr>
          <a:xfrm>
            <a:off x="10679510" y="1914106"/>
            <a:ext cx="721581" cy="1034973"/>
            <a:chOff x="4441717" y="4154269"/>
            <a:chExt cx="944489" cy="1363365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2AF50979-E223-18AF-2390-70CA5514E70E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2A9B4C9F-BB38-B8EC-3A2D-F42C92D9D1C4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!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DC0B2657-7B8E-669B-A9E2-5268666A4324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5</a:t>
              </a: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649817B2-278B-2193-AEA0-EA1AEE7B9495}"/>
              </a:ext>
            </a:extLst>
          </p:cNvPr>
          <p:cNvSpPr txBox="1"/>
          <p:nvPr/>
        </p:nvSpPr>
        <p:spPr>
          <a:xfrm>
            <a:off x="5852122" y="2130968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src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E4BD2BD8-AF8D-F407-C1F2-372FDCCB36AD}"/>
              </a:ext>
            </a:extLst>
          </p:cNvPr>
          <p:cNvCxnSpPr>
            <a:cxnSpLocks/>
            <a:stCxn id="30" idx="3"/>
          </p:cNvCxnSpPr>
          <p:nvPr/>
        </p:nvCxnSpPr>
        <p:spPr>
          <a:xfrm>
            <a:off x="6416700" y="2315634"/>
            <a:ext cx="522378" cy="804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2" name="Group 31">
            <a:extLst>
              <a:ext uri="{FF2B5EF4-FFF2-40B4-BE49-F238E27FC236}">
                <a16:creationId xmlns:a16="http://schemas.microsoft.com/office/drawing/2014/main" id="{2C94B748-8FD9-B390-36D8-F1EA579D695B}"/>
              </a:ext>
            </a:extLst>
          </p:cNvPr>
          <p:cNvGrpSpPr/>
          <p:nvPr/>
        </p:nvGrpSpPr>
        <p:grpSpPr>
          <a:xfrm>
            <a:off x="11426855" y="1915909"/>
            <a:ext cx="721581" cy="1034973"/>
            <a:chOff x="4441717" y="4154269"/>
            <a:chExt cx="944489" cy="1363365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F8728B68-BCD7-DD8A-7D6E-9E8E4A500072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3BEBE73E-B6AE-5C19-F994-1322135C383E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\0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9BBA5109-DA32-880B-FE3E-A1C46D27D62E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5</a:t>
              </a:r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3D5E6507-E509-D932-05F6-706448989C30}"/>
              </a:ext>
            </a:extLst>
          </p:cNvPr>
          <p:cNvSpPr txBox="1"/>
          <p:nvPr/>
        </p:nvSpPr>
        <p:spPr>
          <a:xfrm>
            <a:off x="7064182" y="2804810"/>
            <a:ext cx="52290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space</a:t>
            </a:r>
          </a:p>
        </p:txBody>
      </p:sp>
    </p:spTree>
    <p:extLst>
      <p:ext uri="{BB962C8B-B14F-4D97-AF65-F5344CB8AC3E}">
        <p14:creationId xmlns:p14="http://schemas.microsoft.com/office/powerpoint/2010/main" val="12284477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8D55D1-4661-A2AB-71CB-5485A7A747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Rectangle 150">
            <a:extLst>
              <a:ext uri="{FF2B5EF4-FFF2-40B4-BE49-F238E27FC236}">
                <a16:creationId xmlns:a16="http://schemas.microsoft.com/office/drawing/2014/main" id="{58900A54-9535-0BED-CAF7-C2BCEBBA8FCD}"/>
              </a:ext>
            </a:extLst>
          </p:cNvPr>
          <p:cNvSpPr/>
          <p:nvPr/>
        </p:nvSpPr>
        <p:spPr>
          <a:xfrm>
            <a:off x="300622" y="3051031"/>
            <a:ext cx="5456785" cy="1749451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3DC8F4-CC4D-D540-F872-EF5F6819C1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06375"/>
            <a:ext cx="5583382" cy="1325563"/>
          </a:xfrm>
        </p:spPr>
        <p:txBody>
          <a:bodyPr/>
          <a:lstStyle/>
          <a:p>
            <a:r>
              <a:rPr lang="en-US" dirty="0"/>
              <a:t>C-strings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58A900-897B-39FD-6B86-710E6CF450C6}"/>
              </a:ext>
            </a:extLst>
          </p:cNvPr>
          <p:cNvSpPr txBox="1"/>
          <p:nvPr/>
        </p:nvSpPr>
        <p:spPr>
          <a:xfrm>
            <a:off x="35248" y="913384"/>
            <a:ext cx="5756704" cy="452431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void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strcat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(char*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dest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, const char*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src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CA" b="1" dirty="0">
                <a:latin typeface="Consolas" panose="020B0609020204030204" pitchFamily="49" charset="0"/>
                <a:cs typeface="Consolas" panose="020B0609020204030204" pitchFamily="49" charset="0"/>
              </a:rPr>
              <a:t>// first, find the end of </a:t>
            </a:r>
            <a:r>
              <a:rPr lang="en-CA" b="1" dirty="0" err="1">
                <a:latin typeface="Consolas" panose="020B0609020204030204" pitchFamily="49" charset="0"/>
                <a:cs typeface="Consolas" panose="020B0609020204030204" pitchFamily="49" charset="0"/>
              </a:rPr>
              <a:t>dest</a:t>
            </a:r>
            <a:endParaRPr lang="en-CA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while (*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dest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!= '\0')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dest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++;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}</a:t>
            </a:r>
          </a:p>
          <a:p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CA" b="1" dirty="0">
                <a:latin typeface="Consolas" panose="020B0609020204030204" pitchFamily="49" charset="0"/>
                <a:cs typeface="Consolas" panose="020B0609020204030204" pitchFamily="49" charset="0"/>
              </a:rPr>
              <a:t>// append </a:t>
            </a:r>
            <a:r>
              <a:rPr lang="en-CA" b="1" dirty="0" err="1">
                <a:latin typeface="Consolas" panose="020B0609020204030204" pitchFamily="49" charset="0"/>
                <a:cs typeface="Consolas" panose="020B0609020204030204" pitchFamily="49" charset="0"/>
              </a:rPr>
              <a:t>src</a:t>
            </a:r>
            <a:r>
              <a:rPr lang="en-CA" b="1" dirty="0">
                <a:latin typeface="Consolas" panose="020B0609020204030204" pitchFamily="49" charset="0"/>
                <a:cs typeface="Consolas" panose="020B0609020204030204" pitchFamily="49" charset="0"/>
              </a:rPr>
              <a:t> starting from end of </a:t>
            </a:r>
            <a:r>
              <a:rPr lang="en-CA" b="1" dirty="0" err="1">
                <a:latin typeface="Consolas" panose="020B0609020204030204" pitchFamily="49" charset="0"/>
                <a:cs typeface="Consolas" panose="020B0609020204030204" pitchFamily="49" charset="0"/>
              </a:rPr>
              <a:t>dest</a:t>
            </a:r>
            <a:endParaRPr lang="en-CA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for (const char* p =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src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; *p != '\0'; p++)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*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dest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= *p;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dest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++;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}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*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dest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= '\0';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7D088B97-1BCD-61F5-0826-24F8D3DC34B9}"/>
              </a:ext>
            </a:extLst>
          </p:cNvPr>
          <p:cNvGrpSpPr/>
          <p:nvPr/>
        </p:nvGrpSpPr>
        <p:grpSpPr>
          <a:xfrm>
            <a:off x="3020698" y="4338817"/>
            <a:ext cx="721581" cy="1034973"/>
            <a:chOff x="4441717" y="4154269"/>
            <a:chExt cx="944489" cy="1363365"/>
          </a:xfrm>
        </p:grpSpPr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48B072C3-BCCF-E87E-B28A-717386748FDF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88A7E305-397D-4257-F1BA-BCFA1E43CC0F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H</a:t>
              </a: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A9ED1E23-6AE7-7BDB-A7D0-FB34198C45AC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615B3232-0FCE-18CE-0F1C-A1DACC2BB066}"/>
              </a:ext>
            </a:extLst>
          </p:cNvPr>
          <p:cNvGrpSpPr/>
          <p:nvPr/>
        </p:nvGrpSpPr>
        <p:grpSpPr>
          <a:xfrm>
            <a:off x="4529904" y="4338817"/>
            <a:ext cx="721581" cy="1034973"/>
            <a:chOff x="4441717" y="4154269"/>
            <a:chExt cx="944489" cy="1363365"/>
          </a:xfrm>
        </p:grpSpPr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71679A15-86D9-91AB-D841-B737BB3C94D7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BF56AA70-474D-AB3D-1511-0410299491B0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l</a:t>
              </a: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A8A06DA6-73DC-5DD1-235C-A771F24B0708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1093A393-2716-BF8A-ADD5-A5E53092DCEA}"/>
              </a:ext>
            </a:extLst>
          </p:cNvPr>
          <p:cNvGrpSpPr/>
          <p:nvPr/>
        </p:nvGrpSpPr>
        <p:grpSpPr>
          <a:xfrm>
            <a:off x="3775301" y="4338817"/>
            <a:ext cx="721581" cy="1034973"/>
            <a:chOff x="4441717" y="4154269"/>
            <a:chExt cx="944489" cy="1363365"/>
          </a:xfrm>
        </p:grpSpPr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6F0B7866-CA18-9E07-B316-40974724CFA2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71D543BA-1F14-44EB-0D65-E7CDE7AC1F92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e</a:t>
              </a: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5ADFF820-0A35-FFCE-9CA1-7F3C15A674FF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D9C0E1AA-4A95-E8FA-5EF0-6123575339DB}"/>
              </a:ext>
            </a:extLst>
          </p:cNvPr>
          <p:cNvGrpSpPr/>
          <p:nvPr/>
        </p:nvGrpSpPr>
        <p:grpSpPr>
          <a:xfrm>
            <a:off x="5284507" y="4338817"/>
            <a:ext cx="721581" cy="1034973"/>
            <a:chOff x="4441717" y="4154269"/>
            <a:chExt cx="944489" cy="1363365"/>
          </a:xfrm>
        </p:grpSpPr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0FADFF04-0E1E-1126-7D74-F1FF5FE933FA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BD4BAD6E-1DCF-B49F-C0B2-F8D2C1563459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l</a:t>
              </a: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D7269163-BB7E-CB42-8F17-21AC186C6579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5216F0A8-E4D4-BAA5-7962-E1672CFBDF34}"/>
              </a:ext>
            </a:extLst>
          </p:cNvPr>
          <p:cNvGrpSpPr/>
          <p:nvPr/>
        </p:nvGrpSpPr>
        <p:grpSpPr>
          <a:xfrm>
            <a:off x="6039110" y="4338817"/>
            <a:ext cx="721581" cy="1034973"/>
            <a:chOff x="4441717" y="4154269"/>
            <a:chExt cx="944489" cy="1363365"/>
          </a:xfrm>
        </p:grpSpPr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A8C8FD2F-9529-B877-0704-44CE1E15C164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51FC8719-A89F-681A-8761-A864BAB4ECF6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o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23C143A5-DC0D-8037-7839-30E5181EBCD4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6FA46FED-BA21-5206-2B9B-A59BAFE797E9}"/>
              </a:ext>
            </a:extLst>
          </p:cNvPr>
          <p:cNvGrpSpPr/>
          <p:nvPr/>
        </p:nvGrpSpPr>
        <p:grpSpPr>
          <a:xfrm>
            <a:off x="6793713" y="4338818"/>
            <a:ext cx="721581" cy="1034974"/>
            <a:chOff x="4441717" y="4154269"/>
            <a:chExt cx="944489" cy="1363366"/>
          </a:xfrm>
        </p:grpSpPr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AAE8A646-48D3-788A-C74B-EED3EB28E3F7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AEDB521E-BF6B-DA5C-6236-4CCB48AD0657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▮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FA43008B-CB08-2F2D-C9F0-769056EB7C5E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5</a:t>
              </a:r>
            </a:p>
          </p:txBody>
        </p: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41A94EAE-57AA-A299-6D17-6D55AAEF608E}"/>
              </a:ext>
            </a:extLst>
          </p:cNvPr>
          <p:cNvGrpSpPr/>
          <p:nvPr/>
        </p:nvGrpSpPr>
        <p:grpSpPr>
          <a:xfrm>
            <a:off x="7548316" y="4338817"/>
            <a:ext cx="721581" cy="1034973"/>
            <a:chOff x="4441717" y="4154269"/>
            <a:chExt cx="944489" cy="1363365"/>
          </a:xfrm>
        </p:grpSpPr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4C9229BC-BFED-1E4A-8FF5-A6B014D53574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AD3DD3AD-37AB-3D97-15C5-3D3BBD5C5A20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M</a:t>
              </a:r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3B2E3966-9B4D-1E83-B6E3-991386AA2039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6081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6</a:t>
              </a:r>
            </a:p>
          </p:txBody>
        </p:sp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58167D3C-B81F-6E3B-7251-BCFF30F2AB14}"/>
              </a:ext>
            </a:extLst>
          </p:cNvPr>
          <p:cNvGrpSpPr/>
          <p:nvPr/>
        </p:nvGrpSpPr>
        <p:grpSpPr>
          <a:xfrm>
            <a:off x="9057522" y="4338817"/>
            <a:ext cx="721581" cy="1034973"/>
            <a:chOff x="4441717" y="4154269"/>
            <a:chExt cx="944489" cy="1363365"/>
          </a:xfrm>
        </p:grpSpPr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C8A00AC0-13B2-4B68-E022-B6E43D858B53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F0821E4F-5690-5DB8-7F18-0292F5458275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o</a:t>
              </a:r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C38B6181-F479-B20E-5B7F-FCB8D5AD58D7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6081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8</a:t>
              </a:r>
            </a:p>
          </p:txBody>
        </p:sp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4A9872A4-6F8F-EF04-B01D-E7AA22A455EB}"/>
              </a:ext>
            </a:extLst>
          </p:cNvPr>
          <p:cNvGrpSpPr/>
          <p:nvPr/>
        </p:nvGrpSpPr>
        <p:grpSpPr>
          <a:xfrm>
            <a:off x="8302919" y="4338817"/>
            <a:ext cx="721581" cy="1034973"/>
            <a:chOff x="4441717" y="4154269"/>
            <a:chExt cx="944489" cy="1363365"/>
          </a:xfrm>
        </p:grpSpPr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557578A1-9C87-8634-CE03-DAC4A1518364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CF78EA7D-3CC3-6E20-D044-31005794061E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o</a:t>
              </a:r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04F82AF8-8629-95A6-9CF6-76239DFBBFD3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6081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7</a:t>
              </a:r>
            </a:p>
          </p:txBody>
        </p:sp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4FF64290-0CA0-7533-3E2E-6FEEB7B9D126}"/>
              </a:ext>
            </a:extLst>
          </p:cNvPr>
          <p:cNvGrpSpPr/>
          <p:nvPr/>
        </p:nvGrpSpPr>
        <p:grpSpPr>
          <a:xfrm>
            <a:off x="9812125" y="4338817"/>
            <a:ext cx="721581" cy="1034973"/>
            <a:chOff x="4441717" y="4154269"/>
            <a:chExt cx="944489" cy="1363365"/>
          </a:xfrm>
        </p:grpSpPr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BBB7F39E-8F77-121C-62AE-FE8D4588354E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4392ED2F-121A-FC4F-5DF3-30488D123C65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n</a:t>
              </a: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045F8D91-D2DE-1C1F-5F7E-7755913FE3F1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6081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9</a:t>
              </a:r>
            </a:p>
          </p:txBody>
        </p:sp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D9DC54CB-E0DC-882E-89A1-A1C7D4A64B43}"/>
              </a:ext>
            </a:extLst>
          </p:cNvPr>
          <p:cNvGrpSpPr/>
          <p:nvPr/>
        </p:nvGrpSpPr>
        <p:grpSpPr>
          <a:xfrm>
            <a:off x="10566728" y="4338817"/>
            <a:ext cx="721581" cy="1034973"/>
            <a:chOff x="4441717" y="4154269"/>
            <a:chExt cx="944489" cy="1363365"/>
          </a:xfrm>
        </p:grpSpPr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5AF0D654-ED55-F13D-64E3-7F78DCCAE075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07C2CD81-A4B6-95BD-A49F-A201596D7070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?</a:t>
              </a:r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A6EAD2B1-BC47-4B79-9B50-1AEB37DF37F0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6081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10</a:t>
              </a:r>
            </a:p>
          </p:txBody>
        </p:sp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03242A22-1E0E-6DF9-B158-CDCE8131DF93}"/>
              </a:ext>
            </a:extLst>
          </p:cNvPr>
          <p:cNvGrpSpPr/>
          <p:nvPr/>
        </p:nvGrpSpPr>
        <p:grpSpPr>
          <a:xfrm>
            <a:off x="11321332" y="4338817"/>
            <a:ext cx="721581" cy="1034973"/>
            <a:chOff x="4441717" y="4154269"/>
            <a:chExt cx="944489" cy="1363365"/>
          </a:xfrm>
        </p:grpSpPr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00971A02-AE59-C1CF-6B50-62701FD1ABCB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D18C69E6-D9AC-2065-1ABC-8FD57C297151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?</a:t>
              </a: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F3057BA7-9061-C897-FB7E-54809403CA63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6081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11</a:t>
              </a:r>
            </a:p>
          </p:txBody>
        </p:sp>
      </p:grpSp>
      <p:sp>
        <p:nvSpPr>
          <p:cNvPr id="113" name="TextBox 112">
            <a:extLst>
              <a:ext uri="{FF2B5EF4-FFF2-40B4-BE49-F238E27FC236}">
                <a16:creationId xmlns:a16="http://schemas.microsoft.com/office/drawing/2014/main" id="{1287F77F-43DE-C9AD-7A3A-99765568A1BB}"/>
              </a:ext>
            </a:extLst>
          </p:cNvPr>
          <p:cNvSpPr txBox="1"/>
          <p:nvPr/>
        </p:nvSpPr>
        <p:spPr>
          <a:xfrm>
            <a:off x="9838990" y="5853712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dest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D33F49BB-43B4-1A90-5F58-8F4C75CBF168}"/>
              </a:ext>
            </a:extLst>
          </p:cNvPr>
          <p:cNvCxnSpPr>
            <a:cxnSpLocks/>
            <a:stCxn id="113" idx="0"/>
          </p:cNvCxnSpPr>
          <p:nvPr/>
        </p:nvCxnSpPr>
        <p:spPr>
          <a:xfrm flipV="1">
            <a:off x="10184598" y="5455038"/>
            <a:ext cx="0" cy="3986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9399DFC4-FBF2-D67A-AE9A-A7D69E99713F}"/>
              </a:ext>
            </a:extLst>
          </p:cNvPr>
          <p:cNvSpPr txBox="1"/>
          <p:nvPr/>
        </p:nvSpPr>
        <p:spPr>
          <a:xfrm>
            <a:off x="10215257" y="3429000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7ECB7616-BA5F-50C6-16F4-AFDB6B92A6A5}"/>
              </a:ext>
            </a:extLst>
          </p:cNvPr>
          <p:cNvCxnSpPr>
            <a:cxnSpLocks/>
            <a:stCxn id="3" idx="0"/>
          </p:cNvCxnSpPr>
          <p:nvPr/>
        </p:nvCxnSpPr>
        <p:spPr>
          <a:xfrm flipV="1">
            <a:off x="10370909" y="3112340"/>
            <a:ext cx="0" cy="3166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8CCA0A93-144E-A6DF-904E-E4DE6B3BF58D}"/>
              </a:ext>
            </a:extLst>
          </p:cNvPr>
          <p:cNvGrpSpPr/>
          <p:nvPr/>
        </p:nvGrpSpPr>
        <p:grpSpPr>
          <a:xfrm>
            <a:off x="6942800" y="1914106"/>
            <a:ext cx="721581" cy="1034973"/>
            <a:chOff x="4441717" y="4154269"/>
            <a:chExt cx="944489" cy="1363365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B582B65-95EA-125C-9D0F-94AE9565220E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D72C56B-E85B-37BD-7393-FA900A3367CE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▮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3E710DA-5E17-BA28-45BA-5A3465295634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B4086D7B-571F-59B1-E841-3120C5FA454F}"/>
              </a:ext>
            </a:extLst>
          </p:cNvPr>
          <p:cNvGrpSpPr/>
          <p:nvPr/>
        </p:nvGrpSpPr>
        <p:grpSpPr>
          <a:xfrm>
            <a:off x="8437484" y="1914106"/>
            <a:ext cx="721581" cy="1034973"/>
            <a:chOff x="4441717" y="4154269"/>
            <a:chExt cx="944489" cy="1363365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8B0F218-EBC9-380F-5C9B-AC302102D972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CD57A668-ABC2-F0F0-B18E-34DBBA00E0EF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o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A87B70C-AC38-E691-293E-0732F3B181C3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7F89F03-253C-DBDA-90E1-6B74387FF3E1}"/>
              </a:ext>
            </a:extLst>
          </p:cNvPr>
          <p:cNvGrpSpPr/>
          <p:nvPr/>
        </p:nvGrpSpPr>
        <p:grpSpPr>
          <a:xfrm>
            <a:off x="7690142" y="1914106"/>
            <a:ext cx="721581" cy="1034973"/>
            <a:chOff x="4441717" y="4154269"/>
            <a:chExt cx="944489" cy="1363365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7E47BE1-AD65-60EF-BCA9-DC73D4804E0B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479B530-2BF4-7873-43EA-A37D8C61379A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M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D998535-83D3-C427-F818-ACAE55DC129C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49B6B8D-AB75-73E9-C560-A79AF3F2C06D}"/>
              </a:ext>
            </a:extLst>
          </p:cNvPr>
          <p:cNvGrpSpPr/>
          <p:nvPr/>
        </p:nvGrpSpPr>
        <p:grpSpPr>
          <a:xfrm>
            <a:off x="9184826" y="1914105"/>
            <a:ext cx="721581" cy="1034973"/>
            <a:chOff x="4441717" y="4154269"/>
            <a:chExt cx="944489" cy="1363365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F634F3F-29D4-5857-14EA-385CB004DBE8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5CFA2BF-73C1-0027-7855-7419AAE6EC88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o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0DC64D60-0BA9-5253-B8CD-F3B2B3892D7C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6EA3623-8F30-4A92-2687-170668A5C47B}"/>
              </a:ext>
            </a:extLst>
          </p:cNvPr>
          <p:cNvGrpSpPr/>
          <p:nvPr/>
        </p:nvGrpSpPr>
        <p:grpSpPr>
          <a:xfrm>
            <a:off x="9932168" y="1914106"/>
            <a:ext cx="721581" cy="1034973"/>
            <a:chOff x="4441717" y="4154269"/>
            <a:chExt cx="944489" cy="1363365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CFB7161A-78E1-D3C9-D4A7-2957F085AED5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D0B660C3-05BD-218F-25A3-402FBE3B5A06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n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2A0711FB-AB6A-91EA-8DEF-D55173DA6FF6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F21C70D6-E01D-E328-F7F2-56496A8FA922}"/>
              </a:ext>
            </a:extLst>
          </p:cNvPr>
          <p:cNvGrpSpPr/>
          <p:nvPr/>
        </p:nvGrpSpPr>
        <p:grpSpPr>
          <a:xfrm>
            <a:off x="10679510" y="1914106"/>
            <a:ext cx="721581" cy="1034973"/>
            <a:chOff x="4441717" y="4154269"/>
            <a:chExt cx="944489" cy="1363365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F9F4D598-4041-0545-E756-6DF3C9BA5254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BA735B74-3254-0C71-418B-50206DADC64A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!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2F49CF0-7EE1-AAB9-4DCB-5CDAE11E5CAA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5</a:t>
              </a: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47014734-3CBB-5C78-C189-5998AF9DAFD4}"/>
              </a:ext>
            </a:extLst>
          </p:cNvPr>
          <p:cNvSpPr txBox="1"/>
          <p:nvPr/>
        </p:nvSpPr>
        <p:spPr>
          <a:xfrm>
            <a:off x="5852122" y="2130968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src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197E6BCA-D263-BE06-A7D0-D221D5278C52}"/>
              </a:ext>
            </a:extLst>
          </p:cNvPr>
          <p:cNvCxnSpPr>
            <a:cxnSpLocks/>
            <a:stCxn id="30" idx="3"/>
          </p:cNvCxnSpPr>
          <p:nvPr/>
        </p:nvCxnSpPr>
        <p:spPr>
          <a:xfrm>
            <a:off x="6416700" y="2315634"/>
            <a:ext cx="522378" cy="804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2" name="Group 31">
            <a:extLst>
              <a:ext uri="{FF2B5EF4-FFF2-40B4-BE49-F238E27FC236}">
                <a16:creationId xmlns:a16="http://schemas.microsoft.com/office/drawing/2014/main" id="{3EBA65AD-DA76-7CA7-5E90-02AC142BECF7}"/>
              </a:ext>
            </a:extLst>
          </p:cNvPr>
          <p:cNvGrpSpPr/>
          <p:nvPr/>
        </p:nvGrpSpPr>
        <p:grpSpPr>
          <a:xfrm>
            <a:off x="11426855" y="1915909"/>
            <a:ext cx="721581" cy="1034973"/>
            <a:chOff x="4441717" y="4154269"/>
            <a:chExt cx="944489" cy="1363365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DF6D5C0A-6713-6862-AC27-05060B342329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C1C7E9FD-3730-5328-D203-BEA6F125FDEF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\0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A047D5FF-4813-BA69-175C-7EACBE6C8E97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5</a:t>
              </a:r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637F96CA-7088-4F1C-2B61-03E2866789A7}"/>
              </a:ext>
            </a:extLst>
          </p:cNvPr>
          <p:cNvSpPr txBox="1"/>
          <p:nvPr/>
        </p:nvSpPr>
        <p:spPr>
          <a:xfrm>
            <a:off x="7064182" y="2804810"/>
            <a:ext cx="52290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space</a:t>
            </a:r>
          </a:p>
        </p:txBody>
      </p:sp>
    </p:spTree>
    <p:extLst>
      <p:ext uri="{BB962C8B-B14F-4D97-AF65-F5344CB8AC3E}">
        <p14:creationId xmlns:p14="http://schemas.microsoft.com/office/powerpoint/2010/main" val="26740392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4D8EC8-7C85-C992-0811-89D5AD8D12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Rectangle 150">
            <a:extLst>
              <a:ext uri="{FF2B5EF4-FFF2-40B4-BE49-F238E27FC236}">
                <a16:creationId xmlns:a16="http://schemas.microsoft.com/office/drawing/2014/main" id="{57184E62-114B-C034-EE2D-1A691C6A909E}"/>
              </a:ext>
            </a:extLst>
          </p:cNvPr>
          <p:cNvSpPr/>
          <p:nvPr/>
        </p:nvSpPr>
        <p:spPr>
          <a:xfrm>
            <a:off x="300622" y="3051031"/>
            <a:ext cx="5456785" cy="1749451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E41EFD-55E7-1388-1BBF-B16BCC44F6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06375"/>
            <a:ext cx="5583382" cy="1325563"/>
          </a:xfrm>
        </p:spPr>
        <p:txBody>
          <a:bodyPr/>
          <a:lstStyle/>
          <a:p>
            <a:r>
              <a:rPr lang="en-US" dirty="0"/>
              <a:t>C-strings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BEA917-692D-2D37-8960-5BB8681C0D18}"/>
              </a:ext>
            </a:extLst>
          </p:cNvPr>
          <p:cNvSpPr txBox="1"/>
          <p:nvPr/>
        </p:nvSpPr>
        <p:spPr>
          <a:xfrm>
            <a:off x="35248" y="913384"/>
            <a:ext cx="5756704" cy="452431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void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strcat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(char*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dest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, const char*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src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CA" b="1" dirty="0">
                <a:latin typeface="Consolas" panose="020B0609020204030204" pitchFamily="49" charset="0"/>
                <a:cs typeface="Consolas" panose="020B0609020204030204" pitchFamily="49" charset="0"/>
              </a:rPr>
              <a:t>// first, find the end of </a:t>
            </a:r>
            <a:r>
              <a:rPr lang="en-CA" b="1" dirty="0" err="1">
                <a:latin typeface="Consolas" panose="020B0609020204030204" pitchFamily="49" charset="0"/>
                <a:cs typeface="Consolas" panose="020B0609020204030204" pitchFamily="49" charset="0"/>
              </a:rPr>
              <a:t>dest</a:t>
            </a:r>
            <a:endParaRPr lang="en-CA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while (*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dest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!= '\0')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dest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++;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}</a:t>
            </a:r>
          </a:p>
          <a:p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CA" b="1" dirty="0">
                <a:latin typeface="Consolas" panose="020B0609020204030204" pitchFamily="49" charset="0"/>
                <a:cs typeface="Consolas" panose="020B0609020204030204" pitchFamily="49" charset="0"/>
              </a:rPr>
              <a:t>// append </a:t>
            </a:r>
            <a:r>
              <a:rPr lang="en-CA" b="1" dirty="0" err="1">
                <a:latin typeface="Consolas" panose="020B0609020204030204" pitchFamily="49" charset="0"/>
                <a:cs typeface="Consolas" panose="020B0609020204030204" pitchFamily="49" charset="0"/>
              </a:rPr>
              <a:t>src</a:t>
            </a:r>
            <a:r>
              <a:rPr lang="en-CA" b="1" dirty="0">
                <a:latin typeface="Consolas" panose="020B0609020204030204" pitchFamily="49" charset="0"/>
                <a:cs typeface="Consolas" panose="020B0609020204030204" pitchFamily="49" charset="0"/>
              </a:rPr>
              <a:t> starting from end of </a:t>
            </a:r>
            <a:r>
              <a:rPr lang="en-CA" b="1" dirty="0" err="1">
                <a:latin typeface="Consolas" panose="020B0609020204030204" pitchFamily="49" charset="0"/>
                <a:cs typeface="Consolas" panose="020B0609020204030204" pitchFamily="49" charset="0"/>
              </a:rPr>
              <a:t>dest</a:t>
            </a:r>
            <a:endParaRPr lang="en-CA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for (const char* p =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src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; *p != '\0'; p++)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*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dest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= *p;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dest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++;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}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*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dest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= '\0';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C751EC22-9C2E-DD52-F449-966A352B5DBD}"/>
              </a:ext>
            </a:extLst>
          </p:cNvPr>
          <p:cNvGrpSpPr/>
          <p:nvPr/>
        </p:nvGrpSpPr>
        <p:grpSpPr>
          <a:xfrm>
            <a:off x="3020698" y="4338817"/>
            <a:ext cx="721581" cy="1034973"/>
            <a:chOff x="4441717" y="4154269"/>
            <a:chExt cx="944489" cy="1363365"/>
          </a:xfrm>
        </p:grpSpPr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B18F1644-C08D-5077-25C8-0A2C4487EB58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A09061CC-3B2C-7309-78B1-9BCD935BB850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H</a:t>
              </a: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56C21546-E969-0CD1-A00F-4FFD6F40CA83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334734E0-0A0D-4776-198E-D8C2F65B099B}"/>
              </a:ext>
            </a:extLst>
          </p:cNvPr>
          <p:cNvGrpSpPr/>
          <p:nvPr/>
        </p:nvGrpSpPr>
        <p:grpSpPr>
          <a:xfrm>
            <a:off x="4529904" y="4338817"/>
            <a:ext cx="721581" cy="1034973"/>
            <a:chOff x="4441717" y="4154269"/>
            <a:chExt cx="944489" cy="1363365"/>
          </a:xfrm>
        </p:grpSpPr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6C237DB9-91FF-54E2-E12C-D45B289A102A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51F255B7-0763-F1A5-7BDB-C187B9A29D7B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l</a:t>
              </a: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FE4266AA-66B6-AFA2-75D4-98F2123B60E9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CC392F86-5CFC-3035-95A1-5D1CB594F44A}"/>
              </a:ext>
            </a:extLst>
          </p:cNvPr>
          <p:cNvGrpSpPr/>
          <p:nvPr/>
        </p:nvGrpSpPr>
        <p:grpSpPr>
          <a:xfrm>
            <a:off x="3775301" y="4338817"/>
            <a:ext cx="721581" cy="1034973"/>
            <a:chOff x="4441717" y="4154269"/>
            <a:chExt cx="944489" cy="1363365"/>
          </a:xfrm>
        </p:grpSpPr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A0555ACD-6B78-1ED6-174F-ED3AEAD90A57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23278600-BBAA-03BB-72FF-DE579BF87C85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e</a:t>
              </a: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54FFE89C-F37A-028E-C84E-DBD01F847CA6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D730357B-982D-DC27-D965-D6A44CDE62BF}"/>
              </a:ext>
            </a:extLst>
          </p:cNvPr>
          <p:cNvGrpSpPr/>
          <p:nvPr/>
        </p:nvGrpSpPr>
        <p:grpSpPr>
          <a:xfrm>
            <a:off x="5284507" y="4338817"/>
            <a:ext cx="721581" cy="1034973"/>
            <a:chOff x="4441717" y="4154269"/>
            <a:chExt cx="944489" cy="1363365"/>
          </a:xfrm>
        </p:grpSpPr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8998F2D7-EB02-FE0C-76CC-0B8656A3A367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8E682493-B962-D24A-C8BC-48472939203E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l</a:t>
              </a: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84964FDC-9C35-D0B3-AB48-13B9C076D266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0D8F84FC-B9B2-570B-0F2B-25BAD675B78A}"/>
              </a:ext>
            </a:extLst>
          </p:cNvPr>
          <p:cNvGrpSpPr/>
          <p:nvPr/>
        </p:nvGrpSpPr>
        <p:grpSpPr>
          <a:xfrm>
            <a:off x="6039110" y="4338817"/>
            <a:ext cx="721581" cy="1034973"/>
            <a:chOff x="4441717" y="4154269"/>
            <a:chExt cx="944489" cy="1363365"/>
          </a:xfrm>
        </p:grpSpPr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3889CF4D-EEB4-1B13-94D6-4D3761D07ED3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11419FD4-93D0-AC0D-12AF-21EB9C81C27E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o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7FAB03ED-C996-D861-E6FF-3AA7DCCD028A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6896342C-FABB-B11E-3C25-0ADCCBF965D8}"/>
              </a:ext>
            </a:extLst>
          </p:cNvPr>
          <p:cNvGrpSpPr/>
          <p:nvPr/>
        </p:nvGrpSpPr>
        <p:grpSpPr>
          <a:xfrm>
            <a:off x="6793713" y="4338818"/>
            <a:ext cx="721581" cy="1034974"/>
            <a:chOff x="4441717" y="4154269"/>
            <a:chExt cx="944489" cy="1363366"/>
          </a:xfrm>
        </p:grpSpPr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4CCBF46A-9FBD-2765-6498-A3A44064CBB7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CA5DF2A1-8515-A60D-FAF5-2E6D9FFDA23C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▮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49F8FDA4-9CE3-28AE-4658-CB42EEB6EE91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5</a:t>
              </a:r>
            </a:p>
          </p:txBody>
        </p: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F9F6BE1E-53F0-5DA9-409E-21D1C85ADBCF}"/>
              </a:ext>
            </a:extLst>
          </p:cNvPr>
          <p:cNvGrpSpPr/>
          <p:nvPr/>
        </p:nvGrpSpPr>
        <p:grpSpPr>
          <a:xfrm>
            <a:off x="7548316" y="4338817"/>
            <a:ext cx="721581" cy="1034973"/>
            <a:chOff x="4441717" y="4154269"/>
            <a:chExt cx="944489" cy="1363365"/>
          </a:xfrm>
        </p:grpSpPr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81DF74DF-ECDF-B476-1C0F-EB8242722E42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E41B4EDD-7ADC-BC44-600F-5BE1EFB0E0C4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M</a:t>
              </a:r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9994FC64-501D-ACAA-204A-3D198BCEA7A2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6081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6</a:t>
              </a:r>
            </a:p>
          </p:txBody>
        </p:sp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E7CFB61A-C5C6-379F-DA8F-336539015CB9}"/>
              </a:ext>
            </a:extLst>
          </p:cNvPr>
          <p:cNvGrpSpPr/>
          <p:nvPr/>
        </p:nvGrpSpPr>
        <p:grpSpPr>
          <a:xfrm>
            <a:off x="9057522" y="4338817"/>
            <a:ext cx="721581" cy="1034973"/>
            <a:chOff x="4441717" y="4154269"/>
            <a:chExt cx="944489" cy="1363365"/>
          </a:xfrm>
        </p:grpSpPr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C9675901-7A5C-1953-6EA0-EA79A210567B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51965F50-86A1-D911-6BC4-85F1A712AC11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o</a:t>
              </a:r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F2959124-FB25-4543-D5AF-BF0529DF4537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6081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8</a:t>
              </a:r>
            </a:p>
          </p:txBody>
        </p:sp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32E3310A-0D68-FB7C-3DDC-033FE3BCA001}"/>
              </a:ext>
            </a:extLst>
          </p:cNvPr>
          <p:cNvGrpSpPr/>
          <p:nvPr/>
        </p:nvGrpSpPr>
        <p:grpSpPr>
          <a:xfrm>
            <a:off x="8302919" y="4338817"/>
            <a:ext cx="721581" cy="1034973"/>
            <a:chOff x="4441717" y="4154269"/>
            <a:chExt cx="944489" cy="1363365"/>
          </a:xfrm>
        </p:grpSpPr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764B7907-904D-D296-5F37-43373D9C4BC1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B735205D-E2D1-BA69-A255-74E8610F8007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o</a:t>
              </a:r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1E52C246-5CBB-ADD5-A37C-EA391BBCDC00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6081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7</a:t>
              </a:r>
            </a:p>
          </p:txBody>
        </p:sp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14190270-937A-5242-32B1-B7C0013D6A7B}"/>
              </a:ext>
            </a:extLst>
          </p:cNvPr>
          <p:cNvGrpSpPr/>
          <p:nvPr/>
        </p:nvGrpSpPr>
        <p:grpSpPr>
          <a:xfrm>
            <a:off x="9812125" y="4338817"/>
            <a:ext cx="721581" cy="1034973"/>
            <a:chOff x="4441717" y="4154269"/>
            <a:chExt cx="944489" cy="1363365"/>
          </a:xfrm>
        </p:grpSpPr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A6AB2FB1-FFAB-4BA6-DE55-99F53F8396DA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5B0892A6-2A97-17B5-0201-E6B545BABE9A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n</a:t>
              </a: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1B5B3260-A266-F408-08C2-A295C40C0F58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6081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9</a:t>
              </a:r>
            </a:p>
          </p:txBody>
        </p:sp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4974E268-C2B1-15FB-33B2-BD26AF107839}"/>
              </a:ext>
            </a:extLst>
          </p:cNvPr>
          <p:cNvGrpSpPr/>
          <p:nvPr/>
        </p:nvGrpSpPr>
        <p:grpSpPr>
          <a:xfrm>
            <a:off x="10566728" y="4338817"/>
            <a:ext cx="721581" cy="1034973"/>
            <a:chOff x="4441717" y="4154269"/>
            <a:chExt cx="944489" cy="1363365"/>
          </a:xfrm>
        </p:grpSpPr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8BF0C836-8613-B048-94F7-68EB03471621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7B6BF071-AB59-BB23-9067-814D5CF9A2F9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!</a:t>
              </a:r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9A275141-E25D-1DD0-1EC4-192F749794D7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6081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10</a:t>
              </a:r>
            </a:p>
          </p:txBody>
        </p:sp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2CF69AD8-3198-28FC-6DBB-E44F8060075C}"/>
              </a:ext>
            </a:extLst>
          </p:cNvPr>
          <p:cNvGrpSpPr/>
          <p:nvPr/>
        </p:nvGrpSpPr>
        <p:grpSpPr>
          <a:xfrm>
            <a:off x="11321332" y="4338817"/>
            <a:ext cx="721581" cy="1034973"/>
            <a:chOff x="4441717" y="4154269"/>
            <a:chExt cx="944489" cy="1363365"/>
          </a:xfrm>
        </p:grpSpPr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314E1FFB-41EA-47F7-8C0F-E01A6F03175B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8F327466-AC5D-862D-8D84-D50FD236E236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?</a:t>
              </a: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176F4565-4DAD-E0EA-0D84-60BE889971ED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6081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11</a:t>
              </a:r>
            </a:p>
          </p:txBody>
        </p:sp>
      </p:grpSp>
      <p:sp>
        <p:nvSpPr>
          <p:cNvPr id="113" name="TextBox 112">
            <a:extLst>
              <a:ext uri="{FF2B5EF4-FFF2-40B4-BE49-F238E27FC236}">
                <a16:creationId xmlns:a16="http://schemas.microsoft.com/office/drawing/2014/main" id="{3DB6E4D6-A174-7DA6-6829-E5BCD4D2CB03}"/>
              </a:ext>
            </a:extLst>
          </p:cNvPr>
          <p:cNvSpPr txBox="1"/>
          <p:nvPr/>
        </p:nvSpPr>
        <p:spPr>
          <a:xfrm>
            <a:off x="10566727" y="5853712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dest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7C0AFE1A-74CA-C70E-36DD-F71756136760}"/>
              </a:ext>
            </a:extLst>
          </p:cNvPr>
          <p:cNvCxnSpPr>
            <a:cxnSpLocks/>
            <a:stCxn id="113" idx="0"/>
          </p:cNvCxnSpPr>
          <p:nvPr/>
        </p:nvCxnSpPr>
        <p:spPr>
          <a:xfrm flipV="1">
            <a:off x="10912335" y="5455038"/>
            <a:ext cx="0" cy="3986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BC9469E0-343F-0FCA-B9BC-63AB1AABEB88}"/>
              </a:ext>
            </a:extLst>
          </p:cNvPr>
          <p:cNvSpPr txBox="1"/>
          <p:nvPr/>
        </p:nvSpPr>
        <p:spPr>
          <a:xfrm>
            <a:off x="10942994" y="3429000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AD5F9071-4240-3C79-7653-F2B18178FA7A}"/>
              </a:ext>
            </a:extLst>
          </p:cNvPr>
          <p:cNvCxnSpPr>
            <a:cxnSpLocks/>
            <a:stCxn id="3" idx="0"/>
          </p:cNvCxnSpPr>
          <p:nvPr/>
        </p:nvCxnSpPr>
        <p:spPr>
          <a:xfrm flipV="1">
            <a:off x="11098646" y="3112340"/>
            <a:ext cx="0" cy="3166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A214E8C6-8A05-BF14-FFDA-AB7157070964}"/>
              </a:ext>
            </a:extLst>
          </p:cNvPr>
          <p:cNvGrpSpPr/>
          <p:nvPr/>
        </p:nvGrpSpPr>
        <p:grpSpPr>
          <a:xfrm>
            <a:off x="6942800" y="1914106"/>
            <a:ext cx="721581" cy="1034973"/>
            <a:chOff x="4441717" y="4154269"/>
            <a:chExt cx="944489" cy="1363365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E546C2F-4AD0-D5F7-EACD-F11482AAE31B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B2BB87F-9E49-5123-E69C-15C4F5676289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▮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290B66F-CFD3-1F60-3F31-CC443CAE56EF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8A48F507-CAB9-8C7E-E9C5-20BE0ABEF186}"/>
              </a:ext>
            </a:extLst>
          </p:cNvPr>
          <p:cNvGrpSpPr/>
          <p:nvPr/>
        </p:nvGrpSpPr>
        <p:grpSpPr>
          <a:xfrm>
            <a:off x="8437484" y="1914106"/>
            <a:ext cx="721581" cy="1034973"/>
            <a:chOff x="4441717" y="4154269"/>
            <a:chExt cx="944489" cy="1363365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A4BF7D5-F1A4-B3D6-2C8A-8C1C59399890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F1F7D203-1DE5-BD31-446D-3A5E4FE9B3FC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o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4BAF0A7C-03D2-5ACB-9FCE-85654385F060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7C074C9-030D-1294-FC05-5ACF2C4593D2}"/>
              </a:ext>
            </a:extLst>
          </p:cNvPr>
          <p:cNvGrpSpPr/>
          <p:nvPr/>
        </p:nvGrpSpPr>
        <p:grpSpPr>
          <a:xfrm>
            <a:off x="7690142" y="1914106"/>
            <a:ext cx="721581" cy="1034973"/>
            <a:chOff x="4441717" y="4154269"/>
            <a:chExt cx="944489" cy="1363365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66CCCC14-2705-DB46-391C-31D94911DA4C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1C0B0C87-B9B6-DEAE-8053-9FCD2CACC70E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M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A0AB17D-10D6-1DA6-4D1E-F2B3C709B6CF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6B7FF67-AD48-1184-43DE-9FA6DBF83441}"/>
              </a:ext>
            </a:extLst>
          </p:cNvPr>
          <p:cNvGrpSpPr/>
          <p:nvPr/>
        </p:nvGrpSpPr>
        <p:grpSpPr>
          <a:xfrm>
            <a:off x="9184826" y="1914105"/>
            <a:ext cx="721581" cy="1034973"/>
            <a:chOff x="4441717" y="4154269"/>
            <a:chExt cx="944489" cy="1363365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7B2D7628-3A0B-B3C4-2266-579E5A344B53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E12DBBBD-9F37-0031-9194-A057AB29C841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o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47FE48E8-6BB2-1883-2CD2-DA2D1CF955EE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0283C76B-B7B0-E2E4-8443-D4FABB561AE9}"/>
              </a:ext>
            </a:extLst>
          </p:cNvPr>
          <p:cNvGrpSpPr/>
          <p:nvPr/>
        </p:nvGrpSpPr>
        <p:grpSpPr>
          <a:xfrm>
            <a:off x="9932168" y="1914106"/>
            <a:ext cx="721581" cy="1034973"/>
            <a:chOff x="4441717" y="4154269"/>
            <a:chExt cx="944489" cy="1363365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15A7A2E2-1F46-8265-C147-7CD0D7BA4FC4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FFC06BF9-3685-C782-3328-8737186D68BC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n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9452EC70-5214-53EF-1DCE-C56A7B1EEF3E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896BDEEA-8973-9129-762A-B96295DD999A}"/>
              </a:ext>
            </a:extLst>
          </p:cNvPr>
          <p:cNvGrpSpPr/>
          <p:nvPr/>
        </p:nvGrpSpPr>
        <p:grpSpPr>
          <a:xfrm>
            <a:off x="10679510" y="1914106"/>
            <a:ext cx="721581" cy="1034973"/>
            <a:chOff x="4441717" y="4154269"/>
            <a:chExt cx="944489" cy="1363365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F94B21B7-D852-D42D-7FB8-AD264C3B5114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FDACE5AC-DA26-59CE-151D-39C7A8CFE373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!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BB443CC0-EB19-E30D-AF2F-C6BCAABAC1D3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5</a:t>
              </a: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5047F8BC-4771-5B51-9B32-46162DFD15C9}"/>
              </a:ext>
            </a:extLst>
          </p:cNvPr>
          <p:cNvSpPr txBox="1"/>
          <p:nvPr/>
        </p:nvSpPr>
        <p:spPr>
          <a:xfrm>
            <a:off x="5852122" y="2130968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src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2E342820-B0B1-3BB7-9A0F-6B0F4934283F}"/>
              </a:ext>
            </a:extLst>
          </p:cNvPr>
          <p:cNvCxnSpPr>
            <a:cxnSpLocks/>
            <a:stCxn id="30" idx="3"/>
          </p:cNvCxnSpPr>
          <p:nvPr/>
        </p:nvCxnSpPr>
        <p:spPr>
          <a:xfrm>
            <a:off x="6416700" y="2315634"/>
            <a:ext cx="522378" cy="804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2" name="Group 31">
            <a:extLst>
              <a:ext uri="{FF2B5EF4-FFF2-40B4-BE49-F238E27FC236}">
                <a16:creationId xmlns:a16="http://schemas.microsoft.com/office/drawing/2014/main" id="{E970450D-65C1-0E5C-D9CE-169A5EB24115}"/>
              </a:ext>
            </a:extLst>
          </p:cNvPr>
          <p:cNvGrpSpPr/>
          <p:nvPr/>
        </p:nvGrpSpPr>
        <p:grpSpPr>
          <a:xfrm>
            <a:off x="11426855" y="1915909"/>
            <a:ext cx="721581" cy="1034973"/>
            <a:chOff x="4441717" y="4154269"/>
            <a:chExt cx="944489" cy="1363365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EA0601FB-EE59-824A-52B4-80C1870C690B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47DF9ADF-A658-C635-F496-8004DE46882A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\0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BE960D65-7ABA-C6EA-3E4D-135DF9C1DCC4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5</a:t>
              </a:r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33F69F45-260A-5B70-093B-98CC1C23DE1E}"/>
              </a:ext>
            </a:extLst>
          </p:cNvPr>
          <p:cNvSpPr txBox="1"/>
          <p:nvPr/>
        </p:nvSpPr>
        <p:spPr>
          <a:xfrm>
            <a:off x="7064182" y="2804810"/>
            <a:ext cx="52290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space</a:t>
            </a:r>
          </a:p>
        </p:txBody>
      </p:sp>
    </p:spTree>
    <p:extLst>
      <p:ext uri="{BB962C8B-B14F-4D97-AF65-F5344CB8AC3E}">
        <p14:creationId xmlns:p14="http://schemas.microsoft.com/office/powerpoint/2010/main" val="6880282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757839-5095-4482-3C78-0C1552FF7D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C52145D-FF1C-50D7-2A46-6FB1279380AE}"/>
              </a:ext>
            </a:extLst>
          </p:cNvPr>
          <p:cNvSpPr txBox="1"/>
          <p:nvPr/>
        </p:nvSpPr>
        <p:spPr>
          <a:xfrm>
            <a:off x="35248" y="913384"/>
            <a:ext cx="5756704" cy="452431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void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strcat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(char*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dest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, const char*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src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CA" b="1" dirty="0">
                <a:latin typeface="Consolas" panose="020B0609020204030204" pitchFamily="49" charset="0"/>
                <a:cs typeface="Consolas" panose="020B0609020204030204" pitchFamily="49" charset="0"/>
              </a:rPr>
              <a:t>// first, find the end of </a:t>
            </a:r>
            <a:r>
              <a:rPr lang="en-CA" b="1" dirty="0" err="1">
                <a:latin typeface="Consolas" panose="020B0609020204030204" pitchFamily="49" charset="0"/>
                <a:cs typeface="Consolas" panose="020B0609020204030204" pitchFamily="49" charset="0"/>
              </a:rPr>
              <a:t>dest</a:t>
            </a:r>
            <a:endParaRPr lang="en-CA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while (*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dest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!= '\0')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dest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++;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}</a:t>
            </a:r>
          </a:p>
          <a:p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CA" b="1" dirty="0">
                <a:latin typeface="Consolas" panose="020B0609020204030204" pitchFamily="49" charset="0"/>
                <a:cs typeface="Consolas" panose="020B0609020204030204" pitchFamily="49" charset="0"/>
              </a:rPr>
              <a:t>// append </a:t>
            </a:r>
            <a:r>
              <a:rPr lang="en-CA" b="1" dirty="0" err="1">
                <a:latin typeface="Consolas" panose="020B0609020204030204" pitchFamily="49" charset="0"/>
                <a:cs typeface="Consolas" panose="020B0609020204030204" pitchFamily="49" charset="0"/>
              </a:rPr>
              <a:t>src</a:t>
            </a:r>
            <a:r>
              <a:rPr lang="en-CA" b="1" dirty="0">
                <a:latin typeface="Consolas" panose="020B0609020204030204" pitchFamily="49" charset="0"/>
                <a:cs typeface="Consolas" panose="020B0609020204030204" pitchFamily="49" charset="0"/>
              </a:rPr>
              <a:t> starting from end of </a:t>
            </a:r>
            <a:r>
              <a:rPr lang="en-CA" b="1" dirty="0" err="1">
                <a:latin typeface="Consolas" panose="020B0609020204030204" pitchFamily="49" charset="0"/>
                <a:cs typeface="Consolas" panose="020B0609020204030204" pitchFamily="49" charset="0"/>
              </a:rPr>
              <a:t>dest</a:t>
            </a:r>
            <a:endParaRPr lang="en-CA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for (const char* p =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src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; *p != '\0'; p++)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*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dest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= *p;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dest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++;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}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*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dest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= '\0';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9C344AB9-86D8-75FC-A316-9A7933A86BFF}"/>
              </a:ext>
            </a:extLst>
          </p:cNvPr>
          <p:cNvSpPr/>
          <p:nvPr/>
        </p:nvSpPr>
        <p:spPr>
          <a:xfrm>
            <a:off x="334923" y="4788005"/>
            <a:ext cx="1706058" cy="330648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7F9EFF-C68F-9DE4-73A2-B72F69FC11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06375"/>
            <a:ext cx="5583382" cy="1325563"/>
          </a:xfrm>
        </p:spPr>
        <p:txBody>
          <a:bodyPr/>
          <a:lstStyle/>
          <a:p>
            <a:r>
              <a:rPr lang="en-US" dirty="0"/>
              <a:t>C-strings</a:t>
            </a: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4C32F720-C2A5-E45F-E291-DC4967E397F4}"/>
              </a:ext>
            </a:extLst>
          </p:cNvPr>
          <p:cNvGrpSpPr/>
          <p:nvPr/>
        </p:nvGrpSpPr>
        <p:grpSpPr>
          <a:xfrm>
            <a:off x="3020698" y="4338817"/>
            <a:ext cx="721581" cy="1034973"/>
            <a:chOff x="4441717" y="4154269"/>
            <a:chExt cx="944489" cy="1363365"/>
          </a:xfrm>
        </p:grpSpPr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565B2A6B-36A2-6797-107D-8239E5000DBF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8BFFD809-3FC4-EFD7-1296-19C005BE6B60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H</a:t>
              </a: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CBB7E6E2-074A-492A-7588-33AE60FF528B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C0F1B072-8C3B-137B-A121-6ADB806C3C2F}"/>
              </a:ext>
            </a:extLst>
          </p:cNvPr>
          <p:cNvGrpSpPr/>
          <p:nvPr/>
        </p:nvGrpSpPr>
        <p:grpSpPr>
          <a:xfrm>
            <a:off x="4529904" y="4338817"/>
            <a:ext cx="721581" cy="1034973"/>
            <a:chOff x="4441717" y="4154269"/>
            <a:chExt cx="944489" cy="1363365"/>
          </a:xfrm>
        </p:grpSpPr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0947D927-1BC1-8FBF-0AED-0E86121B7887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D9A6B010-4E69-FC30-1967-B4C293CF22B1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l</a:t>
              </a: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71DE50B8-6600-2192-E5EA-EB871AFEDF9A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24B65470-BA36-162A-7A01-B73870B5216D}"/>
              </a:ext>
            </a:extLst>
          </p:cNvPr>
          <p:cNvGrpSpPr/>
          <p:nvPr/>
        </p:nvGrpSpPr>
        <p:grpSpPr>
          <a:xfrm>
            <a:off x="3775301" y="4338817"/>
            <a:ext cx="721581" cy="1034973"/>
            <a:chOff x="4441717" y="4154269"/>
            <a:chExt cx="944489" cy="1363365"/>
          </a:xfrm>
        </p:grpSpPr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E3028D53-47C3-7EFD-496B-6305DCC40EF7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4016E821-0DEA-1042-4207-A6C391998A13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e</a:t>
              </a: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7CD694C5-F1C6-E286-4C2C-7A8F964975C4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B85E6169-62E0-F353-C2F8-B69EAE4E774A}"/>
              </a:ext>
            </a:extLst>
          </p:cNvPr>
          <p:cNvGrpSpPr/>
          <p:nvPr/>
        </p:nvGrpSpPr>
        <p:grpSpPr>
          <a:xfrm>
            <a:off x="5284507" y="4338817"/>
            <a:ext cx="721581" cy="1034973"/>
            <a:chOff x="4441717" y="4154269"/>
            <a:chExt cx="944489" cy="1363365"/>
          </a:xfrm>
        </p:grpSpPr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4EA570AA-275D-71C9-3D6E-B139E9695C68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E08D9E3F-997D-C2FF-FCE5-A105D0C8F18B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l</a:t>
              </a: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642BDDF3-479B-D398-78B1-ED01D221C1BD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87E8C4FE-A97B-AA4F-E4AF-47BD162C0A84}"/>
              </a:ext>
            </a:extLst>
          </p:cNvPr>
          <p:cNvGrpSpPr/>
          <p:nvPr/>
        </p:nvGrpSpPr>
        <p:grpSpPr>
          <a:xfrm>
            <a:off x="6039110" y="4338817"/>
            <a:ext cx="721581" cy="1034973"/>
            <a:chOff x="4441717" y="4154269"/>
            <a:chExt cx="944489" cy="1363365"/>
          </a:xfrm>
        </p:grpSpPr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44200564-B95E-284C-59DF-68905E9DA321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1AA49913-17CE-56CF-18FF-37ED48FDB49F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o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64D59CB8-A61E-91B6-FE43-AECFDCA8EB62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66E8EDC4-78D2-011E-2CEB-52D2FCF01963}"/>
              </a:ext>
            </a:extLst>
          </p:cNvPr>
          <p:cNvGrpSpPr/>
          <p:nvPr/>
        </p:nvGrpSpPr>
        <p:grpSpPr>
          <a:xfrm>
            <a:off x="6793713" y="4338818"/>
            <a:ext cx="721581" cy="1034974"/>
            <a:chOff x="4441717" y="4154269"/>
            <a:chExt cx="944489" cy="1363366"/>
          </a:xfrm>
        </p:grpSpPr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91E7A430-3A6C-846D-4DB2-E6D76B70F0BC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1D9A6447-9E4B-0A6B-0C10-762A84935FC6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▮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8CB8D477-25C9-0E81-DA74-CCA32EC0E335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5</a:t>
              </a:r>
            </a:p>
          </p:txBody>
        </p: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38741E7C-5CD1-3651-69D0-4B30341DEC59}"/>
              </a:ext>
            </a:extLst>
          </p:cNvPr>
          <p:cNvGrpSpPr/>
          <p:nvPr/>
        </p:nvGrpSpPr>
        <p:grpSpPr>
          <a:xfrm>
            <a:off x="7548316" y="4338817"/>
            <a:ext cx="721581" cy="1034973"/>
            <a:chOff x="4441717" y="4154269"/>
            <a:chExt cx="944489" cy="1363365"/>
          </a:xfrm>
        </p:grpSpPr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7DC0F43B-5F9F-7325-845E-29E71F472674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6E79388A-BBE6-2CA3-1F59-52A42BF94D5C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M</a:t>
              </a:r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8077DFDF-70FC-389F-FB57-CCA4748FC0ED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6081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6</a:t>
              </a:r>
            </a:p>
          </p:txBody>
        </p:sp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A597A179-BAF9-0354-AE1C-3824702FE347}"/>
              </a:ext>
            </a:extLst>
          </p:cNvPr>
          <p:cNvGrpSpPr/>
          <p:nvPr/>
        </p:nvGrpSpPr>
        <p:grpSpPr>
          <a:xfrm>
            <a:off x="9057522" y="4338817"/>
            <a:ext cx="721581" cy="1034973"/>
            <a:chOff x="4441717" y="4154269"/>
            <a:chExt cx="944489" cy="1363365"/>
          </a:xfrm>
        </p:grpSpPr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E882785F-64A9-4297-9C5F-EF759EDFD417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DD0F245E-5A60-8C5C-253D-EC86D5615193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o</a:t>
              </a:r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EE2A5F05-E909-F57E-2DA4-C53883ED3C7F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6081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8</a:t>
              </a:r>
            </a:p>
          </p:txBody>
        </p:sp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D1D74060-3753-9A9C-7917-7478E7931AA6}"/>
              </a:ext>
            </a:extLst>
          </p:cNvPr>
          <p:cNvGrpSpPr/>
          <p:nvPr/>
        </p:nvGrpSpPr>
        <p:grpSpPr>
          <a:xfrm>
            <a:off x="8302919" y="4338817"/>
            <a:ext cx="721581" cy="1034973"/>
            <a:chOff x="4441717" y="4154269"/>
            <a:chExt cx="944489" cy="1363365"/>
          </a:xfrm>
        </p:grpSpPr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327E4795-EA16-7B5F-61F2-9F724CD464AD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5FECBD6D-A85D-F04F-6D51-05EC0A285524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o</a:t>
              </a:r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601AC607-EA38-5244-52C7-021351D745C4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6081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7</a:t>
              </a:r>
            </a:p>
          </p:txBody>
        </p:sp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EDE19F43-70AF-879A-F283-619E5EC869C3}"/>
              </a:ext>
            </a:extLst>
          </p:cNvPr>
          <p:cNvGrpSpPr/>
          <p:nvPr/>
        </p:nvGrpSpPr>
        <p:grpSpPr>
          <a:xfrm>
            <a:off x="9812125" y="4338817"/>
            <a:ext cx="721581" cy="1034973"/>
            <a:chOff x="4441717" y="4154269"/>
            <a:chExt cx="944489" cy="1363365"/>
          </a:xfrm>
        </p:grpSpPr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6EB82E4E-A2FA-F07C-688B-B901DDB0573E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B3B72D08-1DA6-FACC-B36D-D6637DF88595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n</a:t>
              </a: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5B37C0E6-CF4D-2B83-B800-035BD661168C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6081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9</a:t>
              </a:r>
            </a:p>
          </p:txBody>
        </p:sp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CCCAEAAA-985C-08B2-6601-6A24284B2150}"/>
              </a:ext>
            </a:extLst>
          </p:cNvPr>
          <p:cNvGrpSpPr/>
          <p:nvPr/>
        </p:nvGrpSpPr>
        <p:grpSpPr>
          <a:xfrm>
            <a:off x="10566728" y="4338817"/>
            <a:ext cx="721581" cy="1034973"/>
            <a:chOff x="4441717" y="4154269"/>
            <a:chExt cx="944489" cy="1363365"/>
          </a:xfrm>
        </p:grpSpPr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89B73E77-897F-B105-6998-81D1C03C301D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C1C85E9E-9434-9B8B-1B4E-A0034E6A5599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!</a:t>
              </a:r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8BA15EEE-36D1-C103-7A36-E261DF1A6A03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6081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10</a:t>
              </a:r>
            </a:p>
          </p:txBody>
        </p:sp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3DE09D04-BE43-EACB-A49C-0306851AB674}"/>
              </a:ext>
            </a:extLst>
          </p:cNvPr>
          <p:cNvGrpSpPr/>
          <p:nvPr/>
        </p:nvGrpSpPr>
        <p:grpSpPr>
          <a:xfrm>
            <a:off x="11321332" y="4338817"/>
            <a:ext cx="721581" cy="1034973"/>
            <a:chOff x="4441717" y="4154269"/>
            <a:chExt cx="944489" cy="1363365"/>
          </a:xfrm>
        </p:grpSpPr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2CDAC8DF-89CD-E149-901F-676222A2997E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C9A030A1-DCB6-BE0A-C83D-3DD77EC2EF23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\0</a:t>
              </a: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FEF7DFD3-06E2-AF34-C8C2-CF9902D72034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6081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11</a:t>
              </a:r>
            </a:p>
          </p:txBody>
        </p:sp>
      </p:grpSp>
      <p:sp>
        <p:nvSpPr>
          <p:cNvPr id="113" name="TextBox 112">
            <a:extLst>
              <a:ext uri="{FF2B5EF4-FFF2-40B4-BE49-F238E27FC236}">
                <a16:creationId xmlns:a16="http://schemas.microsoft.com/office/drawing/2014/main" id="{E5355A39-93FD-259B-F987-37DC1D6062B2}"/>
              </a:ext>
            </a:extLst>
          </p:cNvPr>
          <p:cNvSpPr txBox="1"/>
          <p:nvPr/>
        </p:nvSpPr>
        <p:spPr>
          <a:xfrm>
            <a:off x="11343374" y="5853712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dest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1693DB4D-4D93-01B2-0993-121A7B4E567A}"/>
              </a:ext>
            </a:extLst>
          </p:cNvPr>
          <p:cNvCxnSpPr>
            <a:cxnSpLocks/>
            <a:stCxn id="113" idx="0"/>
          </p:cNvCxnSpPr>
          <p:nvPr/>
        </p:nvCxnSpPr>
        <p:spPr>
          <a:xfrm flipV="1">
            <a:off x="11688982" y="5455038"/>
            <a:ext cx="0" cy="3986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01BD9FAA-C040-6C64-D6BE-8EE549370416}"/>
              </a:ext>
            </a:extLst>
          </p:cNvPr>
          <p:cNvSpPr txBox="1"/>
          <p:nvPr/>
        </p:nvSpPr>
        <p:spPr>
          <a:xfrm>
            <a:off x="11719641" y="3429000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AFAE24DA-8902-EF8E-01F6-7F32D98F1A42}"/>
              </a:ext>
            </a:extLst>
          </p:cNvPr>
          <p:cNvCxnSpPr>
            <a:cxnSpLocks/>
            <a:stCxn id="3" idx="0"/>
          </p:cNvCxnSpPr>
          <p:nvPr/>
        </p:nvCxnSpPr>
        <p:spPr>
          <a:xfrm flipV="1">
            <a:off x="11875293" y="3112340"/>
            <a:ext cx="0" cy="3166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A2BF1485-5CFC-2087-0025-E793C9B7DE2D}"/>
              </a:ext>
            </a:extLst>
          </p:cNvPr>
          <p:cNvGrpSpPr/>
          <p:nvPr/>
        </p:nvGrpSpPr>
        <p:grpSpPr>
          <a:xfrm>
            <a:off x="6942800" y="1914106"/>
            <a:ext cx="721581" cy="1034973"/>
            <a:chOff x="4441717" y="4154269"/>
            <a:chExt cx="944489" cy="1363365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D9F617E-0116-4193-ED52-079BD54028FF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EAF6608-F8D9-63C2-87E6-93C7965B4776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▮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7C1C38B-1A46-5AD7-8E6E-F063532EB0AC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7E6C107B-D266-32F7-2333-2076D8504C68}"/>
              </a:ext>
            </a:extLst>
          </p:cNvPr>
          <p:cNvGrpSpPr/>
          <p:nvPr/>
        </p:nvGrpSpPr>
        <p:grpSpPr>
          <a:xfrm>
            <a:off x="8437484" y="1914106"/>
            <a:ext cx="721581" cy="1034973"/>
            <a:chOff x="4441717" y="4154269"/>
            <a:chExt cx="944489" cy="1363365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4EEEC6F-9E98-683F-96AA-978D4F3D9432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5C3B8A8-D904-CDBF-E7DF-FEA6E54A05CF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o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19AAF7F-A7BA-BEF6-D5C7-63B64A1E2F51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4801D2E-D96B-9191-6A1A-7525B9FDC679}"/>
              </a:ext>
            </a:extLst>
          </p:cNvPr>
          <p:cNvGrpSpPr/>
          <p:nvPr/>
        </p:nvGrpSpPr>
        <p:grpSpPr>
          <a:xfrm>
            <a:off x="7690142" y="1914106"/>
            <a:ext cx="721581" cy="1034973"/>
            <a:chOff x="4441717" y="4154269"/>
            <a:chExt cx="944489" cy="1363365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9CC68EEE-20D8-166A-EA5A-5CECC13B08A5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E1B1EBC-B92C-A22D-1B77-D86E4FCFB532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M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B5F174C-F44B-767A-094F-4478B721CC7E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84D9D8F-4B21-A1C2-379F-8F46F5429FF3}"/>
              </a:ext>
            </a:extLst>
          </p:cNvPr>
          <p:cNvGrpSpPr/>
          <p:nvPr/>
        </p:nvGrpSpPr>
        <p:grpSpPr>
          <a:xfrm>
            <a:off x="9184826" y="1914105"/>
            <a:ext cx="721581" cy="1034973"/>
            <a:chOff x="4441717" y="4154269"/>
            <a:chExt cx="944489" cy="1363365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4E1BB5BA-EDAB-F0C2-FEC5-0DB4B737724B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B17A3F5-2BAC-FDC7-9851-EB8F85A4B52B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o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328940C3-7BD3-6582-AF53-AD5AC6A8F4AC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619D3EB-4304-8AB4-53B8-70B78A4F44DA}"/>
              </a:ext>
            </a:extLst>
          </p:cNvPr>
          <p:cNvGrpSpPr/>
          <p:nvPr/>
        </p:nvGrpSpPr>
        <p:grpSpPr>
          <a:xfrm>
            <a:off x="9932168" y="1914106"/>
            <a:ext cx="721581" cy="1034973"/>
            <a:chOff x="4441717" y="4154269"/>
            <a:chExt cx="944489" cy="1363365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6352216A-F6F7-7651-D6A8-9016B8C56908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1699BB2-BBCC-CF3A-C9C6-078CB6433627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n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CD573911-72D6-88AF-5CE3-6EBFF553B38E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B093853D-90B6-B894-4440-2313BE56E08D}"/>
              </a:ext>
            </a:extLst>
          </p:cNvPr>
          <p:cNvGrpSpPr/>
          <p:nvPr/>
        </p:nvGrpSpPr>
        <p:grpSpPr>
          <a:xfrm>
            <a:off x="10679510" y="1914106"/>
            <a:ext cx="721581" cy="1034973"/>
            <a:chOff x="4441717" y="4154269"/>
            <a:chExt cx="944489" cy="1363365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DB8F1ACD-2E42-CF5B-8804-782EAA73238F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4F325356-3C87-A796-4134-B020CEB87C53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!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01AF413C-51D9-7BA8-AFF9-A6F43989944A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5</a:t>
              </a: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31857647-01EA-2CE8-2E2F-309E3481E06C}"/>
              </a:ext>
            </a:extLst>
          </p:cNvPr>
          <p:cNvSpPr txBox="1"/>
          <p:nvPr/>
        </p:nvSpPr>
        <p:spPr>
          <a:xfrm>
            <a:off x="5852122" y="2130968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src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87E28855-8687-8380-1D57-7B0B1B588585}"/>
              </a:ext>
            </a:extLst>
          </p:cNvPr>
          <p:cNvCxnSpPr>
            <a:cxnSpLocks/>
            <a:stCxn id="30" idx="3"/>
          </p:cNvCxnSpPr>
          <p:nvPr/>
        </p:nvCxnSpPr>
        <p:spPr>
          <a:xfrm>
            <a:off x="6416700" y="2315634"/>
            <a:ext cx="522378" cy="804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2" name="Group 31">
            <a:extLst>
              <a:ext uri="{FF2B5EF4-FFF2-40B4-BE49-F238E27FC236}">
                <a16:creationId xmlns:a16="http://schemas.microsoft.com/office/drawing/2014/main" id="{D20CBC9C-2161-27EB-D2E2-BDA62F92C8C9}"/>
              </a:ext>
            </a:extLst>
          </p:cNvPr>
          <p:cNvGrpSpPr/>
          <p:nvPr/>
        </p:nvGrpSpPr>
        <p:grpSpPr>
          <a:xfrm>
            <a:off x="11426855" y="1915909"/>
            <a:ext cx="721581" cy="1034973"/>
            <a:chOff x="4441717" y="4154269"/>
            <a:chExt cx="944489" cy="1363365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A99BD3EC-898B-1DAA-CB84-85EF8F4111CD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70EDBA3A-7190-1D11-72A1-C75D56026953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\0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59ED80CD-9103-31C2-E148-7F4E82F99822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5</a:t>
              </a:r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7F255884-E5B0-9885-3BC4-2217FDAA9FF5}"/>
              </a:ext>
            </a:extLst>
          </p:cNvPr>
          <p:cNvSpPr txBox="1"/>
          <p:nvPr/>
        </p:nvSpPr>
        <p:spPr>
          <a:xfrm>
            <a:off x="7064182" y="2804810"/>
            <a:ext cx="52290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space</a:t>
            </a:r>
          </a:p>
        </p:txBody>
      </p:sp>
    </p:spTree>
    <p:extLst>
      <p:ext uri="{BB962C8B-B14F-4D97-AF65-F5344CB8AC3E}">
        <p14:creationId xmlns:p14="http://schemas.microsoft.com/office/powerpoint/2010/main" val="9149119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774432-702A-0CAC-DFBD-DE222B14E4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47C2EEE-7F37-6A65-2DAA-BE0B2F928511}"/>
              </a:ext>
            </a:extLst>
          </p:cNvPr>
          <p:cNvSpPr txBox="1"/>
          <p:nvPr/>
        </p:nvSpPr>
        <p:spPr>
          <a:xfrm>
            <a:off x="328894" y="1184157"/>
            <a:ext cx="5376793" cy="34163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CA" b="1" dirty="0">
                <a:latin typeface="Consolas" panose="020B0609020204030204" pitchFamily="49" charset="0"/>
                <a:cs typeface="Consolas" panose="020B0609020204030204" pitchFamily="49" charset="0"/>
              </a:rPr>
              <a:t>// ...</a:t>
            </a:r>
          </a:p>
          <a:p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char* </a:t>
            </a:r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result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= new char[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first_len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+ 1];</a:t>
            </a:r>
            <a:endParaRPr lang="en-CA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CA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b="1" dirty="0">
                <a:latin typeface="Consolas" panose="020B0609020204030204" pitchFamily="49" charset="0"/>
                <a:cs typeface="Consolas" panose="020B0609020204030204" pitchFamily="49" charset="0"/>
              </a:rPr>
              <a:t>// ...</a:t>
            </a:r>
          </a:p>
          <a:p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char* </a:t>
            </a:r>
            <a:r>
              <a:rPr lang="en-CA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new_result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= new char[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new_len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+ 1];</a:t>
            </a:r>
          </a:p>
          <a:p>
            <a:endParaRPr lang="en-CA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b="1" dirty="0">
                <a:latin typeface="Consolas" panose="020B0609020204030204" pitchFamily="49" charset="0"/>
                <a:cs typeface="Consolas" panose="020B0609020204030204" pitchFamily="49" charset="0"/>
              </a:rPr>
              <a:t>// ...</a:t>
            </a:r>
          </a:p>
          <a:p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delete[] </a:t>
            </a:r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result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delete[] </a:t>
            </a:r>
            <a:r>
              <a:rPr lang="en-CA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new_result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AD642775-28BF-04BC-40DE-01F66F341172}"/>
              </a:ext>
            </a:extLst>
          </p:cNvPr>
          <p:cNvSpPr/>
          <p:nvPr/>
        </p:nvSpPr>
        <p:spPr>
          <a:xfrm>
            <a:off x="351750" y="3869552"/>
            <a:ext cx="2613090" cy="73092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3A04A6-83A2-C751-0714-5C36DAEF80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06375"/>
            <a:ext cx="5583382" cy="1325563"/>
          </a:xfrm>
        </p:spPr>
        <p:txBody>
          <a:bodyPr/>
          <a:lstStyle/>
          <a:p>
            <a:r>
              <a:rPr lang="en-US" dirty="0"/>
              <a:t>C-strings</a:t>
            </a: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7F2002B8-51DC-7902-7AB0-2D3ED1AF4318}"/>
              </a:ext>
            </a:extLst>
          </p:cNvPr>
          <p:cNvGrpSpPr/>
          <p:nvPr/>
        </p:nvGrpSpPr>
        <p:grpSpPr>
          <a:xfrm>
            <a:off x="3020698" y="4338817"/>
            <a:ext cx="721581" cy="1034973"/>
            <a:chOff x="4441717" y="4154269"/>
            <a:chExt cx="944489" cy="1363365"/>
          </a:xfrm>
        </p:grpSpPr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D3D22AC2-6AB0-CDEA-C969-603C3A0F6EA2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387E28C3-1FBB-60A6-2C86-449CDF133228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H</a:t>
              </a: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4F2AFDB6-55B9-2A43-1C7A-054D9598DF30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79BCB939-B885-DBBC-44BB-614306D9E487}"/>
              </a:ext>
            </a:extLst>
          </p:cNvPr>
          <p:cNvGrpSpPr/>
          <p:nvPr/>
        </p:nvGrpSpPr>
        <p:grpSpPr>
          <a:xfrm>
            <a:off x="4529904" y="4338817"/>
            <a:ext cx="721581" cy="1034973"/>
            <a:chOff x="4441717" y="4154269"/>
            <a:chExt cx="944489" cy="1363365"/>
          </a:xfrm>
        </p:grpSpPr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66DDD320-ADC8-AC54-24C6-F03434561BE0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5123F706-D25D-F0D5-C65D-EF14CAEDDA92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l</a:t>
              </a: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E7DA21EB-F9BC-4972-DAEF-DE5642112636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B6F32C48-2497-BFFF-113A-DD43718FE7C8}"/>
              </a:ext>
            </a:extLst>
          </p:cNvPr>
          <p:cNvGrpSpPr/>
          <p:nvPr/>
        </p:nvGrpSpPr>
        <p:grpSpPr>
          <a:xfrm>
            <a:off x="3775301" y="4338817"/>
            <a:ext cx="721581" cy="1034973"/>
            <a:chOff x="4441717" y="4154269"/>
            <a:chExt cx="944489" cy="1363365"/>
          </a:xfrm>
        </p:grpSpPr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9AC5BECC-FAD5-BC15-2BF8-F853F408241F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2422661C-2F95-03D2-1EDD-19F3CD318DE8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e</a:t>
              </a: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D72492CF-0011-FCA5-12CA-38478065776E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016C8CB0-F401-092D-4D78-8AA344A9C572}"/>
              </a:ext>
            </a:extLst>
          </p:cNvPr>
          <p:cNvGrpSpPr/>
          <p:nvPr/>
        </p:nvGrpSpPr>
        <p:grpSpPr>
          <a:xfrm>
            <a:off x="5284507" y="4338817"/>
            <a:ext cx="721581" cy="1034973"/>
            <a:chOff x="4441717" y="4154269"/>
            <a:chExt cx="944489" cy="1363365"/>
          </a:xfrm>
        </p:grpSpPr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2854EECA-BD0E-62F3-588D-5C120FE6EC5A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136BACC6-E000-95A9-A404-E4A80875FF5A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l</a:t>
              </a: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11CFBD50-55C3-AAEE-5D2E-B417F08B1228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32B7561E-36C7-7D02-059B-89051BB3F6E7}"/>
              </a:ext>
            </a:extLst>
          </p:cNvPr>
          <p:cNvGrpSpPr/>
          <p:nvPr/>
        </p:nvGrpSpPr>
        <p:grpSpPr>
          <a:xfrm>
            <a:off x="6039110" y="4338817"/>
            <a:ext cx="721581" cy="1034973"/>
            <a:chOff x="4441717" y="4154269"/>
            <a:chExt cx="944489" cy="1363365"/>
          </a:xfrm>
        </p:grpSpPr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C8AD3557-D09A-BC7B-5E58-92740C1D18B5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F5E54968-327A-AB36-A0E4-50C8817939CD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o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12F2B357-AE11-7A88-3C54-F082B5F826D0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7A6698AE-11EE-304E-CE1A-21931650CDD6}"/>
              </a:ext>
            </a:extLst>
          </p:cNvPr>
          <p:cNvGrpSpPr/>
          <p:nvPr/>
        </p:nvGrpSpPr>
        <p:grpSpPr>
          <a:xfrm>
            <a:off x="6793713" y="4338818"/>
            <a:ext cx="721581" cy="1034974"/>
            <a:chOff x="4441717" y="4154269"/>
            <a:chExt cx="944489" cy="1363366"/>
          </a:xfrm>
        </p:grpSpPr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FABD76B7-AB84-78D5-58FF-FBA5B87C1A36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CFA1DE87-6BE0-4F32-2CD0-42E78E7286D9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▮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025CD405-05B0-B75A-6224-A2742D49C76E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5</a:t>
              </a:r>
            </a:p>
          </p:txBody>
        </p: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B78EA958-2470-011E-CC1F-73FCC50D4146}"/>
              </a:ext>
            </a:extLst>
          </p:cNvPr>
          <p:cNvGrpSpPr/>
          <p:nvPr/>
        </p:nvGrpSpPr>
        <p:grpSpPr>
          <a:xfrm>
            <a:off x="7548316" y="4338817"/>
            <a:ext cx="721581" cy="1034973"/>
            <a:chOff x="4441717" y="4154269"/>
            <a:chExt cx="944489" cy="1363365"/>
          </a:xfrm>
        </p:grpSpPr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6F2B7793-2619-3D40-E479-65774830BC4C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644F07FF-55FF-D69A-C6DD-7CE2CCDCAF28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M</a:t>
              </a:r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2EF216D0-75DB-FC7E-A419-F96B51029DD1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6081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6</a:t>
              </a:r>
            </a:p>
          </p:txBody>
        </p:sp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BB4AA57A-1294-6217-99EE-9AA0CC98AD7F}"/>
              </a:ext>
            </a:extLst>
          </p:cNvPr>
          <p:cNvGrpSpPr/>
          <p:nvPr/>
        </p:nvGrpSpPr>
        <p:grpSpPr>
          <a:xfrm>
            <a:off x="9057522" y="4338817"/>
            <a:ext cx="721581" cy="1034973"/>
            <a:chOff x="4441717" y="4154269"/>
            <a:chExt cx="944489" cy="1363365"/>
          </a:xfrm>
        </p:grpSpPr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E0FD296B-EACA-3FD2-395D-5187EDDDD01E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883BD959-4415-3F9A-8936-A85C0F64A805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o</a:t>
              </a:r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CF34EFC1-C8FF-55FC-17A3-2EA7FDC12BD0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6081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8</a:t>
              </a:r>
            </a:p>
          </p:txBody>
        </p:sp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FD7640CB-920C-61B5-1A9C-7DAE5B1304D7}"/>
              </a:ext>
            </a:extLst>
          </p:cNvPr>
          <p:cNvGrpSpPr/>
          <p:nvPr/>
        </p:nvGrpSpPr>
        <p:grpSpPr>
          <a:xfrm>
            <a:off x="8302919" y="4338817"/>
            <a:ext cx="721581" cy="1034973"/>
            <a:chOff x="4441717" y="4154269"/>
            <a:chExt cx="944489" cy="1363365"/>
          </a:xfrm>
        </p:grpSpPr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4E0F39B3-9BEB-7180-ABBD-EA97C41DDA09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F7783A0E-CFE0-3701-FD30-6AD2DA9943CF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o</a:t>
              </a:r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E5403A62-C384-7236-5F38-2D4DC8B05F67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6081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7</a:t>
              </a:r>
            </a:p>
          </p:txBody>
        </p:sp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210311D4-806C-121F-7173-5CE694A34660}"/>
              </a:ext>
            </a:extLst>
          </p:cNvPr>
          <p:cNvGrpSpPr/>
          <p:nvPr/>
        </p:nvGrpSpPr>
        <p:grpSpPr>
          <a:xfrm>
            <a:off x="9812125" y="4338817"/>
            <a:ext cx="721581" cy="1034973"/>
            <a:chOff x="4441717" y="4154269"/>
            <a:chExt cx="944489" cy="1363365"/>
          </a:xfrm>
        </p:grpSpPr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8233BFC7-C79D-13FE-23CA-230E02DF0CA5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7F19C0F9-2046-AD16-BA53-5F8A48E0A9B7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n</a:t>
              </a: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A837D5D3-A054-72A0-2DDD-DB8674542A12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6081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9</a:t>
              </a:r>
            </a:p>
          </p:txBody>
        </p:sp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B6362D16-AF8F-8CAA-CC7C-83A0E7B5ED2D}"/>
              </a:ext>
            </a:extLst>
          </p:cNvPr>
          <p:cNvGrpSpPr/>
          <p:nvPr/>
        </p:nvGrpSpPr>
        <p:grpSpPr>
          <a:xfrm>
            <a:off x="10566728" y="4338817"/>
            <a:ext cx="721581" cy="1034973"/>
            <a:chOff x="4441717" y="4154269"/>
            <a:chExt cx="944489" cy="1363365"/>
          </a:xfrm>
        </p:grpSpPr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983B8E06-C902-779A-2629-73B338665260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93A0E5A1-04E3-66B8-AEF5-BCC656B27DA1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!</a:t>
              </a:r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B03AFFB1-F963-DAB8-E682-44BE5560D10B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6081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10</a:t>
              </a:r>
            </a:p>
          </p:txBody>
        </p:sp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BF253263-5C34-F760-011B-0EF26FCFA45F}"/>
              </a:ext>
            </a:extLst>
          </p:cNvPr>
          <p:cNvGrpSpPr/>
          <p:nvPr/>
        </p:nvGrpSpPr>
        <p:grpSpPr>
          <a:xfrm>
            <a:off x="11321332" y="4338817"/>
            <a:ext cx="721581" cy="1034973"/>
            <a:chOff x="4441717" y="4154269"/>
            <a:chExt cx="944489" cy="1363365"/>
          </a:xfrm>
        </p:grpSpPr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F706DFA2-5BA8-6EB3-91F7-75F9D74A8447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301B5A92-46D6-B645-00A7-A1FB5DECBEB6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\0</a:t>
              </a: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7CD91E34-041B-78A7-8064-939BCF267B21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6081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11</a:t>
              </a:r>
            </a:p>
          </p:txBody>
        </p:sp>
      </p:grpSp>
      <p:sp>
        <p:nvSpPr>
          <p:cNvPr id="113" name="TextBox 112">
            <a:extLst>
              <a:ext uri="{FF2B5EF4-FFF2-40B4-BE49-F238E27FC236}">
                <a16:creationId xmlns:a16="http://schemas.microsoft.com/office/drawing/2014/main" id="{D6E544B2-1E2D-C679-03D2-1746B2CE2221}"/>
              </a:ext>
            </a:extLst>
          </p:cNvPr>
          <p:cNvSpPr txBox="1"/>
          <p:nvPr/>
        </p:nvSpPr>
        <p:spPr>
          <a:xfrm>
            <a:off x="961859" y="5189124"/>
            <a:ext cx="1451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new_result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F0E3EBE7-244C-1AAD-9E4E-1B28DA908C01}"/>
              </a:ext>
            </a:extLst>
          </p:cNvPr>
          <p:cNvCxnSpPr>
            <a:cxnSpLocks/>
            <a:stCxn id="113" idx="3"/>
          </p:cNvCxnSpPr>
          <p:nvPr/>
        </p:nvCxnSpPr>
        <p:spPr>
          <a:xfrm flipV="1">
            <a:off x="2412897" y="5189124"/>
            <a:ext cx="583463" cy="1846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974C4A17-7369-6337-29EF-C025C51A90D5}"/>
              </a:ext>
            </a:extLst>
          </p:cNvPr>
          <p:cNvGrpSpPr/>
          <p:nvPr/>
        </p:nvGrpSpPr>
        <p:grpSpPr>
          <a:xfrm>
            <a:off x="6942800" y="1914106"/>
            <a:ext cx="721581" cy="1034973"/>
            <a:chOff x="4441717" y="4154269"/>
            <a:chExt cx="944489" cy="1363365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3CEB2D0-5198-06B1-0B68-4CA1C482082C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0ACE085-6732-B40F-859A-AD13B5F578C2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▮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066B386-DACA-A79E-9B32-1C6C720F1EC5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77A07334-FA29-A915-8398-DEE978D758ED}"/>
              </a:ext>
            </a:extLst>
          </p:cNvPr>
          <p:cNvGrpSpPr/>
          <p:nvPr/>
        </p:nvGrpSpPr>
        <p:grpSpPr>
          <a:xfrm>
            <a:off x="8437484" y="1914106"/>
            <a:ext cx="721581" cy="1034973"/>
            <a:chOff x="4441717" y="4154269"/>
            <a:chExt cx="944489" cy="1363365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6EFC99E-0424-2FAC-3140-C20C1FD10EF5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0D6AAB0-7A05-A9BC-2FAC-16C046A383CA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o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98597E0-279C-B98E-3FEF-C34ADB30EAF4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08A4305-E623-8987-FAEF-A6C984E304E5}"/>
              </a:ext>
            </a:extLst>
          </p:cNvPr>
          <p:cNvGrpSpPr/>
          <p:nvPr/>
        </p:nvGrpSpPr>
        <p:grpSpPr>
          <a:xfrm>
            <a:off x="7690142" y="1914106"/>
            <a:ext cx="721581" cy="1034973"/>
            <a:chOff x="4441717" y="4154269"/>
            <a:chExt cx="944489" cy="1363365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2335B06-1BFE-9342-1430-5444511CFD21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48A04C8-AAF3-5778-597E-186DBB089815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M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85A0B4E5-3174-186A-CADD-D872E6A207DE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D161979-E5FE-02AA-F625-1421F2CFA56A}"/>
              </a:ext>
            </a:extLst>
          </p:cNvPr>
          <p:cNvGrpSpPr/>
          <p:nvPr/>
        </p:nvGrpSpPr>
        <p:grpSpPr>
          <a:xfrm>
            <a:off x="9184826" y="1914105"/>
            <a:ext cx="721581" cy="1034973"/>
            <a:chOff x="4441717" y="4154269"/>
            <a:chExt cx="944489" cy="1363365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D875F7CE-D631-5B05-0EB3-702DEEB0F616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9D6621B-AF59-35E1-CD63-6B5FDBC6C7F2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o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C76058B9-B62E-6856-D502-12C5551C20F8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4FF708B4-5A20-2816-3612-51BB6C4E03F9}"/>
              </a:ext>
            </a:extLst>
          </p:cNvPr>
          <p:cNvGrpSpPr/>
          <p:nvPr/>
        </p:nvGrpSpPr>
        <p:grpSpPr>
          <a:xfrm>
            <a:off x="9932168" y="1914106"/>
            <a:ext cx="721581" cy="1034973"/>
            <a:chOff x="4441717" y="4154269"/>
            <a:chExt cx="944489" cy="1363365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A4F4B1EB-6F0C-7A28-CCCE-EA61B94FCFE3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875EA52-1DF4-E8E5-C2F1-793DD3314930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n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851A105C-88A1-06EE-B6A8-D8D771BBBA14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05B7DA5-4BF1-8F3E-3DBA-F94A792F134A}"/>
              </a:ext>
            </a:extLst>
          </p:cNvPr>
          <p:cNvGrpSpPr/>
          <p:nvPr/>
        </p:nvGrpSpPr>
        <p:grpSpPr>
          <a:xfrm>
            <a:off x="10679510" y="1914106"/>
            <a:ext cx="721581" cy="1034973"/>
            <a:chOff x="4441717" y="4154269"/>
            <a:chExt cx="944489" cy="1363365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AFC7272F-0C6D-D6BC-327D-7C28BFE71349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122D2934-039F-943A-5DBE-8C90419C26FD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!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D0E18938-6612-48CF-C8EC-D6B0A0C8F4CA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5</a:t>
              </a: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5BB8A39A-96C5-E4B5-B2AE-D5AB6A11C90A}"/>
              </a:ext>
            </a:extLst>
          </p:cNvPr>
          <p:cNvSpPr txBox="1"/>
          <p:nvPr/>
        </p:nvSpPr>
        <p:spPr>
          <a:xfrm>
            <a:off x="5654623" y="1712852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second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AB4BB177-3A06-A927-CB1C-3DE3FB4EA0E1}"/>
              </a:ext>
            </a:extLst>
          </p:cNvPr>
          <p:cNvCxnSpPr>
            <a:cxnSpLocks/>
            <a:stCxn id="30" idx="3"/>
          </p:cNvCxnSpPr>
          <p:nvPr/>
        </p:nvCxnSpPr>
        <p:spPr>
          <a:xfrm>
            <a:off x="6599112" y="1897518"/>
            <a:ext cx="365731" cy="3131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2" name="Group 31">
            <a:extLst>
              <a:ext uri="{FF2B5EF4-FFF2-40B4-BE49-F238E27FC236}">
                <a16:creationId xmlns:a16="http://schemas.microsoft.com/office/drawing/2014/main" id="{96CA150A-D5E1-C7B4-C49C-F9BD19F3C5A7}"/>
              </a:ext>
            </a:extLst>
          </p:cNvPr>
          <p:cNvGrpSpPr/>
          <p:nvPr/>
        </p:nvGrpSpPr>
        <p:grpSpPr>
          <a:xfrm>
            <a:off x="11426855" y="1915909"/>
            <a:ext cx="721581" cy="1034973"/>
            <a:chOff x="4441717" y="4154269"/>
            <a:chExt cx="944489" cy="1363365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4E3E5CA7-FF51-AACA-4F40-99CFDE676340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0A484702-1103-33EB-A122-8694487EAF35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\0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6AE26A03-F11D-BAD7-4394-1DF9142FF3BB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5</a:t>
              </a:r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CBF55B60-73BF-9056-0C20-30D67BF56D20}"/>
              </a:ext>
            </a:extLst>
          </p:cNvPr>
          <p:cNvSpPr txBox="1"/>
          <p:nvPr/>
        </p:nvSpPr>
        <p:spPr>
          <a:xfrm>
            <a:off x="7064182" y="2804810"/>
            <a:ext cx="52290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space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017ECF9-F5B7-C2F2-59EB-068F7CD3B706}"/>
              </a:ext>
            </a:extLst>
          </p:cNvPr>
          <p:cNvSpPr txBox="1"/>
          <p:nvPr/>
        </p:nvSpPr>
        <p:spPr>
          <a:xfrm>
            <a:off x="-5601303" y="0"/>
            <a:ext cx="2523023" cy="1477328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Back to the original program, we must finally remember to de-allocate the free store memory we used.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C114CC2B-5899-4A9B-07D8-8942A2463ED1}"/>
              </a:ext>
            </a:extLst>
          </p:cNvPr>
          <p:cNvGrpSpPr/>
          <p:nvPr/>
        </p:nvGrpSpPr>
        <p:grpSpPr>
          <a:xfrm>
            <a:off x="6949387" y="278576"/>
            <a:ext cx="4484577" cy="933170"/>
            <a:chOff x="5799357" y="2575684"/>
            <a:chExt cx="5869936" cy="1229260"/>
          </a:xfrm>
        </p:grpSpPr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F9A1B9CC-61B8-CA81-DD18-455E69F74840}"/>
                </a:ext>
              </a:extLst>
            </p:cNvPr>
            <p:cNvGrpSpPr/>
            <p:nvPr/>
          </p:nvGrpSpPr>
          <p:grpSpPr>
            <a:xfrm>
              <a:off x="5799357" y="2575684"/>
              <a:ext cx="944489" cy="1229260"/>
              <a:chOff x="4441717" y="4154269"/>
              <a:chExt cx="944489" cy="1229260"/>
            </a:xfrm>
          </p:grpSpPr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EB917741-F8C1-3A5A-99B5-13E7EAD79834}"/>
                  </a:ext>
                </a:extLst>
              </p:cNvPr>
              <p:cNvSpPr/>
              <p:nvPr/>
            </p:nvSpPr>
            <p:spPr>
              <a:xfrm>
                <a:off x="4470570" y="4595253"/>
                <a:ext cx="915636" cy="788276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8C248AB8-E718-B011-AC64-E00E57EFC44B}"/>
                  </a:ext>
                </a:extLst>
              </p:cNvPr>
              <p:cNvSpPr txBox="1"/>
              <p:nvPr/>
            </p:nvSpPr>
            <p:spPr>
              <a:xfrm>
                <a:off x="4441717" y="4666226"/>
                <a:ext cx="94448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H</a:t>
                </a:r>
              </a:p>
            </p:txBody>
          </p:sp>
          <p:sp>
            <p:nvSpPr>
              <p:cNvPr id="115" name="TextBox 114">
                <a:extLst>
                  <a:ext uri="{FF2B5EF4-FFF2-40B4-BE49-F238E27FC236}">
                    <a16:creationId xmlns:a16="http://schemas.microsoft.com/office/drawing/2014/main" id="{D4D2B642-EDEC-FF95-4C9B-184FC514C227}"/>
                  </a:ext>
                </a:extLst>
              </p:cNvPr>
              <p:cNvSpPr txBox="1"/>
              <p:nvPr/>
            </p:nvSpPr>
            <p:spPr>
              <a:xfrm>
                <a:off x="4470571" y="4154269"/>
                <a:ext cx="91563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0</a:t>
                </a:r>
              </a:p>
            </p:txBody>
          </p:sp>
        </p:grp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555D6E6D-9B1C-CF3A-365E-FF96032485EB}"/>
                </a:ext>
              </a:extLst>
            </p:cNvPr>
            <p:cNvGrpSpPr/>
            <p:nvPr/>
          </p:nvGrpSpPr>
          <p:grpSpPr>
            <a:xfrm>
              <a:off x="7769535" y="2575684"/>
              <a:ext cx="944489" cy="1229260"/>
              <a:chOff x="4441717" y="4154269"/>
              <a:chExt cx="944489" cy="1229260"/>
            </a:xfrm>
          </p:grpSpPr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3976E15F-57D1-B37B-610C-B0BFF280F356}"/>
                  </a:ext>
                </a:extLst>
              </p:cNvPr>
              <p:cNvSpPr/>
              <p:nvPr/>
            </p:nvSpPr>
            <p:spPr>
              <a:xfrm>
                <a:off x="4470570" y="4595253"/>
                <a:ext cx="915636" cy="788276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2B7512BC-EEB0-196D-E554-B7917A2AC7A6}"/>
                  </a:ext>
                </a:extLst>
              </p:cNvPr>
              <p:cNvSpPr txBox="1"/>
              <p:nvPr/>
            </p:nvSpPr>
            <p:spPr>
              <a:xfrm>
                <a:off x="4441717" y="4666226"/>
                <a:ext cx="94448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l</a:t>
                </a:r>
              </a:p>
            </p:txBody>
          </p:sp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90D7C3AB-B18B-5DC1-828B-F898F785B3AF}"/>
                  </a:ext>
                </a:extLst>
              </p:cNvPr>
              <p:cNvSpPr txBox="1"/>
              <p:nvPr/>
            </p:nvSpPr>
            <p:spPr>
              <a:xfrm>
                <a:off x="4470571" y="4154269"/>
                <a:ext cx="91563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2</a:t>
                </a:r>
              </a:p>
            </p:txBody>
          </p:sp>
        </p:grp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A63B171F-0E3C-8629-BB93-328EC0633AD4}"/>
                </a:ext>
              </a:extLst>
            </p:cNvPr>
            <p:cNvGrpSpPr/>
            <p:nvPr/>
          </p:nvGrpSpPr>
          <p:grpSpPr>
            <a:xfrm>
              <a:off x="6784446" y="2575684"/>
              <a:ext cx="944489" cy="1229260"/>
              <a:chOff x="4441717" y="4154269"/>
              <a:chExt cx="944489" cy="1229260"/>
            </a:xfrm>
          </p:grpSpPr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F5962EF8-C95F-9407-96D1-A79C4791A0C2}"/>
                  </a:ext>
                </a:extLst>
              </p:cNvPr>
              <p:cNvSpPr/>
              <p:nvPr/>
            </p:nvSpPr>
            <p:spPr>
              <a:xfrm>
                <a:off x="4470570" y="4595253"/>
                <a:ext cx="915636" cy="788276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2FECF514-9044-466C-6D64-2D8C78430EC2}"/>
                  </a:ext>
                </a:extLst>
              </p:cNvPr>
              <p:cNvSpPr txBox="1"/>
              <p:nvPr/>
            </p:nvSpPr>
            <p:spPr>
              <a:xfrm>
                <a:off x="4441717" y="4666226"/>
                <a:ext cx="94448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e</a:t>
                </a:r>
              </a:p>
            </p:txBody>
          </p: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693BE040-6D95-4380-6C24-5A1B8E8F3290}"/>
                  </a:ext>
                </a:extLst>
              </p:cNvPr>
              <p:cNvSpPr txBox="1"/>
              <p:nvPr/>
            </p:nvSpPr>
            <p:spPr>
              <a:xfrm>
                <a:off x="4470571" y="4154269"/>
                <a:ext cx="91563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</a:t>
                </a:r>
              </a:p>
            </p:txBody>
          </p:sp>
        </p:grp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EE6FC040-FFB8-39FC-EEC3-C5C28EDE768D}"/>
                </a:ext>
              </a:extLst>
            </p:cNvPr>
            <p:cNvGrpSpPr/>
            <p:nvPr/>
          </p:nvGrpSpPr>
          <p:grpSpPr>
            <a:xfrm>
              <a:off x="8754624" y="2575684"/>
              <a:ext cx="944489" cy="1229260"/>
              <a:chOff x="4441717" y="4154269"/>
              <a:chExt cx="944489" cy="1229260"/>
            </a:xfrm>
          </p:grpSpPr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982A66AF-71A5-E085-9F4F-226E478BA50B}"/>
                  </a:ext>
                </a:extLst>
              </p:cNvPr>
              <p:cNvSpPr/>
              <p:nvPr/>
            </p:nvSpPr>
            <p:spPr>
              <a:xfrm>
                <a:off x="4470570" y="4595253"/>
                <a:ext cx="915636" cy="788276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253600BF-A434-097B-AA61-D305B4B2AF5B}"/>
                  </a:ext>
                </a:extLst>
              </p:cNvPr>
              <p:cNvSpPr txBox="1"/>
              <p:nvPr/>
            </p:nvSpPr>
            <p:spPr>
              <a:xfrm>
                <a:off x="4441717" y="4666226"/>
                <a:ext cx="94448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l</a:t>
                </a:r>
              </a:p>
            </p:txBody>
          </p: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667BA3CA-9351-8C58-E880-EA7301F70D3F}"/>
                  </a:ext>
                </a:extLst>
              </p:cNvPr>
              <p:cNvSpPr txBox="1"/>
              <p:nvPr/>
            </p:nvSpPr>
            <p:spPr>
              <a:xfrm>
                <a:off x="4470571" y="4154269"/>
                <a:ext cx="91563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3</a:t>
                </a:r>
              </a:p>
            </p:txBody>
          </p:sp>
        </p:grp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085922EA-0BDD-91E6-8712-223792653FF4}"/>
                </a:ext>
              </a:extLst>
            </p:cNvPr>
            <p:cNvGrpSpPr/>
            <p:nvPr/>
          </p:nvGrpSpPr>
          <p:grpSpPr>
            <a:xfrm>
              <a:off x="9739713" y="2575684"/>
              <a:ext cx="944489" cy="1229260"/>
              <a:chOff x="4441717" y="4154269"/>
              <a:chExt cx="944489" cy="1229260"/>
            </a:xfrm>
          </p:grpSpPr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E56045B6-3DD1-7906-5E1E-E71AECAA9D04}"/>
                  </a:ext>
                </a:extLst>
              </p:cNvPr>
              <p:cNvSpPr/>
              <p:nvPr/>
            </p:nvSpPr>
            <p:spPr>
              <a:xfrm>
                <a:off x="4470570" y="4595253"/>
                <a:ext cx="915636" cy="788276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56094EA5-BA3B-24A9-427B-EB7D95D0CEB6}"/>
                  </a:ext>
                </a:extLst>
              </p:cNvPr>
              <p:cNvSpPr txBox="1"/>
              <p:nvPr/>
            </p:nvSpPr>
            <p:spPr>
              <a:xfrm>
                <a:off x="4441717" y="4666226"/>
                <a:ext cx="94448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o</a:t>
                </a:r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8A4346AB-B8D9-75D2-3A07-3295FF4305C0}"/>
                  </a:ext>
                </a:extLst>
              </p:cNvPr>
              <p:cNvSpPr txBox="1"/>
              <p:nvPr/>
            </p:nvSpPr>
            <p:spPr>
              <a:xfrm>
                <a:off x="4470571" y="4154269"/>
                <a:ext cx="91563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4</a:t>
                </a:r>
              </a:p>
            </p:txBody>
          </p:sp>
        </p:grp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7F7B2D0B-8C76-B685-DE11-0BF4987C8F0B}"/>
                </a:ext>
              </a:extLst>
            </p:cNvPr>
            <p:cNvGrpSpPr/>
            <p:nvPr/>
          </p:nvGrpSpPr>
          <p:grpSpPr>
            <a:xfrm>
              <a:off x="10724804" y="2575684"/>
              <a:ext cx="944489" cy="1229260"/>
              <a:chOff x="4441717" y="4154269"/>
              <a:chExt cx="944489" cy="1229260"/>
            </a:xfrm>
          </p:grpSpPr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B796C16F-ADA9-DF1F-9227-DA13691CBC91}"/>
                  </a:ext>
                </a:extLst>
              </p:cNvPr>
              <p:cNvSpPr/>
              <p:nvPr/>
            </p:nvSpPr>
            <p:spPr>
              <a:xfrm>
                <a:off x="4470570" y="4595253"/>
                <a:ext cx="915636" cy="788276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8740671E-8676-44A4-4F26-05A9DF5033F3}"/>
                  </a:ext>
                </a:extLst>
              </p:cNvPr>
              <p:cNvSpPr txBox="1"/>
              <p:nvPr/>
            </p:nvSpPr>
            <p:spPr>
              <a:xfrm>
                <a:off x="4441717" y="4666226"/>
                <a:ext cx="94448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\0</a:t>
                </a:r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C966C7E9-A596-7083-519C-09C5517EC25D}"/>
                  </a:ext>
                </a:extLst>
              </p:cNvPr>
              <p:cNvSpPr txBox="1"/>
              <p:nvPr/>
            </p:nvSpPr>
            <p:spPr>
              <a:xfrm>
                <a:off x="4470571" y="4154269"/>
                <a:ext cx="91563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5</a:t>
                </a:r>
              </a:p>
            </p:txBody>
          </p:sp>
        </p:grpSp>
      </p:grpSp>
      <p:sp>
        <p:nvSpPr>
          <p:cNvPr id="116" name="TextBox 115">
            <a:extLst>
              <a:ext uri="{FF2B5EF4-FFF2-40B4-BE49-F238E27FC236}">
                <a16:creationId xmlns:a16="http://schemas.microsoft.com/office/drawing/2014/main" id="{ED0699E8-0DD8-0F7B-3A7B-E3A7D1F5E4EA}"/>
              </a:ext>
            </a:extLst>
          </p:cNvPr>
          <p:cNvSpPr txBox="1"/>
          <p:nvPr/>
        </p:nvSpPr>
        <p:spPr>
          <a:xfrm>
            <a:off x="5746753" y="667219"/>
            <a:ext cx="817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first</a:t>
            </a:r>
          </a:p>
        </p:txBody>
      </p: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9C47736A-7355-2E7B-4CD8-72FF824BB177}"/>
              </a:ext>
            </a:extLst>
          </p:cNvPr>
          <p:cNvCxnSpPr>
            <a:stCxn id="116" idx="3"/>
            <a:endCxn id="88" idx="1"/>
          </p:cNvCxnSpPr>
          <p:nvPr/>
        </p:nvCxnSpPr>
        <p:spPr>
          <a:xfrm>
            <a:off x="6564606" y="851885"/>
            <a:ext cx="384781" cy="606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923D35AE-9120-A89D-64CB-AC084BE8C94E}"/>
              </a:ext>
            </a:extLst>
          </p:cNvPr>
          <p:cNvGrpSpPr/>
          <p:nvPr/>
        </p:nvGrpSpPr>
        <p:grpSpPr>
          <a:xfrm>
            <a:off x="6858798" y="3211326"/>
            <a:ext cx="4484577" cy="933170"/>
            <a:chOff x="5799357" y="2575684"/>
            <a:chExt cx="5869936" cy="1229260"/>
          </a:xfrm>
        </p:grpSpPr>
        <p:grpSp>
          <p:nvGrpSpPr>
            <p:cNvPr id="122" name="Group 121">
              <a:extLst>
                <a:ext uri="{FF2B5EF4-FFF2-40B4-BE49-F238E27FC236}">
                  <a16:creationId xmlns:a16="http://schemas.microsoft.com/office/drawing/2014/main" id="{7CD47A93-96CD-640E-F682-4E7B5187BE31}"/>
                </a:ext>
              </a:extLst>
            </p:cNvPr>
            <p:cNvGrpSpPr/>
            <p:nvPr/>
          </p:nvGrpSpPr>
          <p:grpSpPr>
            <a:xfrm>
              <a:off x="5799357" y="2575684"/>
              <a:ext cx="944489" cy="1229260"/>
              <a:chOff x="4441717" y="4154269"/>
              <a:chExt cx="944489" cy="1229260"/>
            </a:xfrm>
          </p:grpSpPr>
          <p:sp>
            <p:nvSpPr>
              <p:cNvPr id="143" name="Rectangle 142">
                <a:extLst>
                  <a:ext uri="{FF2B5EF4-FFF2-40B4-BE49-F238E27FC236}">
                    <a16:creationId xmlns:a16="http://schemas.microsoft.com/office/drawing/2014/main" id="{737EDE51-2901-F8EC-13E1-E01BDAA83887}"/>
                  </a:ext>
                </a:extLst>
              </p:cNvPr>
              <p:cNvSpPr/>
              <p:nvPr/>
            </p:nvSpPr>
            <p:spPr>
              <a:xfrm>
                <a:off x="4470570" y="4595253"/>
                <a:ext cx="915636" cy="788276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4" name="TextBox 143">
                <a:extLst>
                  <a:ext uri="{FF2B5EF4-FFF2-40B4-BE49-F238E27FC236}">
                    <a16:creationId xmlns:a16="http://schemas.microsoft.com/office/drawing/2014/main" id="{86FE8B8C-85E7-ABB1-8D3E-5785CE747AB4}"/>
                  </a:ext>
                </a:extLst>
              </p:cNvPr>
              <p:cNvSpPr txBox="1"/>
              <p:nvPr/>
            </p:nvSpPr>
            <p:spPr>
              <a:xfrm>
                <a:off x="4441717" y="4666226"/>
                <a:ext cx="94448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H</a:t>
                </a:r>
              </a:p>
            </p:txBody>
          </p:sp>
          <p:sp>
            <p:nvSpPr>
              <p:cNvPr id="145" name="TextBox 144">
                <a:extLst>
                  <a:ext uri="{FF2B5EF4-FFF2-40B4-BE49-F238E27FC236}">
                    <a16:creationId xmlns:a16="http://schemas.microsoft.com/office/drawing/2014/main" id="{F8EFF960-EE1C-A00A-520D-F3168A4B8486}"/>
                  </a:ext>
                </a:extLst>
              </p:cNvPr>
              <p:cNvSpPr txBox="1"/>
              <p:nvPr/>
            </p:nvSpPr>
            <p:spPr>
              <a:xfrm>
                <a:off x="4470571" y="4154269"/>
                <a:ext cx="91563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0</a:t>
                </a:r>
              </a:p>
            </p:txBody>
          </p:sp>
        </p:grpSp>
        <p:grpSp>
          <p:nvGrpSpPr>
            <p:cNvPr id="123" name="Group 122">
              <a:extLst>
                <a:ext uri="{FF2B5EF4-FFF2-40B4-BE49-F238E27FC236}">
                  <a16:creationId xmlns:a16="http://schemas.microsoft.com/office/drawing/2014/main" id="{1A3B8E51-DFA6-686C-652A-980501D34EF3}"/>
                </a:ext>
              </a:extLst>
            </p:cNvPr>
            <p:cNvGrpSpPr/>
            <p:nvPr/>
          </p:nvGrpSpPr>
          <p:grpSpPr>
            <a:xfrm>
              <a:off x="7769535" y="2575684"/>
              <a:ext cx="944489" cy="1229260"/>
              <a:chOff x="4441717" y="4154269"/>
              <a:chExt cx="944489" cy="1229260"/>
            </a:xfrm>
          </p:grpSpPr>
          <p:sp>
            <p:nvSpPr>
              <p:cNvPr id="140" name="Rectangle 139">
                <a:extLst>
                  <a:ext uri="{FF2B5EF4-FFF2-40B4-BE49-F238E27FC236}">
                    <a16:creationId xmlns:a16="http://schemas.microsoft.com/office/drawing/2014/main" id="{C3CFE072-2751-26FF-5BA7-539BD1B3B234}"/>
                  </a:ext>
                </a:extLst>
              </p:cNvPr>
              <p:cNvSpPr/>
              <p:nvPr/>
            </p:nvSpPr>
            <p:spPr>
              <a:xfrm>
                <a:off x="4470570" y="4595253"/>
                <a:ext cx="915636" cy="788276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1" name="TextBox 140">
                <a:extLst>
                  <a:ext uri="{FF2B5EF4-FFF2-40B4-BE49-F238E27FC236}">
                    <a16:creationId xmlns:a16="http://schemas.microsoft.com/office/drawing/2014/main" id="{34E56E8E-091D-ADA0-B7A9-6C67F1AC1444}"/>
                  </a:ext>
                </a:extLst>
              </p:cNvPr>
              <p:cNvSpPr txBox="1"/>
              <p:nvPr/>
            </p:nvSpPr>
            <p:spPr>
              <a:xfrm>
                <a:off x="4441717" y="4666226"/>
                <a:ext cx="94448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l</a:t>
                </a:r>
              </a:p>
            </p:txBody>
          </p:sp>
          <p:sp>
            <p:nvSpPr>
              <p:cNvPr id="142" name="TextBox 141">
                <a:extLst>
                  <a:ext uri="{FF2B5EF4-FFF2-40B4-BE49-F238E27FC236}">
                    <a16:creationId xmlns:a16="http://schemas.microsoft.com/office/drawing/2014/main" id="{5D19B379-F865-1A5F-E79C-C4CCA569F4A6}"/>
                  </a:ext>
                </a:extLst>
              </p:cNvPr>
              <p:cNvSpPr txBox="1"/>
              <p:nvPr/>
            </p:nvSpPr>
            <p:spPr>
              <a:xfrm>
                <a:off x="4470571" y="4154269"/>
                <a:ext cx="91563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2</a:t>
                </a:r>
              </a:p>
            </p:txBody>
          </p:sp>
        </p:grpSp>
        <p:grpSp>
          <p:nvGrpSpPr>
            <p:cNvPr id="124" name="Group 123">
              <a:extLst>
                <a:ext uri="{FF2B5EF4-FFF2-40B4-BE49-F238E27FC236}">
                  <a16:creationId xmlns:a16="http://schemas.microsoft.com/office/drawing/2014/main" id="{29784DD2-3010-A8D5-B87C-821407CF1822}"/>
                </a:ext>
              </a:extLst>
            </p:cNvPr>
            <p:cNvGrpSpPr/>
            <p:nvPr/>
          </p:nvGrpSpPr>
          <p:grpSpPr>
            <a:xfrm>
              <a:off x="6784446" y="2575684"/>
              <a:ext cx="944489" cy="1229260"/>
              <a:chOff x="4441717" y="4154269"/>
              <a:chExt cx="944489" cy="1229260"/>
            </a:xfrm>
          </p:grpSpPr>
          <p:sp>
            <p:nvSpPr>
              <p:cNvPr id="137" name="Rectangle 136">
                <a:extLst>
                  <a:ext uri="{FF2B5EF4-FFF2-40B4-BE49-F238E27FC236}">
                    <a16:creationId xmlns:a16="http://schemas.microsoft.com/office/drawing/2014/main" id="{D5B32E7C-BC4D-DE09-1DC8-DE9208B21ACE}"/>
                  </a:ext>
                </a:extLst>
              </p:cNvPr>
              <p:cNvSpPr/>
              <p:nvPr/>
            </p:nvSpPr>
            <p:spPr>
              <a:xfrm>
                <a:off x="4470570" y="4595253"/>
                <a:ext cx="915636" cy="788276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8" name="TextBox 137">
                <a:extLst>
                  <a:ext uri="{FF2B5EF4-FFF2-40B4-BE49-F238E27FC236}">
                    <a16:creationId xmlns:a16="http://schemas.microsoft.com/office/drawing/2014/main" id="{4080DDE7-C738-3F33-F885-D33B5FAD1ADA}"/>
                  </a:ext>
                </a:extLst>
              </p:cNvPr>
              <p:cNvSpPr txBox="1"/>
              <p:nvPr/>
            </p:nvSpPr>
            <p:spPr>
              <a:xfrm>
                <a:off x="4441717" y="4666226"/>
                <a:ext cx="94448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e</a:t>
                </a:r>
              </a:p>
            </p:txBody>
          </p:sp>
          <p:sp>
            <p:nvSpPr>
              <p:cNvPr id="139" name="TextBox 138">
                <a:extLst>
                  <a:ext uri="{FF2B5EF4-FFF2-40B4-BE49-F238E27FC236}">
                    <a16:creationId xmlns:a16="http://schemas.microsoft.com/office/drawing/2014/main" id="{DBF81B69-B06C-7A02-B921-EF5B2BDCC32E}"/>
                  </a:ext>
                </a:extLst>
              </p:cNvPr>
              <p:cNvSpPr txBox="1"/>
              <p:nvPr/>
            </p:nvSpPr>
            <p:spPr>
              <a:xfrm>
                <a:off x="4470571" y="4154269"/>
                <a:ext cx="91563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</a:t>
                </a:r>
              </a:p>
            </p:txBody>
          </p:sp>
        </p:grpSp>
        <p:grpSp>
          <p:nvGrpSpPr>
            <p:cNvPr id="125" name="Group 124">
              <a:extLst>
                <a:ext uri="{FF2B5EF4-FFF2-40B4-BE49-F238E27FC236}">
                  <a16:creationId xmlns:a16="http://schemas.microsoft.com/office/drawing/2014/main" id="{1DF5427D-8D1D-3AFC-5F9A-1079EB21AF78}"/>
                </a:ext>
              </a:extLst>
            </p:cNvPr>
            <p:cNvGrpSpPr/>
            <p:nvPr/>
          </p:nvGrpSpPr>
          <p:grpSpPr>
            <a:xfrm>
              <a:off x="8754624" y="2575684"/>
              <a:ext cx="944489" cy="1229260"/>
              <a:chOff x="4441717" y="4154269"/>
              <a:chExt cx="944489" cy="1229260"/>
            </a:xfrm>
          </p:grpSpPr>
          <p:sp>
            <p:nvSpPr>
              <p:cNvPr id="134" name="Rectangle 133">
                <a:extLst>
                  <a:ext uri="{FF2B5EF4-FFF2-40B4-BE49-F238E27FC236}">
                    <a16:creationId xmlns:a16="http://schemas.microsoft.com/office/drawing/2014/main" id="{8D33B7F1-42D0-A0C8-9971-69332C8D171C}"/>
                  </a:ext>
                </a:extLst>
              </p:cNvPr>
              <p:cNvSpPr/>
              <p:nvPr/>
            </p:nvSpPr>
            <p:spPr>
              <a:xfrm>
                <a:off x="4470570" y="4595253"/>
                <a:ext cx="915636" cy="788276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5" name="TextBox 134">
                <a:extLst>
                  <a:ext uri="{FF2B5EF4-FFF2-40B4-BE49-F238E27FC236}">
                    <a16:creationId xmlns:a16="http://schemas.microsoft.com/office/drawing/2014/main" id="{4CF89116-8343-E3FC-E553-94AD0BDD6409}"/>
                  </a:ext>
                </a:extLst>
              </p:cNvPr>
              <p:cNvSpPr txBox="1"/>
              <p:nvPr/>
            </p:nvSpPr>
            <p:spPr>
              <a:xfrm>
                <a:off x="4441717" y="4666226"/>
                <a:ext cx="94448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l</a:t>
                </a:r>
              </a:p>
            </p:txBody>
          </p:sp>
          <p:sp>
            <p:nvSpPr>
              <p:cNvPr id="136" name="TextBox 135">
                <a:extLst>
                  <a:ext uri="{FF2B5EF4-FFF2-40B4-BE49-F238E27FC236}">
                    <a16:creationId xmlns:a16="http://schemas.microsoft.com/office/drawing/2014/main" id="{4891AFFE-C4EF-05C5-99FA-67B7A9BDF09B}"/>
                  </a:ext>
                </a:extLst>
              </p:cNvPr>
              <p:cNvSpPr txBox="1"/>
              <p:nvPr/>
            </p:nvSpPr>
            <p:spPr>
              <a:xfrm>
                <a:off x="4470571" y="4154269"/>
                <a:ext cx="91563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3</a:t>
                </a:r>
              </a:p>
            </p:txBody>
          </p:sp>
        </p:grpSp>
        <p:grpSp>
          <p:nvGrpSpPr>
            <p:cNvPr id="126" name="Group 125">
              <a:extLst>
                <a:ext uri="{FF2B5EF4-FFF2-40B4-BE49-F238E27FC236}">
                  <a16:creationId xmlns:a16="http://schemas.microsoft.com/office/drawing/2014/main" id="{B40361E0-B236-B99F-384E-3A5ECB7CB0B6}"/>
                </a:ext>
              </a:extLst>
            </p:cNvPr>
            <p:cNvGrpSpPr/>
            <p:nvPr/>
          </p:nvGrpSpPr>
          <p:grpSpPr>
            <a:xfrm>
              <a:off x="9739713" y="2575684"/>
              <a:ext cx="944489" cy="1229260"/>
              <a:chOff x="4441717" y="4154269"/>
              <a:chExt cx="944489" cy="1229260"/>
            </a:xfrm>
          </p:grpSpPr>
          <p:sp>
            <p:nvSpPr>
              <p:cNvPr id="131" name="Rectangle 130">
                <a:extLst>
                  <a:ext uri="{FF2B5EF4-FFF2-40B4-BE49-F238E27FC236}">
                    <a16:creationId xmlns:a16="http://schemas.microsoft.com/office/drawing/2014/main" id="{D2C0D07F-89FD-5433-AAC1-CA410B9CBD8E}"/>
                  </a:ext>
                </a:extLst>
              </p:cNvPr>
              <p:cNvSpPr/>
              <p:nvPr/>
            </p:nvSpPr>
            <p:spPr>
              <a:xfrm>
                <a:off x="4470570" y="4595253"/>
                <a:ext cx="915636" cy="788276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A651C0A2-C0F4-CA49-3213-1885E5407BDA}"/>
                  </a:ext>
                </a:extLst>
              </p:cNvPr>
              <p:cNvSpPr txBox="1"/>
              <p:nvPr/>
            </p:nvSpPr>
            <p:spPr>
              <a:xfrm>
                <a:off x="4441717" y="4666226"/>
                <a:ext cx="94448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o</a:t>
                </a:r>
              </a:p>
            </p:txBody>
          </p:sp>
          <p:sp>
            <p:nvSpPr>
              <p:cNvPr id="133" name="TextBox 132">
                <a:extLst>
                  <a:ext uri="{FF2B5EF4-FFF2-40B4-BE49-F238E27FC236}">
                    <a16:creationId xmlns:a16="http://schemas.microsoft.com/office/drawing/2014/main" id="{459DC18B-8772-04FC-09F0-6DDB2C1FE6B9}"/>
                  </a:ext>
                </a:extLst>
              </p:cNvPr>
              <p:cNvSpPr txBox="1"/>
              <p:nvPr/>
            </p:nvSpPr>
            <p:spPr>
              <a:xfrm>
                <a:off x="4470571" y="4154269"/>
                <a:ext cx="91563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4</a:t>
                </a:r>
              </a:p>
            </p:txBody>
          </p:sp>
        </p:grpSp>
        <p:grpSp>
          <p:nvGrpSpPr>
            <p:cNvPr id="127" name="Group 126">
              <a:extLst>
                <a:ext uri="{FF2B5EF4-FFF2-40B4-BE49-F238E27FC236}">
                  <a16:creationId xmlns:a16="http://schemas.microsoft.com/office/drawing/2014/main" id="{9A060FB6-8370-4C55-BF4C-A6EE03C49A15}"/>
                </a:ext>
              </a:extLst>
            </p:cNvPr>
            <p:cNvGrpSpPr/>
            <p:nvPr/>
          </p:nvGrpSpPr>
          <p:grpSpPr>
            <a:xfrm>
              <a:off x="10724804" y="2575684"/>
              <a:ext cx="944489" cy="1229260"/>
              <a:chOff x="4441717" y="4154269"/>
              <a:chExt cx="944489" cy="1229260"/>
            </a:xfrm>
          </p:grpSpPr>
          <p:sp>
            <p:nvSpPr>
              <p:cNvPr id="128" name="Rectangle 127">
                <a:extLst>
                  <a:ext uri="{FF2B5EF4-FFF2-40B4-BE49-F238E27FC236}">
                    <a16:creationId xmlns:a16="http://schemas.microsoft.com/office/drawing/2014/main" id="{C12FB096-0522-0515-08E7-A8DCD982C1F3}"/>
                  </a:ext>
                </a:extLst>
              </p:cNvPr>
              <p:cNvSpPr/>
              <p:nvPr/>
            </p:nvSpPr>
            <p:spPr>
              <a:xfrm>
                <a:off x="4470570" y="4595253"/>
                <a:ext cx="915636" cy="788276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37932886-9AB1-15EB-E870-C03575C9D157}"/>
                  </a:ext>
                </a:extLst>
              </p:cNvPr>
              <p:cNvSpPr txBox="1"/>
              <p:nvPr/>
            </p:nvSpPr>
            <p:spPr>
              <a:xfrm>
                <a:off x="4441717" y="4666226"/>
                <a:ext cx="94448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\0</a:t>
                </a:r>
              </a:p>
            </p:txBody>
          </p:sp>
          <p:sp>
            <p:nvSpPr>
              <p:cNvPr id="130" name="TextBox 129">
                <a:extLst>
                  <a:ext uri="{FF2B5EF4-FFF2-40B4-BE49-F238E27FC236}">
                    <a16:creationId xmlns:a16="http://schemas.microsoft.com/office/drawing/2014/main" id="{FE302A6A-0DB5-D869-1209-3788CA2C1711}"/>
                  </a:ext>
                </a:extLst>
              </p:cNvPr>
              <p:cNvSpPr txBox="1"/>
              <p:nvPr/>
            </p:nvSpPr>
            <p:spPr>
              <a:xfrm>
                <a:off x="4470571" y="4154269"/>
                <a:ext cx="91563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5</a:t>
                </a:r>
              </a:p>
            </p:txBody>
          </p:sp>
        </p:grpSp>
      </p:grpSp>
      <p:sp>
        <p:nvSpPr>
          <p:cNvPr id="146" name="TextBox 145">
            <a:extLst>
              <a:ext uri="{FF2B5EF4-FFF2-40B4-BE49-F238E27FC236}">
                <a16:creationId xmlns:a16="http://schemas.microsoft.com/office/drawing/2014/main" id="{06FE80EB-099E-6790-F6F1-5CB46F7F1107}"/>
              </a:ext>
            </a:extLst>
          </p:cNvPr>
          <p:cNvSpPr txBox="1"/>
          <p:nvPr/>
        </p:nvSpPr>
        <p:spPr>
          <a:xfrm>
            <a:off x="5390775" y="3500220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result</a:t>
            </a:r>
          </a:p>
        </p:txBody>
      </p:sp>
      <p:cxnSp>
        <p:nvCxnSpPr>
          <p:cNvPr id="147" name="Straight Arrow Connector 146">
            <a:extLst>
              <a:ext uri="{FF2B5EF4-FFF2-40B4-BE49-F238E27FC236}">
                <a16:creationId xmlns:a16="http://schemas.microsoft.com/office/drawing/2014/main" id="{93D0C0AB-D53A-3994-D3AD-13EB75139F38}"/>
              </a:ext>
            </a:extLst>
          </p:cNvPr>
          <p:cNvCxnSpPr>
            <a:stCxn id="146" idx="3"/>
            <a:endCxn id="144" idx="1"/>
          </p:cNvCxnSpPr>
          <p:nvPr/>
        </p:nvCxnSpPr>
        <p:spPr>
          <a:xfrm>
            <a:off x="6335264" y="3684886"/>
            <a:ext cx="523534" cy="1604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2" name="TextBox 151">
            <a:extLst>
              <a:ext uri="{FF2B5EF4-FFF2-40B4-BE49-F238E27FC236}">
                <a16:creationId xmlns:a16="http://schemas.microsoft.com/office/drawing/2014/main" id="{EDB137C1-9627-28E5-525B-CAF17AC8391C}"/>
              </a:ext>
            </a:extLst>
          </p:cNvPr>
          <p:cNvSpPr txBox="1"/>
          <p:nvPr/>
        </p:nvSpPr>
        <p:spPr>
          <a:xfrm>
            <a:off x="2838949" y="246760"/>
            <a:ext cx="2523023" cy="1200329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cs typeface="Consolas" panose="020B0609020204030204" pitchFamily="49" charset="0"/>
              </a:rPr>
              <a:t>As always, we must remember to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delete</a:t>
            </a:r>
            <a:r>
              <a:rPr lang="en-US" dirty="0">
                <a:cs typeface="Consolas" panose="020B0609020204030204" pitchFamily="49" charset="0"/>
              </a:rPr>
              <a:t> any memory we requested using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new</a:t>
            </a:r>
            <a:r>
              <a:rPr lang="en-US" dirty="0">
                <a:cs typeface="Consolas" panose="020B0609020204030204" pitchFamily="49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3749345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FA468F-84E9-4072-F93A-859F6DBB9C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Rectangle 150">
            <a:extLst>
              <a:ext uri="{FF2B5EF4-FFF2-40B4-BE49-F238E27FC236}">
                <a16:creationId xmlns:a16="http://schemas.microsoft.com/office/drawing/2014/main" id="{4C90C369-43A5-B653-C066-F3095C7C92E1}"/>
              </a:ext>
            </a:extLst>
          </p:cNvPr>
          <p:cNvSpPr/>
          <p:nvPr/>
        </p:nvSpPr>
        <p:spPr>
          <a:xfrm>
            <a:off x="351750" y="3869552"/>
            <a:ext cx="2613090" cy="73092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CD17BE-C5B8-4DBB-3BCE-269D77E8E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06375"/>
            <a:ext cx="5583382" cy="1325563"/>
          </a:xfrm>
        </p:spPr>
        <p:txBody>
          <a:bodyPr/>
          <a:lstStyle/>
          <a:p>
            <a:r>
              <a:rPr lang="en-US" dirty="0"/>
              <a:t>C-strings</a:t>
            </a: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74C8FE19-FA77-CF71-7BD0-9CFBA4AC1B7B}"/>
              </a:ext>
            </a:extLst>
          </p:cNvPr>
          <p:cNvGrpSpPr/>
          <p:nvPr/>
        </p:nvGrpSpPr>
        <p:grpSpPr>
          <a:xfrm>
            <a:off x="3020698" y="4338817"/>
            <a:ext cx="721581" cy="1034973"/>
            <a:chOff x="4441717" y="4154269"/>
            <a:chExt cx="944489" cy="1363365"/>
          </a:xfrm>
        </p:grpSpPr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17E50FA0-003F-120D-225B-7799968DDC0B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5ED2DD90-6477-C15D-09EA-72A2883F200B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H</a:t>
              </a: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C3517DE7-A924-35B8-D466-8054B0C43770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35EE203C-8D07-0C13-BBB6-EB4385A80406}"/>
              </a:ext>
            </a:extLst>
          </p:cNvPr>
          <p:cNvGrpSpPr/>
          <p:nvPr/>
        </p:nvGrpSpPr>
        <p:grpSpPr>
          <a:xfrm>
            <a:off x="4529904" y="4338817"/>
            <a:ext cx="721581" cy="1034973"/>
            <a:chOff x="4441717" y="4154269"/>
            <a:chExt cx="944489" cy="1363365"/>
          </a:xfrm>
        </p:grpSpPr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2A2C7FC9-B1DB-D3EE-C208-2EC40D019C3D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0BAA2D83-BE38-56D8-4E1D-AEBD50D12252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l</a:t>
              </a: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C2BEBF35-DF52-C637-1621-9BE38AB49E36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F0F14441-F291-9CE6-361E-2A9D45E24522}"/>
              </a:ext>
            </a:extLst>
          </p:cNvPr>
          <p:cNvGrpSpPr/>
          <p:nvPr/>
        </p:nvGrpSpPr>
        <p:grpSpPr>
          <a:xfrm>
            <a:off x="3775301" y="4338817"/>
            <a:ext cx="721581" cy="1034973"/>
            <a:chOff x="4441717" y="4154269"/>
            <a:chExt cx="944489" cy="1363365"/>
          </a:xfrm>
        </p:grpSpPr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101C5C94-F6C1-EE44-5D72-B492917FC421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3A01BC16-D3E9-F1A7-ABA7-1A2F6CB1B502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e</a:t>
              </a: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A08B0864-F013-E059-E53F-A46D601BF398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A0F317A9-CC00-84E4-2369-535809CD43C9}"/>
              </a:ext>
            </a:extLst>
          </p:cNvPr>
          <p:cNvGrpSpPr/>
          <p:nvPr/>
        </p:nvGrpSpPr>
        <p:grpSpPr>
          <a:xfrm>
            <a:off x="5284507" y="4338817"/>
            <a:ext cx="721581" cy="1034973"/>
            <a:chOff x="4441717" y="4154269"/>
            <a:chExt cx="944489" cy="1363365"/>
          </a:xfrm>
        </p:grpSpPr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1A297A82-4657-6FE5-858C-E736AFE74FE2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6ABF99E6-CE5E-D0FF-F8AE-5792FB14C541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l</a:t>
              </a: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159130FE-DFE7-2290-4269-89386FEF9B8F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CB95755B-5BEF-9BAD-C848-A46D9195AB44}"/>
              </a:ext>
            </a:extLst>
          </p:cNvPr>
          <p:cNvGrpSpPr/>
          <p:nvPr/>
        </p:nvGrpSpPr>
        <p:grpSpPr>
          <a:xfrm>
            <a:off x="6039110" y="4338817"/>
            <a:ext cx="721581" cy="1034973"/>
            <a:chOff x="4441717" y="4154269"/>
            <a:chExt cx="944489" cy="1363365"/>
          </a:xfrm>
        </p:grpSpPr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8BED55B6-2BF7-A4BD-DB6C-3D7763B01D30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D3E71E76-840E-5067-9CE3-8E47257B03DC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o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5C9464E2-4BBA-C68A-60DC-7906D6A8C855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25FB474B-905C-0C8B-EBE3-C2DE7AE5627C}"/>
              </a:ext>
            </a:extLst>
          </p:cNvPr>
          <p:cNvGrpSpPr/>
          <p:nvPr/>
        </p:nvGrpSpPr>
        <p:grpSpPr>
          <a:xfrm>
            <a:off x="6793713" y="4338818"/>
            <a:ext cx="721581" cy="1034974"/>
            <a:chOff x="4441717" y="4154269"/>
            <a:chExt cx="944489" cy="1363366"/>
          </a:xfrm>
        </p:grpSpPr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B0974987-45E0-B099-9D51-19BF51B31CB2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4F4046EF-2766-1680-785F-520A38B34CB4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▮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1EF6CA43-EF2E-1C11-EF76-D032413B0E78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5</a:t>
              </a:r>
            </a:p>
          </p:txBody>
        </p: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DA03E79A-DFEF-8403-97BE-CA3F8076EB50}"/>
              </a:ext>
            </a:extLst>
          </p:cNvPr>
          <p:cNvGrpSpPr/>
          <p:nvPr/>
        </p:nvGrpSpPr>
        <p:grpSpPr>
          <a:xfrm>
            <a:off x="7548316" y="4338817"/>
            <a:ext cx="721581" cy="1034973"/>
            <a:chOff x="4441717" y="4154269"/>
            <a:chExt cx="944489" cy="1363365"/>
          </a:xfrm>
        </p:grpSpPr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D1CE2EB1-E34C-8D3C-4C64-7BC3E2738EBA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9E2D997E-2018-E0A6-A1C9-7DB6DDF36A35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M</a:t>
              </a:r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DAB8E4AA-D83A-FE4C-868B-F94943EF14AC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6081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6</a:t>
              </a:r>
            </a:p>
          </p:txBody>
        </p:sp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A0640115-9ED1-A7B4-5E6F-E725F7F1F304}"/>
              </a:ext>
            </a:extLst>
          </p:cNvPr>
          <p:cNvGrpSpPr/>
          <p:nvPr/>
        </p:nvGrpSpPr>
        <p:grpSpPr>
          <a:xfrm>
            <a:off x="9057522" y="4338817"/>
            <a:ext cx="721581" cy="1034973"/>
            <a:chOff x="4441717" y="4154269"/>
            <a:chExt cx="944489" cy="1363365"/>
          </a:xfrm>
        </p:grpSpPr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A537089E-4F4F-D9F9-2EE6-DAE90CE81F05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CA306BBF-DA07-BEA1-F5E5-9FB7DA310638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o</a:t>
              </a:r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72669AD7-9B31-AC4B-3470-44547D8360C9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6081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8</a:t>
              </a:r>
            </a:p>
          </p:txBody>
        </p:sp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2D99A3CB-8A77-E706-8AAC-D18B0304C874}"/>
              </a:ext>
            </a:extLst>
          </p:cNvPr>
          <p:cNvGrpSpPr/>
          <p:nvPr/>
        </p:nvGrpSpPr>
        <p:grpSpPr>
          <a:xfrm>
            <a:off x="8302919" y="4338817"/>
            <a:ext cx="721581" cy="1034973"/>
            <a:chOff x="4441717" y="4154269"/>
            <a:chExt cx="944489" cy="1363365"/>
          </a:xfrm>
        </p:grpSpPr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37A51176-5D50-B957-C5BF-D84CF4661672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EA587243-CA63-A25C-4642-9F48954D422D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o</a:t>
              </a:r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49D1C084-888F-E8C4-67F5-8ABAFFCB9CB2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6081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7</a:t>
              </a:r>
            </a:p>
          </p:txBody>
        </p:sp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68867CDE-72CE-F454-5247-F831C40C6E89}"/>
              </a:ext>
            </a:extLst>
          </p:cNvPr>
          <p:cNvGrpSpPr/>
          <p:nvPr/>
        </p:nvGrpSpPr>
        <p:grpSpPr>
          <a:xfrm>
            <a:off x="9812125" y="4338817"/>
            <a:ext cx="721581" cy="1034973"/>
            <a:chOff x="4441717" y="4154269"/>
            <a:chExt cx="944489" cy="1363365"/>
          </a:xfrm>
        </p:grpSpPr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0A0EFBE6-A1DF-3FB3-D57F-4E74D4ABB85B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8B70A583-F8C2-55E6-E15F-BBF1D34A1B5A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n</a:t>
              </a: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9218EBDE-B528-AF62-24B6-52F21176A281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6081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9</a:t>
              </a:r>
            </a:p>
          </p:txBody>
        </p:sp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E75FD387-19DF-65E9-1790-A7048942140A}"/>
              </a:ext>
            </a:extLst>
          </p:cNvPr>
          <p:cNvGrpSpPr/>
          <p:nvPr/>
        </p:nvGrpSpPr>
        <p:grpSpPr>
          <a:xfrm>
            <a:off x="10566728" y="4338817"/>
            <a:ext cx="721581" cy="1034973"/>
            <a:chOff x="4441717" y="4154269"/>
            <a:chExt cx="944489" cy="1363365"/>
          </a:xfrm>
        </p:grpSpPr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A47CF82C-514E-698A-1FF7-719DAFF2C4B3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DA7A1E23-D699-EC09-096E-2833EBBCB6F4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!</a:t>
              </a:r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CE8298A7-8A0A-25EF-9A1D-1F7164C4516B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6081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10</a:t>
              </a:r>
            </a:p>
          </p:txBody>
        </p:sp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49096277-574B-2669-8AE9-413C8368DD0E}"/>
              </a:ext>
            </a:extLst>
          </p:cNvPr>
          <p:cNvGrpSpPr/>
          <p:nvPr/>
        </p:nvGrpSpPr>
        <p:grpSpPr>
          <a:xfrm>
            <a:off x="11321332" y="4338817"/>
            <a:ext cx="721581" cy="1034973"/>
            <a:chOff x="4441717" y="4154269"/>
            <a:chExt cx="944489" cy="1363365"/>
          </a:xfrm>
        </p:grpSpPr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DFEE8BB8-C71C-D302-FD41-826930F582AC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CB2B1572-FF6D-1F87-9012-958BC4161F6F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\0</a:t>
              </a: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13374F2B-1C94-8444-D13D-A7CB3B968763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6081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11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496E9FD8-CDC8-DC9C-5D47-0BEE73C61545}"/>
              </a:ext>
            </a:extLst>
          </p:cNvPr>
          <p:cNvGrpSpPr/>
          <p:nvPr/>
        </p:nvGrpSpPr>
        <p:grpSpPr>
          <a:xfrm>
            <a:off x="6942800" y="1914106"/>
            <a:ext cx="721581" cy="1034973"/>
            <a:chOff x="4441717" y="4154269"/>
            <a:chExt cx="944489" cy="1363365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B28F696-0E9C-1974-684F-C071FCC840C0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9761E56-35FC-62C1-8386-E147810DEC75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▮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E01CEE7-0AA8-6D70-E174-910B3D33D5DA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57C1AFD2-6168-B7BF-12BB-D448E0F4B003}"/>
              </a:ext>
            </a:extLst>
          </p:cNvPr>
          <p:cNvGrpSpPr/>
          <p:nvPr/>
        </p:nvGrpSpPr>
        <p:grpSpPr>
          <a:xfrm>
            <a:off x="8437484" y="1914106"/>
            <a:ext cx="721581" cy="1034973"/>
            <a:chOff x="4441717" y="4154269"/>
            <a:chExt cx="944489" cy="1363365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72FE67A-64B5-7E08-BCD1-8D5CC13C2169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FA44950-463B-0B4D-02D9-D8027029015E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o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47C8CF4-4476-7DA6-EE23-9F670DEF5F3E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3A69879-23E0-6DA1-8950-39A6ABEBAF3E}"/>
              </a:ext>
            </a:extLst>
          </p:cNvPr>
          <p:cNvGrpSpPr/>
          <p:nvPr/>
        </p:nvGrpSpPr>
        <p:grpSpPr>
          <a:xfrm>
            <a:off x="7690142" y="1914106"/>
            <a:ext cx="721581" cy="1034973"/>
            <a:chOff x="4441717" y="4154269"/>
            <a:chExt cx="944489" cy="1363365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884AB91D-3E13-00D7-9E6B-25FFD130CF0B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5E5E878-D009-FCAE-366B-183F879F23A3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M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33E27F5-BFAC-2785-BED0-7D2328092510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72CEEDB-309C-C078-993B-8193DC4CA392}"/>
              </a:ext>
            </a:extLst>
          </p:cNvPr>
          <p:cNvGrpSpPr/>
          <p:nvPr/>
        </p:nvGrpSpPr>
        <p:grpSpPr>
          <a:xfrm>
            <a:off x="9184826" y="1914105"/>
            <a:ext cx="721581" cy="1034973"/>
            <a:chOff x="4441717" y="4154269"/>
            <a:chExt cx="944489" cy="1363365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401FDCB1-730D-7A22-593B-1856866E14A6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5ADFDBD1-E882-7A7E-5099-D77C6C36F422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o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926E1FA7-5482-4057-ED12-56AA4A42F82E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55178BDB-ACD6-9888-287D-1512018D6779}"/>
              </a:ext>
            </a:extLst>
          </p:cNvPr>
          <p:cNvGrpSpPr/>
          <p:nvPr/>
        </p:nvGrpSpPr>
        <p:grpSpPr>
          <a:xfrm>
            <a:off x="9932168" y="1914106"/>
            <a:ext cx="721581" cy="1034973"/>
            <a:chOff x="4441717" y="4154269"/>
            <a:chExt cx="944489" cy="1363365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CA858D21-931D-3357-988C-20F423BA94E3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BBBDE1B9-35F9-7B64-4A9E-A379B3631ADB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n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8093157-1F62-5E9C-50FA-9D6ADBD1F331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84B15FA6-3981-041B-6C1F-B9428B494571}"/>
              </a:ext>
            </a:extLst>
          </p:cNvPr>
          <p:cNvGrpSpPr/>
          <p:nvPr/>
        </p:nvGrpSpPr>
        <p:grpSpPr>
          <a:xfrm>
            <a:off x="10679510" y="1914106"/>
            <a:ext cx="721581" cy="1034973"/>
            <a:chOff x="4441717" y="4154269"/>
            <a:chExt cx="944489" cy="1363365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E408D8F9-3D71-6038-3F0B-5E94FC332BC3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91ED5931-1C09-3B78-55F9-E8C091243606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!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C082393F-2158-A01C-D1A3-A88667FBCC80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5</a:t>
              </a: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E336CE34-B12A-2874-1471-B30D64D0B31C}"/>
              </a:ext>
            </a:extLst>
          </p:cNvPr>
          <p:cNvSpPr txBox="1"/>
          <p:nvPr/>
        </p:nvSpPr>
        <p:spPr>
          <a:xfrm>
            <a:off x="5654623" y="1712852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second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BB908226-0BB6-B48D-D716-2F68B2BCAD50}"/>
              </a:ext>
            </a:extLst>
          </p:cNvPr>
          <p:cNvCxnSpPr>
            <a:cxnSpLocks/>
            <a:stCxn id="30" idx="3"/>
          </p:cNvCxnSpPr>
          <p:nvPr/>
        </p:nvCxnSpPr>
        <p:spPr>
          <a:xfrm>
            <a:off x="6599112" y="1897518"/>
            <a:ext cx="365731" cy="3131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2" name="Group 31">
            <a:extLst>
              <a:ext uri="{FF2B5EF4-FFF2-40B4-BE49-F238E27FC236}">
                <a16:creationId xmlns:a16="http://schemas.microsoft.com/office/drawing/2014/main" id="{E90BBB65-0A09-72BD-DE92-075E5276D41B}"/>
              </a:ext>
            </a:extLst>
          </p:cNvPr>
          <p:cNvGrpSpPr/>
          <p:nvPr/>
        </p:nvGrpSpPr>
        <p:grpSpPr>
          <a:xfrm>
            <a:off x="11426855" y="1915909"/>
            <a:ext cx="721581" cy="1034973"/>
            <a:chOff x="4441717" y="4154269"/>
            <a:chExt cx="944489" cy="1363365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6547529F-45EF-B622-4D93-F5715142EA63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C3BBF2FF-D6B8-2EA8-0933-CBE53797A831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\0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3479964A-D937-494F-8A4E-ACDF13E7D375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5</a:t>
              </a:r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956B325B-A62D-DFB0-22BF-F34112C9F36B}"/>
              </a:ext>
            </a:extLst>
          </p:cNvPr>
          <p:cNvSpPr txBox="1"/>
          <p:nvPr/>
        </p:nvSpPr>
        <p:spPr>
          <a:xfrm>
            <a:off x="7064182" y="2804810"/>
            <a:ext cx="52290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space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48C44D1-D91B-AD70-EBE4-ED4C9F86E4CB}"/>
              </a:ext>
            </a:extLst>
          </p:cNvPr>
          <p:cNvSpPr txBox="1"/>
          <p:nvPr/>
        </p:nvSpPr>
        <p:spPr>
          <a:xfrm>
            <a:off x="-5601303" y="0"/>
            <a:ext cx="2523023" cy="1477328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Back to the original program, we must finally remember to de-allocate the free store memory we used.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73FE9292-C0CF-2ECC-C7EE-7ECE9BED1B4D}"/>
              </a:ext>
            </a:extLst>
          </p:cNvPr>
          <p:cNvGrpSpPr/>
          <p:nvPr/>
        </p:nvGrpSpPr>
        <p:grpSpPr>
          <a:xfrm>
            <a:off x="6949387" y="278576"/>
            <a:ext cx="4484577" cy="933170"/>
            <a:chOff x="5799357" y="2575684"/>
            <a:chExt cx="5869936" cy="1229260"/>
          </a:xfrm>
        </p:grpSpPr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01AFDFA4-FD60-B45B-5377-5E924DC1D961}"/>
                </a:ext>
              </a:extLst>
            </p:cNvPr>
            <p:cNvGrpSpPr/>
            <p:nvPr/>
          </p:nvGrpSpPr>
          <p:grpSpPr>
            <a:xfrm>
              <a:off x="5799357" y="2575684"/>
              <a:ext cx="944489" cy="1229260"/>
              <a:chOff x="4441717" y="4154269"/>
              <a:chExt cx="944489" cy="1229260"/>
            </a:xfrm>
          </p:grpSpPr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46029EF4-3216-7F06-3AE5-71F10E1F8BCA}"/>
                  </a:ext>
                </a:extLst>
              </p:cNvPr>
              <p:cNvSpPr/>
              <p:nvPr/>
            </p:nvSpPr>
            <p:spPr>
              <a:xfrm>
                <a:off x="4470570" y="4595253"/>
                <a:ext cx="915636" cy="788276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00DD4B76-8E35-21FB-3268-1972A98C09E7}"/>
                  </a:ext>
                </a:extLst>
              </p:cNvPr>
              <p:cNvSpPr txBox="1"/>
              <p:nvPr/>
            </p:nvSpPr>
            <p:spPr>
              <a:xfrm>
                <a:off x="4441717" y="4666226"/>
                <a:ext cx="94448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H</a:t>
                </a:r>
              </a:p>
            </p:txBody>
          </p:sp>
          <p:sp>
            <p:nvSpPr>
              <p:cNvPr id="115" name="TextBox 114">
                <a:extLst>
                  <a:ext uri="{FF2B5EF4-FFF2-40B4-BE49-F238E27FC236}">
                    <a16:creationId xmlns:a16="http://schemas.microsoft.com/office/drawing/2014/main" id="{C1AA9B22-BABF-A6F6-9576-F840C7E05B91}"/>
                  </a:ext>
                </a:extLst>
              </p:cNvPr>
              <p:cNvSpPr txBox="1"/>
              <p:nvPr/>
            </p:nvSpPr>
            <p:spPr>
              <a:xfrm>
                <a:off x="4470571" y="4154269"/>
                <a:ext cx="91563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0</a:t>
                </a:r>
              </a:p>
            </p:txBody>
          </p:sp>
        </p:grp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542D251D-42BE-6AB2-83EC-85B712AF02F2}"/>
                </a:ext>
              </a:extLst>
            </p:cNvPr>
            <p:cNvGrpSpPr/>
            <p:nvPr/>
          </p:nvGrpSpPr>
          <p:grpSpPr>
            <a:xfrm>
              <a:off x="7769535" y="2575684"/>
              <a:ext cx="944489" cy="1229260"/>
              <a:chOff x="4441717" y="4154269"/>
              <a:chExt cx="944489" cy="1229260"/>
            </a:xfrm>
          </p:grpSpPr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5856D2A5-9B26-457C-7EBE-07559AD0240B}"/>
                  </a:ext>
                </a:extLst>
              </p:cNvPr>
              <p:cNvSpPr/>
              <p:nvPr/>
            </p:nvSpPr>
            <p:spPr>
              <a:xfrm>
                <a:off x="4470570" y="4595253"/>
                <a:ext cx="915636" cy="788276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5E25C899-7FB0-E69C-FE98-FE9678F050B6}"/>
                  </a:ext>
                </a:extLst>
              </p:cNvPr>
              <p:cNvSpPr txBox="1"/>
              <p:nvPr/>
            </p:nvSpPr>
            <p:spPr>
              <a:xfrm>
                <a:off x="4441717" y="4666226"/>
                <a:ext cx="94448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l</a:t>
                </a:r>
              </a:p>
            </p:txBody>
          </p:sp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01D25D96-C02C-9424-D7DB-F79AE2E5CA3C}"/>
                  </a:ext>
                </a:extLst>
              </p:cNvPr>
              <p:cNvSpPr txBox="1"/>
              <p:nvPr/>
            </p:nvSpPr>
            <p:spPr>
              <a:xfrm>
                <a:off x="4470571" y="4154269"/>
                <a:ext cx="91563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2</a:t>
                </a:r>
              </a:p>
            </p:txBody>
          </p:sp>
        </p:grp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8B8DE71B-8536-E236-E202-0C66218DA354}"/>
                </a:ext>
              </a:extLst>
            </p:cNvPr>
            <p:cNvGrpSpPr/>
            <p:nvPr/>
          </p:nvGrpSpPr>
          <p:grpSpPr>
            <a:xfrm>
              <a:off x="6784446" y="2575684"/>
              <a:ext cx="944489" cy="1229260"/>
              <a:chOff x="4441717" y="4154269"/>
              <a:chExt cx="944489" cy="1229260"/>
            </a:xfrm>
          </p:grpSpPr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BAC3254F-7770-E42A-8C8B-D998CE9C93E4}"/>
                  </a:ext>
                </a:extLst>
              </p:cNvPr>
              <p:cNvSpPr/>
              <p:nvPr/>
            </p:nvSpPr>
            <p:spPr>
              <a:xfrm>
                <a:off x="4470570" y="4595253"/>
                <a:ext cx="915636" cy="788276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74588745-AF78-1996-957E-D2970A521F19}"/>
                  </a:ext>
                </a:extLst>
              </p:cNvPr>
              <p:cNvSpPr txBox="1"/>
              <p:nvPr/>
            </p:nvSpPr>
            <p:spPr>
              <a:xfrm>
                <a:off x="4441717" y="4666226"/>
                <a:ext cx="94448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e</a:t>
                </a:r>
              </a:p>
            </p:txBody>
          </p: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2D0DC6E4-E9C4-8FCF-A701-06E27AF7B405}"/>
                  </a:ext>
                </a:extLst>
              </p:cNvPr>
              <p:cNvSpPr txBox="1"/>
              <p:nvPr/>
            </p:nvSpPr>
            <p:spPr>
              <a:xfrm>
                <a:off x="4470571" y="4154269"/>
                <a:ext cx="91563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</a:t>
                </a:r>
              </a:p>
            </p:txBody>
          </p:sp>
        </p:grp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4FA288F3-5B79-F963-3976-05BF7DF868EE}"/>
                </a:ext>
              </a:extLst>
            </p:cNvPr>
            <p:cNvGrpSpPr/>
            <p:nvPr/>
          </p:nvGrpSpPr>
          <p:grpSpPr>
            <a:xfrm>
              <a:off x="8754624" y="2575684"/>
              <a:ext cx="944489" cy="1229260"/>
              <a:chOff x="4441717" y="4154269"/>
              <a:chExt cx="944489" cy="1229260"/>
            </a:xfrm>
          </p:grpSpPr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53CCDED2-D416-A49B-5305-E9B6E2BF14A7}"/>
                  </a:ext>
                </a:extLst>
              </p:cNvPr>
              <p:cNvSpPr/>
              <p:nvPr/>
            </p:nvSpPr>
            <p:spPr>
              <a:xfrm>
                <a:off x="4470570" y="4595253"/>
                <a:ext cx="915636" cy="788276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683D821D-A95A-B83E-3FE4-331BB481ED22}"/>
                  </a:ext>
                </a:extLst>
              </p:cNvPr>
              <p:cNvSpPr txBox="1"/>
              <p:nvPr/>
            </p:nvSpPr>
            <p:spPr>
              <a:xfrm>
                <a:off x="4441717" y="4666226"/>
                <a:ext cx="94448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l</a:t>
                </a:r>
              </a:p>
            </p:txBody>
          </p: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A391471C-A5B3-9F41-94A5-3E7C7BF58B83}"/>
                  </a:ext>
                </a:extLst>
              </p:cNvPr>
              <p:cNvSpPr txBox="1"/>
              <p:nvPr/>
            </p:nvSpPr>
            <p:spPr>
              <a:xfrm>
                <a:off x="4470571" y="4154269"/>
                <a:ext cx="91563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3</a:t>
                </a:r>
              </a:p>
            </p:txBody>
          </p:sp>
        </p:grp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5B895580-A3E1-1162-52ED-9C9E577E7544}"/>
                </a:ext>
              </a:extLst>
            </p:cNvPr>
            <p:cNvGrpSpPr/>
            <p:nvPr/>
          </p:nvGrpSpPr>
          <p:grpSpPr>
            <a:xfrm>
              <a:off x="9739713" y="2575684"/>
              <a:ext cx="944489" cy="1229260"/>
              <a:chOff x="4441717" y="4154269"/>
              <a:chExt cx="944489" cy="1229260"/>
            </a:xfrm>
          </p:grpSpPr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FDFF914B-2A71-779D-2014-E4A9CDAF8256}"/>
                  </a:ext>
                </a:extLst>
              </p:cNvPr>
              <p:cNvSpPr/>
              <p:nvPr/>
            </p:nvSpPr>
            <p:spPr>
              <a:xfrm>
                <a:off x="4470570" y="4595253"/>
                <a:ext cx="915636" cy="788276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4D6E4697-03ED-95E4-823D-1206F2B444DD}"/>
                  </a:ext>
                </a:extLst>
              </p:cNvPr>
              <p:cNvSpPr txBox="1"/>
              <p:nvPr/>
            </p:nvSpPr>
            <p:spPr>
              <a:xfrm>
                <a:off x="4441717" y="4666226"/>
                <a:ext cx="94448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o</a:t>
                </a:r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CB67CD46-FA6D-77D9-3615-2D0957E98C00}"/>
                  </a:ext>
                </a:extLst>
              </p:cNvPr>
              <p:cNvSpPr txBox="1"/>
              <p:nvPr/>
            </p:nvSpPr>
            <p:spPr>
              <a:xfrm>
                <a:off x="4470571" y="4154269"/>
                <a:ext cx="91563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4</a:t>
                </a:r>
              </a:p>
            </p:txBody>
          </p:sp>
        </p:grp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C06A5E6A-AB06-7D03-BDB6-EFE2C276CD2C}"/>
                </a:ext>
              </a:extLst>
            </p:cNvPr>
            <p:cNvGrpSpPr/>
            <p:nvPr/>
          </p:nvGrpSpPr>
          <p:grpSpPr>
            <a:xfrm>
              <a:off x="10724804" y="2575684"/>
              <a:ext cx="944489" cy="1229260"/>
              <a:chOff x="4441717" y="4154269"/>
              <a:chExt cx="944489" cy="1229260"/>
            </a:xfrm>
          </p:grpSpPr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E3D5D64B-5699-AC81-EF8B-E53260B3FDCD}"/>
                  </a:ext>
                </a:extLst>
              </p:cNvPr>
              <p:cNvSpPr/>
              <p:nvPr/>
            </p:nvSpPr>
            <p:spPr>
              <a:xfrm>
                <a:off x="4470570" y="4595253"/>
                <a:ext cx="915636" cy="788276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6AC93B0F-9688-CF31-4E4D-FFD3E2D73E40}"/>
                  </a:ext>
                </a:extLst>
              </p:cNvPr>
              <p:cNvSpPr txBox="1"/>
              <p:nvPr/>
            </p:nvSpPr>
            <p:spPr>
              <a:xfrm>
                <a:off x="4441717" y="4666226"/>
                <a:ext cx="94448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\0</a:t>
                </a:r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FD1A616F-C85D-2314-071B-9A1B6E45F2E3}"/>
                  </a:ext>
                </a:extLst>
              </p:cNvPr>
              <p:cNvSpPr txBox="1"/>
              <p:nvPr/>
            </p:nvSpPr>
            <p:spPr>
              <a:xfrm>
                <a:off x="4470571" y="4154269"/>
                <a:ext cx="91563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5</a:t>
                </a:r>
              </a:p>
            </p:txBody>
          </p:sp>
        </p:grpSp>
      </p:grpSp>
      <p:sp>
        <p:nvSpPr>
          <p:cNvPr id="116" name="TextBox 115">
            <a:extLst>
              <a:ext uri="{FF2B5EF4-FFF2-40B4-BE49-F238E27FC236}">
                <a16:creationId xmlns:a16="http://schemas.microsoft.com/office/drawing/2014/main" id="{B0C8EE63-39C0-E3DA-B987-DE193C6E56BC}"/>
              </a:ext>
            </a:extLst>
          </p:cNvPr>
          <p:cNvSpPr txBox="1"/>
          <p:nvPr/>
        </p:nvSpPr>
        <p:spPr>
          <a:xfrm>
            <a:off x="5746753" y="667219"/>
            <a:ext cx="817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first</a:t>
            </a:r>
          </a:p>
        </p:txBody>
      </p: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A45C473F-ABA5-1954-541E-2FF06D20D3F5}"/>
              </a:ext>
            </a:extLst>
          </p:cNvPr>
          <p:cNvCxnSpPr>
            <a:stCxn id="116" idx="3"/>
            <a:endCxn id="88" idx="1"/>
          </p:cNvCxnSpPr>
          <p:nvPr/>
        </p:nvCxnSpPr>
        <p:spPr>
          <a:xfrm>
            <a:off x="6564606" y="851885"/>
            <a:ext cx="384781" cy="606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0DF1EEB6-F158-04AA-29EA-65BBBE74CD23}"/>
              </a:ext>
            </a:extLst>
          </p:cNvPr>
          <p:cNvGrpSpPr/>
          <p:nvPr/>
        </p:nvGrpSpPr>
        <p:grpSpPr>
          <a:xfrm>
            <a:off x="6858798" y="3211326"/>
            <a:ext cx="4484577" cy="933170"/>
            <a:chOff x="5799357" y="2575684"/>
            <a:chExt cx="5869936" cy="1229260"/>
          </a:xfrm>
        </p:grpSpPr>
        <p:grpSp>
          <p:nvGrpSpPr>
            <p:cNvPr id="122" name="Group 121">
              <a:extLst>
                <a:ext uri="{FF2B5EF4-FFF2-40B4-BE49-F238E27FC236}">
                  <a16:creationId xmlns:a16="http://schemas.microsoft.com/office/drawing/2014/main" id="{11AB4F2B-D642-DAD8-9161-5BF41D0219F0}"/>
                </a:ext>
              </a:extLst>
            </p:cNvPr>
            <p:cNvGrpSpPr/>
            <p:nvPr/>
          </p:nvGrpSpPr>
          <p:grpSpPr>
            <a:xfrm>
              <a:off x="5799357" y="2575684"/>
              <a:ext cx="944489" cy="1229260"/>
              <a:chOff x="4441717" y="4154269"/>
              <a:chExt cx="944489" cy="1229260"/>
            </a:xfrm>
          </p:grpSpPr>
          <p:sp>
            <p:nvSpPr>
              <p:cNvPr id="143" name="Rectangle 142">
                <a:extLst>
                  <a:ext uri="{FF2B5EF4-FFF2-40B4-BE49-F238E27FC236}">
                    <a16:creationId xmlns:a16="http://schemas.microsoft.com/office/drawing/2014/main" id="{611D4882-40DA-3AD5-CD37-E58E802D9168}"/>
                  </a:ext>
                </a:extLst>
              </p:cNvPr>
              <p:cNvSpPr/>
              <p:nvPr/>
            </p:nvSpPr>
            <p:spPr>
              <a:xfrm>
                <a:off x="4470570" y="4595253"/>
                <a:ext cx="915636" cy="788276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4" name="TextBox 143">
                <a:extLst>
                  <a:ext uri="{FF2B5EF4-FFF2-40B4-BE49-F238E27FC236}">
                    <a16:creationId xmlns:a16="http://schemas.microsoft.com/office/drawing/2014/main" id="{0749121F-137A-D717-D38D-83AA0F8147CA}"/>
                  </a:ext>
                </a:extLst>
              </p:cNvPr>
              <p:cNvSpPr txBox="1"/>
              <p:nvPr/>
            </p:nvSpPr>
            <p:spPr>
              <a:xfrm>
                <a:off x="4441717" y="4666226"/>
                <a:ext cx="94448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H</a:t>
                </a:r>
              </a:p>
            </p:txBody>
          </p:sp>
          <p:sp>
            <p:nvSpPr>
              <p:cNvPr id="145" name="TextBox 144">
                <a:extLst>
                  <a:ext uri="{FF2B5EF4-FFF2-40B4-BE49-F238E27FC236}">
                    <a16:creationId xmlns:a16="http://schemas.microsoft.com/office/drawing/2014/main" id="{7D605519-FB4F-6BCD-E50F-968112D7ACE7}"/>
                  </a:ext>
                </a:extLst>
              </p:cNvPr>
              <p:cNvSpPr txBox="1"/>
              <p:nvPr/>
            </p:nvSpPr>
            <p:spPr>
              <a:xfrm>
                <a:off x="4470571" y="4154269"/>
                <a:ext cx="91563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0</a:t>
                </a:r>
              </a:p>
            </p:txBody>
          </p:sp>
        </p:grpSp>
        <p:grpSp>
          <p:nvGrpSpPr>
            <p:cNvPr id="123" name="Group 122">
              <a:extLst>
                <a:ext uri="{FF2B5EF4-FFF2-40B4-BE49-F238E27FC236}">
                  <a16:creationId xmlns:a16="http://schemas.microsoft.com/office/drawing/2014/main" id="{2CD5AD19-ED11-3804-9E9E-84F598278526}"/>
                </a:ext>
              </a:extLst>
            </p:cNvPr>
            <p:cNvGrpSpPr/>
            <p:nvPr/>
          </p:nvGrpSpPr>
          <p:grpSpPr>
            <a:xfrm>
              <a:off x="7769535" y="2575684"/>
              <a:ext cx="944489" cy="1229260"/>
              <a:chOff x="4441717" y="4154269"/>
              <a:chExt cx="944489" cy="1229260"/>
            </a:xfrm>
          </p:grpSpPr>
          <p:sp>
            <p:nvSpPr>
              <p:cNvPr id="140" name="Rectangle 139">
                <a:extLst>
                  <a:ext uri="{FF2B5EF4-FFF2-40B4-BE49-F238E27FC236}">
                    <a16:creationId xmlns:a16="http://schemas.microsoft.com/office/drawing/2014/main" id="{37B504BF-0195-DE00-14B8-251E2EC969F5}"/>
                  </a:ext>
                </a:extLst>
              </p:cNvPr>
              <p:cNvSpPr/>
              <p:nvPr/>
            </p:nvSpPr>
            <p:spPr>
              <a:xfrm>
                <a:off x="4470570" y="4595253"/>
                <a:ext cx="915636" cy="788276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1" name="TextBox 140">
                <a:extLst>
                  <a:ext uri="{FF2B5EF4-FFF2-40B4-BE49-F238E27FC236}">
                    <a16:creationId xmlns:a16="http://schemas.microsoft.com/office/drawing/2014/main" id="{998D7759-271C-5B0A-0EB7-A2F83DC05A30}"/>
                  </a:ext>
                </a:extLst>
              </p:cNvPr>
              <p:cNvSpPr txBox="1"/>
              <p:nvPr/>
            </p:nvSpPr>
            <p:spPr>
              <a:xfrm>
                <a:off x="4441717" y="4666226"/>
                <a:ext cx="94448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l</a:t>
                </a:r>
              </a:p>
            </p:txBody>
          </p:sp>
          <p:sp>
            <p:nvSpPr>
              <p:cNvPr id="142" name="TextBox 141">
                <a:extLst>
                  <a:ext uri="{FF2B5EF4-FFF2-40B4-BE49-F238E27FC236}">
                    <a16:creationId xmlns:a16="http://schemas.microsoft.com/office/drawing/2014/main" id="{942FBE07-ACFF-5573-B653-546F61BF9E39}"/>
                  </a:ext>
                </a:extLst>
              </p:cNvPr>
              <p:cNvSpPr txBox="1"/>
              <p:nvPr/>
            </p:nvSpPr>
            <p:spPr>
              <a:xfrm>
                <a:off x="4470571" y="4154269"/>
                <a:ext cx="91563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2</a:t>
                </a:r>
              </a:p>
            </p:txBody>
          </p:sp>
        </p:grpSp>
        <p:grpSp>
          <p:nvGrpSpPr>
            <p:cNvPr id="124" name="Group 123">
              <a:extLst>
                <a:ext uri="{FF2B5EF4-FFF2-40B4-BE49-F238E27FC236}">
                  <a16:creationId xmlns:a16="http://schemas.microsoft.com/office/drawing/2014/main" id="{DB9CD3A1-16D4-C2C6-E500-79D7D3951543}"/>
                </a:ext>
              </a:extLst>
            </p:cNvPr>
            <p:cNvGrpSpPr/>
            <p:nvPr/>
          </p:nvGrpSpPr>
          <p:grpSpPr>
            <a:xfrm>
              <a:off x="6784446" y="2575684"/>
              <a:ext cx="944489" cy="1229260"/>
              <a:chOff x="4441717" y="4154269"/>
              <a:chExt cx="944489" cy="1229260"/>
            </a:xfrm>
          </p:grpSpPr>
          <p:sp>
            <p:nvSpPr>
              <p:cNvPr id="137" name="Rectangle 136">
                <a:extLst>
                  <a:ext uri="{FF2B5EF4-FFF2-40B4-BE49-F238E27FC236}">
                    <a16:creationId xmlns:a16="http://schemas.microsoft.com/office/drawing/2014/main" id="{16A24E16-3E66-093E-7FE7-7BD126904415}"/>
                  </a:ext>
                </a:extLst>
              </p:cNvPr>
              <p:cNvSpPr/>
              <p:nvPr/>
            </p:nvSpPr>
            <p:spPr>
              <a:xfrm>
                <a:off x="4470570" y="4595253"/>
                <a:ext cx="915636" cy="788276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8" name="TextBox 137">
                <a:extLst>
                  <a:ext uri="{FF2B5EF4-FFF2-40B4-BE49-F238E27FC236}">
                    <a16:creationId xmlns:a16="http://schemas.microsoft.com/office/drawing/2014/main" id="{8CD202F9-44B5-BA5C-A5F2-B91CC28CE2B5}"/>
                  </a:ext>
                </a:extLst>
              </p:cNvPr>
              <p:cNvSpPr txBox="1"/>
              <p:nvPr/>
            </p:nvSpPr>
            <p:spPr>
              <a:xfrm>
                <a:off x="4441717" y="4666226"/>
                <a:ext cx="94448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e</a:t>
                </a:r>
              </a:p>
            </p:txBody>
          </p:sp>
          <p:sp>
            <p:nvSpPr>
              <p:cNvPr id="139" name="TextBox 138">
                <a:extLst>
                  <a:ext uri="{FF2B5EF4-FFF2-40B4-BE49-F238E27FC236}">
                    <a16:creationId xmlns:a16="http://schemas.microsoft.com/office/drawing/2014/main" id="{0CB672F2-CECC-07A8-1522-16FE7C736A60}"/>
                  </a:ext>
                </a:extLst>
              </p:cNvPr>
              <p:cNvSpPr txBox="1"/>
              <p:nvPr/>
            </p:nvSpPr>
            <p:spPr>
              <a:xfrm>
                <a:off x="4470571" y="4154269"/>
                <a:ext cx="91563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</a:t>
                </a:r>
              </a:p>
            </p:txBody>
          </p:sp>
        </p:grpSp>
        <p:grpSp>
          <p:nvGrpSpPr>
            <p:cNvPr id="125" name="Group 124">
              <a:extLst>
                <a:ext uri="{FF2B5EF4-FFF2-40B4-BE49-F238E27FC236}">
                  <a16:creationId xmlns:a16="http://schemas.microsoft.com/office/drawing/2014/main" id="{475848F6-61A8-28D4-CD9D-8B9445A678B6}"/>
                </a:ext>
              </a:extLst>
            </p:cNvPr>
            <p:cNvGrpSpPr/>
            <p:nvPr/>
          </p:nvGrpSpPr>
          <p:grpSpPr>
            <a:xfrm>
              <a:off x="8754624" y="2575684"/>
              <a:ext cx="944489" cy="1229260"/>
              <a:chOff x="4441717" y="4154269"/>
              <a:chExt cx="944489" cy="1229260"/>
            </a:xfrm>
          </p:grpSpPr>
          <p:sp>
            <p:nvSpPr>
              <p:cNvPr id="134" name="Rectangle 133">
                <a:extLst>
                  <a:ext uri="{FF2B5EF4-FFF2-40B4-BE49-F238E27FC236}">
                    <a16:creationId xmlns:a16="http://schemas.microsoft.com/office/drawing/2014/main" id="{FC014FE8-640C-562B-BB02-5D990A95196F}"/>
                  </a:ext>
                </a:extLst>
              </p:cNvPr>
              <p:cNvSpPr/>
              <p:nvPr/>
            </p:nvSpPr>
            <p:spPr>
              <a:xfrm>
                <a:off x="4470570" y="4595253"/>
                <a:ext cx="915636" cy="788276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5" name="TextBox 134">
                <a:extLst>
                  <a:ext uri="{FF2B5EF4-FFF2-40B4-BE49-F238E27FC236}">
                    <a16:creationId xmlns:a16="http://schemas.microsoft.com/office/drawing/2014/main" id="{28844F24-2D71-E9D4-5531-B9DD482E34F3}"/>
                  </a:ext>
                </a:extLst>
              </p:cNvPr>
              <p:cNvSpPr txBox="1"/>
              <p:nvPr/>
            </p:nvSpPr>
            <p:spPr>
              <a:xfrm>
                <a:off x="4441717" y="4666226"/>
                <a:ext cx="94448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l</a:t>
                </a:r>
              </a:p>
            </p:txBody>
          </p:sp>
          <p:sp>
            <p:nvSpPr>
              <p:cNvPr id="136" name="TextBox 135">
                <a:extLst>
                  <a:ext uri="{FF2B5EF4-FFF2-40B4-BE49-F238E27FC236}">
                    <a16:creationId xmlns:a16="http://schemas.microsoft.com/office/drawing/2014/main" id="{2988B69D-723D-CA3F-D4CA-3A0749870139}"/>
                  </a:ext>
                </a:extLst>
              </p:cNvPr>
              <p:cNvSpPr txBox="1"/>
              <p:nvPr/>
            </p:nvSpPr>
            <p:spPr>
              <a:xfrm>
                <a:off x="4470571" y="4154269"/>
                <a:ext cx="91563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3</a:t>
                </a:r>
              </a:p>
            </p:txBody>
          </p:sp>
        </p:grpSp>
        <p:grpSp>
          <p:nvGrpSpPr>
            <p:cNvPr id="126" name="Group 125">
              <a:extLst>
                <a:ext uri="{FF2B5EF4-FFF2-40B4-BE49-F238E27FC236}">
                  <a16:creationId xmlns:a16="http://schemas.microsoft.com/office/drawing/2014/main" id="{9A354BE9-3E15-5B94-B4AD-3DAE6D41BB79}"/>
                </a:ext>
              </a:extLst>
            </p:cNvPr>
            <p:cNvGrpSpPr/>
            <p:nvPr/>
          </p:nvGrpSpPr>
          <p:grpSpPr>
            <a:xfrm>
              <a:off x="9739713" y="2575684"/>
              <a:ext cx="944489" cy="1229260"/>
              <a:chOff x="4441717" y="4154269"/>
              <a:chExt cx="944489" cy="1229260"/>
            </a:xfrm>
          </p:grpSpPr>
          <p:sp>
            <p:nvSpPr>
              <p:cNvPr id="131" name="Rectangle 130">
                <a:extLst>
                  <a:ext uri="{FF2B5EF4-FFF2-40B4-BE49-F238E27FC236}">
                    <a16:creationId xmlns:a16="http://schemas.microsoft.com/office/drawing/2014/main" id="{8482F558-58D1-466E-A115-FFF7288BA353}"/>
                  </a:ext>
                </a:extLst>
              </p:cNvPr>
              <p:cNvSpPr/>
              <p:nvPr/>
            </p:nvSpPr>
            <p:spPr>
              <a:xfrm>
                <a:off x="4470570" y="4595253"/>
                <a:ext cx="915636" cy="788276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FE5B2C09-0B66-30F2-EECE-4E53D4A4AAC3}"/>
                  </a:ext>
                </a:extLst>
              </p:cNvPr>
              <p:cNvSpPr txBox="1"/>
              <p:nvPr/>
            </p:nvSpPr>
            <p:spPr>
              <a:xfrm>
                <a:off x="4441717" y="4666226"/>
                <a:ext cx="94448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o</a:t>
                </a:r>
              </a:p>
            </p:txBody>
          </p:sp>
          <p:sp>
            <p:nvSpPr>
              <p:cNvPr id="133" name="TextBox 132">
                <a:extLst>
                  <a:ext uri="{FF2B5EF4-FFF2-40B4-BE49-F238E27FC236}">
                    <a16:creationId xmlns:a16="http://schemas.microsoft.com/office/drawing/2014/main" id="{2E997C9B-43F1-EDD4-C3BA-BDECDD7ECAD4}"/>
                  </a:ext>
                </a:extLst>
              </p:cNvPr>
              <p:cNvSpPr txBox="1"/>
              <p:nvPr/>
            </p:nvSpPr>
            <p:spPr>
              <a:xfrm>
                <a:off x="4470571" y="4154269"/>
                <a:ext cx="91563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4</a:t>
                </a:r>
              </a:p>
            </p:txBody>
          </p:sp>
        </p:grpSp>
        <p:grpSp>
          <p:nvGrpSpPr>
            <p:cNvPr id="127" name="Group 126">
              <a:extLst>
                <a:ext uri="{FF2B5EF4-FFF2-40B4-BE49-F238E27FC236}">
                  <a16:creationId xmlns:a16="http://schemas.microsoft.com/office/drawing/2014/main" id="{48EF3CC5-34B2-DA1D-9DDC-92547E3A332F}"/>
                </a:ext>
              </a:extLst>
            </p:cNvPr>
            <p:cNvGrpSpPr/>
            <p:nvPr/>
          </p:nvGrpSpPr>
          <p:grpSpPr>
            <a:xfrm>
              <a:off x="10724804" y="2575684"/>
              <a:ext cx="944489" cy="1229260"/>
              <a:chOff x="4441717" y="4154269"/>
              <a:chExt cx="944489" cy="1229260"/>
            </a:xfrm>
          </p:grpSpPr>
          <p:sp>
            <p:nvSpPr>
              <p:cNvPr id="128" name="Rectangle 127">
                <a:extLst>
                  <a:ext uri="{FF2B5EF4-FFF2-40B4-BE49-F238E27FC236}">
                    <a16:creationId xmlns:a16="http://schemas.microsoft.com/office/drawing/2014/main" id="{A5D8C45A-54F2-224F-FCD2-B62434CC56E3}"/>
                  </a:ext>
                </a:extLst>
              </p:cNvPr>
              <p:cNvSpPr/>
              <p:nvPr/>
            </p:nvSpPr>
            <p:spPr>
              <a:xfrm>
                <a:off x="4470570" y="4595253"/>
                <a:ext cx="915636" cy="788276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990E4F5A-9FD6-00BF-BAB5-D06232A43A46}"/>
                  </a:ext>
                </a:extLst>
              </p:cNvPr>
              <p:cNvSpPr txBox="1"/>
              <p:nvPr/>
            </p:nvSpPr>
            <p:spPr>
              <a:xfrm>
                <a:off x="4441717" y="4666226"/>
                <a:ext cx="94448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\0</a:t>
                </a:r>
              </a:p>
            </p:txBody>
          </p:sp>
          <p:sp>
            <p:nvSpPr>
              <p:cNvPr id="130" name="TextBox 129">
                <a:extLst>
                  <a:ext uri="{FF2B5EF4-FFF2-40B4-BE49-F238E27FC236}">
                    <a16:creationId xmlns:a16="http://schemas.microsoft.com/office/drawing/2014/main" id="{DDFDE7F9-EDAC-A9F2-CBAA-C4EB8DCB8F12}"/>
                  </a:ext>
                </a:extLst>
              </p:cNvPr>
              <p:cNvSpPr txBox="1"/>
              <p:nvPr/>
            </p:nvSpPr>
            <p:spPr>
              <a:xfrm>
                <a:off x="4470571" y="4154269"/>
                <a:ext cx="91563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5</a:t>
                </a:r>
              </a:p>
            </p:txBody>
          </p:sp>
        </p:grpSp>
      </p:grpSp>
      <p:sp>
        <p:nvSpPr>
          <p:cNvPr id="146" name="TextBox 145">
            <a:extLst>
              <a:ext uri="{FF2B5EF4-FFF2-40B4-BE49-F238E27FC236}">
                <a16:creationId xmlns:a16="http://schemas.microsoft.com/office/drawing/2014/main" id="{30952B23-A822-4839-024C-83D381749538}"/>
              </a:ext>
            </a:extLst>
          </p:cNvPr>
          <p:cNvSpPr txBox="1"/>
          <p:nvPr/>
        </p:nvSpPr>
        <p:spPr>
          <a:xfrm>
            <a:off x="5390775" y="3500220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result</a:t>
            </a:r>
          </a:p>
        </p:txBody>
      </p:sp>
      <p:cxnSp>
        <p:nvCxnSpPr>
          <p:cNvPr id="147" name="Straight Arrow Connector 146">
            <a:extLst>
              <a:ext uri="{FF2B5EF4-FFF2-40B4-BE49-F238E27FC236}">
                <a16:creationId xmlns:a16="http://schemas.microsoft.com/office/drawing/2014/main" id="{64E9A0E2-406E-B353-1396-8F4723F30CE1}"/>
              </a:ext>
            </a:extLst>
          </p:cNvPr>
          <p:cNvCxnSpPr>
            <a:stCxn id="146" idx="3"/>
            <a:endCxn id="144" idx="1"/>
          </p:cNvCxnSpPr>
          <p:nvPr/>
        </p:nvCxnSpPr>
        <p:spPr>
          <a:xfrm>
            <a:off x="6335264" y="3684886"/>
            <a:ext cx="523534" cy="1604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9F1E3BEB-7ECE-66AD-95DF-CF7CCEA69831}"/>
              </a:ext>
            </a:extLst>
          </p:cNvPr>
          <p:cNvGrpSpPr/>
          <p:nvPr/>
        </p:nvGrpSpPr>
        <p:grpSpPr>
          <a:xfrm>
            <a:off x="3112434" y="4436202"/>
            <a:ext cx="8930477" cy="1040661"/>
            <a:chOff x="7235687" y="5943600"/>
            <a:chExt cx="2355574" cy="417443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7D685381-9336-BD82-3CB4-C981BE225041}"/>
                </a:ext>
              </a:extLst>
            </p:cNvPr>
            <p:cNvCxnSpPr/>
            <p:nvPr/>
          </p:nvCxnSpPr>
          <p:spPr>
            <a:xfrm>
              <a:off x="7235687" y="5943600"/>
              <a:ext cx="2355574" cy="417443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E33E48AD-6F67-E165-6BDA-332D29F8847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15293" y="6096000"/>
              <a:ext cx="1946759" cy="18553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73D9BC75-AC40-6DFC-73B2-6A7A5BD78AD8}"/>
              </a:ext>
            </a:extLst>
          </p:cNvPr>
          <p:cNvGrpSpPr/>
          <p:nvPr/>
        </p:nvGrpSpPr>
        <p:grpSpPr>
          <a:xfrm>
            <a:off x="6815756" y="3324269"/>
            <a:ext cx="4737296" cy="1040661"/>
            <a:chOff x="7235687" y="5943600"/>
            <a:chExt cx="2355574" cy="417443"/>
          </a:xfrm>
        </p:grpSpPr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8A5772B8-BDA1-B2B5-344A-F20CA56E170A}"/>
                </a:ext>
              </a:extLst>
            </p:cNvPr>
            <p:cNvCxnSpPr/>
            <p:nvPr/>
          </p:nvCxnSpPr>
          <p:spPr>
            <a:xfrm>
              <a:off x="7235687" y="5943600"/>
              <a:ext cx="2355574" cy="417443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8515D0C3-F42F-5DF2-420F-F5A30D48D99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15293" y="6096000"/>
              <a:ext cx="1946759" cy="18553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TextBox 148">
            <a:extLst>
              <a:ext uri="{FF2B5EF4-FFF2-40B4-BE49-F238E27FC236}">
                <a16:creationId xmlns:a16="http://schemas.microsoft.com/office/drawing/2014/main" id="{93B3DD94-22A8-0D10-4DF1-D24755F6F456}"/>
              </a:ext>
            </a:extLst>
          </p:cNvPr>
          <p:cNvSpPr txBox="1"/>
          <p:nvPr/>
        </p:nvSpPr>
        <p:spPr>
          <a:xfrm>
            <a:off x="961859" y="5189124"/>
            <a:ext cx="1451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new_result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150" name="Straight Arrow Connector 149">
            <a:extLst>
              <a:ext uri="{FF2B5EF4-FFF2-40B4-BE49-F238E27FC236}">
                <a16:creationId xmlns:a16="http://schemas.microsoft.com/office/drawing/2014/main" id="{9011E1F3-36F8-1947-6963-D1F25CEAFA65}"/>
              </a:ext>
            </a:extLst>
          </p:cNvPr>
          <p:cNvCxnSpPr>
            <a:cxnSpLocks/>
            <a:stCxn id="149" idx="3"/>
          </p:cNvCxnSpPr>
          <p:nvPr/>
        </p:nvCxnSpPr>
        <p:spPr>
          <a:xfrm flipV="1">
            <a:off x="2412897" y="5189124"/>
            <a:ext cx="583463" cy="1846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2" name="TextBox 151">
            <a:extLst>
              <a:ext uri="{FF2B5EF4-FFF2-40B4-BE49-F238E27FC236}">
                <a16:creationId xmlns:a16="http://schemas.microsoft.com/office/drawing/2014/main" id="{4B14F9C6-AB0E-73D4-3CDF-0972F4486D59}"/>
              </a:ext>
            </a:extLst>
          </p:cNvPr>
          <p:cNvSpPr txBox="1"/>
          <p:nvPr/>
        </p:nvSpPr>
        <p:spPr>
          <a:xfrm>
            <a:off x="328894" y="1184157"/>
            <a:ext cx="5376793" cy="34163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CA" b="1" dirty="0">
                <a:latin typeface="Consolas" panose="020B0609020204030204" pitchFamily="49" charset="0"/>
                <a:cs typeface="Consolas" panose="020B0609020204030204" pitchFamily="49" charset="0"/>
              </a:rPr>
              <a:t>// ...</a:t>
            </a:r>
          </a:p>
          <a:p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char* </a:t>
            </a:r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result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= new char[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first_len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+ 1];</a:t>
            </a:r>
            <a:endParaRPr lang="en-CA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CA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b="1" dirty="0">
                <a:latin typeface="Consolas" panose="020B0609020204030204" pitchFamily="49" charset="0"/>
                <a:cs typeface="Consolas" panose="020B0609020204030204" pitchFamily="49" charset="0"/>
              </a:rPr>
              <a:t>// ...</a:t>
            </a:r>
          </a:p>
          <a:p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char* </a:t>
            </a:r>
            <a:r>
              <a:rPr lang="en-CA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new_result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= new char[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new_len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+ 1];</a:t>
            </a:r>
          </a:p>
          <a:p>
            <a:endParaRPr lang="en-CA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b="1" dirty="0">
                <a:latin typeface="Consolas" panose="020B0609020204030204" pitchFamily="49" charset="0"/>
                <a:cs typeface="Consolas" panose="020B0609020204030204" pitchFamily="49" charset="0"/>
              </a:rPr>
              <a:t>// ...</a:t>
            </a:r>
          </a:p>
          <a:p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delete[] </a:t>
            </a:r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result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delete[] </a:t>
            </a:r>
            <a:r>
              <a:rPr lang="en-CA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new_result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92535587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6F1C35-456A-CA7D-6778-2A18DC624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Rectangle 150">
            <a:extLst>
              <a:ext uri="{FF2B5EF4-FFF2-40B4-BE49-F238E27FC236}">
                <a16:creationId xmlns:a16="http://schemas.microsoft.com/office/drawing/2014/main" id="{C117FDB1-DFE6-5B56-364E-FAD63122184B}"/>
              </a:ext>
            </a:extLst>
          </p:cNvPr>
          <p:cNvSpPr/>
          <p:nvPr/>
        </p:nvSpPr>
        <p:spPr>
          <a:xfrm>
            <a:off x="351750" y="3869552"/>
            <a:ext cx="2613090" cy="73092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245DD3-A57D-DA14-E830-9E058C1C8C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06375"/>
            <a:ext cx="5583382" cy="1325563"/>
          </a:xfrm>
        </p:spPr>
        <p:txBody>
          <a:bodyPr/>
          <a:lstStyle/>
          <a:p>
            <a:r>
              <a:rPr lang="en-US" dirty="0"/>
              <a:t>C-strings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8798B9C-139B-8651-7D32-C6A68C501BE4}"/>
              </a:ext>
            </a:extLst>
          </p:cNvPr>
          <p:cNvGrpSpPr/>
          <p:nvPr/>
        </p:nvGrpSpPr>
        <p:grpSpPr>
          <a:xfrm>
            <a:off x="6942800" y="1914106"/>
            <a:ext cx="721581" cy="1034973"/>
            <a:chOff x="4441717" y="4154269"/>
            <a:chExt cx="944489" cy="1363365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27E7504-03EE-866D-345B-9D0E568C73A2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5C215DD-4D17-7B54-96C2-C1DEF68FE86C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▮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2A6C675-A9FA-97C5-ADB1-232994DFF3B9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DFA084CD-A3ED-15BB-FCF2-1A94024961A2}"/>
              </a:ext>
            </a:extLst>
          </p:cNvPr>
          <p:cNvGrpSpPr/>
          <p:nvPr/>
        </p:nvGrpSpPr>
        <p:grpSpPr>
          <a:xfrm>
            <a:off x="8437484" y="1914106"/>
            <a:ext cx="721581" cy="1034973"/>
            <a:chOff x="4441717" y="4154269"/>
            <a:chExt cx="944489" cy="1363365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BAF10B3-88EE-5583-A68E-01E94F60AFEE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1842DAB-B3BD-BB0B-345D-274B10F9923C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o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7D44D08-E9B1-E2ED-98B8-3B3724BA27FB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F5BA716-9270-F417-6DC7-E5B559F74AB1}"/>
              </a:ext>
            </a:extLst>
          </p:cNvPr>
          <p:cNvGrpSpPr/>
          <p:nvPr/>
        </p:nvGrpSpPr>
        <p:grpSpPr>
          <a:xfrm>
            <a:off x="7690142" y="1914106"/>
            <a:ext cx="721581" cy="1034973"/>
            <a:chOff x="4441717" y="4154269"/>
            <a:chExt cx="944489" cy="1363365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9AAC86C9-4807-A0FB-3568-8B9785736606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9DFAA06F-AFB8-5FA9-1A55-C604FEB5221C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M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8F83C49-09A9-CA02-E1DB-B44D8FB2DE67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C7B84E6-1333-B9A5-924C-4D04F9BE2F9F}"/>
              </a:ext>
            </a:extLst>
          </p:cNvPr>
          <p:cNvGrpSpPr/>
          <p:nvPr/>
        </p:nvGrpSpPr>
        <p:grpSpPr>
          <a:xfrm>
            <a:off x="9184826" y="1914105"/>
            <a:ext cx="721581" cy="1034973"/>
            <a:chOff x="4441717" y="4154269"/>
            <a:chExt cx="944489" cy="1363365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B60F0E77-72B3-EF0A-3FA0-9610EF9A2633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4BC3BDB8-C157-7D7D-0B60-AE917DFA4FE7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o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31E7D98B-49DB-1E7F-B194-9E88C12D318C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D04B7785-56F6-AB3E-DD07-134A0190477D}"/>
              </a:ext>
            </a:extLst>
          </p:cNvPr>
          <p:cNvGrpSpPr/>
          <p:nvPr/>
        </p:nvGrpSpPr>
        <p:grpSpPr>
          <a:xfrm>
            <a:off x="9932168" y="1914106"/>
            <a:ext cx="721581" cy="1034973"/>
            <a:chOff x="4441717" y="4154269"/>
            <a:chExt cx="944489" cy="1363365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AA966611-D620-B298-7A35-149E3326899A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D577721F-9A08-B5A4-1C56-22490C9FE555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n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BA93D3DA-C7BA-1FB1-DE2B-4EA2688A7226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BE1FA414-8E63-10C8-320D-628CFAD1C071}"/>
              </a:ext>
            </a:extLst>
          </p:cNvPr>
          <p:cNvGrpSpPr/>
          <p:nvPr/>
        </p:nvGrpSpPr>
        <p:grpSpPr>
          <a:xfrm>
            <a:off x="10679510" y="1914106"/>
            <a:ext cx="721581" cy="1034973"/>
            <a:chOff x="4441717" y="4154269"/>
            <a:chExt cx="944489" cy="1363365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D5753C02-D460-61DE-526A-3A10C4D1CCA3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954AACD9-8351-DA28-5283-5B2608442816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!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E8A50AA2-7248-6682-95C8-16BB990428BE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5</a:t>
              </a: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43149889-38D8-9E5F-57D3-752414AEC566}"/>
              </a:ext>
            </a:extLst>
          </p:cNvPr>
          <p:cNvSpPr txBox="1"/>
          <p:nvPr/>
        </p:nvSpPr>
        <p:spPr>
          <a:xfrm>
            <a:off x="5654623" y="1712852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second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5A6C85C7-3DDE-26E5-7D05-58401765A84F}"/>
              </a:ext>
            </a:extLst>
          </p:cNvPr>
          <p:cNvCxnSpPr>
            <a:cxnSpLocks/>
            <a:stCxn id="30" idx="3"/>
          </p:cNvCxnSpPr>
          <p:nvPr/>
        </p:nvCxnSpPr>
        <p:spPr>
          <a:xfrm>
            <a:off x="6599112" y="1897518"/>
            <a:ext cx="365731" cy="3131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2" name="Group 31">
            <a:extLst>
              <a:ext uri="{FF2B5EF4-FFF2-40B4-BE49-F238E27FC236}">
                <a16:creationId xmlns:a16="http://schemas.microsoft.com/office/drawing/2014/main" id="{E32D2D8E-B0FF-7F65-0953-27FD9D687AD8}"/>
              </a:ext>
            </a:extLst>
          </p:cNvPr>
          <p:cNvGrpSpPr/>
          <p:nvPr/>
        </p:nvGrpSpPr>
        <p:grpSpPr>
          <a:xfrm>
            <a:off x="11426855" y="1915909"/>
            <a:ext cx="721581" cy="1034973"/>
            <a:chOff x="4441717" y="4154269"/>
            <a:chExt cx="944489" cy="1363365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E343044E-CCA4-8D01-B4CE-526ADED67C9E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D3FF825F-9843-1970-F7D3-1C7EADA76CF7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\0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7A410A07-3BC2-41C1-C281-CC18462F2E7C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5</a:t>
              </a:r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A6B75343-91CE-B97C-8C7B-A936824F9B2E}"/>
              </a:ext>
            </a:extLst>
          </p:cNvPr>
          <p:cNvSpPr txBox="1"/>
          <p:nvPr/>
        </p:nvSpPr>
        <p:spPr>
          <a:xfrm>
            <a:off x="7064182" y="2804810"/>
            <a:ext cx="52290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space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FE0198A-A16B-695F-2A59-FFD584BB4F6B}"/>
              </a:ext>
            </a:extLst>
          </p:cNvPr>
          <p:cNvSpPr txBox="1"/>
          <p:nvPr/>
        </p:nvSpPr>
        <p:spPr>
          <a:xfrm>
            <a:off x="-5601303" y="0"/>
            <a:ext cx="2523023" cy="1477328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Back to the original program, we must finally remember to de-allocate the free store memory we used.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0D7EB69D-51B4-AD7D-54FE-EE250B1A6102}"/>
              </a:ext>
            </a:extLst>
          </p:cNvPr>
          <p:cNvGrpSpPr/>
          <p:nvPr/>
        </p:nvGrpSpPr>
        <p:grpSpPr>
          <a:xfrm>
            <a:off x="6949387" y="278576"/>
            <a:ext cx="4484577" cy="933170"/>
            <a:chOff x="5799357" y="2575684"/>
            <a:chExt cx="5869936" cy="1229260"/>
          </a:xfrm>
        </p:grpSpPr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3B9BB7BF-BC85-244B-E2D1-E004E4E1E0F6}"/>
                </a:ext>
              </a:extLst>
            </p:cNvPr>
            <p:cNvGrpSpPr/>
            <p:nvPr/>
          </p:nvGrpSpPr>
          <p:grpSpPr>
            <a:xfrm>
              <a:off x="5799357" y="2575684"/>
              <a:ext cx="944489" cy="1229260"/>
              <a:chOff x="4441717" y="4154269"/>
              <a:chExt cx="944489" cy="1229260"/>
            </a:xfrm>
          </p:grpSpPr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272DF815-0E33-DAA8-5BA7-96CFB0B1934D}"/>
                  </a:ext>
                </a:extLst>
              </p:cNvPr>
              <p:cNvSpPr/>
              <p:nvPr/>
            </p:nvSpPr>
            <p:spPr>
              <a:xfrm>
                <a:off x="4470570" y="4595253"/>
                <a:ext cx="915636" cy="788276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2A2A89CD-0EC1-CB49-39CE-0BA96B1FBF57}"/>
                  </a:ext>
                </a:extLst>
              </p:cNvPr>
              <p:cNvSpPr txBox="1"/>
              <p:nvPr/>
            </p:nvSpPr>
            <p:spPr>
              <a:xfrm>
                <a:off x="4441717" y="4666226"/>
                <a:ext cx="94448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H</a:t>
                </a:r>
              </a:p>
            </p:txBody>
          </p:sp>
          <p:sp>
            <p:nvSpPr>
              <p:cNvPr id="115" name="TextBox 114">
                <a:extLst>
                  <a:ext uri="{FF2B5EF4-FFF2-40B4-BE49-F238E27FC236}">
                    <a16:creationId xmlns:a16="http://schemas.microsoft.com/office/drawing/2014/main" id="{B0C6E566-C7CA-131F-3A9C-71478A0612CA}"/>
                  </a:ext>
                </a:extLst>
              </p:cNvPr>
              <p:cNvSpPr txBox="1"/>
              <p:nvPr/>
            </p:nvSpPr>
            <p:spPr>
              <a:xfrm>
                <a:off x="4470571" y="4154269"/>
                <a:ext cx="91563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0</a:t>
                </a:r>
              </a:p>
            </p:txBody>
          </p:sp>
        </p:grp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62CAC6FA-C865-D892-9D89-AA65A637488D}"/>
                </a:ext>
              </a:extLst>
            </p:cNvPr>
            <p:cNvGrpSpPr/>
            <p:nvPr/>
          </p:nvGrpSpPr>
          <p:grpSpPr>
            <a:xfrm>
              <a:off x="7769535" y="2575684"/>
              <a:ext cx="944489" cy="1229260"/>
              <a:chOff x="4441717" y="4154269"/>
              <a:chExt cx="944489" cy="1229260"/>
            </a:xfrm>
          </p:grpSpPr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9BC42C57-C0CC-AE00-2432-417C497BD4E9}"/>
                  </a:ext>
                </a:extLst>
              </p:cNvPr>
              <p:cNvSpPr/>
              <p:nvPr/>
            </p:nvSpPr>
            <p:spPr>
              <a:xfrm>
                <a:off x="4470570" y="4595253"/>
                <a:ext cx="915636" cy="788276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B63F2034-C65E-B40B-9EA3-08FFABBBC758}"/>
                  </a:ext>
                </a:extLst>
              </p:cNvPr>
              <p:cNvSpPr txBox="1"/>
              <p:nvPr/>
            </p:nvSpPr>
            <p:spPr>
              <a:xfrm>
                <a:off x="4441717" y="4666226"/>
                <a:ext cx="94448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l</a:t>
                </a:r>
              </a:p>
            </p:txBody>
          </p:sp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95F0BA92-3A48-33E1-E878-1CCFAA022200}"/>
                  </a:ext>
                </a:extLst>
              </p:cNvPr>
              <p:cNvSpPr txBox="1"/>
              <p:nvPr/>
            </p:nvSpPr>
            <p:spPr>
              <a:xfrm>
                <a:off x="4470571" y="4154269"/>
                <a:ext cx="91563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2</a:t>
                </a:r>
              </a:p>
            </p:txBody>
          </p:sp>
        </p:grp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3EA7A991-3D21-D307-45F7-781A45EEF4BF}"/>
                </a:ext>
              </a:extLst>
            </p:cNvPr>
            <p:cNvGrpSpPr/>
            <p:nvPr/>
          </p:nvGrpSpPr>
          <p:grpSpPr>
            <a:xfrm>
              <a:off x="6784446" y="2575684"/>
              <a:ext cx="944489" cy="1229260"/>
              <a:chOff x="4441717" y="4154269"/>
              <a:chExt cx="944489" cy="1229260"/>
            </a:xfrm>
          </p:grpSpPr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0AAD918A-3D84-89E1-31AD-E5749850B09B}"/>
                  </a:ext>
                </a:extLst>
              </p:cNvPr>
              <p:cNvSpPr/>
              <p:nvPr/>
            </p:nvSpPr>
            <p:spPr>
              <a:xfrm>
                <a:off x="4470570" y="4595253"/>
                <a:ext cx="915636" cy="788276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10032338-5266-781C-8484-A2D51E068D0E}"/>
                  </a:ext>
                </a:extLst>
              </p:cNvPr>
              <p:cNvSpPr txBox="1"/>
              <p:nvPr/>
            </p:nvSpPr>
            <p:spPr>
              <a:xfrm>
                <a:off x="4441717" y="4666226"/>
                <a:ext cx="94448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e</a:t>
                </a:r>
              </a:p>
            </p:txBody>
          </p: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7D539D5A-4778-F35C-E987-7D0D08E10CAC}"/>
                  </a:ext>
                </a:extLst>
              </p:cNvPr>
              <p:cNvSpPr txBox="1"/>
              <p:nvPr/>
            </p:nvSpPr>
            <p:spPr>
              <a:xfrm>
                <a:off x="4470571" y="4154269"/>
                <a:ext cx="91563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</a:t>
                </a:r>
              </a:p>
            </p:txBody>
          </p:sp>
        </p:grp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A2689F61-4E3F-9CA5-0205-41CDAF78AE3C}"/>
                </a:ext>
              </a:extLst>
            </p:cNvPr>
            <p:cNvGrpSpPr/>
            <p:nvPr/>
          </p:nvGrpSpPr>
          <p:grpSpPr>
            <a:xfrm>
              <a:off x="8754624" y="2575684"/>
              <a:ext cx="944489" cy="1229260"/>
              <a:chOff x="4441717" y="4154269"/>
              <a:chExt cx="944489" cy="1229260"/>
            </a:xfrm>
          </p:grpSpPr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228F0068-14CF-7C27-7581-55A466B5AB28}"/>
                  </a:ext>
                </a:extLst>
              </p:cNvPr>
              <p:cNvSpPr/>
              <p:nvPr/>
            </p:nvSpPr>
            <p:spPr>
              <a:xfrm>
                <a:off x="4470570" y="4595253"/>
                <a:ext cx="915636" cy="788276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A720537E-A190-3ABF-66BA-4E26E2A59551}"/>
                  </a:ext>
                </a:extLst>
              </p:cNvPr>
              <p:cNvSpPr txBox="1"/>
              <p:nvPr/>
            </p:nvSpPr>
            <p:spPr>
              <a:xfrm>
                <a:off x="4441717" y="4666226"/>
                <a:ext cx="94448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l</a:t>
                </a:r>
              </a:p>
            </p:txBody>
          </p: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206A3596-842C-4E91-70BE-1C4A455908E6}"/>
                  </a:ext>
                </a:extLst>
              </p:cNvPr>
              <p:cNvSpPr txBox="1"/>
              <p:nvPr/>
            </p:nvSpPr>
            <p:spPr>
              <a:xfrm>
                <a:off x="4470571" y="4154269"/>
                <a:ext cx="91563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3</a:t>
                </a:r>
              </a:p>
            </p:txBody>
          </p:sp>
        </p:grp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070E9CA1-6FA3-6E88-4C7A-434FA6154129}"/>
                </a:ext>
              </a:extLst>
            </p:cNvPr>
            <p:cNvGrpSpPr/>
            <p:nvPr/>
          </p:nvGrpSpPr>
          <p:grpSpPr>
            <a:xfrm>
              <a:off x="9739713" y="2575684"/>
              <a:ext cx="944489" cy="1229260"/>
              <a:chOff x="4441717" y="4154269"/>
              <a:chExt cx="944489" cy="1229260"/>
            </a:xfrm>
          </p:grpSpPr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01E46E1B-4EF0-7D87-4521-D09530F1FC1F}"/>
                  </a:ext>
                </a:extLst>
              </p:cNvPr>
              <p:cNvSpPr/>
              <p:nvPr/>
            </p:nvSpPr>
            <p:spPr>
              <a:xfrm>
                <a:off x="4470570" y="4595253"/>
                <a:ext cx="915636" cy="788276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D9E618D9-E98C-1CDA-7B5A-B9536C39AB5D}"/>
                  </a:ext>
                </a:extLst>
              </p:cNvPr>
              <p:cNvSpPr txBox="1"/>
              <p:nvPr/>
            </p:nvSpPr>
            <p:spPr>
              <a:xfrm>
                <a:off x="4441717" y="4666226"/>
                <a:ext cx="94448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o</a:t>
                </a:r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373CF70D-C752-47C9-7023-91EF7F6A1757}"/>
                  </a:ext>
                </a:extLst>
              </p:cNvPr>
              <p:cNvSpPr txBox="1"/>
              <p:nvPr/>
            </p:nvSpPr>
            <p:spPr>
              <a:xfrm>
                <a:off x="4470571" y="4154269"/>
                <a:ext cx="91563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4</a:t>
                </a:r>
              </a:p>
            </p:txBody>
          </p:sp>
        </p:grp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F33FC02A-9CD8-F330-876F-C3AF8F9CA146}"/>
                </a:ext>
              </a:extLst>
            </p:cNvPr>
            <p:cNvGrpSpPr/>
            <p:nvPr/>
          </p:nvGrpSpPr>
          <p:grpSpPr>
            <a:xfrm>
              <a:off x="10724804" y="2575684"/>
              <a:ext cx="944489" cy="1229260"/>
              <a:chOff x="4441717" y="4154269"/>
              <a:chExt cx="944489" cy="1229260"/>
            </a:xfrm>
          </p:grpSpPr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46A2DAD1-AEEE-0FE0-EC76-72EA347710C1}"/>
                  </a:ext>
                </a:extLst>
              </p:cNvPr>
              <p:cNvSpPr/>
              <p:nvPr/>
            </p:nvSpPr>
            <p:spPr>
              <a:xfrm>
                <a:off x="4470570" y="4595253"/>
                <a:ext cx="915636" cy="788276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789E9FB8-9578-4A6F-832E-A3FAE38A0E42}"/>
                  </a:ext>
                </a:extLst>
              </p:cNvPr>
              <p:cNvSpPr txBox="1"/>
              <p:nvPr/>
            </p:nvSpPr>
            <p:spPr>
              <a:xfrm>
                <a:off x="4441717" y="4666226"/>
                <a:ext cx="94448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\0</a:t>
                </a:r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726B85B3-D5D3-4136-C9A5-B0B72D973D2B}"/>
                  </a:ext>
                </a:extLst>
              </p:cNvPr>
              <p:cNvSpPr txBox="1"/>
              <p:nvPr/>
            </p:nvSpPr>
            <p:spPr>
              <a:xfrm>
                <a:off x="4470571" y="4154269"/>
                <a:ext cx="91563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5</a:t>
                </a:r>
              </a:p>
            </p:txBody>
          </p:sp>
        </p:grpSp>
      </p:grpSp>
      <p:sp>
        <p:nvSpPr>
          <p:cNvPr id="116" name="TextBox 115">
            <a:extLst>
              <a:ext uri="{FF2B5EF4-FFF2-40B4-BE49-F238E27FC236}">
                <a16:creationId xmlns:a16="http://schemas.microsoft.com/office/drawing/2014/main" id="{16FECD62-6D80-18DE-35E9-B0A196554C5D}"/>
              </a:ext>
            </a:extLst>
          </p:cNvPr>
          <p:cNvSpPr txBox="1"/>
          <p:nvPr/>
        </p:nvSpPr>
        <p:spPr>
          <a:xfrm>
            <a:off x="5746753" y="667219"/>
            <a:ext cx="817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first</a:t>
            </a:r>
          </a:p>
        </p:txBody>
      </p: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D7FC0CC2-6A4A-0995-9D28-B02D333807B5}"/>
              </a:ext>
            </a:extLst>
          </p:cNvPr>
          <p:cNvCxnSpPr>
            <a:stCxn id="116" idx="3"/>
            <a:endCxn id="88" idx="1"/>
          </p:cNvCxnSpPr>
          <p:nvPr/>
        </p:nvCxnSpPr>
        <p:spPr>
          <a:xfrm>
            <a:off x="6564606" y="851885"/>
            <a:ext cx="384781" cy="606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6" name="TextBox 145">
            <a:extLst>
              <a:ext uri="{FF2B5EF4-FFF2-40B4-BE49-F238E27FC236}">
                <a16:creationId xmlns:a16="http://schemas.microsoft.com/office/drawing/2014/main" id="{80BD0F20-11FB-8AB7-0428-E0483914CBDA}"/>
              </a:ext>
            </a:extLst>
          </p:cNvPr>
          <p:cNvSpPr txBox="1"/>
          <p:nvPr/>
        </p:nvSpPr>
        <p:spPr>
          <a:xfrm>
            <a:off x="5390775" y="3500220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result</a:t>
            </a:r>
          </a:p>
        </p:txBody>
      </p:sp>
      <p:cxnSp>
        <p:nvCxnSpPr>
          <p:cNvPr id="147" name="Straight Arrow Connector 146">
            <a:extLst>
              <a:ext uri="{FF2B5EF4-FFF2-40B4-BE49-F238E27FC236}">
                <a16:creationId xmlns:a16="http://schemas.microsoft.com/office/drawing/2014/main" id="{4AD3007E-4D79-20FB-DE9E-873EDAF52E99}"/>
              </a:ext>
            </a:extLst>
          </p:cNvPr>
          <p:cNvCxnSpPr>
            <a:cxnSpLocks/>
            <a:stCxn id="146" idx="3"/>
          </p:cNvCxnSpPr>
          <p:nvPr/>
        </p:nvCxnSpPr>
        <p:spPr>
          <a:xfrm>
            <a:off x="6335264" y="3684886"/>
            <a:ext cx="523534" cy="1604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9" name="TextBox 148">
            <a:extLst>
              <a:ext uri="{FF2B5EF4-FFF2-40B4-BE49-F238E27FC236}">
                <a16:creationId xmlns:a16="http://schemas.microsoft.com/office/drawing/2014/main" id="{16B56E9E-A303-D7EE-54EC-8FE9E0EA7668}"/>
              </a:ext>
            </a:extLst>
          </p:cNvPr>
          <p:cNvSpPr txBox="1"/>
          <p:nvPr/>
        </p:nvSpPr>
        <p:spPr>
          <a:xfrm>
            <a:off x="961859" y="5189124"/>
            <a:ext cx="1451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new_result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150" name="Straight Arrow Connector 149">
            <a:extLst>
              <a:ext uri="{FF2B5EF4-FFF2-40B4-BE49-F238E27FC236}">
                <a16:creationId xmlns:a16="http://schemas.microsoft.com/office/drawing/2014/main" id="{C38CB085-A460-424F-1042-27D40C1F5D96}"/>
              </a:ext>
            </a:extLst>
          </p:cNvPr>
          <p:cNvCxnSpPr>
            <a:cxnSpLocks/>
            <a:stCxn id="149" idx="3"/>
          </p:cNvCxnSpPr>
          <p:nvPr/>
        </p:nvCxnSpPr>
        <p:spPr>
          <a:xfrm>
            <a:off x="2412897" y="5373790"/>
            <a:ext cx="55194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27E80966-5D6E-4289-FEEB-D19260624727}"/>
              </a:ext>
            </a:extLst>
          </p:cNvPr>
          <p:cNvSpPr txBox="1"/>
          <p:nvPr/>
        </p:nvSpPr>
        <p:spPr>
          <a:xfrm>
            <a:off x="6950697" y="3546386"/>
            <a:ext cx="6463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FF0000"/>
                </a:solidFill>
              </a:rPr>
              <a:t>??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E3A8250-70B7-DC6C-6EED-C9D99B6E9EF9}"/>
              </a:ext>
            </a:extLst>
          </p:cNvPr>
          <p:cNvSpPr txBox="1"/>
          <p:nvPr/>
        </p:nvSpPr>
        <p:spPr>
          <a:xfrm>
            <a:off x="3017290" y="5027512"/>
            <a:ext cx="6463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FF0000"/>
                </a:solidFill>
              </a:rPr>
              <a:t>??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25E20690-FD02-005D-4128-7D9859A4BB87}"/>
              </a:ext>
            </a:extLst>
          </p:cNvPr>
          <p:cNvSpPr txBox="1"/>
          <p:nvPr/>
        </p:nvSpPr>
        <p:spPr>
          <a:xfrm>
            <a:off x="5393184" y="4952815"/>
            <a:ext cx="2407694" cy="1477328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After calling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delete[]</a:t>
            </a:r>
            <a:r>
              <a:rPr lang="en-US" dirty="0"/>
              <a:t> twice,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result</a:t>
            </a:r>
            <a:r>
              <a:rPr lang="en-US" dirty="0"/>
              <a:t> and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new_result</a:t>
            </a:r>
            <a:r>
              <a:rPr lang="en-US" dirty="0"/>
              <a:t> are dangling pointers (so don’t use them!).</a:t>
            </a: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6C5BE95E-8418-7C39-2F0B-5437B933015F}"/>
              </a:ext>
            </a:extLst>
          </p:cNvPr>
          <p:cNvSpPr txBox="1"/>
          <p:nvPr/>
        </p:nvSpPr>
        <p:spPr>
          <a:xfrm>
            <a:off x="328894" y="1184157"/>
            <a:ext cx="5376793" cy="34163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CA" b="1" dirty="0">
                <a:latin typeface="Consolas" panose="020B0609020204030204" pitchFamily="49" charset="0"/>
                <a:cs typeface="Consolas" panose="020B0609020204030204" pitchFamily="49" charset="0"/>
              </a:rPr>
              <a:t>// ...</a:t>
            </a:r>
          </a:p>
          <a:p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char* </a:t>
            </a:r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result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= new char[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first_len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+ 1];</a:t>
            </a:r>
            <a:endParaRPr lang="en-CA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CA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b="1" dirty="0">
                <a:latin typeface="Consolas" panose="020B0609020204030204" pitchFamily="49" charset="0"/>
                <a:cs typeface="Consolas" panose="020B0609020204030204" pitchFamily="49" charset="0"/>
              </a:rPr>
              <a:t>// ...</a:t>
            </a:r>
          </a:p>
          <a:p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char* </a:t>
            </a:r>
            <a:r>
              <a:rPr lang="en-CA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new_result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= new char[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new_len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+ 1];</a:t>
            </a:r>
          </a:p>
          <a:p>
            <a:endParaRPr lang="en-CA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b="1" dirty="0">
                <a:latin typeface="Consolas" panose="020B0609020204030204" pitchFamily="49" charset="0"/>
                <a:cs typeface="Consolas" panose="020B0609020204030204" pitchFamily="49" charset="0"/>
              </a:rPr>
              <a:t>// ...</a:t>
            </a:r>
          </a:p>
          <a:p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delete[] </a:t>
            </a:r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result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delete[] </a:t>
            </a:r>
            <a:r>
              <a:rPr lang="en-CA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new_result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</p:txBody>
      </p:sp>
      <p:cxnSp>
        <p:nvCxnSpPr>
          <p:cNvPr id="154" name="Straight Arrow Connector 153">
            <a:extLst>
              <a:ext uri="{FF2B5EF4-FFF2-40B4-BE49-F238E27FC236}">
                <a16:creationId xmlns:a16="http://schemas.microsoft.com/office/drawing/2014/main" id="{7F2FE4D7-F8B6-72D4-8389-F8A9C2898731}"/>
              </a:ext>
            </a:extLst>
          </p:cNvPr>
          <p:cNvCxnSpPr>
            <a:cxnSpLocks/>
          </p:cNvCxnSpPr>
          <p:nvPr/>
        </p:nvCxnSpPr>
        <p:spPr>
          <a:xfrm flipV="1">
            <a:off x="7281261" y="4235014"/>
            <a:ext cx="0" cy="7178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Arrow Connector 154">
            <a:extLst>
              <a:ext uri="{FF2B5EF4-FFF2-40B4-BE49-F238E27FC236}">
                <a16:creationId xmlns:a16="http://schemas.microsoft.com/office/drawing/2014/main" id="{25554C3D-0690-D46E-55A9-879CD88B4A5F}"/>
              </a:ext>
            </a:extLst>
          </p:cNvPr>
          <p:cNvCxnSpPr>
            <a:cxnSpLocks/>
          </p:cNvCxnSpPr>
          <p:nvPr/>
        </p:nvCxnSpPr>
        <p:spPr>
          <a:xfrm flipH="1">
            <a:off x="3863935" y="5189124"/>
            <a:ext cx="152684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56305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824157-3116-204F-328E-16952BF18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Rectangle 150">
            <a:extLst>
              <a:ext uri="{FF2B5EF4-FFF2-40B4-BE49-F238E27FC236}">
                <a16:creationId xmlns:a16="http://schemas.microsoft.com/office/drawing/2014/main" id="{9B6887D1-19D3-96E9-7A3F-058340FD418C}"/>
              </a:ext>
            </a:extLst>
          </p:cNvPr>
          <p:cNvSpPr/>
          <p:nvPr/>
        </p:nvSpPr>
        <p:spPr>
          <a:xfrm>
            <a:off x="351750" y="3869552"/>
            <a:ext cx="2613090" cy="73092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5BED3D-E35C-E749-91AE-E38ED5174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06375"/>
            <a:ext cx="5583382" cy="1325563"/>
          </a:xfrm>
        </p:spPr>
        <p:txBody>
          <a:bodyPr/>
          <a:lstStyle/>
          <a:p>
            <a:r>
              <a:rPr lang="en-US" dirty="0"/>
              <a:t>C-strings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81905F9-50D5-C3A1-A51D-CC45BD95B09B}"/>
              </a:ext>
            </a:extLst>
          </p:cNvPr>
          <p:cNvGrpSpPr/>
          <p:nvPr/>
        </p:nvGrpSpPr>
        <p:grpSpPr>
          <a:xfrm>
            <a:off x="6942800" y="1914106"/>
            <a:ext cx="721581" cy="1034973"/>
            <a:chOff x="4441717" y="4154269"/>
            <a:chExt cx="944489" cy="1363365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E8BE9C7-7BC3-EB7D-86C8-235203011961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7B35D4B-879A-AE7E-7F36-F9C936F88D3C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▮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F9939A9-3AD9-10A6-97B7-B8F8E36EE09B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E0415D31-4557-1E09-5F54-0B60F36447A4}"/>
              </a:ext>
            </a:extLst>
          </p:cNvPr>
          <p:cNvGrpSpPr/>
          <p:nvPr/>
        </p:nvGrpSpPr>
        <p:grpSpPr>
          <a:xfrm>
            <a:off x="8437484" y="1914106"/>
            <a:ext cx="721581" cy="1034973"/>
            <a:chOff x="4441717" y="4154269"/>
            <a:chExt cx="944489" cy="1363365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AEA7F26-CC53-7859-1099-014464080ABA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852F684-48B1-7A18-BA71-DA36D10458C0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o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C252A9E-6248-4A2B-F630-763257C6C784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F8E888D-60FE-E6FA-5DF3-3515ADE5F725}"/>
              </a:ext>
            </a:extLst>
          </p:cNvPr>
          <p:cNvGrpSpPr/>
          <p:nvPr/>
        </p:nvGrpSpPr>
        <p:grpSpPr>
          <a:xfrm>
            <a:off x="7690142" y="1914106"/>
            <a:ext cx="721581" cy="1034973"/>
            <a:chOff x="4441717" y="4154269"/>
            <a:chExt cx="944489" cy="1363365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91F2BADE-A533-7077-729D-BB21FFD0ADA9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E049BF55-FF45-4387-AC93-CF8C33C83E0D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M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88CF984-22C2-4DAB-D315-C27B86386010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A56AD82-3506-E778-411D-00C2A0621409}"/>
              </a:ext>
            </a:extLst>
          </p:cNvPr>
          <p:cNvGrpSpPr/>
          <p:nvPr/>
        </p:nvGrpSpPr>
        <p:grpSpPr>
          <a:xfrm>
            <a:off x="9184826" y="1914105"/>
            <a:ext cx="721581" cy="1034973"/>
            <a:chOff x="4441717" y="4154269"/>
            <a:chExt cx="944489" cy="1363365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564E043A-16B7-012B-E5A4-7066D72B190C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0359DE0-FB66-9228-8480-D41DED6F62D9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o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228D2035-B86B-42AB-74A6-D6C5BE0CDE69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4B63849-72A4-04F8-9C15-0AC2C1ACC8C2}"/>
              </a:ext>
            </a:extLst>
          </p:cNvPr>
          <p:cNvGrpSpPr/>
          <p:nvPr/>
        </p:nvGrpSpPr>
        <p:grpSpPr>
          <a:xfrm>
            <a:off x="9932168" y="1914106"/>
            <a:ext cx="721581" cy="1034973"/>
            <a:chOff x="4441717" y="4154269"/>
            <a:chExt cx="944489" cy="1363365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BE27CD11-0FA6-3833-F057-C0F3BE9C1C1B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1F5030F0-29FA-8471-EA58-A3989F71F00F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n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55C0DE72-F025-A115-EC69-5C1BD0079BCE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22B76C35-612F-8996-00CA-82C21395B4CA}"/>
              </a:ext>
            </a:extLst>
          </p:cNvPr>
          <p:cNvGrpSpPr/>
          <p:nvPr/>
        </p:nvGrpSpPr>
        <p:grpSpPr>
          <a:xfrm>
            <a:off x="10679510" y="1914106"/>
            <a:ext cx="721581" cy="1034973"/>
            <a:chOff x="4441717" y="4154269"/>
            <a:chExt cx="944489" cy="1363365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1F63C627-D1DD-AAF1-829F-4C150DB34122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AA9CB752-C7E2-F6B9-BFC5-7C75C111D0EF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!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B48F5CC2-45D0-DF35-92BB-FFC531BA6CAF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5</a:t>
              </a: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3F3507A0-EF22-8677-46D0-13268DBF49E9}"/>
              </a:ext>
            </a:extLst>
          </p:cNvPr>
          <p:cNvSpPr txBox="1"/>
          <p:nvPr/>
        </p:nvSpPr>
        <p:spPr>
          <a:xfrm>
            <a:off x="5654623" y="1712852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second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F4EC234F-E508-DAA8-C7C2-05546D805927}"/>
              </a:ext>
            </a:extLst>
          </p:cNvPr>
          <p:cNvCxnSpPr>
            <a:cxnSpLocks/>
            <a:stCxn id="30" idx="3"/>
          </p:cNvCxnSpPr>
          <p:nvPr/>
        </p:nvCxnSpPr>
        <p:spPr>
          <a:xfrm>
            <a:off x="6599112" y="1897518"/>
            <a:ext cx="365731" cy="3131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2" name="Group 31">
            <a:extLst>
              <a:ext uri="{FF2B5EF4-FFF2-40B4-BE49-F238E27FC236}">
                <a16:creationId xmlns:a16="http://schemas.microsoft.com/office/drawing/2014/main" id="{0C7EBB5F-3971-2953-F357-0F7C25D40B0F}"/>
              </a:ext>
            </a:extLst>
          </p:cNvPr>
          <p:cNvGrpSpPr/>
          <p:nvPr/>
        </p:nvGrpSpPr>
        <p:grpSpPr>
          <a:xfrm>
            <a:off x="11426855" y="1915909"/>
            <a:ext cx="721581" cy="1034973"/>
            <a:chOff x="4441717" y="4154269"/>
            <a:chExt cx="944489" cy="1363365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7698C0E6-8FC2-16CC-878A-82FD2B992AF8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FBB04E4A-3999-8244-CB3A-7E8F06CE8D9D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85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\0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A4C09F75-046A-8872-2E05-FC58246F211C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5</a:t>
              </a:r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34778A10-6EA4-A2A9-2D21-78B4DC3E3318}"/>
              </a:ext>
            </a:extLst>
          </p:cNvPr>
          <p:cNvSpPr txBox="1"/>
          <p:nvPr/>
        </p:nvSpPr>
        <p:spPr>
          <a:xfrm>
            <a:off x="7064182" y="2804810"/>
            <a:ext cx="52290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space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E3B101F-3E32-597A-2FBE-5CA11EE034FC}"/>
              </a:ext>
            </a:extLst>
          </p:cNvPr>
          <p:cNvSpPr txBox="1"/>
          <p:nvPr/>
        </p:nvSpPr>
        <p:spPr>
          <a:xfrm>
            <a:off x="-5601303" y="0"/>
            <a:ext cx="2523023" cy="1477328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Back to the original program, we must finally remember to de-allocate the free store memory we used.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CD6C4FFE-6DEA-132F-CFD1-EFB3A75F2223}"/>
              </a:ext>
            </a:extLst>
          </p:cNvPr>
          <p:cNvGrpSpPr/>
          <p:nvPr/>
        </p:nvGrpSpPr>
        <p:grpSpPr>
          <a:xfrm>
            <a:off x="6949387" y="278576"/>
            <a:ext cx="4484577" cy="933170"/>
            <a:chOff x="5799357" y="2575684"/>
            <a:chExt cx="5869936" cy="1229260"/>
          </a:xfrm>
        </p:grpSpPr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63DE9CF2-2B3B-1214-B954-FF4588D14871}"/>
                </a:ext>
              </a:extLst>
            </p:cNvPr>
            <p:cNvGrpSpPr/>
            <p:nvPr/>
          </p:nvGrpSpPr>
          <p:grpSpPr>
            <a:xfrm>
              <a:off x="5799357" y="2575684"/>
              <a:ext cx="944489" cy="1229260"/>
              <a:chOff x="4441717" y="4154269"/>
              <a:chExt cx="944489" cy="1229260"/>
            </a:xfrm>
          </p:grpSpPr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00F3A144-0966-6476-12DF-FC26AB3A6DBD}"/>
                  </a:ext>
                </a:extLst>
              </p:cNvPr>
              <p:cNvSpPr/>
              <p:nvPr/>
            </p:nvSpPr>
            <p:spPr>
              <a:xfrm>
                <a:off x="4470570" y="4595253"/>
                <a:ext cx="915636" cy="788276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8D9900CB-B5F0-9449-7C8E-B4FC1C4BCA22}"/>
                  </a:ext>
                </a:extLst>
              </p:cNvPr>
              <p:cNvSpPr txBox="1"/>
              <p:nvPr/>
            </p:nvSpPr>
            <p:spPr>
              <a:xfrm>
                <a:off x="4441717" y="4666226"/>
                <a:ext cx="94448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H</a:t>
                </a:r>
              </a:p>
            </p:txBody>
          </p:sp>
          <p:sp>
            <p:nvSpPr>
              <p:cNvPr id="115" name="TextBox 114">
                <a:extLst>
                  <a:ext uri="{FF2B5EF4-FFF2-40B4-BE49-F238E27FC236}">
                    <a16:creationId xmlns:a16="http://schemas.microsoft.com/office/drawing/2014/main" id="{87CE0E7A-592C-E843-D441-32712569F577}"/>
                  </a:ext>
                </a:extLst>
              </p:cNvPr>
              <p:cNvSpPr txBox="1"/>
              <p:nvPr/>
            </p:nvSpPr>
            <p:spPr>
              <a:xfrm>
                <a:off x="4470571" y="4154269"/>
                <a:ext cx="91563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0</a:t>
                </a:r>
              </a:p>
            </p:txBody>
          </p:sp>
        </p:grp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E5692264-1360-9DA6-5B01-2FC3A674F4EF}"/>
                </a:ext>
              </a:extLst>
            </p:cNvPr>
            <p:cNvGrpSpPr/>
            <p:nvPr/>
          </p:nvGrpSpPr>
          <p:grpSpPr>
            <a:xfrm>
              <a:off x="7769535" y="2575684"/>
              <a:ext cx="944489" cy="1229260"/>
              <a:chOff x="4441717" y="4154269"/>
              <a:chExt cx="944489" cy="1229260"/>
            </a:xfrm>
          </p:grpSpPr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5AA596BD-B773-D28A-42E2-B23A55405953}"/>
                  </a:ext>
                </a:extLst>
              </p:cNvPr>
              <p:cNvSpPr/>
              <p:nvPr/>
            </p:nvSpPr>
            <p:spPr>
              <a:xfrm>
                <a:off x="4470570" y="4595253"/>
                <a:ext cx="915636" cy="788276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314F7364-92FE-C4AE-1181-1B0315B588F5}"/>
                  </a:ext>
                </a:extLst>
              </p:cNvPr>
              <p:cNvSpPr txBox="1"/>
              <p:nvPr/>
            </p:nvSpPr>
            <p:spPr>
              <a:xfrm>
                <a:off x="4441717" y="4666226"/>
                <a:ext cx="94448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l</a:t>
                </a:r>
              </a:p>
            </p:txBody>
          </p:sp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21AF7A21-4CC4-2C9A-EC32-D77F395F7986}"/>
                  </a:ext>
                </a:extLst>
              </p:cNvPr>
              <p:cNvSpPr txBox="1"/>
              <p:nvPr/>
            </p:nvSpPr>
            <p:spPr>
              <a:xfrm>
                <a:off x="4470571" y="4154269"/>
                <a:ext cx="91563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2</a:t>
                </a:r>
              </a:p>
            </p:txBody>
          </p:sp>
        </p:grp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28206FB9-221C-DC22-B056-404BF9097F0A}"/>
                </a:ext>
              </a:extLst>
            </p:cNvPr>
            <p:cNvGrpSpPr/>
            <p:nvPr/>
          </p:nvGrpSpPr>
          <p:grpSpPr>
            <a:xfrm>
              <a:off x="6784446" y="2575684"/>
              <a:ext cx="944489" cy="1229260"/>
              <a:chOff x="4441717" y="4154269"/>
              <a:chExt cx="944489" cy="1229260"/>
            </a:xfrm>
          </p:grpSpPr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C789C0D0-292F-055E-5FEC-2C097D8211E1}"/>
                  </a:ext>
                </a:extLst>
              </p:cNvPr>
              <p:cNvSpPr/>
              <p:nvPr/>
            </p:nvSpPr>
            <p:spPr>
              <a:xfrm>
                <a:off x="4470570" y="4595253"/>
                <a:ext cx="915636" cy="788276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229A8C32-A283-630F-7685-B2C5620490AC}"/>
                  </a:ext>
                </a:extLst>
              </p:cNvPr>
              <p:cNvSpPr txBox="1"/>
              <p:nvPr/>
            </p:nvSpPr>
            <p:spPr>
              <a:xfrm>
                <a:off x="4441717" y="4666226"/>
                <a:ext cx="94448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e</a:t>
                </a:r>
              </a:p>
            </p:txBody>
          </p: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94FD6825-40D9-412D-1273-086292AF2364}"/>
                  </a:ext>
                </a:extLst>
              </p:cNvPr>
              <p:cNvSpPr txBox="1"/>
              <p:nvPr/>
            </p:nvSpPr>
            <p:spPr>
              <a:xfrm>
                <a:off x="4470571" y="4154269"/>
                <a:ext cx="91563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</a:t>
                </a:r>
              </a:p>
            </p:txBody>
          </p:sp>
        </p:grp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5F82F14A-924A-7949-AF39-8EE5A306CC3A}"/>
                </a:ext>
              </a:extLst>
            </p:cNvPr>
            <p:cNvGrpSpPr/>
            <p:nvPr/>
          </p:nvGrpSpPr>
          <p:grpSpPr>
            <a:xfrm>
              <a:off x="8754624" y="2575684"/>
              <a:ext cx="944489" cy="1229260"/>
              <a:chOff x="4441717" y="4154269"/>
              <a:chExt cx="944489" cy="1229260"/>
            </a:xfrm>
          </p:grpSpPr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9A19758A-07E0-7B1D-C9F6-4C190D162B33}"/>
                  </a:ext>
                </a:extLst>
              </p:cNvPr>
              <p:cNvSpPr/>
              <p:nvPr/>
            </p:nvSpPr>
            <p:spPr>
              <a:xfrm>
                <a:off x="4470570" y="4595253"/>
                <a:ext cx="915636" cy="788276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DF236BD1-5D08-1840-26A6-632B332CF01A}"/>
                  </a:ext>
                </a:extLst>
              </p:cNvPr>
              <p:cNvSpPr txBox="1"/>
              <p:nvPr/>
            </p:nvSpPr>
            <p:spPr>
              <a:xfrm>
                <a:off x="4441717" y="4666226"/>
                <a:ext cx="94448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l</a:t>
                </a:r>
              </a:p>
            </p:txBody>
          </p: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67338875-E79F-6C09-E653-D3984064FE66}"/>
                  </a:ext>
                </a:extLst>
              </p:cNvPr>
              <p:cNvSpPr txBox="1"/>
              <p:nvPr/>
            </p:nvSpPr>
            <p:spPr>
              <a:xfrm>
                <a:off x="4470571" y="4154269"/>
                <a:ext cx="91563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3</a:t>
                </a:r>
              </a:p>
            </p:txBody>
          </p:sp>
        </p:grp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45A6DBEE-7E99-FF19-6A3F-66F7A21AEAB2}"/>
                </a:ext>
              </a:extLst>
            </p:cNvPr>
            <p:cNvGrpSpPr/>
            <p:nvPr/>
          </p:nvGrpSpPr>
          <p:grpSpPr>
            <a:xfrm>
              <a:off x="9739713" y="2575684"/>
              <a:ext cx="944489" cy="1229260"/>
              <a:chOff x="4441717" y="4154269"/>
              <a:chExt cx="944489" cy="1229260"/>
            </a:xfrm>
          </p:grpSpPr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1DC9373A-CE7E-552B-04E2-D8444488A18E}"/>
                  </a:ext>
                </a:extLst>
              </p:cNvPr>
              <p:cNvSpPr/>
              <p:nvPr/>
            </p:nvSpPr>
            <p:spPr>
              <a:xfrm>
                <a:off x="4470570" y="4595253"/>
                <a:ext cx="915636" cy="788276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3D564471-4902-B489-0A35-4B52BCC1BF56}"/>
                  </a:ext>
                </a:extLst>
              </p:cNvPr>
              <p:cNvSpPr txBox="1"/>
              <p:nvPr/>
            </p:nvSpPr>
            <p:spPr>
              <a:xfrm>
                <a:off x="4441717" y="4666226"/>
                <a:ext cx="94448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o</a:t>
                </a:r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2DD1E0B3-E266-7906-2461-0E6A2F29C77C}"/>
                  </a:ext>
                </a:extLst>
              </p:cNvPr>
              <p:cNvSpPr txBox="1"/>
              <p:nvPr/>
            </p:nvSpPr>
            <p:spPr>
              <a:xfrm>
                <a:off x="4470571" y="4154269"/>
                <a:ext cx="91563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4</a:t>
                </a:r>
              </a:p>
            </p:txBody>
          </p:sp>
        </p:grp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B9783A82-7106-AA71-DED0-8717111F8C7E}"/>
                </a:ext>
              </a:extLst>
            </p:cNvPr>
            <p:cNvGrpSpPr/>
            <p:nvPr/>
          </p:nvGrpSpPr>
          <p:grpSpPr>
            <a:xfrm>
              <a:off x="10724804" y="2575684"/>
              <a:ext cx="944489" cy="1229260"/>
              <a:chOff x="4441717" y="4154269"/>
              <a:chExt cx="944489" cy="1229260"/>
            </a:xfrm>
          </p:grpSpPr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715BA3CA-5A37-822E-A5FB-E80D2AA6240A}"/>
                  </a:ext>
                </a:extLst>
              </p:cNvPr>
              <p:cNvSpPr/>
              <p:nvPr/>
            </p:nvSpPr>
            <p:spPr>
              <a:xfrm>
                <a:off x="4470570" y="4595253"/>
                <a:ext cx="915636" cy="788276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7B81F9F5-8B50-02BF-26DE-1E31D95A3A96}"/>
                  </a:ext>
                </a:extLst>
              </p:cNvPr>
              <p:cNvSpPr txBox="1"/>
              <p:nvPr/>
            </p:nvSpPr>
            <p:spPr>
              <a:xfrm>
                <a:off x="4441717" y="4666226"/>
                <a:ext cx="94448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\0</a:t>
                </a:r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0736A32F-5A4F-090A-4A66-66DDB0946F4F}"/>
                  </a:ext>
                </a:extLst>
              </p:cNvPr>
              <p:cNvSpPr txBox="1"/>
              <p:nvPr/>
            </p:nvSpPr>
            <p:spPr>
              <a:xfrm>
                <a:off x="4470571" y="4154269"/>
                <a:ext cx="91563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5</a:t>
                </a:r>
              </a:p>
            </p:txBody>
          </p:sp>
        </p:grpSp>
      </p:grpSp>
      <p:sp>
        <p:nvSpPr>
          <p:cNvPr id="116" name="TextBox 115">
            <a:extLst>
              <a:ext uri="{FF2B5EF4-FFF2-40B4-BE49-F238E27FC236}">
                <a16:creationId xmlns:a16="http://schemas.microsoft.com/office/drawing/2014/main" id="{1D0008FA-8E5B-EAEC-155C-5A1E2C7F884D}"/>
              </a:ext>
            </a:extLst>
          </p:cNvPr>
          <p:cNvSpPr txBox="1"/>
          <p:nvPr/>
        </p:nvSpPr>
        <p:spPr>
          <a:xfrm>
            <a:off x="5746753" y="667219"/>
            <a:ext cx="817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first</a:t>
            </a:r>
          </a:p>
        </p:txBody>
      </p: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9E07030E-4835-C578-9C43-E2F7F7113877}"/>
              </a:ext>
            </a:extLst>
          </p:cNvPr>
          <p:cNvCxnSpPr>
            <a:stCxn id="116" idx="3"/>
            <a:endCxn id="88" idx="1"/>
          </p:cNvCxnSpPr>
          <p:nvPr/>
        </p:nvCxnSpPr>
        <p:spPr>
          <a:xfrm>
            <a:off x="6564606" y="851885"/>
            <a:ext cx="384781" cy="606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6" name="TextBox 145">
            <a:extLst>
              <a:ext uri="{FF2B5EF4-FFF2-40B4-BE49-F238E27FC236}">
                <a16:creationId xmlns:a16="http://schemas.microsoft.com/office/drawing/2014/main" id="{15BA7E3F-01AF-FE34-9C32-C85143CF35E0}"/>
              </a:ext>
            </a:extLst>
          </p:cNvPr>
          <p:cNvSpPr txBox="1"/>
          <p:nvPr/>
        </p:nvSpPr>
        <p:spPr>
          <a:xfrm>
            <a:off x="5390775" y="3500220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result</a:t>
            </a:r>
          </a:p>
        </p:txBody>
      </p:sp>
      <p:cxnSp>
        <p:nvCxnSpPr>
          <p:cNvPr id="147" name="Straight Arrow Connector 146">
            <a:extLst>
              <a:ext uri="{FF2B5EF4-FFF2-40B4-BE49-F238E27FC236}">
                <a16:creationId xmlns:a16="http://schemas.microsoft.com/office/drawing/2014/main" id="{48CB8708-3CD8-80F7-2438-1C1F8AF40803}"/>
              </a:ext>
            </a:extLst>
          </p:cNvPr>
          <p:cNvCxnSpPr>
            <a:cxnSpLocks/>
            <a:stCxn id="146" idx="3"/>
          </p:cNvCxnSpPr>
          <p:nvPr/>
        </p:nvCxnSpPr>
        <p:spPr>
          <a:xfrm>
            <a:off x="6335264" y="3684886"/>
            <a:ext cx="523534" cy="1604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9" name="TextBox 148">
            <a:extLst>
              <a:ext uri="{FF2B5EF4-FFF2-40B4-BE49-F238E27FC236}">
                <a16:creationId xmlns:a16="http://schemas.microsoft.com/office/drawing/2014/main" id="{5CF34008-0291-2489-DCC5-CFA5E47F7D5D}"/>
              </a:ext>
            </a:extLst>
          </p:cNvPr>
          <p:cNvSpPr txBox="1"/>
          <p:nvPr/>
        </p:nvSpPr>
        <p:spPr>
          <a:xfrm>
            <a:off x="961859" y="5189124"/>
            <a:ext cx="1451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new_result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150" name="Straight Arrow Connector 149">
            <a:extLst>
              <a:ext uri="{FF2B5EF4-FFF2-40B4-BE49-F238E27FC236}">
                <a16:creationId xmlns:a16="http://schemas.microsoft.com/office/drawing/2014/main" id="{13799130-99A1-7E57-4638-5B4C48091285}"/>
              </a:ext>
            </a:extLst>
          </p:cNvPr>
          <p:cNvCxnSpPr>
            <a:cxnSpLocks/>
            <a:stCxn id="149" idx="3"/>
          </p:cNvCxnSpPr>
          <p:nvPr/>
        </p:nvCxnSpPr>
        <p:spPr>
          <a:xfrm>
            <a:off x="2412897" y="5373790"/>
            <a:ext cx="55194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BFF3E54F-1BF4-C1D9-3BBB-91384FE9F482}"/>
              </a:ext>
            </a:extLst>
          </p:cNvPr>
          <p:cNvSpPr txBox="1"/>
          <p:nvPr/>
        </p:nvSpPr>
        <p:spPr>
          <a:xfrm>
            <a:off x="6950697" y="3546386"/>
            <a:ext cx="6463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FF0000"/>
                </a:solidFill>
              </a:rPr>
              <a:t>??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10F8C48-5837-CDC3-C937-904C907E5FA7}"/>
              </a:ext>
            </a:extLst>
          </p:cNvPr>
          <p:cNvSpPr txBox="1"/>
          <p:nvPr/>
        </p:nvSpPr>
        <p:spPr>
          <a:xfrm>
            <a:off x="3017290" y="5027512"/>
            <a:ext cx="6463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FF0000"/>
                </a:solidFill>
              </a:rPr>
              <a:t>??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C39D12E9-FCA0-B994-173F-FA10A95C0436}"/>
              </a:ext>
            </a:extLst>
          </p:cNvPr>
          <p:cNvSpPr txBox="1"/>
          <p:nvPr/>
        </p:nvSpPr>
        <p:spPr>
          <a:xfrm>
            <a:off x="8842038" y="3660513"/>
            <a:ext cx="3137154" cy="2031325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first</a:t>
            </a:r>
            <a:r>
              <a:rPr lang="en-US" dirty="0">
                <a:cs typeface="Consolas" panose="020B0609020204030204" pitchFamily="49" charset="0"/>
              </a:rPr>
              <a:t> and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second</a:t>
            </a:r>
            <a:r>
              <a:rPr lang="en-US" dirty="0">
                <a:cs typeface="Consolas" panose="020B0609020204030204" pitchFamily="49" charset="0"/>
              </a:rPr>
              <a:t> are still allocated. We don’t call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delete[]</a:t>
            </a:r>
            <a:r>
              <a:rPr lang="en-US" dirty="0">
                <a:cs typeface="Consolas" panose="020B0609020204030204" pitchFamily="49" charset="0"/>
              </a:rPr>
              <a:t> on them because they are local, and </a:t>
            </a:r>
            <a:r>
              <a:rPr lang="en-US" i="1" dirty="0">
                <a:cs typeface="Consolas" panose="020B0609020204030204" pitchFamily="49" charset="0"/>
              </a:rPr>
              <a:t>not</a:t>
            </a:r>
            <a:r>
              <a:rPr lang="en-US" dirty="0">
                <a:cs typeface="Consolas" panose="020B0609020204030204" pitchFamily="49" charset="0"/>
              </a:rPr>
              <a:t> allocated with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new</a:t>
            </a:r>
            <a:r>
              <a:rPr lang="en-US" dirty="0">
                <a:cs typeface="Consolas" panose="020B0609020204030204" pitchFamily="49" charset="0"/>
              </a:rPr>
              <a:t>. They are automatically de-allocated when the function ends.</a:t>
            </a:r>
            <a:endParaRPr lang="en-US" dirty="0"/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EBCE747A-2D31-8621-0A20-8286BFD77E30}"/>
              </a:ext>
            </a:extLst>
          </p:cNvPr>
          <p:cNvSpPr txBox="1"/>
          <p:nvPr/>
        </p:nvSpPr>
        <p:spPr>
          <a:xfrm>
            <a:off x="328894" y="1184157"/>
            <a:ext cx="5376793" cy="34163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CA" b="1" dirty="0">
                <a:latin typeface="Consolas" panose="020B0609020204030204" pitchFamily="49" charset="0"/>
                <a:cs typeface="Consolas" panose="020B0609020204030204" pitchFamily="49" charset="0"/>
              </a:rPr>
              <a:t>// ...</a:t>
            </a:r>
          </a:p>
          <a:p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char* </a:t>
            </a:r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result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= new char[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first_len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+ 1];</a:t>
            </a:r>
            <a:endParaRPr lang="en-CA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CA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b="1" dirty="0">
                <a:latin typeface="Consolas" panose="020B0609020204030204" pitchFamily="49" charset="0"/>
                <a:cs typeface="Consolas" panose="020B0609020204030204" pitchFamily="49" charset="0"/>
              </a:rPr>
              <a:t>// ...</a:t>
            </a:r>
          </a:p>
          <a:p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char* </a:t>
            </a:r>
            <a:r>
              <a:rPr lang="en-CA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new_result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= new char[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new_len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+ 1];</a:t>
            </a:r>
          </a:p>
          <a:p>
            <a:endParaRPr lang="en-CA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b="1" dirty="0">
                <a:latin typeface="Consolas" panose="020B0609020204030204" pitchFamily="49" charset="0"/>
                <a:cs typeface="Consolas" panose="020B0609020204030204" pitchFamily="49" charset="0"/>
              </a:rPr>
              <a:t>// ...</a:t>
            </a:r>
          </a:p>
          <a:p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delete[] </a:t>
            </a:r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result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delete[] </a:t>
            </a:r>
            <a:r>
              <a:rPr lang="en-CA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new_result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18411215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7A3B59-402B-71D7-D172-229BD3F321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38453-EB1F-0A77-EDD4-1599534135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C-Strings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68971A-73F8-C7FD-2530-6D2BE62945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If you think this is a lot of work to copy and append strings, you are not alone!</a:t>
            </a:r>
          </a:p>
          <a:p>
            <a:r>
              <a:rPr lang="en-US" dirty="0"/>
              <a:t>C++’s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string</a:t>
            </a:r>
            <a:r>
              <a:rPr lang="en-US" dirty="0"/>
              <a:t> class was designed specifically to make dealing with strings easier</a:t>
            </a:r>
          </a:p>
          <a:p>
            <a:r>
              <a:rPr lang="en-US" dirty="0"/>
              <a:t>Here’s code that does the same thing in C++ …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733966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A7CB5D-0D14-CD48-5D13-FE3C373EA6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A8CE9-6D96-4AF2-75ED-422F29ACA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C++ Strings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BAB063-AE88-07AD-034E-CD31DD46F0DA}"/>
              </a:ext>
            </a:extLst>
          </p:cNvPr>
          <p:cNvSpPr txBox="1"/>
          <p:nvPr/>
        </p:nvSpPr>
        <p:spPr>
          <a:xfrm>
            <a:off x="5923722" y="751344"/>
            <a:ext cx="4996881" cy="53553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#include &lt;iostream&gt;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#include &lt;string&gt;</a:t>
            </a:r>
          </a:p>
          <a:p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using namespace </a:t>
            </a:r>
            <a:r>
              <a:rPr lang="en-CA" u="sng" dirty="0">
                <a:latin typeface="Consolas" panose="020B0609020204030204" pitchFamily="49" charset="0"/>
                <a:cs typeface="Consolas" panose="020B0609020204030204" pitchFamily="49" charset="0"/>
              </a:rPr>
              <a:t>std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int main()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string first = "Hello";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string second = " World!";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&lt;&lt; first &lt;&lt; "\n";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&lt;&lt; second &lt;&lt; "\n";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string result = first;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&lt;&lt; result &lt;&lt; "\n";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string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new_result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= result + second;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&lt;&lt;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new_result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&lt;&lt; "\n";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EE3F27-BCAA-F4BB-1465-9CC0ECA00CA7}"/>
              </a:ext>
            </a:extLst>
          </p:cNvPr>
          <p:cNvSpPr txBox="1"/>
          <p:nvPr/>
        </p:nvSpPr>
        <p:spPr>
          <a:xfrm>
            <a:off x="2008424" y="2618181"/>
            <a:ext cx="2745074" cy="1477328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The C++ code is shorter, simpler, and easier to read. All the memory-handling is automatically done by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string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2719317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F0B3FE-B1B5-DB03-CD52-7CFC54B3A9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B201F1-F61A-FAFE-246D-250DD8ED6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C++ Strings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66B98D-1521-A3E6-91B3-5BFD2EF332D5}"/>
              </a:ext>
            </a:extLst>
          </p:cNvPr>
          <p:cNvSpPr txBox="1"/>
          <p:nvPr/>
        </p:nvSpPr>
        <p:spPr>
          <a:xfrm>
            <a:off x="5923722" y="751344"/>
            <a:ext cx="4996881" cy="53553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#include &lt;iostream&gt;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#include &lt;string&gt;</a:t>
            </a:r>
          </a:p>
          <a:p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using namespace </a:t>
            </a:r>
            <a:r>
              <a:rPr lang="en-CA" u="sng" dirty="0">
                <a:latin typeface="Consolas" panose="020B0609020204030204" pitchFamily="49" charset="0"/>
                <a:cs typeface="Consolas" panose="020B0609020204030204" pitchFamily="49" charset="0"/>
              </a:rPr>
              <a:t>std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int main()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string first = "Hello";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string second = " World!";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&lt;&lt; first &lt;&lt; "\n";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&lt;&lt; second &lt;&lt; "\n";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string result = first;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&lt;&lt; result &lt;&lt; "\n";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string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new_result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= result + second;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&lt;&lt;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new_result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&lt;&lt; "\n";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457281-D208-6D90-BEBA-C4D09579DF08}"/>
              </a:ext>
            </a:extLst>
          </p:cNvPr>
          <p:cNvSpPr txBox="1"/>
          <p:nvPr/>
        </p:nvSpPr>
        <p:spPr>
          <a:xfrm>
            <a:off x="9515781" y="527782"/>
            <a:ext cx="2331663" cy="1477328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C++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string</a:t>
            </a:r>
            <a:r>
              <a:rPr lang="en-US" dirty="0"/>
              <a:t> is a library. You can use C-strings if you prefer (?!), or write your own custom string class. 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A6ECC2DC-89C6-DB39-F9B3-852DDC6F63C1}"/>
              </a:ext>
            </a:extLst>
          </p:cNvPr>
          <p:cNvCxnSpPr>
            <a:cxnSpLocks/>
          </p:cNvCxnSpPr>
          <p:nvPr/>
        </p:nvCxnSpPr>
        <p:spPr>
          <a:xfrm flipH="1">
            <a:off x="8179904" y="1242391"/>
            <a:ext cx="131196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020CC33B-1F05-8C02-C479-D205B9EF3E55}"/>
              </a:ext>
            </a:extLst>
          </p:cNvPr>
          <p:cNvSpPr txBox="1"/>
          <p:nvPr/>
        </p:nvSpPr>
        <p:spPr>
          <a:xfrm>
            <a:off x="2008424" y="2618181"/>
            <a:ext cx="2745074" cy="1477328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The C++ code is shorter, simpler, and easier to read. All the memory-handling is automatically done by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string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3800383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D343ED-B187-6B7D-874C-6966031EFF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Making Our Own String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AA42A6-EEAB-BCF3-F090-DFDE9CAB09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Lets write our own string-like library</a:t>
            </a:r>
          </a:p>
          <a:p>
            <a:r>
              <a:rPr lang="en-US" dirty="0"/>
              <a:t>It won’t be as feature-rich as C++ strings, but it will</a:t>
            </a:r>
          </a:p>
          <a:p>
            <a:pPr lvl="1"/>
            <a:r>
              <a:rPr lang="en-US" dirty="0"/>
              <a:t>Store both the characters and their length (no more \0!)</a:t>
            </a:r>
          </a:p>
          <a:p>
            <a:pPr lvl="1"/>
            <a:r>
              <a:rPr lang="en-US" dirty="0"/>
              <a:t>Automatically allocate memory when copying, and appending.</a:t>
            </a:r>
          </a:p>
          <a:p>
            <a:pPr lvl="1"/>
            <a:r>
              <a:rPr lang="en-US" dirty="0"/>
              <a:t>Slightly simpler (but not great) de-allocation.</a:t>
            </a:r>
          </a:p>
          <a:p>
            <a:r>
              <a:rPr lang="en-US" dirty="0"/>
              <a:t>We’ll call our string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StringBuffer</a:t>
            </a:r>
            <a:endParaRPr lang="en-US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US" b="1" dirty="0"/>
              <a:t>Buffer</a:t>
            </a:r>
            <a:r>
              <a:rPr lang="en-US" dirty="0"/>
              <a:t> is a generic name for a region of memory often used in low-level programming like this</a:t>
            </a:r>
          </a:p>
          <a:p>
            <a:r>
              <a:rPr lang="en-US" dirty="0"/>
              <a:t>See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StringBuffer.cpp</a:t>
            </a:r>
            <a:r>
              <a:rPr lang="en-US" dirty="0"/>
              <a:t> in notes …</a:t>
            </a:r>
          </a:p>
        </p:txBody>
      </p:sp>
    </p:spTree>
    <p:extLst>
      <p:ext uri="{BB962C8B-B14F-4D97-AF65-F5344CB8AC3E}">
        <p14:creationId xmlns:p14="http://schemas.microsoft.com/office/powerpoint/2010/main" val="37946507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5201</TotalTime>
  <Words>4542</Words>
  <Application>Microsoft Macintosh PowerPoint</Application>
  <PresentationFormat>Widescreen</PresentationFormat>
  <Paragraphs>1614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7" baseType="lpstr">
      <vt:lpstr>Aptos</vt:lpstr>
      <vt:lpstr>Aptos Display</vt:lpstr>
      <vt:lpstr>Arial</vt:lpstr>
      <vt:lpstr>Consolas</vt:lpstr>
      <vt:lpstr>Office Theme</vt:lpstr>
      <vt:lpstr>C-Strings</vt:lpstr>
      <vt:lpstr>C-strings</vt:lpstr>
      <vt:lpstr>C-strings</vt:lpstr>
      <vt:lpstr>C-strings</vt:lpstr>
      <vt:lpstr>C-strings</vt:lpstr>
      <vt:lpstr>C-strings</vt:lpstr>
      <vt:lpstr>C-strings</vt:lpstr>
      <vt:lpstr>C-strings</vt:lpstr>
      <vt:lpstr>C-strings</vt:lpstr>
      <vt:lpstr>C-strings</vt:lpstr>
      <vt:lpstr>C-strings</vt:lpstr>
      <vt:lpstr>C-strings</vt:lpstr>
      <vt:lpstr>C-strings</vt:lpstr>
      <vt:lpstr>C-strings</vt:lpstr>
      <vt:lpstr>C-strings</vt:lpstr>
      <vt:lpstr>C-strings</vt:lpstr>
      <vt:lpstr>C-strings</vt:lpstr>
      <vt:lpstr>C-strings</vt:lpstr>
      <vt:lpstr>C-strings</vt:lpstr>
      <vt:lpstr>C-strings</vt:lpstr>
      <vt:lpstr>C-strings</vt:lpstr>
      <vt:lpstr>C-strings</vt:lpstr>
      <vt:lpstr>C-strings</vt:lpstr>
      <vt:lpstr>C-strings</vt:lpstr>
      <vt:lpstr>C-strings</vt:lpstr>
      <vt:lpstr>C-strings</vt:lpstr>
      <vt:lpstr>C-strings</vt:lpstr>
      <vt:lpstr>C-strings</vt:lpstr>
      <vt:lpstr>C-Strings</vt:lpstr>
      <vt:lpstr>C++ Strings</vt:lpstr>
      <vt:lpstr>C++ Strings</vt:lpstr>
      <vt:lpstr>Making Our Own String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Toby Donaldson</dc:creator>
  <cp:lastModifiedBy>Toby Donaldson</cp:lastModifiedBy>
  <cp:revision>1</cp:revision>
  <dcterms:created xsi:type="dcterms:W3CDTF">2026-01-03T19:29:34Z</dcterms:created>
  <dcterms:modified xsi:type="dcterms:W3CDTF">2026-01-26T00:27:07Z</dcterms:modified>
</cp:coreProperties>
</file>