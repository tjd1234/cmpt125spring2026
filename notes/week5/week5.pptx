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334" r:id="rId2"/>
    <p:sldId id="346" r:id="rId3"/>
    <p:sldId id="354" r:id="rId4"/>
    <p:sldId id="355" r:id="rId5"/>
    <p:sldId id="356" r:id="rId6"/>
    <p:sldId id="348" r:id="rId7"/>
    <p:sldId id="349" r:id="rId8"/>
    <p:sldId id="357" r:id="rId9"/>
    <p:sldId id="350" r:id="rId10"/>
    <p:sldId id="351" r:id="rId11"/>
    <p:sldId id="358" r:id="rId12"/>
    <p:sldId id="359" r:id="rId13"/>
    <p:sldId id="352" r:id="rId14"/>
    <p:sldId id="360" r:id="rId15"/>
    <p:sldId id="353" r:id="rId16"/>
    <p:sldId id="383" r:id="rId17"/>
    <p:sldId id="384" r:id="rId18"/>
    <p:sldId id="362" r:id="rId19"/>
    <p:sldId id="363" r:id="rId20"/>
    <p:sldId id="364" r:id="rId21"/>
    <p:sldId id="365" r:id="rId22"/>
    <p:sldId id="366" r:id="rId23"/>
    <p:sldId id="367" r:id="rId24"/>
    <p:sldId id="368" r:id="rId25"/>
    <p:sldId id="369" r:id="rId26"/>
    <p:sldId id="371" r:id="rId27"/>
    <p:sldId id="372" r:id="rId28"/>
    <p:sldId id="373" r:id="rId29"/>
    <p:sldId id="376" r:id="rId30"/>
    <p:sldId id="374" r:id="rId31"/>
    <p:sldId id="375" r:id="rId32"/>
    <p:sldId id="377" r:id="rId33"/>
    <p:sldId id="378" r:id="rId34"/>
    <p:sldId id="379" r:id="rId35"/>
    <p:sldId id="380" r:id="rId36"/>
    <p:sldId id="381" r:id="rId37"/>
    <p:sldId id="382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F978069-6C0C-354F-B500-2D1FCB052D85}">
          <p14:sldIdLst>
            <p14:sldId id="334"/>
            <p14:sldId id="346"/>
            <p14:sldId id="354"/>
            <p14:sldId id="355"/>
            <p14:sldId id="356"/>
            <p14:sldId id="348"/>
            <p14:sldId id="349"/>
            <p14:sldId id="357"/>
            <p14:sldId id="350"/>
            <p14:sldId id="351"/>
            <p14:sldId id="358"/>
            <p14:sldId id="359"/>
            <p14:sldId id="352"/>
            <p14:sldId id="360"/>
            <p14:sldId id="353"/>
          </p14:sldIdLst>
        </p14:section>
        <p14:section name="Comparing Strings" id="{6CEE347D-7DFB-0F49-9808-61596FFC2954}">
          <p14:sldIdLst>
            <p14:sldId id="383"/>
            <p14:sldId id="384"/>
          </p14:sldIdLst>
        </p14:section>
        <p14:section name="OOP example: point" id="{DEC473E5-4A53-C94F-9C26-FB38B40BCCBA}">
          <p14:sldIdLst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</p14:sldIdLst>
        </p14:section>
        <p14:section name="OOP example: Segment" id="{177F0D67-FFFE-324B-96DB-600ED5989434}">
          <p14:sldIdLst>
            <p14:sldId id="371"/>
            <p14:sldId id="372"/>
            <p14:sldId id="373"/>
            <p14:sldId id="376"/>
            <p14:sldId id="374"/>
            <p14:sldId id="375"/>
            <p14:sldId id="377"/>
            <p14:sldId id="378"/>
            <p14:sldId id="379"/>
            <p14:sldId id="380"/>
            <p14:sldId id="381"/>
            <p14:sldId id="3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A2B773-C530-684B-BED7-41E44C36EABE}" v="1" dt="2026-02-04T21:13:19.500"/>
    <p1510:client id="{ED909D2C-6CEE-DF41-A2B1-994876E71ACE}" v="92" dt="2026-02-04T00:17:50.6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/>
    <p:restoredTop sz="96327"/>
  </p:normalViewPr>
  <p:slideViewPr>
    <p:cSldViewPr snapToGrid="0">
      <p:cViewPr varScale="1">
        <p:scale>
          <a:sx n="128" d="100"/>
          <a:sy n="128" d="100"/>
        </p:scale>
        <p:origin x="5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delSection modSection">
      <pc:chgData name="Toby Donaldson" userId="2e6e5431-bb17-4c41-9985-d39c50d83c73" providerId="ADAL" clId="{F31BC264-820E-54C4-A6D1-F92AF9CC222E}" dt="2026-02-04T21:13:19.497" v="10078"/>
      <pc:docMkLst>
        <pc:docMk/>
      </pc:docMkLst>
      <pc:sldChg chg="modSp new mod ord">
        <pc:chgData name="Toby Donaldson" userId="2e6e5431-bb17-4c41-9985-d39c50d83c73" providerId="ADAL" clId="{F31BC264-820E-54C4-A6D1-F92AF9CC222E}" dt="2026-02-02T07:34:50.789" v="4730" actId="20577"/>
        <pc:sldMkLst>
          <pc:docMk/>
          <pc:sldMk cId="1204002011" sldId="334"/>
        </pc:sldMkLst>
        <pc:spChg chg="mod">
          <ac:chgData name="Toby Donaldson" userId="2e6e5431-bb17-4c41-9985-d39c50d83c73" providerId="ADAL" clId="{F31BC264-820E-54C4-A6D1-F92AF9CC222E}" dt="2026-01-26T20:25:44.719" v="4525" actId="20577"/>
          <ac:spMkLst>
            <pc:docMk/>
            <pc:sldMk cId="1204002011" sldId="334"/>
            <ac:spMk id="2" creationId="{3493BF41-18BE-EC4A-C9CE-6B29C2A143A9}"/>
          </ac:spMkLst>
        </pc:spChg>
        <pc:spChg chg="mod">
          <ac:chgData name="Toby Donaldson" userId="2e6e5431-bb17-4c41-9985-d39c50d83c73" providerId="ADAL" clId="{F31BC264-820E-54C4-A6D1-F92AF9CC222E}" dt="2026-02-02T07:34:50.789" v="4730" actId="20577"/>
          <ac:spMkLst>
            <pc:docMk/>
            <pc:sldMk cId="1204002011" sldId="334"/>
            <ac:spMk id="3" creationId="{E905A69B-186D-4105-72B6-D9EB52426E64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2-02T20:08:05.732" v="9920" actId="27636"/>
        <pc:sldMkLst>
          <pc:docMk/>
          <pc:sldMk cId="4287681926" sldId="346"/>
        </pc:sldMkLst>
        <pc:spChg chg="mod">
          <ac:chgData name="Toby Donaldson" userId="2e6e5431-bb17-4c41-9985-d39c50d83c73" providerId="ADAL" clId="{F31BC264-820E-54C4-A6D1-F92AF9CC222E}" dt="2026-02-02T07:35:12.596" v="4757" actId="20577"/>
          <ac:spMkLst>
            <pc:docMk/>
            <pc:sldMk cId="4287681926" sldId="346"/>
            <ac:spMk id="2" creationId="{6109C919-0C14-BBEC-F69A-309F99C338A2}"/>
          </ac:spMkLst>
        </pc:spChg>
        <pc:spChg chg="mod">
          <ac:chgData name="Toby Donaldson" userId="2e6e5431-bb17-4c41-9985-d39c50d83c73" providerId="ADAL" clId="{F31BC264-820E-54C4-A6D1-F92AF9CC222E}" dt="2026-02-02T20:08:05.732" v="9920" actId="27636"/>
          <ac:spMkLst>
            <pc:docMk/>
            <pc:sldMk cId="4287681926" sldId="346"/>
            <ac:spMk id="3" creationId="{24A80A95-F298-1F53-7570-B7B0CF822C0A}"/>
          </ac:spMkLst>
        </pc:spChg>
      </pc:sldChg>
      <pc:sldChg chg="add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2149664587" sldId="348"/>
        </pc:sldMkLst>
        <pc:spChg chg="mod">
          <ac:chgData name="Toby Donaldson" userId="2e6e5431-bb17-4c41-9985-d39c50d83c73" providerId="ADAL" clId="{F31BC264-820E-54C4-A6D1-F92AF9CC222E}" dt="2026-02-02T07:52:49.473" v="6949" actId="20577"/>
          <ac:spMkLst>
            <pc:docMk/>
            <pc:sldMk cId="2149664587" sldId="348"/>
            <ac:spMk id="2" creationId="{B9A1508A-4D70-93E1-E940-70A84547C42C}"/>
          </ac:spMkLst>
        </pc:spChg>
        <pc:spChg chg="mod">
          <ac:chgData name="Toby Donaldson" userId="2e6e5431-bb17-4c41-9985-d39c50d83c73" providerId="ADAL" clId="{F31BC264-820E-54C4-A6D1-F92AF9CC222E}" dt="2026-02-02T20:10:31.216" v="10003" actId="20577"/>
          <ac:spMkLst>
            <pc:docMk/>
            <pc:sldMk cId="2149664587" sldId="348"/>
            <ac:spMk id="3" creationId="{AF1A42AB-1FC8-22D2-1A1C-F2BFD99743C2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2149664587" sldId="348"/>
            <ac:inkMk id="4" creationId="{ABD9761B-E432-0541-5072-4C8F214A6A37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02T20:10:54.683" v="10006" actId="21"/>
        <pc:sldMkLst>
          <pc:docMk/>
          <pc:sldMk cId="707129745" sldId="349"/>
        </pc:sldMkLst>
        <pc:spChg chg="mod">
          <ac:chgData name="Toby Donaldson" userId="2e6e5431-bb17-4c41-9985-d39c50d83c73" providerId="ADAL" clId="{F31BC264-820E-54C4-A6D1-F92AF9CC222E}" dt="2026-02-02T20:10:51.068" v="10005" actId="20577"/>
          <ac:spMkLst>
            <pc:docMk/>
            <pc:sldMk cId="707129745" sldId="349"/>
            <ac:spMk id="3" creationId="{5C0AE271-4450-0B97-83FD-E4413DD16CEA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2-02T20:11:45.525" v="10015" actId="20577"/>
        <pc:sldMkLst>
          <pc:docMk/>
          <pc:sldMk cId="1063807749" sldId="350"/>
        </pc:sldMkLst>
        <pc:spChg chg="mod">
          <ac:chgData name="Toby Donaldson" userId="2e6e5431-bb17-4c41-9985-d39c50d83c73" providerId="ADAL" clId="{F31BC264-820E-54C4-A6D1-F92AF9CC222E}" dt="2026-02-02T20:11:45.525" v="10015" actId="20577"/>
          <ac:spMkLst>
            <pc:docMk/>
            <pc:sldMk cId="1063807749" sldId="350"/>
            <ac:spMk id="3" creationId="{9F34A63B-E852-60B5-1A59-2A2E05E9DF9D}"/>
          </ac:spMkLst>
        </pc:spChg>
        <pc:spChg chg="mod topLvl">
          <ac:chgData name="Toby Donaldson" userId="2e6e5431-bb17-4c41-9985-d39c50d83c73" providerId="ADAL" clId="{F31BC264-820E-54C4-A6D1-F92AF9CC222E}" dt="2026-02-02T08:08:57.578" v="8600" actId="1076"/>
          <ac:spMkLst>
            <pc:docMk/>
            <pc:sldMk cId="1063807749" sldId="350"/>
            <ac:spMk id="5" creationId="{2E939E65-C782-44D4-B0F3-09183C488CE3}"/>
          </ac:spMkLst>
        </pc:spChg>
        <pc:spChg chg="mod topLvl">
          <ac:chgData name="Toby Donaldson" userId="2e6e5431-bb17-4c41-9985-d39c50d83c73" providerId="ADAL" clId="{F31BC264-820E-54C4-A6D1-F92AF9CC222E}" dt="2026-02-02T08:09:08.938" v="8611" actId="20577"/>
          <ac:spMkLst>
            <pc:docMk/>
            <pc:sldMk cId="1063807749" sldId="350"/>
            <ac:spMk id="6" creationId="{F5A1B159-E590-FE06-9AE0-D636A0E07C00}"/>
          </ac:spMkLst>
        </pc:spChg>
        <pc:spChg chg="add mod">
          <ac:chgData name="Toby Donaldson" userId="2e6e5431-bb17-4c41-9985-d39c50d83c73" providerId="ADAL" clId="{F31BC264-820E-54C4-A6D1-F92AF9CC222E}" dt="2026-02-02T08:27:22.125" v="9634" actId="14100"/>
          <ac:spMkLst>
            <pc:docMk/>
            <pc:sldMk cId="1063807749" sldId="350"/>
            <ac:spMk id="8" creationId="{37C2C4EE-F95D-C7E0-526B-738584B23AA8}"/>
          </ac:spMkLst>
        </pc:spChg>
        <pc:grpChg chg="add mod">
          <ac:chgData name="Toby Donaldson" userId="2e6e5431-bb17-4c41-9985-d39c50d83c73" providerId="ADAL" clId="{F31BC264-820E-54C4-A6D1-F92AF9CC222E}" dt="2026-02-02T08:10:20.862" v="8636" actId="1076"/>
          <ac:grpSpMkLst>
            <pc:docMk/>
            <pc:sldMk cId="1063807749" sldId="350"/>
            <ac:grpSpMk id="7" creationId="{844F4E8F-62ED-0DAD-A1AA-25E242614E06}"/>
          </ac:grpSpMkLst>
        </pc:grpChg>
      </pc:sldChg>
      <pc:sldChg chg="addSp del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12990402" sldId="351"/>
        </pc:sldMkLst>
        <pc:spChg chg="mod">
          <ac:chgData name="Toby Donaldson" userId="2e6e5431-bb17-4c41-9985-d39c50d83c73" providerId="ADAL" clId="{F31BC264-820E-54C4-A6D1-F92AF9CC222E}" dt="2026-02-02T20:14:51.367" v="10049" actId="20577"/>
          <ac:spMkLst>
            <pc:docMk/>
            <pc:sldMk cId="12990402" sldId="351"/>
            <ac:spMk id="3" creationId="{2B10393C-F44D-C718-571B-602D8736D05C}"/>
          </ac:spMkLst>
        </pc:spChg>
        <pc:spChg chg="add mod">
          <ac:chgData name="Toby Donaldson" userId="2e6e5431-bb17-4c41-9985-d39c50d83c73" providerId="ADAL" clId="{F31BC264-820E-54C4-A6D1-F92AF9CC222E}" dt="2026-02-02T20:13:16.025" v="10027" actId="1076"/>
          <ac:spMkLst>
            <pc:docMk/>
            <pc:sldMk cId="12990402" sldId="351"/>
            <ac:spMk id="5" creationId="{C8E16A23-E5CE-E334-AB4A-8242BD8576F2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12990402" sldId="351"/>
            <ac:inkMk id="7" creationId="{46C0ADD9-61D8-FFA4-8697-1F9E6EB89232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2255238560" sldId="352"/>
        </pc:sldMkLst>
        <pc:spChg chg="mod">
          <ac:chgData name="Toby Donaldson" userId="2e6e5431-bb17-4c41-9985-d39c50d83c73" providerId="ADAL" clId="{F31BC264-820E-54C4-A6D1-F92AF9CC222E}" dt="2026-02-02T08:26:21.029" v="9619" actId="255"/>
          <ac:spMkLst>
            <pc:docMk/>
            <pc:sldMk cId="2255238560" sldId="352"/>
            <ac:spMk id="3" creationId="{9CCF62DA-0C60-FA13-83F3-5A36C4AB12CE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2255238560" sldId="352"/>
            <ac:inkMk id="4" creationId="{B8E45BD9-2331-3B70-3240-D47F2ACB0A6F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02T20:17:03.528" v="10076" actId="20577"/>
        <pc:sldMkLst>
          <pc:docMk/>
          <pc:sldMk cId="2746955670" sldId="353"/>
        </pc:sldMkLst>
        <pc:spChg chg="mod">
          <ac:chgData name="Toby Donaldson" userId="2e6e5431-bb17-4c41-9985-d39c50d83c73" providerId="ADAL" clId="{F31BC264-820E-54C4-A6D1-F92AF9CC222E}" dt="2026-02-02T08:26:31.538" v="9620" actId="255"/>
          <ac:spMkLst>
            <pc:docMk/>
            <pc:sldMk cId="2746955670" sldId="353"/>
            <ac:spMk id="3" creationId="{FD7ECE4C-0B31-7E09-9A3F-82F6E3F8DBBE}"/>
          </ac:spMkLst>
        </pc:spChg>
        <pc:spChg chg="add mod">
          <ac:chgData name="Toby Donaldson" userId="2e6e5431-bb17-4c41-9985-d39c50d83c73" providerId="ADAL" clId="{F31BC264-820E-54C4-A6D1-F92AF9CC222E}" dt="2026-02-02T20:16:02.408" v="10056" actId="1076"/>
          <ac:spMkLst>
            <pc:docMk/>
            <pc:sldMk cId="2746955670" sldId="353"/>
            <ac:spMk id="4" creationId="{1630E7DB-9DC2-0305-BBB7-D9588EA02806}"/>
          </ac:spMkLst>
        </pc:spChg>
        <pc:spChg chg="mod">
          <ac:chgData name="Toby Donaldson" userId="2e6e5431-bb17-4c41-9985-d39c50d83c73" providerId="ADAL" clId="{F31BC264-820E-54C4-A6D1-F92AF9CC222E}" dt="2026-02-02T20:16:08.261" v="10057" actId="1076"/>
          <ac:spMkLst>
            <pc:docMk/>
            <pc:sldMk cId="2746955670" sldId="353"/>
            <ac:spMk id="5" creationId="{3ECC738E-3B09-9674-9132-A81E4CFD714B}"/>
          </ac:spMkLst>
        </pc:spChg>
        <pc:spChg chg="add mod">
          <ac:chgData name="Toby Donaldson" userId="2e6e5431-bb17-4c41-9985-d39c50d83c73" providerId="ADAL" clId="{F31BC264-820E-54C4-A6D1-F92AF9CC222E}" dt="2026-02-02T20:17:03.528" v="10076" actId="20577"/>
          <ac:spMkLst>
            <pc:docMk/>
            <pc:sldMk cId="2746955670" sldId="353"/>
            <ac:spMk id="7" creationId="{189F349E-3DA4-FD48-D72D-386F04DD451E}"/>
          </ac:spMkLst>
        </pc:spChg>
      </pc:sldChg>
      <pc:sldChg chg="addSp add">
        <pc:chgData name="Toby Donaldson" userId="2e6e5431-bb17-4c41-9985-d39c50d83c73" providerId="ADAL" clId="{F31BC264-820E-54C4-A6D1-F92AF9CC222E}" dt="2026-02-02T20:59:59.566" v="10077"/>
        <pc:sldMkLst>
          <pc:docMk/>
          <pc:sldMk cId="4107939920" sldId="354"/>
        </pc:sldMkLst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4107939920" sldId="354"/>
            <ac:inkMk id="4" creationId="{2E0B35AF-9CA0-321C-F923-85A5BB5AAAB8}"/>
          </ac:inkMkLst>
        </pc:inkChg>
      </pc:sldChg>
      <pc:sldChg chg="add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3739715996" sldId="355"/>
        </pc:sldMkLst>
        <pc:spChg chg="mod">
          <ac:chgData name="Toby Donaldson" userId="2e6e5431-bb17-4c41-9985-d39c50d83c73" providerId="ADAL" clId="{F31BC264-820E-54C4-A6D1-F92AF9CC222E}" dt="2026-02-02T20:10:04.539" v="9998" actId="20577"/>
          <ac:spMkLst>
            <pc:docMk/>
            <pc:sldMk cId="3739715996" sldId="355"/>
            <ac:spMk id="3" creationId="{EC7AF81E-1025-1D8F-EEC8-8C763BAC91AC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3739715996" sldId="355"/>
            <ac:inkMk id="4" creationId="{BD0B5DB6-BD20-AEDF-F288-469CA45E0F8A}"/>
          </ac:inkMkLst>
        </pc:inkChg>
      </pc:sldChg>
      <pc:sldChg chg="addSp add">
        <pc:chgData name="Toby Donaldson" userId="2e6e5431-bb17-4c41-9985-d39c50d83c73" providerId="ADAL" clId="{F31BC264-820E-54C4-A6D1-F92AF9CC222E}" dt="2026-02-02T20:59:59.566" v="10077"/>
        <pc:sldMkLst>
          <pc:docMk/>
          <pc:sldMk cId="3759633502" sldId="356"/>
        </pc:sldMkLst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3759633502" sldId="356"/>
            <ac:inkMk id="4" creationId="{ED564692-236E-23C9-3844-D5AA7653A16D}"/>
          </ac:inkMkLst>
        </pc:inkChg>
      </pc:sldChg>
      <pc:sldChg chg="modSp add mod">
        <pc:chgData name="Toby Donaldson" userId="2e6e5431-bb17-4c41-9985-d39c50d83c73" providerId="ADAL" clId="{F31BC264-820E-54C4-A6D1-F92AF9CC222E}" dt="2026-02-02T20:11:06.464" v="10007" actId="113"/>
        <pc:sldMkLst>
          <pc:docMk/>
          <pc:sldMk cId="2605948956" sldId="357"/>
        </pc:sldMkLst>
        <pc:spChg chg="mod">
          <ac:chgData name="Toby Donaldson" userId="2e6e5431-bb17-4c41-9985-d39c50d83c73" providerId="ADAL" clId="{F31BC264-820E-54C4-A6D1-F92AF9CC222E}" dt="2026-02-02T20:11:06.464" v="10007" actId="113"/>
          <ac:spMkLst>
            <pc:docMk/>
            <pc:sldMk cId="2605948956" sldId="357"/>
            <ac:spMk id="3" creationId="{56951E5D-03B4-1499-879D-21BB7CD128CB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1310954690" sldId="358"/>
        </pc:sldMkLst>
        <pc:spChg chg="mod">
          <ac:chgData name="Toby Donaldson" userId="2e6e5431-bb17-4c41-9985-d39c50d83c73" providerId="ADAL" clId="{F31BC264-820E-54C4-A6D1-F92AF9CC222E}" dt="2026-02-02T20:15:01.315" v="10051" actId="20577"/>
          <ac:spMkLst>
            <pc:docMk/>
            <pc:sldMk cId="1310954690" sldId="358"/>
            <ac:spMk id="3" creationId="{7B35CFC1-64B2-99C6-6730-A0966D893A78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1310954690" sldId="358"/>
            <ac:inkMk id="7" creationId="{B98B16D2-98FA-B993-9EDC-1AD803C06373}"/>
          </ac:inkMkLst>
        </pc:inkChg>
      </pc:sldChg>
      <pc:sldChg chg="addSp add">
        <pc:chgData name="Toby Donaldson" userId="2e6e5431-bb17-4c41-9985-d39c50d83c73" providerId="ADAL" clId="{F31BC264-820E-54C4-A6D1-F92AF9CC222E}" dt="2026-02-02T20:59:59.566" v="10077"/>
        <pc:sldMkLst>
          <pc:docMk/>
          <pc:sldMk cId="273605780" sldId="359"/>
        </pc:sldMkLst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273605780" sldId="359"/>
            <ac:inkMk id="7" creationId="{39F179A3-0064-586F-DEC4-A81614D8E4B3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02T20:16:26.570" v="10059"/>
        <pc:sldMkLst>
          <pc:docMk/>
          <pc:sldMk cId="1611409288" sldId="360"/>
        </pc:sldMkLst>
        <pc:spChg chg="add mod">
          <ac:chgData name="Toby Donaldson" userId="2e6e5431-bb17-4c41-9985-d39c50d83c73" providerId="ADAL" clId="{F31BC264-820E-54C4-A6D1-F92AF9CC222E}" dt="2026-02-02T20:16:26.570" v="10059"/>
          <ac:spMkLst>
            <pc:docMk/>
            <pc:sldMk cId="1611409288" sldId="360"/>
            <ac:spMk id="4" creationId="{1A47DFCA-26CF-FE52-752D-3BCBFC7613DD}"/>
          </ac:spMkLst>
        </pc:sp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1523822758" sldId="362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1523822758" sldId="362"/>
            <ac:inkMk id="3" creationId="{12AADC8E-3DF0-6125-A515-2D5617E39751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3940455267" sldId="363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3940455267" sldId="363"/>
            <ac:inkMk id="5" creationId="{03DF54A1-2B8B-1B4C-84F7-284C95E49959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737404355" sldId="364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737404355" sldId="364"/>
            <ac:inkMk id="3" creationId="{0681E530-8710-BE1A-89B9-9288F11D287F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4031457995" sldId="365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4031457995" sldId="365"/>
            <ac:inkMk id="8" creationId="{BE710084-D6F4-3090-B3BB-C57BC20DE4B2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1120003227" sldId="366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1120003227" sldId="366"/>
            <ac:inkMk id="3" creationId="{6E29C5E8-2A21-AC3E-6FB3-66A65E266211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3459343660" sldId="367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3459343660" sldId="367"/>
            <ac:inkMk id="7" creationId="{45A3617A-F215-CDD3-AADF-606A20D23C4D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2821027809" sldId="368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2821027809" sldId="368"/>
            <ac:inkMk id="3" creationId="{D94A51CC-44BB-AA6D-35BB-8FDACD07F3D3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2149757194" sldId="369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2149757194" sldId="369"/>
            <ac:inkMk id="5" creationId="{504AF155-F49E-69CC-9C50-5955E8C51A18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748760252" sldId="371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748760252" sldId="371"/>
            <ac:inkMk id="4" creationId="{9566BD26-D264-8870-E85F-08AC902A0931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865974016" sldId="372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865974016" sldId="372"/>
            <ac:inkMk id="7" creationId="{598873EE-33C1-6D05-3D84-6EDED3CE2C18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338792272" sldId="373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338792272" sldId="373"/>
            <ac:inkMk id="3" creationId="{981A9EA2-C2B0-F1F4-3A13-3AAF6487CBDE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1552982968" sldId="374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1552982968" sldId="374"/>
            <ac:inkMk id="3" creationId="{B396B79E-FD57-9CEE-9579-1056674AF0D7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519182463" sldId="376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519182463" sldId="376"/>
            <ac:inkMk id="6" creationId="{1F331296-1F33-9BDA-3E63-CE927004A3DC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2393883371" sldId="377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2393883371" sldId="377"/>
            <ac:inkMk id="3" creationId="{4AA9D881-350B-7B0F-0229-4571BF9BD741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4065328107" sldId="378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4065328107" sldId="378"/>
            <ac:inkMk id="6" creationId="{52D74789-0183-317B-BAC4-D45888EF40A4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3126398943" sldId="379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3126398943" sldId="379"/>
            <ac:inkMk id="3" creationId="{B6119314-0208-E69A-B199-4C4E99ABBEEE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792308464" sldId="380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792308464" sldId="380"/>
            <ac:inkMk id="3" creationId="{C730225B-511E-EA42-AC41-F105762E23CE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3350333952" sldId="381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3350333952" sldId="381"/>
            <ac:inkMk id="3" creationId="{F54D6B3D-7E73-C37F-42FB-3AB7ED001DAB}"/>
          </ac:inkMkLst>
        </pc:inkChg>
      </pc:sldChg>
      <pc:sldChg chg="addSp">
        <pc:chgData name="Toby Donaldson" userId="2e6e5431-bb17-4c41-9985-d39c50d83c73" providerId="ADAL" clId="{F31BC264-820E-54C4-A6D1-F92AF9CC222E}" dt="2026-02-04T21:13:19.497" v="10078"/>
        <pc:sldMkLst>
          <pc:docMk/>
          <pc:sldMk cId="1739201111" sldId="382"/>
        </pc:sldMkLst>
        <pc:inkChg chg="add">
          <ac:chgData name="Toby Donaldson" userId="2e6e5431-bb17-4c41-9985-d39c50d83c73" providerId="ADAL" clId="{F31BC264-820E-54C4-A6D1-F92AF9CC222E}" dt="2026-02-04T21:13:19.497" v="10078"/>
          <ac:inkMkLst>
            <pc:docMk/>
            <pc:sldMk cId="1739201111" sldId="382"/>
            <ac:inkMk id="7" creationId="{E4522100-2AD1-8182-706F-1588E5A6B392}"/>
          </ac:inkMkLst>
        </pc:ink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 addSection delSection modSection">
      <pc:chgData name="Toby Donaldson" userId="2e6e5431-bb17-4c41-9985-d39c50d83c73" providerId="ADAL" clId="{7F9681A8-EEE2-56F4-9B39-ECCBEE0471AC}" dt="2026-02-04T00:21:18.018" v="34747" actId="2696"/>
      <pc:docMkLst>
        <pc:docMk/>
      </pc:docMkLst>
      <pc:sldChg chg="new del">
        <pc:chgData name="Toby Donaldson" userId="2e6e5431-bb17-4c41-9985-d39c50d83c73" providerId="ADAL" clId="{7F9681A8-EEE2-56F4-9B39-ECCBEE0471AC}" dt="2026-02-03T01:31:42.003" v="29200" actId="2696"/>
        <pc:sldMkLst>
          <pc:docMk/>
          <pc:sldMk cId="4288297038" sldId="361"/>
        </pc:sldMkLst>
      </pc:sldChg>
      <pc:sldChg chg="addSp delSp modSp new mod">
        <pc:chgData name="Toby Donaldson" userId="2e6e5431-bb17-4c41-9985-d39c50d83c73" providerId="ADAL" clId="{7F9681A8-EEE2-56F4-9B39-ECCBEE0471AC}" dt="2026-02-03T01:37:43.033" v="29567" actId="20577"/>
        <pc:sldMkLst>
          <pc:docMk/>
          <pc:sldMk cId="1523822758" sldId="362"/>
        </pc:sldMkLst>
        <pc:spChg chg="mod">
          <ac:chgData name="Toby Donaldson" userId="2e6e5431-bb17-4c41-9985-d39c50d83c73" providerId="ADAL" clId="{7F9681A8-EEE2-56F4-9B39-ECCBEE0471AC}" dt="2026-02-03T01:31:51.863" v="29214" actId="20577"/>
          <ac:spMkLst>
            <pc:docMk/>
            <pc:sldMk cId="1523822758" sldId="362"/>
            <ac:spMk id="2" creationId="{1C1A5B53-B418-B054-64CA-7634E782A4A0}"/>
          </ac:spMkLst>
        </pc:spChg>
        <pc:spChg chg="del">
          <ac:chgData name="Toby Donaldson" userId="2e6e5431-bb17-4c41-9985-d39c50d83c73" providerId="ADAL" clId="{7F9681A8-EEE2-56F4-9B39-ECCBEE0471AC}" dt="2026-02-03T01:32:04.839" v="29215" actId="21"/>
          <ac:spMkLst>
            <pc:docMk/>
            <pc:sldMk cId="1523822758" sldId="362"/>
            <ac:spMk id="3" creationId="{7B82AD38-B008-C404-4785-7ADDAA2083F6}"/>
          </ac:spMkLst>
        </pc:spChg>
        <pc:spChg chg="add mod">
          <ac:chgData name="Toby Donaldson" userId="2e6e5431-bb17-4c41-9985-d39c50d83c73" providerId="ADAL" clId="{7F9681A8-EEE2-56F4-9B39-ECCBEE0471AC}" dt="2026-02-03T01:35:09.863" v="29404" actId="20577"/>
          <ac:spMkLst>
            <pc:docMk/>
            <pc:sldMk cId="1523822758" sldId="362"/>
            <ac:spMk id="4" creationId="{57B8CB5C-8B48-0128-A8E7-EA3C23B36F2D}"/>
          </ac:spMkLst>
        </pc:spChg>
        <pc:spChg chg="add mod">
          <ac:chgData name="Toby Donaldson" userId="2e6e5431-bb17-4c41-9985-d39c50d83c73" providerId="ADAL" clId="{7F9681A8-EEE2-56F4-9B39-ECCBEE0471AC}" dt="2026-02-03T01:34:28.779" v="29352" actId="1076"/>
          <ac:spMkLst>
            <pc:docMk/>
            <pc:sldMk cId="1523822758" sldId="362"/>
            <ac:spMk id="5" creationId="{5296521D-4FB5-8C85-662D-9812A11C633B}"/>
          </ac:spMkLst>
        </pc:spChg>
        <pc:spChg chg="add">
          <ac:chgData name="Toby Donaldson" userId="2e6e5431-bb17-4c41-9985-d39c50d83c73" providerId="ADAL" clId="{7F9681A8-EEE2-56F4-9B39-ECCBEE0471AC}" dt="2026-02-03T01:34:35.196" v="29353" actId="11529"/>
          <ac:spMkLst>
            <pc:docMk/>
            <pc:sldMk cId="1523822758" sldId="362"/>
            <ac:spMk id="6" creationId="{10381E66-489A-4514-065E-ADAAAA635610}"/>
          </ac:spMkLst>
        </pc:spChg>
        <pc:spChg chg="add mod">
          <ac:chgData name="Toby Donaldson" userId="2e6e5431-bb17-4c41-9985-d39c50d83c73" providerId="ADAL" clId="{7F9681A8-EEE2-56F4-9B39-ECCBEE0471AC}" dt="2026-02-03T01:35:00.670" v="29402" actId="20577"/>
          <ac:spMkLst>
            <pc:docMk/>
            <pc:sldMk cId="1523822758" sldId="362"/>
            <ac:spMk id="7" creationId="{F3695ED8-34E7-1F28-CE98-9EBE632056F0}"/>
          </ac:spMkLst>
        </pc:spChg>
        <pc:spChg chg="add mod">
          <ac:chgData name="Toby Donaldson" userId="2e6e5431-bb17-4c41-9985-d39c50d83c73" providerId="ADAL" clId="{7F9681A8-EEE2-56F4-9B39-ECCBEE0471AC}" dt="2026-02-03T01:36:09.614" v="29472" actId="14100"/>
          <ac:spMkLst>
            <pc:docMk/>
            <pc:sldMk cId="1523822758" sldId="362"/>
            <ac:spMk id="8" creationId="{6797EF8E-5B45-C030-AE1C-5E9EA6DDB922}"/>
          </ac:spMkLst>
        </pc:spChg>
        <pc:spChg chg="add mod">
          <ac:chgData name="Toby Donaldson" userId="2e6e5431-bb17-4c41-9985-d39c50d83c73" providerId="ADAL" clId="{7F9681A8-EEE2-56F4-9B39-ECCBEE0471AC}" dt="2026-02-03T01:37:43.033" v="29567" actId="20577"/>
          <ac:spMkLst>
            <pc:docMk/>
            <pc:sldMk cId="1523822758" sldId="362"/>
            <ac:spMk id="11" creationId="{26E1B161-E288-494F-A9EB-98508C92E5DA}"/>
          </ac:spMkLst>
        </pc:spChg>
        <pc:cxnChg chg="add">
          <ac:chgData name="Toby Donaldson" userId="2e6e5431-bb17-4c41-9985-d39c50d83c73" providerId="ADAL" clId="{7F9681A8-EEE2-56F4-9B39-ECCBEE0471AC}" dt="2026-02-03T01:36:18.905" v="29473" actId="11529"/>
          <ac:cxnSpMkLst>
            <pc:docMk/>
            <pc:sldMk cId="1523822758" sldId="362"/>
            <ac:cxnSpMk id="10" creationId="{85E35151-23C5-997F-F109-D62194638D3F}"/>
          </ac:cxnSpMkLst>
        </pc:cxnChg>
        <pc:cxnChg chg="add mod">
          <ac:chgData name="Toby Donaldson" userId="2e6e5431-bb17-4c41-9985-d39c50d83c73" providerId="ADAL" clId="{7F9681A8-EEE2-56F4-9B39-ECCBEE0471AC}" dt="2026-02-03T01:37:23.657" v="29560" actId="14100"/>
          <ac:cxnSpMkLst>
            <pc:docMk/>
            <pc:sldMk cId="1523822758" sldId="362"/>
            <ac:cxnSpMk id="12" creationId="{3949FFBD-39B3-BA92-8F75-2607FBA79EB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1:42:06.100" v="29845" actId="21"/>
        <pc:sldMkLst>
          <pc:docMk/>
          <pc:sldMk cId="3940455267" sldId="363"/>
        </pc:sldMkLst>
        <pc:spChg chg="add mod">
          <ac:chgData name="Toby Donaldson" userId="2e6e5431-bb17-4c41-9985-d39c50d83c73" providerId="ADAL" clId="{7F9681A8-EEE2-56F4-9B39-ECCBEE0471AC}" dt="2026-02-03T01:42:03.017" v="29844" actId="1076"/>
          <ac:spMkLst>
            <pc:docMk/>
            <pc:sldMk cId="3940455267" sldId="363"/>
            <ac:spMk id="3" creationId="{633CFFEA-CAEF-DDE9-A228-AE7B8DFC5DB2}"/>
          </ac:spMkLst>
        </pc:spChg>
        <pc:spChg chg="mod">
          <ac:chgData name="Toby Donaldson" userId="2e6e5431-bb17-4c41-9985-d39c50d83c73" providerId="ADAL" clId="{7F9681A8-EEE2-56F4-9B39-ECCBEE0471AC}" dt="2026-02-03T01:41:56.532" v="29843" actId="207"/>
          <ac:spMkLst>
            <pc:docMk/>
            <pc:sldMk cId="3940455267" sldId="363"/>
            <ac:spMk id="4" creationId="{779FE7DC-9633-C2F5-6D7F-BB109C05BD8B}"/>
          </ac:spMkLst>
        </pc:spChg>
        <pc:spChg chg="del">
          <ac:chgData name="Toby Donaldson" userId="2e6e5431-bb17-4c41-9985-d39c50d83c73" providerId="ADAL" clId="{7F9681A8-EEE2-56F4-9B39-ECCBEE0471AC}" dt="2026-02-03T01:38:32.172" v="29573" actId="21"/>
          <ac:spMkLst>
            <pc:docMk/>
            <pc:sldMk cId="3940455267" sldId="363"/>
            <ac:spMk id="5" creationId="{FAC325D7-B669-222E-33FC-65366767FC87}"/>
          </ac:spMkLst>
        </pc:spChg>
        <pc:spChg chg="del">
          <ac:chgData name="Toby Donaldson" userId="2e6e5431-bb17-4c41-9985-d39c50d83c73" providerId="ADAL" clId="{7F9681A8-EEE2-56F4-9B39-ECCBEE0471AC}" dt="2026-02-03T01:38:34.591" v="29574" actId="21"/>
          <ac:spMkLst>
            <pc:docMk/>
            <pc:sldMk cId="3940455267" sldId="363"/>
            <ac:spMk id="6" creationId="{4C5673C3-44D3-5679-F04B-909DB6832C0B}"/>
          </ac:spMkLst>
        </pc:spChg>
        <pc:spChg chg="mod">
          <ac:chgData name="Toby Donaldson" userId="2e6e5431-bb17-4c41-9985-d39c50d83c73" providerId="ADAL" clId="{7F9681A8-EEE2-56F4-9B39-ECCBEE0471AC}" dt="2026-02-03T01:40:29.439" v="29706" actId="1076"/>
          <ac:spMkLst>
            <pc:docMk/>
            <pc:sldMk cId="3940455267" sldId="363"/>
            <ac:spMk id="7" creationId="{AB09DEF0-7496-3F62-3A45-1D524DA810C6}"/>
          </ac:spMkLst>
        </pc:spChg>
        <pc:spChg chg="del mod">
          <ac:chgData name="Toby Donaldson" userId="2e6e5431-bb17-4c41-9985-d39c50d83c73" providerId="ADAL" clId="{7F9681A8-EEE2-56F4-9B39-ECCBEE0471AC}" dt="2026-02-03T01:40:25.678" v="29705" actId="21"/>
          <ac:spMkLst>
            <pc:docMk/>
            <pc:sldMk cId="3940455267" sldId="363"/>
            <ac:spMk id="8" creationId="{68A5CEB8-3788-2F87-4226-55DB0221DA6C}"/>
          </ac:spMkLst>
        </pc:spChg>
        <pc:spChg chg="del mod">
          <ac:chgData name="Toby Donaldson" userId="2e6e5431-bb17-4c41-9985-d39c50d83c73" providerId="ADAL" clId="{7F9681A8-EEE2-56F4-9B39-ECCBEE0471AC}" dt="2026-02-03T01:40:25.678" v="29705" actId="21"/>
          <ac:spMkLst>
            <pc:docMk/>
            <pc:sldMk cId="3940455267" sldId="363"/>
            <ac:spMk id="11" creationId="{B6EBFB3E-80EC-9785-3A26-2A0A10C852EB}"/>
          </ac:spMkLst>
        </pc:spChg>
        <pc:cxnChg chg="del">
          <ac:chgData name="Toby Donaldson" userId="2e6e5431-bb17-4c41-9985-d39c50d83c73" providerId="ADAL" clId="{7F9681A8-EEE2-56F4-9B39-ECCBEE0471AC}" dt="2026-02-03T01:38:39.530" v="29575" actId="21"/>
          <ac:cxnSpMkLst>
            <pc:docMk/>
            <pc:sldMk cId="3940455267" sldId="363"/>
            <ac:cxnSpMk id="10" creationId="{1AFC62AF-4F95-C540-934E-39D5EA84E74D}"/>
          </ac:cxnSpMkLst>
        </pc:cxnChg>
        <pc:cxnChg chg="del mod">
          <ac:chgData name="Toby Donaldson" userId="2e6e5431-bb17-4c41-9985-d39c50d83c73" providerId="ADAL" clId="{7F9681A8-EEE2-56F4-9B39-ECCBEE0471AC}" dt="2026-02-03T01:42:06.100" v="29845" actId="21"/>
          <ac:cxnSpMkLst>
            <pc:docMk/>
            <pc:sldMk cId="3940455267" sldId="363"/>
            <ac:cxnSpMk id="12" creationId="{022B2288-F2C1-B9D5-E2DC-96989AA42E7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1:44:37.241" v="30004" actId="21"/>
        <pc:sldMkLst>
          <pc:docMk/>
          <pc:sldMk cId="737404355" sldId="364"/>
        </pc:sldMkLst>
        <pc:spChg chg="del mod">
          <ac:chgData name="Toby Donaldson" userId="2e6e5431-bb17-4c41-9985-d39c50d83c73" providerId="ADAL" clId="{7F9681A8-EEE2-56F4-9B39-ECCBEE0471AC}" dt="2026-02-03T01:43:45.713" v="29924" actId="21"/>
          <ac:spMkLst>
            <pc:docMk/>
            <pc:sldMk cId="737404355" sldId="364"/>
            <ac:spMk id="3" creationId="{9C7FA562-78FF-AE25-B019-E8BB016DC0DF}"/>
          </ac:spMkLst>
        </pc:spChg>
        <pc:spChg chg="mod">
          <ac:chgData name="Toby Donaldson" userId="2e6e5431-bb17-4c41-9985-d39c50d83c73" providerId="ADAL" clId="{7F9681A8-EEE2-56F4-9B39-ECCBEE0471AC}" dt="2026-02-03T01:43:16.320" v="29869" actId="207"/>
          <ac:spMkLst>
            <pc:docMk/>
            <pc:sldMk cId="737404355" sldId="364"/>
            <ac:spMk id="4" creationId="{B7D64E42-B038-5BB5-6EEB-65FDE791EF29}"/>
          </ac:spMkLst>
        </pc:spChg>
        <pc:spChg chg="add mod">
          <ac:chgData name="Toby Donaldson" userId="2e6e5431-bb17-4c41-9985-d39c50d83c73" providerId="ADAL" clId="{7F9681A8-EEE2-56F4-9B39-ECCBEE0471AC}" dt="2026-02-03T01:44:06.073" v="29928"/>
          <ac:spMkLst>
            <pc:docMk/>
            <pc:sldMk cId="737404355" sldId="364"/>
            <ac:spMk id="5" creationId="{3E8DF36F-90B6-7E8D-7FEE-14EEEEFADA38}"/>
          </ac:spMkLst>
        </pc:spChg>
        <pc:spChg chg="add del mod">
          <ac:chgData name="Toby Donaldson" userId="2e6e5431-bb17-4c41-9985-d39c50d83c73" providerId="ADAL" clId="{7F9681A8-EEE2-56F4-9B39-ECCBEE0471AC}" dt="2026-02-03T01:44:37.241" v="30004" actId="21"/>
          <ac:spMkLst>
            <pc:docMk/>
            <pc:sldMk cId="737404355" sldId="364"/>
            <ac:spMk id="6" creationId="{7BE26914-CD2F-1BE1-22CF-AAE29D0E23FB}"/>
          </ac:spMkLst>
        </pc:spChg>
        <pc:spChg chg="mod">
          <ac:chgData name="Toby Donaldson" userId="2e6e5431-bb17-4c41-9985-d39c50d83c73" providerId="ADAL" clId="{7F9681A8-EEE2-56F4-9B39-ECCBEE0471AC}" dt="2026-02-03T01:43:56.486" v="29927" actId="14100"/>
          <ac:spMkLst>
            <pc:docMk/>
            <pc:sldMk cId="737404355" sldId="364"/>
            <ac:spMk id="7" creationId="{52FF7416-D92D-5BC3-7E8A-A6582D47DA1C}"/>
          </ac:spMkLst>
        </pc:spChg>
      </pc:sldChg>
      <pc:sldChg chg="addSp modSp add mod">
        <pc:chgData name="Toby Donaldson" userId="2e6e5431-bb17-4c41-9985-d39c50d83c73" providerId="ADAL" clId="{7F9681A8-EEE2-56F4-9B39-ECCBEE0471AC}" dt="2026-02-03T01:52:22.853" v="30522" actId="1076"/>
        <pc:sldMkLst>
          <pc:docMk/>
          <pc:sldMk cId="4031457995" sldId="365"/>
        </pc:sldMkLst>
        <pc:spChg chg="add mod">
          <ac:chgData name="Toby Donaldson" userId="2e6e5431-bb17-4c41-9985-d39c50d83c73" providerId="ADAL" clId="{7F9681A8-EEE2-56F4-9B39-ECCBEE0471AC}" dt="2026-02-03T01:50:51.953" v="30403" actId="1076"/>
          <ac:spMkLst>
            <pc:docMk/>
            <pc:sldMk cId="4031457995" sldId="365"/>
            <ac:spMk id="3" creationId="{6005F46F-C548-4117-D386-E67268D2A793}"/>
          </ac:spMkLst>
        </pc:spChg>
        <pc:spChg chg="mod">
          <ac:chgData name="Toby Donaldson" userId="2e6e5431-bb17-4c41-9985-d39c50d83c73" providerId="ADAL" clId="{7F9681A8-EEE2-56F4-9B39-ECCBEE0471AC}" dt="2026-02-03T01:46:16.135" v="30057" actId="20577"/>
          <ac:spMkLst>
            <pc:docMk/>
            <pc:sldMk cId="4031457995" sldId="365"/>
            <ac:spMk id="4" creationId="{9D2C6405-8DE5-8958-6BA9-2331E51271DD}"/>
          </ac:spMkLst>
        </pc:spChg>
        <pc:spChg chg="add mod">
          <ac:chgData name="Toby Donaldson" userId="2e6e5431-bb17-4c41-9985-d39c50d83c73" providerId="ADAL" clId="{7F9681A8-EEE2-56F4-9B39-ECCBEE0471AC}" dt="2026-02-03T01:50:28.670" v="30399" actId="1076"/>
          <ac:spMkLst>
            <pc:docMk/>
            <pc:sldMk cId="4031457995" sldId="365"/>
            <ac:spMk id="5" creationId="{2463C466-E460-6AB7-A1DA-631BFF294582}"/>
          </ac:spMkLst>
        </pc:spChg>
        <pc:spChg chg="add mod">
          <ac:chgData name="Toby Donaldson" userId="2e6e5431-bb17-4c41-9985-d39c50d83c73" providerId="ADAL" clId="{7F9681A8-EEE2-56F4-9B39-ECCBEE0471AC}" dt="2026-02-03T01:50:37.203" v="30401" actId="1076"/>
          <ac:spMkLst>
            <pc:docMk/>
            <pc:sldMk cId="4031457995" sldId="365"/>
            <ac:spMk id="6" creationId="{F1CD7A9C-CAA6-FC6A-38D1-7A165B6CF0CE}"/>
          </ac:spMkLst>
        </pc:spChg>
        <pc:spChg chg="mod">
          <ac:chgData name="Toby Donaldson" userId="2e6e5431-bb17-4c41-9985-d39c50d83c73" providerId="ADAL" clId="{7F9681A8-EEE2-56F4-9B39-ECCBEE0471AC}" dt="2026-02-03T01:50:54.403" v="30404" actId="1076"/>
          <ac:spMkLst>
            <pc:docMk/>
            <pc:sldMk cId="4031457995" sldId="365"/>
            <ac:spMk id="7" creationId="{52951DA5-29EE-687D-DAC8-2544C46F38DD}"/>
          </ac:spMkLst>
        </pc:spChg>
        <pc:spChg chg="add mod">
          <ac:chgData name="Toby Donaldson" userId="2e6e5431-bb17-4c41-9985-d39c50d83c73" providerId="ADAL" clId="{7F9681A8-EEE2-56F4-9B39-ECCBEE0471AC}" dt="2026-02-03T01:49:06.406" v="30369" actId="1076"/>
          <ac:spMkLst>
            <pc:docMk/>
            <pc:sldMk cId="4031457995" sldId="365"/>
            <ac:spMk id="8" creationId="{CD837EC3-9F2C-FB80-2979-8050EBBEC2BE}"/>
          </ac:spMkLst>
        </pc:spChg>
        <pc:spChg chg="add mod">
          <ac:chgData name="Toby Donaldson" userId="2e6e5431-bb17-4c41-9985-d39c50d83c73" providerId="ADAL" clId="{7F9681A8-EEE2-56F4-9B39-ECCBEE0471AC}" dt="2026-02-03T01:52:22.853" v="30522" actId="1076"/>
          <ac:spMkLst>
            <pc:docMk/>
            <pc:sldMk cId="4031457995" sldId="365"/>
            <ac:spMk id="9" creationId="{221CE505-7F4F-F11C-0F72-D57AB75E3EE1}"/>
          </ac:spMkLst>
        </pc:spChg>
        <pc:spChg chg="add mod">
          <ac:chgData name="Toby Donaldson" userId="2e6e5431-bb17-4c41-9985-d39c50d83c73" providerId="ADAL" clId="{7F9681A8-EEE2-56F4-9B39-ECCBEE0471AC}" dt="2026-02-03T01:52:09.572" v="30521" actId="20577"/>
          <ac:spMkLst>
            <pc:docMk/>
            <pc:sldMk cId="4031457995" sldId="365"/>
            <ac:spMk id="10" creationId="{25D8CEB6-B6A0-25A3-AAAE-684772897F22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3T01:54:24.173" v="30689" actId="11529"/>
        <pc:sldMkLst>
          <pc:docMk/>
          <pc:sldMk cId="1120003227" sldId="366"/>
        </pc:sldMkLst>
        <pc:spChg chg="del">
          <ac:chgData name="Toby Donaldson" userId="2e6e5431-bb17-4c41-9985-d39c50d83c73" providerId="ADAL" clId="{7F9681A8-EEE2-56F4-9B39-ECCBEE0471AC}" dt="2026-02-03T01:52:38.947" v="30523" actId="21"/>
          <ac:spMkLst>
            <pc:docMk/>
            <pc:sldMk cId="1120003227" sldId="366"/>
            <ac:spMk id="3" creationId="{6FAD6D1A-5531-3217-2F77-4607DEF75D24}"/>
          </ac:spMkLst>
        </pc:spChg>
        <pc:spChg chg="mod">
          <ac:chgData name="Toby Donaldson" userId="2e6e5431-bb17-4c41-9985-d39c50d83c73" providerId="ADAL" clId="{7F9681A8-EEE2-56F4-9B39-ECCBEE0471AC}" dt="2026-02-03T01:50:15.577" v="30398" actId="2711"/>
          <ac:spMkLst>
            <pc:docMk/>
            <pc:sldMk cId="1120003227" sldId="366"/>
            <ac:spMk id="4" creationId="{4BFF99BA-251B-6726-1E7C-E182DFB31357}"/>
          </ac:spMkLst>
        </pc:spChg>
        <pc:spChg chg="mod">
          <ac:chgData name="Toby Donaldson" userId="2e6e5431-bb17-4c41-9985-d39c50d83c73" providerId="ADAL" clId="{7F9681A8-EEE2-56F4-9B39-ECCBEE0471AC}" dt="2026-02-03T01:53:39.487" v="30664" actId="1076"/>
          <ac:spMkLst>
            <pc:docMk/>
            <pc:sldMk cId="1120003227" sldId="366"/>
            <ac:spMk id="5" creationId="{A2B0A4AC-4C98-DF22-D6C3-EBB03275329A}"/>
          </ac:spMkLst>
        </pc:spChg>
        <pc:spChg chg="del">
          <ac:chgData name="Toby Donaldson" userId="2e6e5431-bb17-4c41-9985-d39c50d83c73" providerId="ADAL" clId="{7F9681A8-EEE2-56F4-9B39-ECCBEE0471AC}" dt="2026-02-03T01:52:42.214" v="30524" actId="21"/>
          <ac:spMkLst>
            <pc:docMk/>
            <pc:sldMk cId="1120003227" sldId="366"/>
            <ac:spMk id="6" creationId="{A01DB7F9-9B3A-E58E-F24B-7C2BB858B69C}"/>
          </ac:spMkLst>
        </pc:spChg>
        <pc:spChg chg="del">
          <ac:chgData name="Toby Donaldson" userId="2e6e5431-bb17-4c41-9985-d39c50d83c73" providerId="ADAL" clId="{7F9681A8-EEE2-56F4-9B39-ECCBEE0471AC}" dt="2026-02-03T01:52:38.947" v="30523" actId="21"/>
          <ac:spMkLst>
            <pc:docMk/>
            <pc:sldMk cId="1120003227" sldId="366"/>
            <ac:spMk id="7" creationId="{1306793F-B76F-C226-F6CC-D55F614D60E5}"/>
          </ac:spMkLst>
        </pc:spChg>
        <pc:spChg chg="add mod">
          <ac:chgData name="Toby Donaldson" userId="2e6e5431-bb17-4c41-9985-d39c50d83c73" providerId="ADAL" clId="{7F9681A8-EEE2-56F4-9B39-ECCBEE0471AC}" dt="2026-02-03T01:54:17.170" v="30688" actId="1076"/>
          <ac:spMkLst>
            <pc:docMk/>
            <pc:sldMk cId="1120003227" sldId="366"/>
            <ac:spMk id="8" creationId="{2BDA9E5F-13B6-9781-F73D-7B18CE8B6B4F}"/>
          </ac:spMkLst>
        </pc:spChg>
        <pc:cxnChg chg="add">
          <ac:chgData name="Toby Donaldson" userId="2e6e5431-bb17-4c41-9985-d39c50d83c73" providerId="ADAL" clId="{7F9681A8-EEE2-56F4-9B39-ECCBEE0471AC}" dt="2026-02-03T01:54:24.173" v="30689" actId="11529"/>
          <ac:cxnSpMkLst>
            <pc:docMk/>
            <pc:sldMk cId="1120003227" sldId="366"/>
            <ac:cxnSpMk id="10" creationId="{F9501D6C-2B20-8F15-03A1-32DBE88BC37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1:59:56.313" v="30920" actId="1076"/>
        <pc:sldMkLst>
          <pc:docMk/>
          <pc:sldMk cId="3459343660" sldId="367"/>
        </pc:sldMkLst>
        <pc:spChg chg="add mod">
          <ac:chgData name="Toby Donaldson" userId="2e6e5431-bb17-4c41-9985-d39c50d83c73" providerId="ADAL" clId="{7F9681A8-EEE2-56F4-9B39-ECCBEE0471AC}" dt="2026-02-03T01:59:56.313" v="30920" actId="1076"/>
          <ac:spMkLst>
            <pc:docMk/>
            <pc:sldMk cId="3459343660" sldId="367"/>
            <ac:spMk id="3" creationId="{7E026C7D-CA2F-94A7-C7AD-86D8AFE33B92}"/>
          </ac:spMkLst>
        </pc:spChg>
        <pc:spChg chg="mod">
          <ac:chgData name="Toby Donaldson" userId="2e6e5431-bb17-4c41-9985-d39c50d83c73" providerId="ADAL" clId="{7F9681A8-EEE2-56F4-9B39-ECCBEE0471AC}" dt="2026-02-03T01:59:27.244" v="30917" actId="20577"/>
          <ac:spMkLst>
            <pc:docMk/>
            <pc:sldMk cId="3459343660" sldId="367"/>
            <ac:spMk id="4" creationId="{362ADD80-EBC5-4CA0-4DCD-1F8EDB00DE9F}"/>
          </ac:spMkLst>
        </pc:spChg>
        <pc:spChg chg="mod">
          <ac:chgData name="Toby Donaldson" userId="2e6e5431-bb17-4c41-9985-d39c50d83c73" providerId="ADAL" clId="{7F9681A8-EEE2-56F4-9B39-ECCBEE0471AC}" dt="2026-02-03T01:59:56.313" v="30920" actId="1076"/>
          <ac:spMkLst>
            <pc:docMk/>
            <pc:sldMk cId="3459343660" sldId="367"/>
            <ac:spMk id="5" creationId="{84FEB28D-79D1-DF47-02AA-A09DF60EC2BA}"/>
          </ac:spMkLst>
        </pc:spChg>
        <pc:spChg chg="add mod">
          <ac:chgData name="Toby Donaldson" userId="2e6e5431-bb17-4c41-9985-d39c50d83c73" providerId="ADAL" clId="{7F9681A8-EEE2-56F4-9B39-ECCBEE0471AC}" dt="2026-02-03T01:58:49.178" v="30904" actId="2711"/>
          <ac:spMkLst>
            <pc:docMk/>
            <pc:sldMk cId="3459343660" sldId="367"/>
            <ac:spMk id="6" creationId="{843FA900-5E80-AEED-4A2F-178F3436F701}"/>
          </ac:spMkLst>
        </pc:spChg>
        <pc:spChg chg="del">
          <ac:chgData name="Toby Donaldson" userId="2e6e5431-bb17-4c41-9985-d39c50d83c73" providerId="ADAL" clId="{7F9681A8-EEE2-56F4-9B39-ECCBEE0471AC}" dt="2026-02-03T01:55:34.473" v="30740" actId="21"/>
          <ac:spMkLst>
            <pc:docMk/>
            <pc:sldMk cId="3459343660" sldId="367"/>
            <ac:spMk id="8" creationId="{7FAD0A70-C57C-0D3A-9FD5-50257C403DBB}"/>
          </ac:spMkLst>
        </pc:spChg>
        <pc:cxnChg chg="add mod">
          <ac:chgData name="Toby Donaldson" userId="2e6e5431-bb17-4c41-9985-d39c50d83c73" providerId="ADAL" clId="{7F9681A8-EEE2-56F4-9B39-ECCBEE0471AC}" dt="2026-02-03T01:59:47.138" v="30919" actId="14100"/>
          <ac:cxnSpMkLst>
            <pc:docMk/>
            <pc:sldMk cId="3459343660" sldId="367"/>
            <ac:cxnSpMk id="9" creationId="{5DAD61DB-1636-B961-8AD6-ECC7819A2384}"/>
          </ac:cxnSpMkLst>
        </pc:cxnChg>
        <pc:cxnChg chg="del">
          <ac:chgData name="Toby Donaldson" userId="2e6e5431-bb17-4c41-9985-d39c50d83c73" providerId="ADAL" clId="{7F9681A8-EEE2-56F4-9B39-ECCBEE0471AC}" dt="2026-02-03T01:55:34.473" v="30740" actId="21"/>
          <ac:cxnSpMkLst>
            <pc:docMk/>
            <pc:sldMk cId="3459343660" sldId="367"/>
            <ac:cxnSpMk id="10" creationId="{BBDCCCCF-400F-9C20-3BD5-BAF08572AA03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2:03:43.526" v="31122" actId="14100"/>
        <pc:sldMkLst>
          <pc:docMk/>
          <pc:sldMk cId="2821027809" sldId="368"/>
        </pc:sldMkLst>
        <pc:spChg chg="del">
          <ac:chgData name="Toby Donaldson" userId="2e6e5431-bb17-4c41-9985-d39c50d83c73" providerId="ADAL" clId="{7F9681A8-EEE2-56F4-9B39-ECCBEE0471AC}" dt="2026-02-03T02:02:31.570" v="31016" actId="21"/>
          <ac:spMkLst>
            <pc:docMk/>
            <pc:sldMk cId="2821027809" sldId="368"/>
            <ac:spMk id="3" creationId="{EFC81236-2263-D404-2B92-6115D73B1F64}"/>
          </ac:spMkLst>
        </pc:spChg>
        <pc:spChg chg="mod">
          <ac:chgData name="Toby Donaldson" userId="2e6e5431-bb17-4c41-9985-d39c50d83c73" providerId="ADAL" clId="{7F9681A8-EEE2-56F4-9B39-ECCBEE0471AC}" dt="2026-02-03T02:02:25.990" v="31015" actId="115"/>
          <ac:spMkLst>
            <pc:docMk/>
            <pc:sldMk cId="2821027809" sldId="368"/>
            <ac:spMk id="4" creationId="{7692E653-9B13-F9D7-8335-8DA5409AB255}"/>
          </ac:spMkLst>
        </pc:spChg>
        <pc:spChg chg="mod">
          <ac:chgData name="Toby Donaldson" userId="2e6e5431-bb17-4c41-9985-d39c50d83c73" providerId="ADAL" clId="{7F9681A8-EEE2-56F4-9B39-ECCBEE0471AC}" dt="2026-02-03T02:02:17.926" v="31012" actId="14100"/>
          <ac:spMkLst>
            <pc:docMk/>
            <pc:sldMk cId="2821027809" sldId="368"/>
            <ac:spMk id="5" creationId="{A937989D-03A1-5B5C-A4D2-4A5B17403589}"/>
          </ac:spMkLst>
        </pc:spChg>
        <pc:spChg chg="mod">
          <ac:chgData name="Toby Donaldson" userId="2e6e5431-bb17-4c41-9985-d39c50d83c73" providerId="ADAL" clId="{7F9681A8-EEE2-56F4-9B39-ECCBEE0471AC}" dt="2026-02-03T02:03:25.256" v="31117" actId="2711"/>
          <ac:spMkLst>
            <pc:docMk/>
            <pc:sldMk cId="2821027809" sldId="368"/>
            <ac:spMk id="6" creationId="{1CCA12A3-A8A7-B179-4B4C-F89A2EC9E1A7}"/>
          </ac:spMkLst>
        </pc:spChg>
        <pc:cxnChg chg="mod">
          <ac:chgData name="Toby Donaldson" userId="2e6e5431-bb17-4c41-9985-d39c50d83c73" providerId="ADAL" clId="{7F9681A8-EEE2-56F4-9B39-ECCBEE0471AC}" dt="2026-02-03T02:03:35.223" v="31119" actId="14100"/>
          <ac:cxnSpMkLst>
            <pc:docMk/>
            <pc:sldMk cId="2821027809" sldId="368"/>
            <ac:cxnSpMk id="9" creationId="{8F1A9026-12AA-0DD6-858F-FA29DF1C9A63}"/>
          </ac:cxnSpMkLst>
        </pc:cxnChg>
        <pc:cxnChg chg="add mod">
          <ac:chgData name="Toby Donaldson" userId="2e6e5431-bb17-4c41-9985-d39c50d83c73" providerId="ADAL" clId="{7F9681A8-EEE2-56F4-9B39-ECCBEE0471AC}" dt="2026-02-03T02:03:43.526" v="31122" actId="14100"/>
          <ac:cxnSpMkLst>
            <pc:docMk/>
            <pc:sldMk cId="2821027809" sldId="368"/>
            <ac:cxnSpMk id="10" creationId="{FDC48658-7E2F-5C74-5023-E4A4E6CDC34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4:41:42.384" v="31596" actId="313"/>
        <pc:sldMkLst>
          <pc:docMk/>
          <pc:sldMk cId="2149757194" sldId="369"/>
        </pc:sldMkLst>
        <pc:spChg chg="add mod">
          <ac:chgData name="Toby Donaldson" userId="2e6e5431-bb17-4c41-9985-d39c50d83c73" providerId="ADAL" clId="{7F9681A8-EEE2-56F4-9B39-ECCBEE0471AC}" dt="2026-02-03T02:08:16.843" v="31395" actId="113"/>
          <ac:spMkLst>
            <pc:docMk/>
            <pc:sldMk cId="2149757194" sldId="369"/>
            <ac:spMk id="3" creationId="{6F32DE6D-BF41-24A4-E2C8-39957256CDE9}"/>
          </ac:spMkLst>
        </pc:spChg>
        <pc:spChg chg="mod">
          <ac:chgData name="Toby Donaldson" userId="2e6e5431-bb17-4c41-9985-d39c50d83c73" providerId="ADAL" clId="{7F9681A8-EEE2-56F4-9B39-ECCBEE0471AC}" dt="2026-02-03T04:41:42.384" v="31596" actId="313"/>
          <ac:spMkLst>
            <pc:docMk/>
            <pc:sldMk cId="2149757194" sldId="369"/>
            <ac:spMk id="4" creationId="{37ED30E9-CCA3-48D4-4E84-308BCFFB5B39}"/>
          </ac:spMkLst>
        </pc:spChg>
        <pc:spChg chg="del">
          <ac:chgData name="Toby Donaldson" userId="2e6e5431-bb17-4c41-9985-d39c50d83c73" providerId="ADAL" clId="{7F9681A8-EEE2-56F4-9B39-ECCBEE0471AC}" dt="2026-02-03T02:04:23.651" v="31125" actId="21"/>
          <ac:spMkLst>
            <pc:docMk/>
            <pc:sldMk cId="2149757194" sldId="369"/>
            <ac:spMk id="5" creationId="{606BC8C2-88FE-DFAD-8D5E-16D79B15B469}"/>
          </ac:spMkLst>
        </pc:spChg>
        <pc:spChg chg="mod">
          <ac:chgData name="Toby Donaldson" userId="2e6e5431-bb17-4c41-9985-d39c50d83c73" providerId="ADAL" clId="{7F9681A8-EEE2-56F4-9B39-ECCBEE0471AC}" dt="2026-02-03T02:05:44.642" v="31202" actId="1076"/>
          <ac:spMkLst>
            <pc:docMk/>
            <pc:sldMk cId="2149757194" sldId="369"/>
            <ac:spMk id="6" creationId="{ACA8321C-463B-31E3-7938-DAE662DA44F9}"/>
          </ac:spMkLst>
        </pc:spChg>
        <pc:spChg chg="add mod">
          <ac:chgData name="Toby Donaldson" userId="2e6e5431-bb17-4c41-9985-d39c50d83c73" providerId="ADAL" clId="{7F9681A8-EEE2-56F4-9B39-ECCBEE0471AC}" dt="2026-02-03T02:10:14.677" v="31579" actId="1076"/>
          <ac:spMkLst>
            <pc:docMk/>
            <pc:sldMk cId="2149757194" sldId="369"/>
            <ac:spMk id="7" creationId="{719C6CCB-E3FA-4762-C8E2-8683EFBFB85B}"/>
          </ac:spMkLst>
        </pc:spChg>
        <pc:cxnChg chg="del">
          <ac:chgData name="Toby Donaldson" userId="2e6e5431-bb17-4c41-9985-d39c50d83c73" providerId="ADAL" clId="{7F9681A8-EEE2-56F4-9B39-ECCBEE0471AC}" dt="2026-02-03T02:04:31.738" v="31127" actId="21"/>
          <ac:cxnSpMkLst>
            <pc:docMk/>
            <pc:sldMk cId="2149757194" sldId="369"/>
            <ac:cxnSpMk id="9" creationId="{CF48B92C-E6AE-EAE0-75CD-8BDA766C9D2E}"/>
          </ac:cxnSpMkLst>
        </pc:cxnChg>
        <pc:cxnChg chg="del">
          <ac:chgData name="Toby Donaldson" userId="2e6e5431-bb17-4c41-9985-d39c50d83c73" providerId="ADAL" clId="{7F9681A8-EEE2-56F4-9B39-ECCBEE0471AC}" dt="2026-02-03T02:04:31.738" v="31127" actId="21"/>
          <ac:cxnSpMkLst>
            <pc:docMk/>
            <pc:sldMk cId="2149757194" sldId="369"/>
            <ac:cxnSpMk id="10" creationId="{BD2641AA-956A-B164-3A6D-3C0DB198EBC5}"/>
          </ac:cxnSpMkLst>
        </pc:cxnChg>
      </pc:sldChg>
      <pc:sldChg chg="new del">
        <pc:chgData name="Toby Donaldson" userId="2e6e5431-bb17-4c41-9985-d39c50d83c73" providerId="ADAL" clId="{7F9681A8-EEE2-56F4-9B39-ECCBEE0471AC}" dt="2026-02-03T06:05:52.745" v="31889" actId="2696"/>
        <pc:sldMkLst>
          <pc:docMk/>
          <pc:sldMk cId="3846874369" sldId="370"/>
        </pc:sldMkLst>
      </pc:sldChg>
      <pc:sldChg chg="addSp modSp new mod">
        <pc:chgData name="Toby Donaldson" userId="2e6e5431-bb17-4c41-9985-d39c50d83c73" providerId="ADAL" clId="{7F9681A8-EEE2-56F4-9B39-ECCBEE0471AC}" dt="2026-02-03T06:09:09.607" v="31958" actId="1076"/>
        <pc:sldMkLst>
          <pc:docMk/>
          <pc:sldMk cId="748760252" sldId="371"/>
        </pc:sldMkLst>
        <pc:spChg chg="mod">
          <ac:chgData name="Toby Donaldson" userId="2e6e5431-bb17-4c41-9985-d39c50d83c73" providerId="ADAL" clId="{7F9681A8-EEE2-56F4-9B39-ECCBEE0471AC}" dt="2026-02-03T06:04:43.157" v="31651" actId="20577"/>
          <ac:spMkLst>
            <pc:docMk/>
            <pc:sldMk cId="748760252" sldId="371"/>
            <ac:spMk id="2" creationId="{2D60695C-3067-2FEB-3929-FACF02E1CA1E}"/>
          </ac:spMkLst>
        </pc:spChg>
        <pc:spChg chg="mod">
          <ac:chgData name="Toby Donaldson" userId="2e6e5431-bb17-4c41-9985-d39c50d83c73" providerId="ADAL" clId="{7F9681A8-EEE2-56F4-9B39-ECCBEE0471AC}" dt="2026-02-03T06:05:36.268" v="31887" actId="2711"/>
          <ac:spMkLst>
            <pc:docMk/>
            <pc:sldMk cId="748760252" sldId="371"/>
            <ac:spMk id="3" creationId="{6CF11C8E-2E28-3369-4C6A-D1460EAB4E90}"/>
          </ac:spMkLst>
        </pc:spChg>
        <pc:spChg chg="add mod">
          <ac:chgData name="Toby Donaldson" userId="2e6e5431-bb17-4c41-9985-d39c50d83c73" providerId="ADAL" clId="{7F9681A8-EEE2-56F4-9B39-ECCBEE0471AC}" dt="2026-02-03T06:09:09.607" v="31958" actId="1076"/>
          <ac:spMkLst>
            <pc:docMk/>
            <pc:sldMk cId="748760252" sldId="371"/>
            <ac:spMk id="6" creationId="{CFCB7F2E-BD90-F872-347E-AF0CE269182E}"/>
          </ac:spMkLst>
        </pc:spChg>
        <pc:spChg chg="add mod">
          <ac:chgData name="Toby Donaldson" userId="2e6e5431-bb17-4c41-9985-d39c50d83c73" providerId="ADAL" clId="{7F9681A8-EEE2-56F4-9B39-ECCBEE0471AC}" dt="2026-02-03T06:09:03.171" v="31957" actId="20577"/>
          <ac:spMkLst>
            <pc:docMk/>
            <pc:sldMk cId="748760252" sldId="371"/>
            <ac:spMk id="7" creationId="{FD2F20A0-8D78-9235-87ED-9976AD88B2F9}"/>
          </ac:spMkLst>
        </pc:spChg>
        <pc:cxnChg chg="add">
          <ac:chgData name="Toby Donaldson" userId="2e6e5431-bb17-4c41-9985-d39c50d83c73" providerId="ADAL" clId="{7F9681A8-EEE2-56F4-9B39-ECCBEE0471AC}" dt="2026-02-03T06:08:32.207" v="31946" actId="11529"/>
          <ac:cxnSpMkLst>
            <pc:docMk/>
            <pc:sldMk cId="748760252" sldId="371"/>
            <ac:cxnSpMk id="5" creationId="{40769BC9-B8ED-7FD7-4E4D-01993ADC770A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6:10:11.291" v="32000" actId="14100"/>
        <pc:sldMkLst>
          <pc:docMk/>
          <pc:sldMk cId="865974016" sldId="372"/>
        </pc:sldMkLst>
        <pc:spChg chg="mod">
          <ac:chgData name="Toby Donaldson" userId="2e6e5431-bb17-4c41-9985-d39c50d83c73" providerId="ADAL" clId="{7F9681A8-EEE2-56F4-9B39-ECCBEE0471AC}" dt="2026-02-03T06:07:31.923" v="31908" actId="1076"/>
          <ac:spMkLst>
            <pc:docMk/>
            <pc:sldMk cId="865974016" sldId="372"/>
            <ac:spMk id="2" creationId="{CA7807B0-0F72-38C2-5C52-939799F4ECF3}"/>
          </ac:spMkLst>
        </pc:spChg>
        <pc:spChg chg="add mod">
          <ac:chgData name="Toby Donaldson" userId="2e6e5431-bb17-4c41-9985-d39c50d83c73" providerId="ADAL" clId="{7F9681A8-EEE2-56F4-9B39-ECCBEE0471AC}" dt="2026-02-03T06:09:51.025" v="31996" actId="14100"/>
          <ac:spMkLst>
            <pc:docMk/>
            <pc:sldMk cId="865974016" sldId="372"/>
            <ac:spMk id="3" creationId="{70B57EDA-A3D1-82FD-69F6-6D5CF375FDD3}"/>
          </ac:spMkLst>
        </pc:spChg>
        <pc:spChg chg="mod">
          <ac:chgData name="Toby Donaldson" userId="2e6e5431-bb17-4c41-9985-d39c50d83c73" providerId="ADAL" clId="{7F9681A8-EEE2-56F4-9B39-ECCBEE0471AC}" dt="2026-02-03T06:08:00.817" v="31940" actId="20577"/>
          <ac:spMkLst>
            <pc:docMk/>
            <pc:sldMk cId="865974016" sldId="372"/>
            <ac:spMk id="4" creationId="{53356BB9-6FD4-FD93-2BED-BB4AC7655560}"/>
          </ac:spMkLst>
        </pc:spChg>
        <pc:spChg chg="mod">
          <ac:chgData name="Toby Donaldson" userId="2e6e5431-bb17-4c41-9985-d39c50d83c73" providerId="ADAL" clId="{7F9681A8-EEE2-56F4-9B39-ECCBEE0471AC}" dt="2026-02-03T06:08:10.507" v="31942" actId="1076"/>
          <ac:spMkLst>
            <pc:docMk/>
            <pc:sldMk cId="865974016" sldId="372"/>
            <ac:spMk id="5" creationId="{116020E3-1491-DDE2-2919-292D741D15EC}"/>
          </ac:spMkLst>
        </pc:spChg>
        <pc:spChg chg="mod">
          <ac:chgData name="Toby Donaldson" userId="2e6e5431-bb17-4c41-9985-d39c50d83c73" providerId="ADAL" clId="{7F9681A8-EEE2-56F4-9B39-ECCBEE0471AC}" dt="2026-02-03T06:08:06.196" v="31941" actId="1076"/>
          <ac:spMkLst>
            <pc:docMk/>
            <pc:sldMk cId="865974016" sldId="372"/>
            <ac:spMk id="6" creationId="{958F40DC-0801-4842-E322-2AA4F84EA8A7}"/>
          </ac:spMkLst>
        </pc:spChg>
        <pc:spChg chg="del">
          <ac:chgData name="Toby Donaldson" userId="2e6e5431-bb17-4c41-9985-d39c50d83c73" providerId="ADAL" clId="{7F9681A8-EEE2-56F4-9B39-ECCBEE0471AC}" dt="2026-02-03T06:08:15.376" v="31943" actId="21"/>
          <ac:spMkLst>
            <pc:docMk/>
            <pc:sldMk cId="865974016" sldId="372"/>
            <ac:spMk id="7" creationId="{592A9D5D-E72D-D4FF-7DEC-9CF6BE90E946}"/>
          </ac:spMkLst>
        </pc:spChg>
        <pc:spChg chg="del">
          <ac:chgData name="Toby Donaldson" userId="2e6e5431-bb17-4c41-9985-d39c50d83c73" providerId="ADAL" clId="{7F9681A8-EEE2-56F4-9B39-ECCBEE0471AC}" dt="2026-02-03T06:08:15.376" v="31943" actId="21"/>
          <ac:spMkLst>
            <pc:docMk/>
            <pc:sldMk cId="865974016" sldId="372"/>
            <ac:spMk id="8" creationId="{C6789386-384C-94C5-BAF9-9B227157E91A}"/>
          </ac:spMkLst>
        </pc:spChg>
        <pc:spChg chg="del">
          <ac:chgData name="Toby Donaldson" userId="2e6e5431-bb17-4c41-9985-d39c50d83c73" providerId="ADAL" clId="{7F9681A8-EEE2-56F4-9B39-ECCBEE0471AC}" dt="2026-02-03T06:08:15.376" v="31943" actId="21"/>
          <ac:spMkLst>
            <pc:docMk/>
            <pc:sldMk cId="865974016" sldId="372"/>
            <ac:spMk id="11" creationId="{C632033B-CBA7-E662-1894-25C6E29CE3B6}"/>
          </ac:spMkLst>
        </pc:spChg>
        <pc:cxnChg chg="del">
          <ac:chgData name="Toby Donaldson" userId="2e6e5431-bb17-4c41-9985-d39c50d83c73" providerId="ADAL" clId="{7F9681A8-EEE2-56F4-9B39-ECCBEE0471AC}" dt="2026-02-03T06:08:15.376" v="31943" actId="21"/>
          <ac:cxnSpMkLst>
            <pc:docMk/>
            <pc:sldMk cId="865974016" sldId="372"/>
            <ac:cxnSpMk id="10" creationId="{338C69AE-A230-9BAA-06FB-CC0DA582DE7E}"/>
          </ac:cxnSpMkLst>
        </pc:cxnChg>
        <pc:cxnChg chg="del mod">
          <ac:chgData name="Toby Donaldson" userId="2e6e5431-bb17-4c41-9985-d39c50d83c73" providerId="ADAL" clId="{7F9681A8-EEE2-56F4-9B39-ECCBEE0471AC}" dt="2026-02-03T06:08:17.996" v="31944" actId="21"/>
          <ac:cxnSpMkLst>
            <pc:docMk/>
            <pc:sldMk cId="865974016" sldId="372"/>
            <ac:cxnSpMk id="12" creationId="{AA679577-25C3-58D1-49CA-6F8C275C7DEE}"/>
          </ac:cxnSpMkLst>
        </pc:cxnChg>
        <pc:cxnChg chg="add mod">
          <ac:chgData name="Toby Donaldson" userId="2e6e5431-bb17-4c41-9985-d39c50d83c73" providerId="ADAL" clId="{7F9681A8-EEE2-56F4-9B39-ECCBEE0471AC}" dt="2026-02-03T06:10:11.291" v="32000" actId="14100"/>
          <ac:cxnSpMkLst>
            <pc:docMk/>
            <pc:sldMk cId="865974016" sldId="372"/>
            <ac:cxnSpMk id="13" creationId="{7FB884FC-FE8F-A79B-054C-DC9949BC58D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6:45:20.985" v="33256" actId="14100"/>
        <pc:sldMkLst>
          <pc:docMk/>
          <pc:sldMk cId="338792272" sldId="373"/>
        </pc:sldMkLst>
        <pc:spChg chg="add del mod">
          <ac:chgData name="Toby Donaldson" userId="2e6e5431-bb17-4c41-9985-d39c50d83c73" providerId="ADAL" clId="{7F9681A8-EEE2-56F4-9B39-ECCBEE0471AC}" dt="2026-02-03T06:29:25.168" v="32588" actId="21"/>
          <ac:spMkLst>
            <pc:docMk/>
            <pc:sldMk cId="338792272" sldId="373"/>
            <ac:spMk id="3" creationId="{D1E47CF6-F84C-5DFF-1079-4BA8CBECAF2F}"/>
          </ac:spMkLst>
        </pc:spChg>
        <pc:spChg chg="mod">
          <ac:chgData name="Toby Donaldson" userId="2e6e5431-bb17-4c41-9985-d39c50d83c73" providerId="ADAL" clId="{7F9681A8-EEE2-56F4-9B39-ECCBEE0471AC}" dt="2026-02-03T06:19:14.718" v="32196" actId="20577"/>
          <ac:spMkLst>
            <pc:docMk/>
            <pc:sldMk cId="338792272" sldId="373"/>
            <ac:spMk id="4" creationId="{5E8585D7-BD52-58F4-245A-7A9CF1141CFA}"/>
          </ac:spMkLst>
        </pc:spChg>
        <pc:spChg chg="mod">
          <ac:chgData name="Toby Donaldson" userId="2e6e5431-bb17-4c41-9985-d39c50d83c73" providerId="ADAL" clId="{7F9681A8-EEE2-56F4-9B39-ECCBEE0471AC}" dt="2026-02-03T06:13:03.607" v="32121" actId="1076"/>
          <ac:spMkLst>
            <pc:docMk/>
            <pc:sldMk cId="338792272" sldId="373"/>
            <ac:spMk id="5" creationId="{70FE009F-7E76-746F-F58E-F82D528F7B3D}"/>
          </ac:spMkLst>
        </pc:spChg>
        <pc:spChg chg="del">
          <ac:chgData name="Toby Donaldson" userId="2e6e5431-bb17-4c41-9985-d39c50d83c73" providerId="ADAL" clId="{7F9681A8-EEE2-56F4-9B39-ECCBEE0471AC}" dt="2026-02-03T06:12:58.815" v="32120" actId="21"/>
          <ac:spMkLst>
            <pc:docMk/>
            <pc:sldMk cId="338792272" sldId="373"/>
            <ac:spMk id="6" creationId="{CFF312A7-DFB7-2011-9696-9E054A629734}"/>
          </ac:spMkLst>
        </pc:spChg>
        <pc:spChg chg="add mod">
          <ac:chgData name="Toby Donaldson" userId="2e6e5431-bb17-4c41-9985-d39c50d83c73" providerId="ADAL" clId="{7F9681A8-EEE2-56F4-9B39-ECCBEE0471AC}" dt="2026-02-03T06:32:42.464" v="32846" actId="1076"/>
          <ac:spMkLst>
            <pc:docMk/>
            <pc:sldMk cId="338792272" sldId="373"/>
            <ac:spMk id="7" creationId="{C1CE9D16-0204-A114-4857-FAEE9F6450AD}"/>
          </ac:spMkLst>
        </pc:spChg>
        <pc:spChg chg="add del mod">
          <ac:chgData name="Toby Donaldson" userId="2e6e5431-bb17-4c41-9985-d39c50d83c73" providerId="ADAL" clId="{7F9681A8-EEE2-56F4-9B39-ECCBEE0471AC}" dt="2026-02-03T06:44:22.336" v="33246" actId="21"/>
          <ac:spMkLst>
            <pc:docMk/>
            <pc:sldMk cId="338792272" sldId="373"/>
            <ac:spMk id="8" creationId="{362FBC94-DCBC-660B-4585-52CD5220C611}"/>
          </ac:spMkLst>
        </pc:spChg>
        <pc:spChg chg="add mod">
          <ac:chgData name="Toby Donaldson" userId="2e6e5431-bb17-4c41-9985-d39c50d83c73" providerId="ADAL" clId="{7F9681A8-EEE2-56F4-9B39-ECCBEE0471AC}" dt="2026-02-03T06:44:29.401" v="33247"/>
          <ac:spMkLst>
            <pc:docMk/>
            <pc:sldMk cId="338792272" sldId="373"/>
            <ac:spMk id="12" creationId="{C9F1C4A5-1E71-18EC-3424-11BF33D8C221}"/>
          </ac:spMkLst>
        </pc:spChg>
        <pc:spChg chg="add mod">
          <ac:chgData name="Toby Donaldson" userId="2e6e5431-bb17-4c41-9985-d39c50d83c73" providerId="ADAL" clId="{7F9681A8-EEE2-56F4-9B39-ECCBEE0471AC}" dt="2026-02-03T06:44:29.401" v="33247"/>
          <ac:spMkLst>
            <pc:docMk/>
            <pc:sldMk cId="338792272" sldId="373"/>
            <ac:spMk id="13" creationId="{808E8AE2-3F07-A23C-0A11-39F39F06C93A}"/>
          </ac:spMkLst>
        </pc:spChg>
        <pc:cxnChg chg="add del mod">
          <ac:chgData name="Toby Donaldson" userId="2e6e5431-bb17-4c41-9985-d39c50d83c73" providerId="ADAL" clId="{7F9681A8-EEE2-56F4-9B39-ECCBEE0471AC}" dt="2026-02-03T06:44:22.336" v="33246" actId="21"/>
          <ac:cxnSpMkLst>
            <pc:docMk/>
            <pc:sldMk cId="338792272" sldId="373"/>
            <ac:cxnSpMk id="10" creationId="{039E5E37-19D1-0C48-188F-99D00D275B97}"/>
          </ac:cxnSpMkLst>
        </pc:cxnChg>
        <pc:cxnChg chg="add mod">
          <ac:chgData name="Toby Donaldson" userId="2e6e5431-bb17-4c41-9985-d39c50d83c73" providerId="ADAL" clId="{7F9681A8-EEE2-56F4-9B39-ECCBEE0471AC}" dt="2026-02-03T06:45:13.043" v="33253" actId="14100"/>
          <ac:cxnSpMkLst>
            <pc:docMk/>
            <pc:sldMk cId="338792272" sldId="373"/>
            <ac:cxnSpMk id="14" creationId="{58136272-53D7-0A74-03CF-76A9520A609B}"/>
          </ac:cxnSpMkLst>
        </pc:cxnChg>
        <pc:cxnChg chg="add mod">
          <ac:chgData name="Toby Donaldson" userId="2e6e5431-bb17-4c41-9985-d39c50d83c73" providerId="ADAL" clId="{7F9681A8-EEE2-56F4-9B39-ECCBEE0471AC}" dt="2026-02-03T06:45:20.985" v="33256" actId="14100"/>
          <ac:cxnSpMkLst>
            <pc:docMk/>
            <pc:sldMk cId="338792272" sldId="373"/>
            <ac:cxnSpMk id="17" creationId="{F457D694-D4BE-FA8D-2CDB-13322AB1CD5B}"/>
          </ac:cxnSpMkLst>
        </pc:cxnChg>
      </pc:sldChg>
      <pc:sldChg chg="add del">
        <pc:chgData name="Toby Donaldson" userId="2e6e5431-bb17-4c41-9985-d39c50d83c73" providerId="ADAL" clId="{7F9681A8-EEE2-56F4-9B39-ECCBEE0471AC}" dt="2026-02-03T06:13:14.499" v="32122" actId="2696"/>
        <pc:sldMkLst>
          <pc:docMk/>
          <pc:sldMk cId="1249165324" sldId="374"/>
        </pc:sldMkLst>
      </pc:sldChg>
      <pc:sldChg chg="addSp delSp modSp add mod">
        <pc:chgData name="Toby Donaldson" userId="2e6e5431-bb17-4c41-9985-d39c50d83c73" providerId="ADAL" clId="{7F9681A8-EEE2-56F4-9B39-ECCBEE0471AC}" dt="2026-02-03T06:33:07.948" v="32848" actId="1076"/>
        <pc:sldMkLst>
          <pc:docMk/>
          <pc:sldMk cId="1552982968" sldId="374"/>
        </pc:sldMkLst>
        <pc:spChg chg="add del mod">
          <ac:chgData name="Toby Donaldson" userId="2e6e5431-bb17-4c41-9985-d39c50d83c73" providerId="ADAL" clId="{7F9681A8-EEE2-56F4-9B39-ECCBEE0471AC}" dt="2026-02-03T06:18:59.742" v="32192" actId="21"/>
          <ac:spMkLst>
            <pc:docMk/>
            <pc:sldMk cId="1552982968" sldId="374"/>
            <ac:spMk id="3" creationId="{BB46DF5D-F302-B47B-87FB-C286B7EFE901}"/>
          </ac:spMkLst>
        </pc:spChg>
        <pc:spChg chg="mod">
          <ac:chgData name="Toby Donaldson" userId="2e6e5431-bb17-4c41-9985-d39c50d83c73" providerId="ADAL" clId="{7F9681A8-EEE2-56F4-9B39-ECCBEE0471AC}" dt="2026-02-03T06:20:56.374" v="32295" actId="20577"/>
          <ac:spMkLst>
            <pc:docMk/>
            <pc:sldMk cId="1552982968" sldId="374"/>
            <ac:spMk id="4" creationId="{5C43963E-1D48-4223-C19B-507D4FADB6C8}"/>
          </ac:spMkLst>
        </pc:spChg>
        <pc:spChg chg="mod">
          <ac:chgData name="Toby Donaldson" userId="2e6e5431-bb17-4c41-9985-d39c50d83c73" providerId="ADAL" clId="{7F9681A8-EEE2-56F4-9B39-ECCBEE0471AC}" dt="2026-02-03T06:22:15.744" v="32395" actId="1076"/>
          <ac:spMkLst>
            <pc:docMk/>
            <pc:sldMk cId="1552982968" sldId="374"/>
            <ac:spMk id="5" creationId="{0CDE8031-B956-D248-72CC-5E6C69BF6192}"/>
          </ac:spMkLst>
        </pc:spChg>
        <pc:spChg chg="add del mod">
          <ac:chgData name="Toby Donaldson" userId="2e6e5431-bb17-4c41-9985-d39c50d83c73" providerId="ADAL" clId="{7F9681A8-EEE2-56F4-9B39-ECCBEE0471AC}" dt="2026-02-03T06:33:03.555" v="32847" actId="21"/>
          <ac:spMkLst>
            <pc:docMk/>
            <pc:sldMk cId="1552982968" sldId="374"/>
            <ac:spMk id="6" creationId="{D2C8B5B2-0194-C06A-15CF-B52A4CF82CE2}"/>
          </ac:spMkLst>
        </pc:spChg>
        <pc:spChg chg="add mod">
          <ac:chgData name="Toby Donaldson" userId="2e6e5431-bb17-4c41-9985-d39c50d83c73" providerId="ADAL" clId="{7F9681A8-EEE2-56F4-9B39-ECCBEE0471AC}" dt="2026-02-03T06:33:07.948" v="32848" actId="1076"/>
          <ac:spMkLst>
            <pc:docMk/>
            <pc:sldMk cId="1552982968" sldId="374"/>
            <ac:spMk id="7" creationId="{DB134A15-D74B-6ECC-0BE5-0C93B97F9ED2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3T06:33:30.616" v="32852" actId="1076"/>
        <pc:sldMkLst>
          <pc:docMk/>
          <pc:sldMk cId="1692707590" sldId="375"/>
        </pc:sldMkLst>
        <pc:spChg chg="add mod">
          <ac:chgData name="Toby Donaldson" userId="2e6e5431-bb17-4c41-9985-d39c50d83c73" providerId="ADAL" clId="{7F9681A8-EEE2-56F4-9B39-ECCBEE0471AC}" dt="2026-02-03T06:33:30.616" v="32852" actId="1076"/>
          <ac:spMkLst>
            <pc:docMk/>
            <pc:sldMk cId="1692707590" sldId="375"/>
            <ac:spMk id="3" creationId="{105288A8-78EB-C0E7-067B-2B2C31CF8E64}"/>
          </ac:spMkLst>
        </pc:spChg>
        <pc:spChg chg="del">
          <ac:chgData name="Toby Donaldson" userId="2e6e5431-bb17-4c41-9985-d39c50d83c73" providerId="ADAL" clId="{7F9681A8-EEE2-56F4-9B39-ECCBEE0471AC}" dt="2026-02-03T06:30:39.795" v="32655" actId="21"/>
          <ac:spMkLst>
            <pc:docMk/>
            <pc:sldMk cId="1692707590" sldId="375"/>
            <ac:spMk id="6" creationId="{5B05EC9F-057B-4100-664F-DF55C43FDB6B}"/>
          </ac:spMkLst>
        </pc:spChg>
        <pc:spChg chg="del mod">
          <ac:chgData name="Toby Donaldson" userId="2e6e5431-bb17-4c41-9985-d39c50d83c73" providerId="ADAL" clId="{7F9681A8-EEE2-56F4-9B39-ECCBEE0471AC}" dt="2026-02-03T06:33:26.144" v="32851" actId="21"/>
          <ac:spMkLst>
            <pc:docMk/>
            <pc:sldMk cId="1692707590" sldId="375"/>
            <ac:spMk id="7" creationId="{740B9F08-0373-0B65-7705-046F5F0D6E93}"/>
          </ac:spMkLst>
        </pc:spChg>
        <pc:spChg chg="add mod">
          <ac:chgData name="Toby Donaldson" userId="2e6e5431-bb17-4c41-9985-d39c50d83c73" providerId="ADAL" clId="{7F9681A8-EEE2-56F4-9B39-ECCBEE0471AC}" dt="2026-02-03T06:33:19.996" v="32849"/>
          <ac:spMkLst>
            <pc:docMk/>
            <pc:sldMk cId="1692707590" sldId="375"/>
            <ac:spMk id="8" creationId="{AF2D1DA8-531E-5D4E-933B-209CF8720454}"/>
          </ac:spMkLst>
        </pc:spChg>
        <pc:spChg chg="add mod">
          <ac:chgData name="Toby Donaldson" userId="2e6e5431-bb17-4c41-9985-d39c50d83c73" providerId="ADAL" clId="{7F9681A8-EEE2-56F4-9B39-ECCBEE0471AC}" dt="2026-02-03T06:33:22.848" v="32850"/>
          <ac:spMkLst>
            <pc:docMk/>
            <pc:sldMk cId="1692707590" sldId="375"/>
            <ac:spMk id="9" creationId="{BECE3138-2686-B58E-B90D-722DDAC9AE75}"/>
          </ac:spMkLst>
        </pc:spChg>
      </pc:sldChg>
      <pc:sldChg chg="addSp modSp add mod">
        <pc:chgData name="Toby Donaldson" userId="2e6e5431-bb17-4c41-9985-d39c50d83c73" providerId="ADAL" clId="{7F9681A8-EEE2-56F4-9B39-ECCBEE0471AC}" dt="2026-02-03T06:44:54.300" v="33250" actId="14100"/>
        <pc:sldMkLst>
          <pc:docMk/>
          <pc:sldMk cId="519182463" sldId="376"/>
        </pc:sldMkLst>
        <pc:spChg chg="mod">
          <ac:chgData name="Toby Donaldson" userId="2e6e5431-bb17-4c41-9985-d39c50d83c73" providerId="ADAL" clId="{7F9681A8-EEE2-56F4-9B39-ECCBEE0471AC}" dt="2026-02-03T06:30:55.148" v="32658" actId="1076"/>
          <ac:spMkLst>
            <pc:docMk/>
            <pc:sldMk cId="519182463" sldId="376"/>
            <ac:spMk id="3" creationId="{A4AA71F3-5581-79BE-27DB-0EEF14FA3708}"/>
          </ac:spMkLst>
        </pc:spChg>
        <pc:spChg chg="mod">
          <ac:chgData name="Toby Donaldson" userId="2e6e5431-bb17-4c41-9985-d39c50d83c73" providerId="ADAL" clId="{7F9681A8-EEE2-56F4-9B39-ECCBEE0471AC}" dt="2026-02-03T06:30:28.885" v="32654" actId="6549"/>
          <ac:spMkLst>
            <pc:docMk/>
            <pc:sldMk cId="519182463" sldId="376"/>
            <ac:spMk id="4" creationId="{A048B88F-E97A-2E29-5190-21E240366DB7}"/>
          </ac:spMkLst>
        </pc:spChg>
        <pc:spChg chg="mod">
          <ac:chgData name="Toby Donaldson" userId="2e6e5431-bb17-4c41-9985-d39c50d83c73" providerId="ADAL" clId="{7F9681A8-EEE2-56F4-9B39-ECCBEE0471AC}" dt="2026-02-03T06:31:35.749" v="32745" actId="14100"/>
          <ac:spMkLst>
            <pc:docMk/>
            <pc:sldMk cId="519182463" sldId="376"/>
            <ac:spMk id="5" creationId="{D25262B1-34D8-3B09-7DDE-AE957BA9B610}"/>
          </ac:spMkLst>
        </pc:spChg>
        <pc:spChg chg="add mod">
          <ac:chgData name="Toby Donaldson" userId="2e6e5431-bb17-4c41-9985-d39c50d83c73" providerId="ADAL" clId="{7F9681A8-EEE2-56F4-9B39-ECCBEE0471AC}" dt="2026-02-03T06:29:29.739" v="32589"/>
          <ac:spMkLst>
            <pc:docMk/>
            <pc:sldMk cId="519182463" sldId="376"/>
            <ac:spMk id="6" creationId="{80B39DD5-7F52-44C1-3249-EF0D36FF0714}"/>
          </ac:spMkLst>
        </pc:spChg>
        <pc:spChg chg="add mod">
          <ac:chgData name="Toby Donaldson" userId="2e6e5431-bb17-4c41-9985-d39c50d83c73" providerId="ADAL" clId="{7F9681A8-EEE2-56F4-9B39-ECCBEE0471AC}" dt="2026-02-03T06:30:51.899" v="32657" actId="1076"/>
          <ac:spMkLst>
            <pc:docMk/>
            <pc:sldMk cId="519182463" sldId="376"/>
            <ac:spMk id="7" creationId="{4AA1023D-462C-F8CB-AEB2-6E7EB427BAB0}"/>
          </ac:spMkLst>
        </pc:spChg>
        <pc:spChg chg="add mod">
          <ac:chgData name="Toby Donaldson" userId="2e6e5431-bb17-4c41-9985-d39c50d83c73" providerId="ADAL" clId="{7F9681A8-EEE2-56F4-9B39-ECCBEE0471AC}" dt="2026-02-03T06:44:07.126" v="33244" actId="20577"/>
          <ac:spMkLst>
            <pc:docMk/>
            <pc:sldMk cId="519182463" sldId="376"/>
            <ac:spMk id="8" creationId="{F2A710EB-A4A8-162A-4893-7E887665B150}"/>
          </ac:spMkLst>
        </pc:spChg>
        <pc:spChg chg="add mod">
          <ac:chgData name="Toby Donaldson" userId="2e6e5431-bb17-4c41-9985-d39c50d83c73" providerId="ADAL" clId="{7F9681A8-EEE2-56F4-9B39-ECCBEE0471AC}" dt="2026-02-03T06:44:43.818" v="33248" actId="1076"/>
          <ac:spMkLst>
            <pc:docMk/>
            <pc:sldMk cId="519182463" sldId="376"/>
            <ac:spMk id="9" creationId="{5B2869AC-5DA9-A4EF-A185-CBF75B9644C2}"/>
          </ac:spMkLst>
        </pc:spChg>
        <pc:spChg chg="add mod">
          <ac:chgData name="Toby Donaldson" userId="2e6e5431-bb17-4c41-9985-d39c50d83c73" providerId="ADAL" clId="{7F9681A8-EEE2-56F4-9B39-ECCBEE0471AC}" dt="2026-02-03T06:43:49.268" v="33223" actId="1076"/>
          <ac:spMkLst>
            <pc:docMk/>
            <pc:sldMk cId="519182463" sldId="376"/>
            <ac:spMk id="10" creationId="{16D8E201-E519-6DDF-21BB-7A9EDACD2B2E}"/>
          </ac:spMkLst>
        </pc:spChg>
        <pc:cxnChg chg="add mod">
          <ac:chgData name="Toby Donaldson" userId="2e6e5431-bb17-4c41-9985-d39c50d83c73" providerId="ADAL" clId="{7F9681A8-EEE2-56F4-9B39-ECCBEE0471AC}" dt="2026-02-03T06:44:54.300" v="33250" actId="14100"/>
          <ac:cxnSpMkLst>
            <pc:docMk/>
            <pc:sldMk cId="519182463" sldId="376"/>
            <ac:cxnSpMk id="12" creationId="{E0C57FB2-4345-C2D9-7339-3EBDEAE82B07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6:36:38.499" v="32949" actId="1076"/>
        <pc:sldMkLst>
          <pc:docMk/>
          <pc:sldMk cId="2393883371" sldId="377"/>
        </pc:sldMkLst>
        <pc:spChg chg="del">
          <ac:chgData name="Toby Donaldson" userId="2e6e5431-bb17-4c41-9985-d39c50d83c73" providerId="ADAL" clId="{7F9681A8-EEE2-56F4-9B39-ECCBEE0471AC}" dt="2026-02-03T06:34:10.637" v="32856" actId="21"/>
          <ac:spMkLst>
            <pc:docMk/>
            <pc:sldMk cId="2393883371" sldId="377"/>
            <ac:spMk id="3" creationId="{526067A1-F0CC-E050-CC63-B9C667BF4BD9}"/>
          </ac:spMkLst>
        </pc:spChg>
        <pc:spChg chg="mod">
          <ac:chgData name="Toby Donaldson" userId="2e6e5431-bb17-4c41-9985-d39c50d83c73" providerId="ADAL" clId="{7F9681A8-EEE2-56F4-9B39-ECCBEE0471AC}" dt="2026-02-03T06:35:09.290" v="32923" actId="20577"/>
          <ac:spMkLst>
            <pc:docMk/>
            <pc:sldMk cId="2393883371" sldId="377"/>
            <ac:spMk id="4" creationId="{5F1AB250-6360-2D36-00E7-26659F42E105}"/>
          </ac:spMkLst>
        </pc:spChg>
        <pc:spChg chg="mod">
          <ac:chgData name="Toby Donaldson" userId="2e6e5431-bb17-4c41-9985-d39c50d83c73" providerId="ADAL" clId="{7F9681A8-EEE2-56F4-9B39-ECCBEE0471AC}" dt="2026-02-03T06:36:38.499" v="32949" actId="1076"/>
          <ac:spMkLst>
            <pc:docMk/>
            <pc:sldMk cId="2393883371" sldId="377"/>
            <ac:spMk id="5" creationId="{E4158BAF-98C1-6286-6618-69686F92EBD1}"/>
          </ac:spMkLst>
        </pc:spChg>
        <pc:spChg chg="add mod">
          <ac:chgData name="Toby Donaldson" userId="2e6e5431-bb17-4c41-9985-d39c50d83c73" providerId="ADAL" clId="{7F9681A8-EEE2-56F4-9B39-ECCBEE0471AC}" dt="2026-02-03T06:36:30.183" v="32948" actId="1076"/>
          <ac:spMkLst>
            <pc:docMk/>
            <pc:sldMk cId="2393883371" sldId="377"/>
            <ac:spMk id="6" creationId="{49F5EB91-F99F-2389-A3C7-7DCDA746134B}"/>
          </ac:spMkLst>
        </pc:spChg>
        <pc:spChg chg="add mod">
          <ac:chgData name="Toby Donaldson" userId="2e6e5431-bb17-4c41-9985-d39c50d83c73" providerId="ADAL" clId="{7F9681A8-EEE2-56F4-9B39-ECCBEE0471AC}" dt="2026-02-03T06:36:24.216" v="32946" actId="14100"/>
          <ac:spMkLst>
            <pc:docMk/>
            <pc:sldMk cId="2393883371" sldId="377"/>
            <ac:spMk id="7" creationId="{41EF6080-BE9C-9BF0-D589-3EFE9D9A130D}"/>
          </ac:spMkLst>
        </pc:spChg>
        <pc:spChg chg="add mod">
          <ac:chgData name="Toby Donaldson" userId="2e6e5431-bb17-4c41-9985-d39c50d83c73" providerId="ADAL" clId="{7F9681A8-EEE2-56F4-9B39-ECCBEE0471AC}" dt="2026-02-03T06:36:01.565" v="32944" actId="14100"/>
          <ac:spMkLst>
            <pc:docMk/>
            <pc:sldMk cId="2393883371" sldId="377"/>
            <ac:spMk id="8" creationId="{217F1C2C-8747-EAE0-ACEF-0E65B589FE5B}"/>
          </ac:spMkLst>
        </pc:spChg>
        <pc:spChg chg="del">
          <ac:chgData name="Toby Donaldson" userId="2e6e5431-bb17-4c41-9985-d39c50d83c73" providerId="ADAL" clId="{7F9681A8-EEE2-56F4-9B39-ECCBEE0471AC}" dt="2026-02-03T06:34:10.637" v="32856" actId="21"/>
          <ac:spMkLst>
            <pc:docMk/>
            <pc:sldMk cId="2393883371" sldId="377"/>
            <ac:spMk id="9" creationId="{B79247E2-F229-0337-0A44-818CA1CA6D5F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3T06:47:10.368" v="33274" actId="1076"/>
        <pc:sldMkLst>
          <pc:docMk/>
          <pc:sldMk cId="4065328107" sldId="378"/>
        </pc:sldMkLst>
        <pc:spChg chg="add mod">
          <ac:chgData name="Toby Donaldson" userId="2e6e5431-bb17-4c41-9985-d39c50d83c73" providerId="ADAL" clId="{7F9681A8-EEE2-56F4-9B39-ECCBEE0471AC}" dt="2026-02-03T06:40:23.818" v="33182" actId="1076"/>
          <ac:spMkLst>
            <pc:docMk/>
            <pc:sldMk cId="4065328107" sldId="378"/>
            <ac:spMk id="3" creationId="{835F98F6-BC8D-8D63-768E-73251A837251}"/>
          </ac:spMkLst>
        </pc:spChg>
        <pc:spChg chg="mod">
          <ac:chgData name="Toby Donaldson" userId="2e6e5431-bb17-4c41-9985-d39c50d83c73" providerId="ADAL" clId="{7F9681A8-EEE2-56F4-9B39-ECCBEE0471AC}" dt="2026-02-03T06:40:46.288" v="33186" actId="20577"/>
          <ac:spMkLst>
            <pc:docMk/>
            <pc:sldMk cId="4065328107" sldId="378"/>
            <ac:spMk id="4" creationId="{41996B1C-9BF9-1883-CAD5-C0A7B12F172D}"/>
          </ac:spMkLst>
        </pc:spChg>
        <pc:spChg chg="mod">
          <ac:chgData name="Toby Donaldson" userId="2e6e5431-bb17-4c41-9985-d39c50d83c73" providerId="ADAL" clId="{7F9681A8-EEE2-56F4-9B39-ECCBEE0471AC}" dt="2026-02-03T06:38:47.186" v="33024" actId="1076"/>
          <ac:spMkLst>
            <pc:docMk/>
            <pc:sldMk cId="4065328107" sldId="378"/>
            <ac:spMk id="5" creationId="{361E51F1-AC45-8722-94DB-33DFE69F6CF2}"/>
          </ac:spMkLst>
        </pc:spChg>
        <pc:spChg chg="del">
          <ac:chgData name="Toby Donaldson" userId="2e6e5431-bb17-4c41-9985-d39c50d83c73" providerId="ADAL" clId="{7F9681A8-EEE2-56F4-9B39-ECCBEE0471AC}" dt="2026-02-03T06:38:16.097" v="32998" actId="21"/>
          <ac:spMkLst>
            <pc:docMk/>
            <pc:sldMk cId="4065328107" sldId="378"/>
            <ac:spMk id="6" creationId="{E974C84C-9F6F-FA1E-2CE4-C8E44B1B20F2}"/>
          </ac:spMkLst>
        </pc:spChg>
        <pc:spChg chg="del">
          <ac:chgData name="Toby Donaldson" userId="2e6e5431-bb17-4c41-9985-d39c50d83c73" providerId="ADAL" clId="{7F9681A8-EEE2-56F4-9B39-ECCBEE0471AC}" dt="2026-02-03T06:38:09.428" v="32996" actId="21"/>
          <ac:spMkLst>
            <pc:docMk/>
            <pc:sldMk cId="4065328107" sldId="378"/>
            <ac:spMk id="7" creationId="{7AEF1816-DB6F-275A-C169-FBB9BC576748}"/>
          </ac:spMkLst>
        </pc:spChg>
        <pc:spChg chg="del">
          <ac:chgData name="Toby Donaldson" userId="2e6e5431-bb17-4c41-9985-d39c50d83c73" providerId="ADAL" clId="{7F9681A8-EEE2-56F4-9B39-ECCBEE0471AC}" dt="2026-02-03T06:38:14.293" v="32997" actId="21"/>
          <ac:spMkLst>
            <pc:docMk/>
            <pc:sldMk cId="4065328107" sldId="378"/>
            <ac:spMk id="8" creationId="{204E57D5-EF08-6C77-B16C-ED81D3B41BD3}"/>
          </ac:spMkLst>
        </pc:spChg>
        <pc:spChg chg="add mod">
          <ac:chgData name="Toby Donaldson" userId="2e6e5431-bb17-4c41-9985-d39c50d83c73" providerId="ADAL" clId="{7F9681A8-EEE2-56F4-9B39-ECCBEE0471AC}" dt="2026-02-03T06:46:40.854" v="33258" actId="1076"/>
          <ac:spMkLst>
            <pc:docMk/>
            <pc:sldMk cId="4065328107" sldId="378"/>
            <ac:spMk id="10" creationId="{82F48724-004E-E100-8BF0-59BCB5075253}"/>
          </ac:spMkLst>
        </pc:spChg>
        <pc:spChg chg="add mod">
          <ac:chgData name="Toby Donaldson" userId="2e6e5431-bb17-4c41-9985-d39c50d83c73" providerId="ADAL" clId="{7F9681A8-EEE2-56F4-9B39-ECCBEE0471AC}" dt="2026-02-03T06:46:40.854" v="33258" actId="1076"/>
          <ac:spMkLst>
            <pc:docMk/>
            <pc:sldMk cId="4065328107" sldId="378"/>
            <ac:spMk id="11" creationId="{704EC807-0532-2B1A-9FBB-AE8193F44919}"/>
          </ac:spMkLst>
        </pc:spChg>
        <pc:spChg chg="add">
          <ac:chgData name="Toby Donaldson" userId="2e6e5431-bb17-4c41-9985-d39c50d83c73" providerId="ADAL" clId="{7F9681A8-EEE2-56F4-9B39-ECCBEE0471AC}" dt="2026-02-03T06:46:48.826" v="33259" actId="11529"/>
          <ac:spMkLst>
            <pc:docMk/>
            <pc:sldMk cId="4065328107" sldId="378"/>
            <ac:spMk id="12" creationId="{EB416EBE-2345-7838-5149-103392D2F2F0}"/>
          </ac:spMkLst>
        </pc:spChg>
        <pc:spChg chg="add mod">
          <ac:chgData name="Toby Donaldson" userId="2e6e5431-bb17-4c41-9985-d39c50d83c73" providerId="ADAL" clId="{7F9681A8-EEE2-56F4-9B39-ECCBEE0471AC}" dt="2026-02-03T06:47:10.368" v="33274" actId="1076"/>
          <ac:spMkLst>
            <pc:docMk/>
            <pc:sldMk cId="4065328107" sldId="378"/>
            <ac:spMk id="13" creationId="{D3F3F131-0563-5422-85B4-D1C62B196597}"/>
          </ac:spMkLst>
        </pc:spChg>
        <pc:cxnChg chg="add mod">
          <ac:chgData name="Toby Donaldson" userId="2e6e5431-bb17-4c41-9985-d39c50d83c73" providerId="ADAL" clId="{7F9681A8-EEE2-56F4-9B39-ECCBEE0471AC}" dt="2026-02-03T06:46:40.854" v="33258" actId="1076"/>
          <ac:cxnSpMkLst>
            <pc:docMk/>
            <pc:sldMk cId="4065328107" sldId="378"/>
            <ac:cxnSpMk id="9" creationId="{786F9562-BDF4-F5A5-5709-401C6CD689CE}"/>
          </ac:cxnSpMkLst>
        </pc:cxnChg>
      </pc:sldChg>
      <pc:sldChg chg="delSp modSp add mod">
        <pc:chgData name="Toby Donaldson" userId="2e6e5431-bb17-4c41-9985-d39c50d83c73" providerId="ADAL" clId="{7F9681A8-EEE2-56F4-9B39-ECCBEE0471AC}" dt="2026-02-03T06:50:36.920" v="33466" actId="1076"/>
        <pc:sldMkLst>
          <pc:docMk/>
          <pc:sldMk cId="3126398943" sldId="379"/>
        </pc:sldMkLst>
        <pc:spChg chg="del">
          <ac:chgData name="Toby Donaldson" userId="2e6e5431-bb17-4c41-9985-d39c50d83c73" providerId="ADAL" clId="{7F9681A8-EEE2-56F4-9B39-ECCBEE0471AC}" dt="2026-02-03T06:48:25.823" v="33281" actId="21"/>
          <ac:spMkLst>
            <pc:docMk/>
            <pc:sldMk cId="3126398943" sldId="379"/>
            <ac:spMk id="3" creationId="{CB90E2FD-B10D-6B86-33ED-464C0B859E65}"/>
          </ac:spMkLst>
        </pc:spChg>
        <pc:spChg chg="mod">
          <ac:chgData name="Toby Donaldson" userId="2e6e5431-bb17-4c41-9985-d39c50d83c73" providerId="ADAL" clId="{7F9681A8-EEE2-56F4-9B39-ECCBEE0471AC}" dt="2026-02-03T06:49:32.974" v="33353" actId="20577"/>
          <ac:spMkLst>
            <pc:docMk/>
            <pc:sldMk cId="3126398943" sldId="379"/>
            <ac:spMk id="4" creationId="{71047501-B1EE-AAF2-578F-52A4DBF7D74C}"/>
          </ac:spMkLst>
        </pc:spChg>
        <pc:spChg chg="mod">
          <ac:chgData name="Toby Donaldson" userId="2e6e5431-bb17-4c41-9985-d39c50d83c73" providerId="ADAL" clId="{7F9681A8-EEE2-56F4-9B39-ECCBEE0471AC}" dt="2026-02-03T06:50:36.920" v="33466" actId="1076"/>
          <ac:spMkLst>
            <pc:docMk/>
            <pc:sldMk cId="3126398943" sldId="379"/>
            <ac:spMk id="5" creationId="{9BC4DACC-A809-691B-DE05-546156032B1A}"/>
          </ac:spMkLst>
        </pc:spChg>
        <pc:spChg chg="del">
          <ac:chgData name="Toby Donaldson" userId="2e6e5431-bb17-4c41-9985-d39c50d83c73" providerId="ADAL" clId="{7F9681A8-EEE2-56F4-9B39-ECCBEE0471AC}" dt="2026-02-03T06:48:33.895" v="33282" actId="21"/>
          <ac:spMkLst>
            <pc:docMk/>
            <pc:sldMk cId="3126398943" sldId="379"/>
            <ac:spMk id="10" creationId="{6DF7C40E-E0BD-4280-6E05-0F065767BFB1}"/>
          </ac:spMkLst>
        </pc:spChg>
        <pc:spChg chg="del">
          <ac:chgData name="Toby Donaldson" userId="2e6e5431-bb17-4c41-9985-d39c50d83c73" providerId="ADAL" clId="{7F9681A8-EEE2-56F4-9B39-ECCBEE0471AC}" dt="2026-02-03T06:48:33.895" v="33282" actId="21"/>
          <ac:spMkLst>
            <pc:docMk/>
            <pc:sldMk cId="3126398943" sldId="379"/>
            <ac:spMk id="11" creationId="{CB63447F-4E3D-09BB-ED78-FBBA0B8031EE}"/>
          </ac:spMkLst>
        </pc:spChg>
        <pc:spChg chg="del">
          <ac:chgData name="Toby Donaldson" userId="2e6e5431-bb17-4c41-9985-d39c50d83c73" providerId="ADAL" clId="{7F9681A8-EEE2-56F4-9B39-ECCBEE0471AC}" dt="2026-02-03T06:48:35.753" v="33283" actId="21"/>
          <ac:spMkLst>
            <pc:docMk/>
            <pc:sldMk cId="3126398943" sldId="379"/>
            <ac:spMk id="12" creationId="{0B838ABE-3798-4DD1-6F59-C592D0F395BE}"/>
          </ac:spMkLst>
        </pc:spChg>
        <pc:spChg chg="del">
          <ac:chgData name="Toby Donaldson" userId="2e6e5431-bb17-4c41-9985-d39c50d83c73" providerId="ADAL" clId="{7F9681A8-EEE2-56F4-9B39-ECCBEE0471AC}" dt="2026-02-03T06:48:33.895" v="33282" actId="21"/>
          <ac:spMkLst>
            <pc:docMk/>
            <pc:sldMk cId="3126398943" sldId="379"/>
            <ac:spMk id="13" creationId="{FE9FC418-C302-5BA7-B620-3BF05657E23F}"/>
          </ac:spMkLst>
        </pc:spChg>
        <pc:cxnChg chg="del">
          <ac:chgData name="Toby Donaldson" userId="2e6e5431-bb17-4c41-9985-d39c50d83c73" providerId="ADAL" clId="{7F9681A8-EEE2-56F4-9B39-ECCBEE0471AC}" dt="2026-02-03T06:48:33.895" v="33282" actId="21"/>
          <ac:cxnSpMkLst>
            <pc:docMk/>
            <pc:sldMk cId="3126398943" sldId="379"/>
            <ac:cxnSpMk id="9" creationId="{BC3CCF0C-27D2-A447-803D-416461829ACC}"/>
          </ac:cxnSpMkLst>
        </pc:cxnChg>
      </pc:sldChg>
      <pc:sldChg chg="modSp add mod">
        <pc:chgData name="Toby Donaldson" userId="2e6e5431-bb17-4c41-9985-d39c50d83c73" providerId="ADAL" clId="{7F9681A8-EEE2-56F4-9B39-ECCBEE0471AC}" dt="2026-02-03T06:52:12.512" v="33513" actId="14100"/>
        <pc:sldMkLst>
          <pc:docMk/>
          <pc:sldMk cId="792308464" sldId="380"/>
        </pc:sldMkLst>
        <pc:spChg chg="mod">
          <ac:chgData name="Toby Donaldson" userId="2e6e5431-bb17-4c41-9985-d39c50d83c73" providerId="ADAL" clId="{7F9681A8-EEE2-56F4-9B39-ECCBEE0471AC}" dt="2026-02-03T06:51:55.892" v="33476" actId="20577"/>
          <ac:spMkLst>
            <pc:docMk/>
            <pc:sldMk cId="792308464" sldId="380"/>
            <ac:spMk id="4" creationId="{08D63FB7-C786-A517-7FB8-189526B9A1DE}"/>
          </ac:spMkLst>
        </pc:spChg>
        <pc:spChg chg="mod">
          <ac:chgData name="Toby Donaldson" userId="2e6e5431-bb17-4c41-9985-d39c50d83c73" providerId="ADAL" clId="{7F9681A8-EEE2-56F4-9B39-ECCBEE0471AC}" dt="2026-02-03T06:52:12.512" v="33513" actId="14100"/>
          <ac:spMkLst>
            <pc:docMk/>
            <pc:sldMk cId="792308464" sldId="380"/>
            <ac:spMk id="5" creationId="{A1DEBF95-645B-62B0-D43C-A1EB8F0DF32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3T23:44:15.818" v="33920"/>
        <pc:sldMkLst>
          <pc:docMk/>
          <pc:sldMk cId="3350333952" sldId="381"/>
        </pc:sldMkLst>
        <pc:spChg chg="add del mod">
          <ac:chgData name="Toby Donaldson" userId="2e6e5431-bb17-4c41-9985-d39c50d83c73" providerId="ADAL" clId="{7F9681A8-EEE2-56F4-9B39-ECCBEE0471AC}" dt="2026-02-03T06:59:00.752" v="33886" actId="21"/>
          <ac:spMkLst>
            <pc:docMk/>
            <pc:sldMk cId="3350333952" sldId="381"/>
            <ac:spMk id="3" creationId="{6A429EA7-75F8-79A9-1068-5E72712810E2}"/>
          </ac:spMkLst>
        </pc:spChg>
        <pc:spChg chg="del mod">
          <ac:chgData name="Toby Donaldson" userId="2e6e5431-bb17-4c41-9985-d39c50d83c73" providerId="ADAL" clId="{7F9681A8-EEE2-56F4-9B39-ECCBEE0471AC}" dt="2026-02-03T23:44:08.440" v="33919" actId="21"/>
          <ac:spMkLst>
            <pc:docMk/>
            <pc:sldMk cId="3350333952" sldId="381"/>
            <ac:spMk id="4" creationId="{79137222-DF7A-6E01-74B1-1B8526FE1979}"/>
          </ac:spMkLst>
        </pc:spChg>
        <pc:spChg chg="mod">
          <ac:chgData name="Toby Donaldson" userId="2e6e5431-bb17-4c41-9985-d39c50d83c73" providerId="ADAL" clId="{7F9681A8-EEE2-56F4-9B39-ECCBEE0471AC}" dt="2026-02-03T06:58:31.924" v="33884" actId="14100"/>
          <ac:spMkLst>
            <pc:docMk/>
            <pc:sldMk cId="3350333952" sldId="381"/>
            <ac:spMk id="5" creationId="{6030FA9D-AA3E-1E14-FF07-C7D2A21E53B4}"/>
          </ac:spMkLst>
        </pc:spChg>
        <pc:spChg chg="add del mod">
          <ac:chgData name="Toby Donaldson" userId="2e6e5431-bb17-4c41-9985-d39c50d83c73" providerId="ADAL" clId="{7F9681A8-EEE2-56F4-9B39-ECCBEE0471AC}" dt="2026-02-03T06:59:00.752" v="33886" actId="21"/>
          <ac:spMkLst>
            <pc:docMk/>
            <pc:sldMk cId="3350333952" sldId="381"/>
            <ac:spMk id="6" creationId="{C717F69F-B83A-7C56-9327-6DCC48FA03D2}"/>
          </ac:spMkLst>
        </pc:spChg>
        <pc:spChg chg="add del mod">
          <ac:chgData name="Toby Donaldson" userId="2e6e5431-bb17-4c41-9985-d39c50d83c73" providerId="ADAL" clId="{7F9681A8-EEE2-56F4-9B39-ECCBEE0471AC}" dt="2026-02-03T06:59:00.752" v="33886" actId="21"/>
          <ac:spMkLst>
            <pc:docMk/>
            <pc:sldMk cId="3350333952" sldId="381"/>
            <ac:spMk id="10" creationId="{412A67AB-05DF-3051-1757-C88AFD7859F2}"/>
          </ac:spMkLst>
        </pc:spChg>
        <pc:spChg chg="add del mod">
          <ac:chgData name="Toby Donaldson" userId="2e6e5431-bb17-4c41-9985-d39c50d83c73" providerId="ADAL" clId="{7F9681A8-EEE2-56F4-9B39-ECCBEE0471AC}" dt="2026-02-03T06:59:00.752" v="33886" actId="21"/>
          <ac:spMkLst>
            <pc:docMk/>
            <pc:sldMk cId="3350333952" sldId="381"/>
            <ac:spMk id="11" creationId="{3B1A9DD3-2D2E-A68F-C37E-330BF9C022CF}"/>
          </ac:spMkLst>
        </pc:spChg>
        <pc:spChg chg="add mod">
          <ac:chgData name="Toby Donaldson" userId="2e6e5431-bb17-4c41-9985-d39c50d83c73" providerId="ADAL" clId="{7F9681A8-EEE2-56F4-9B39-ECCBEE0471AC}" dt="2026-02-03T23:44:15.818" v="33920"/>
          <ac:spMkLst>
            <pc:docMk/>
            <pc:sldMk cId="3350333952" sldId="381"/>
            <ac:spMk id="12" creationId="{B9B96161-CDCA-0258-60D2-8D728047D0AA}"/>
          </ac:spMkLst>
        </pc:spChg>
        <pc:cxnChg chg="add del">
          <ac:chgData name="Toby Donaldson" userId="2e6e5431-bb17-4c41-9985-d39c50d83c73" providerId="ADAL" clId="{7F9681A8-EEE2-56F4-9B39-ECCBEE0471AC}" dt="2026-02-03T06:59:00.752" v="33886" actId="21"/>
          <ac:cxnSpMkLst>
            <pc:docMk/>
            <pc:sldMk cId="3350333952" sldId="381"/>
            <ac:cxnSpMk id="8" creationId="{4735ECF2-3311-84B2-B345-F9B11BFDA599}"/>
          </ac:cxnSpMkLst>
        </pc:cxnChg>
      </pc:sldChg>
      <pc:sldChg chg="modSp add mod">
        <pc:chgData name="Toby Donaldson" userId="2e6e5431-bb17-4c41-9985-d39c50d83c73" providerId="ADAL" clId="{7F9681A8-EEE2-56F4-9B39-ECCBEE0471AC}" dt="2026-02-03T23:44:00.082" v="33918" actId="20577"/>
        <pc:sldMkLst>
          <pc:docMk/>
          <pc:sldMk cId="1739201111" sldId="382"/>
        </pc:sldMkLst>
        <pc:spChg chg="mod">
          <ac:chgData name="Toby Donaldson" userId="2e6e5431-bb17-4c41-9985-d39c50d83c73" providerId="ADAL" clId="{7F9681A8-EEE2-56F4-9B39-ECCBEE0471AC}" dt="2026-02-03T23:44:00.082" v="33918" actId="20577"/>
          <ac:spMkLst>
            <pc:docMk/>
            <pc:sldMk cId="1739201111" sldId="382"/>
            <ac:spMk id="4" creationId="{A6200551-602F-D471-2CEB-5B6C65DEC574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2-04T00:19:27.076" v="34540" actId="21"/>
        <pc:sldMkLst>
          <pc:docMk/>
          <pc:sldMk cId="1778271558" sldId="383"/>
        </pc:sldMkLst>
        <pc:spChg chg="mod">
          <ac:chgData name="Toby Donaldson" userId="2e6e5431-bb17-4c41-9985-d39c50d83c73" providerId="ADAL" clId="{7F9681A8-EEE2-56F4-9B39-ECCBEE0471AC}" dt="2026-02-03T23:54:03.510" v="34031" actId="1076"/>
          <ac:spMkLst>
            <pc:docMk/>
            <pc:sldMk cId="1778271558" sldId="383"/>
            <ac:spMk id="2" creationId="{DF3C2889-1E65-0808-CB04-09BCDD409A03}"/>
          </ac:spMkLst>
        </pc:spChg>
        <pc:spChg chg="del">
          <ac:chgData name="Toby Donaldson" userId="2e6e5431-bb17-4c41-9985-d39c50d83c73" providerId="ADAL" clId="{7F9681A8-EEE2-56F4-9B39-ECCBEE0471AC}" dt="2026-02-03T23:49:59.425" v="33953" actId="21"/>
          <ac:spMkLst>
            <pc:docMk/>
            <pc:sldMk cId="1778271558" sldId="383"/>
            <ac:spMk id="3" creationId="{532E30F3-62AD-8F8D-F5E7-B35E2E3207D5}"/>
          </ac:spMkLst>
        </pc:spChg>
        <pc:spChg chg="add mod">
          <ac:chgData name="Toby Donaldson" userId="2e6e5431-bb17-4c41-9985-d39c50d83c73" providerId="ADAL" clId="{7F9681A8-EEE2-56F4-9B39-ECCBEE0471AC}" dt="2026-02-04T00:11:25.554" v="34121" actId="164"/>
          <ac:spMkLst>
            <pc:docMk/>
            <pc:sldMk cId="1778271558" sldId="383"/>
            <ac:spMk id="4" creationId="{C485717B-3D08-86F6-1DFC-6CB8908F48DB}"/>
          </ac:spMkLst>
        </pc:spChg>
        <pc:spChg chg="add mod">
          <ac:chgData name="Toby Donaldson" userId="2e6e5431-bb17-4c41-9985-d39c50d83c73" providerId="ADAL" clId="{7F9681A8-EEE2-56F4-9B39-ECCBEE0471AC}" dt="2026-02-04T00:13:01.442" v="34170" actId="20577"/>
          <ac:spMkLst>
            <pc:docMk/>
            <pc:sldMk cId="1778271558" sldId="383"/>
            <ac:spMk id="5" creationId="{CBE62EE8-33A6-9F70-A0FF-3435D415BF4A}"/>
          </ac:spMkLst>
        </pc:spChg>
        <pc:spChg chg="add del mod">
          <ac:chgData name="Toby Donaldson" userId="2e6e5431-bb17-4c41-9985-d39c50d83c73" providerId="ADAL" clId="{7F9681A8-EEE2-56F4-9B39-ECCBEE0471AC}" dt="2026-02-03T23:50:19.763" v="33999" actId="21"/>
          <ac:spMkLst>
            <pc:docMk/>
            <pc:sldMk cId="1778271558" sldId="383"/>
            <ac:spMk id="6" creationId="{6D4B8E31-5945-3C2D-3F5F-EFD39416D969}"/>
          </ac:spMkLst>
        </pc:spChg>
        <pc:spChg chg="add mod">
          <ac:chgData name="Toby Donaldson" userId="2e6e5431-bb17-4c41-9985-d39c50d83c73" providerId="ADAL" clId="{7F9681A8-EEE2-56F4-9B39-ECCBEE0471AC}" dt="2026-02-04T00:12:50.627" v="34169" actId="20577"/>
          <ac:spMkLst>
            <pc:docMk/>
            <pc:sldMk cId="1778271558" sldId="383"/>
            <ac:spMk id="7" creationId="{17197FC5-147C-2C1D-4F55-813F102498A1}"/>
          </ac:spMkLst>
        </pc:spChg>
        <pc:spChg chg="add mod">
          <ac:chgData name="Toby Donaldson" userId="2e6e5431-bb17-4c41-9985-d39c50d83c73" providerId="ADAL" clId="{7F9681A8-EEE2-56F4-9B39-ECCBEE0471AC}" dt="2026-02-04T00:18:54.044" v="34536" actId="207"/>
          <ac:spMkLst>
            <pc:docMk/>
            <pc:sldMk cId="1778271558" sldId="383"/>
            <ac:spMk id="8" creationId="{63512615-B681-FD2C-2A48-6A2E6731150C}"/>
          </ac:spMkLst>
        </pc:spChg>
        <pc:spChg chg="add mod">
          <ac:chgData name="Toby Donaldson" userId="2e6e5431-bb17-4c41-9985-d39c50d83c73" providerId="ADAL" clId="{7F9681A8-EEE2-56F4-9B39-ECCBEE0471AC}" dt="2026-02-04T00:18:57.716" v="34537" actId="207"/>
          <ac:spMkLst>
            <pc:docMk/>
            <pc:sldMk cId="1778271558" sldId="383"/>
            <ac:spMk id="10" creationId="{8CCAE245-AC82-8F11-6544-9A3BED40CF07}"/>
          </ac:spMkLst>
        </pc:spChg>
        <pc:spChg chg="add mod">
          <ac:chgData name="Toby Donaldson" userId="2e6e5431-bb17-4c41-9985-d39c50d83c73" providerId="ADAL" clId="{7F9681A8-EEE2-56F4-9B39-ECCBEE0471AC}" dt="2026-02-04T00:19:01.414" v="34538" actId="207"/>
          <ac:spMkLst>
            <pc:docMk/>
            <pc:sldMk cId="1778271558" sldId="383"/>
            <ac:spMk id="11" creationId="{DD6F41E9-A162-5366-7348-B5936857DF42}"/>
          </ac:spMkLst>
        </pc:spChg>
        <pc:spChg chg="add del mod">
          <ac:chgData name="Toby Donaldson" userId="2e6e5431-bb17-4c41-9985-d39c50d83c73" providerId="ADAL" clId="{7F9681A8-EEE2-56F4-9B39-ECCBEE0471AC}" dt="2026-02-04T00:19:27.076" v="34540" actId="21"/>
          <ac:spMkLst>
            <pc:docMk/>
            <pc:sldMk cId="1778271558" sldId="383"/>
            <ac:spMk id="14" creationId="{63D6E220-84E8-44F7-FFE2-C8D1F7BB7C8B}"/>
          </ac:spMkLst>
        </pc:spChg>
        <pc:spChg chg="add del mod">
          <ac:chgData name="Toby Donaldson" userId="2e6e5431-bb17-4c41-9985-d39c50d83c73" providerId="ADAL" clId="{7F9681A8-EEE2-56F4-9B39-ECCBEE0471AC}" dt="2026-02-04T00:19:27.076" v="34540" actId="21"/>
          <ac:spMkLst>
            <pc:docMk/>
            <pc:sldMk cId="1778271558" sldId="383"/>
            <ac:spMk id="15" creationId="{CAA6E458-22EE-0B79-441C-F9FC268F4AA5}"/>
          </ac:spMkLst>
        </pc:spChg>
        <pc:spChg chg="add del mod">
          <ac:chgData name="Toby Donaldson" userId="2e6e5431-bb17-4c41-9985-d39c50d83c73" providerId="ADAL" clId="{7F9681A8-EEE2-56F4-9B39-ECCBEE0471AC}" dt="2026-02-04T00:19:27.076" v="34540" actId="21"/>
          <ac:spMkLst>
            <pc:docMk/>
            <pc:sldMk cId="1778271558" sldId="383"/>
            <ac:spMk id="16" creationId="{C58653AC-F4A4-B4E3-7C26-E2EFA3D9D713}"/>
          </ac:spMkLst>
        </pc:spChg>
        <pc:spChg chg="add del mod">
          <ac:chgData name="Toby Donaldson" userId="2e6e5431-bb17-4c41-9985-d39c50d83c73" providerId="ADAL" clId="{7F9681A8-EEE2-56F4-9B39-ECCBEE0471AC}" dt="2026-02-04T00:19:27.076" v="34540" actId="21"/>
          <ac:spMkLst>
            <pc:docMk/>
            <pc:sldMk cId="1778271558" sldId="383"/>
            <ac:spMk id="17" creationId="{6CBD2B67-A49C-A15B-B54E-DF896DA6EF9C}"/>
          </ac:spMkLst>
        </pc:spChg>
        <pc:spChg chg="add del mod">
          <ac:chgData name="Toby Donaldson" userId="2e6e5431-bb17-4c41-9985-d39c50d83c73" providerId="ADAL" clId="{7F9681A8-EEE2-56F4-9B39-ECCBEE0471AC}" dt="2026-02-04T00:19:27.076" v="34540" actId="21"/>
          <ac:spMkLst>
            <pc:docMk/>
            <pc:sldMk cId="1778271558" sldId="383"/>
            <ac:spMk id="18" creationId="{A0EBEA7F-695A-6F46-470A-6E09C3D8B9F8}"/>
          </ac:spMkLst>
        </pc:spChg>
        <pc:grpChg chg="add mod">
          <ac:chgData name="Toby Donaldson" userId="2e6e5431-bb17-4c41-9985-d39c50d83c73" providerId="ADAL" clId="{7F9681A8-EEE2-56F4-9B39-ECCBEE0471AC}" dt="2026-02-04T00:11:25.554" v="34121" actId="164"/>
          <ac:grpSpMkLst>
            <pc:docMk/>
            <pc:sldMk cId="1778271558" sldId="383"/>
            <ac:grpSpMk id="9" creationId="{3169BA0B-C57E-0B0C-7E84-AE1167769BA0}"/>
          </ac:grpSpMkLst>
        </pc:grpChg>
        <pc:grpChg chg="add mod">
          <ac:chgData name="Toby Donaldson" userId="2e6e5431-bb17-4c41-9985-d39c50d83c73" providerId="ADAL" clId="{7F9681A8-EEE2-56F4-9B39-ECCBEE0471AC}" dt="2026-02-04T00:15:16.264" v="34304" actId="1076"/>
          <ac:grpSpMkLst>
            <pc:docMk/>
            <pc:sldMk cId="1778271558" sldId="383"/>
            <ac:grpSpMk id="12" creationId="{EE04829E-FFE3-B49E-BC6D-42EC7ADE3FE0}"/>
          </ac:grpSpMkLst>
        </pc:grpChg>
        <pc:grpChg chg="add mod">
          <ac:chgData name="Toby Donaldson" userId="2e6e5431-bb17-4c41-9985-d39c50d83c73" providerId="ADAL" clId="{7F9681A8-EEE2-56F4-9B39-ECCBEE0471AC}" dt="2026-02-04T00:17:58.573" v="34473" actId="1076"/>
          <ac:grpSpMkLst>
            <pc:docMk/>
            <pc:sldMk cId="1778271558" sldId="383"/>
            <ac:grpSpMk id="13" creationId="{548E569A-6022-80FB-9CE4-3E09CC022469}"/>
          </ac:grpSpMkLst>
        </pc:grpChg>
      </pc:sldChg>
      <pc:sldChg chg="add">
        <pc:chgData name="Toby Donaldson" userId="2e6e5431-bb17-4c41-9985-d39c50d83c73" providerId="ADAL" clId="{7F9681A8-EEE2-56F4-9B39-ECCBEE0471AC}" dt="2026-02-04T00:19:19.852" v="34539" actId="2890"/>
        <pc:sldMkLst>
          <pc:docMk/>
          <pc:sldMk cId="2839545280" sldId="384"/>
        </pc:sldMkLst>
      </pc:sldChg>
      <pc:sldChg chg="modSp new del mod">
        <pc:chgData name="Toby Donaldson" userId="2e6e5431-bb17-4c41-9985-d39c50d83c73" providerId="ADAL" clId="{7F9681A8-EEE2-56F4-9B39-ECCBEE0471AC}" dt="2026-02-04T00:21:18.018" v="34747" actId="2696"/>
        <pc:sldMkLst>
          <pc:docMk/>
          <pc:sldMk cId="3672346448" sldId="385"/>
        </pc:sldMkLst>
        <pc:spChg chg="mod">
          <ac:chgData name="Toby Donaldson" userId="2e6e5431-bb17-4c41-9985-d39c50d83c73" providerId="ADAL" clId="{7F9681A8-EEE2-56F4-9B39-ECCBEE0471AC}" dt="2026-02-04T00:20:39.502" v="34609" actId="20577"/>
          <ac:spMkLst>
            <pc:docMk/>
            <pc:sldMk cId="3672346448" sldId="385"/>
            <ac:spMk id="2" creationId="{454E7915-4F13-70E8-3139-B7E75C4C63D9}"/>
          </ac:spMkLst>
        </pc:spChg>
        <pc:spChg chg="mod">
          <ac:chgData name="Toby Donaldson" userId="2e6e5431-bb17-4c41-9985-d39c50d83c73" providerId="ADAL" clId="{7F9681A8-EEE2-56F4-9B39-ECCBEE0471AC}" dt="2026-02-04T00:21:07.194" v="34746" actId="20577"/>
          <ac:spMkLst>
            <pc:docMk/>
            <pc:sldMk cId="3672346448" sldId="385"/>
            <ac:spMk id="3" creationId="{736AAED0-2276-A620-A912-D2ED0C3ECAF1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3:05.4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16140 16457 24575,'41'0'0,"0"0"0,4 0 0,4 0 0,-2 0 0,4 0 0,0 0-820,-12 0 1,0 0 0,1 0 0,1 0 698,4 0 0,1 0 1,0 0-1,1 0 121,1 0 0,1 0 0,0 0 0,1 0-421,-7 0 0,1 0 1,0 0-1,0 0 1,0 0 420,2 0 0,0 0 0,0 0 0,0 0 0,0 0 0,-1 0 0,-1 0 0,1 0 0,-1 0 0,1 0 0,1 0 0,0 0 0,0 0 0,-1 0 0,-1 0-19,7 0 0,-2 0 0,0 0 0,-2 0 19,-3 0 0,-1-1 0,-2 1 0,0 1-231,7 4 1,-2 1 0,-1-1 230,-1-4 0,-1 0 0,0 1 0,-7 2 0,0 2 0,1-1 0,8 1 0,2 0 0,-2-2 0,-3-2 0,0-2 0,0 2 0,4 3 0,1 1 0,1-1 0,2-4 0,0-2 0,-1 1 0,-6 0 0,-1 0 0,0 0 0,6 0 0,1 0 0,-1 0 0,-5-1 0,-2 0 0,1 3 0,-1 2 0,1 2 0,0-1 0,4-3 0,1-2 0,-3 2 0,-6 3 0,-2 1 0,0-1 0,5-4 0,0-1 0,-1-1 712,10 1 1,-2 0-713,-4 0 0,0 0 0,3 0 0,0 0 0,-10 0 0,0 0 0,6 0 0,1 0 0,-1 0 0,0 0 1249,-6 0 1,0 0-1250,6 0 0,1 0 0,-1 0 0,0 0 0,-6 0 0,0 0 0,-3 0 0,1 0 0,-2 0 833,1 0 0,-1 0-833,17 0 0,0 0 484,-16 0 1,-2 0-485,4 0 0,-1 0 35,-1 0 1,-1 0-36,-6 0 0,1 0 0,7 0 0,0 0 0,-7 0 0,-1 0 0,-1 0 0,-1 0 0,10 0 0,0 0 0,-15 0 0,-4 0 0,-1 0 0,-11 0 0,28 0 0,3 0 0,-2 0 0,5 0 0,6 0 0,2 0 0,2 0 0,2 0 0,-16 0 0,1 1 0,0-2-207,2-4 1,1-1 0,0 1 206,-2 4 0,0 1 0,2-3-369,-1-3 0,1-2 0,1-1 0,0 1 369,9 1 0,-1 0 0,3 1 0,-6 2 0,3-1 0,0 0 0,-1 0 0,-1-3 0,-1 0 0,1 0 0,-1 0 0,3 3 0,-1 0 0,0 1 0,0-1 0,-5 0 0,-1 1 0,0-1 0,-1-1 0,1-1 0,-1-1 0,1-1 0,-2 2 0,10 0 0,-1 1 0,-1-1-113,-3 1 0,-1-1 1,-1 1 112,9-3 0,-2 2 0,-4 6 0,-4 2 0,7-1 281,-21 0 0,-1 0-281,10 0 1494,-15 0-1494,-4 0 377,-1 0-377,-11 0 0,12 0 0,15 0 0,-7 0 0,1 0 0,1 0 0,-7 0 0,13 0 0,-28 0 0,27 0 0,-11 0 0,3 0 0,4 0 0,1 0 0,-1 0 0,1 0 0,-1 0 0,-1 0 0,-1 0 0,10 0 0,-15 0 0,11 0 0,-11 0 0,4 0 0,3 0 0,3 0 0,3 0 0,10 0 0,2 0 0,-4 0 0,0 0 0,3 0 0,-2 0 0,-6 0 0,-1 0 0,0 0 0,1 0 0,-2-1 0,2 2 0,6 6 0,2 2 0,-5-3 0,2 0 0,1 1-674,4 5 1,2 1 0,3-2 673,-13-6 0,1-1 0,2 0 0,0-1 0,0 0-487,1 1 0,0-1 1,1 1-1,0-1 1,0-1 486,2-1 0,-1-1 0,1 0 0,-1-1 0,2 1 0,2 0 0,1 0 0,1 0 0,-2 0 0,0 0 0,-6 0 0,0 0 0,-1 0 0,0 0 0,1 0 0,2 0 0,2 0 0,0 0 0,-1 0 0,-1 0-355,4 0 0,-1 0 0,0 0 1,-1 0 354,-1 0 0,-1 0 0,0 0 0,0 0 0,-4 0 0,-1 0 0,0 0 0,-1 0-192,8 0 1,-2 1 0,0-2 191,-3-3 0,0-2 0,0 0 0,2 0 0,0-1 0,0 1 0,-1-1 0,0 1 0,0-1 0,4-4 0,2-1 0,-1 4 201,0 5 0,0 4 0,0-3-201,0-8 0,0-2 0,0 2 0,-2 8 0,0 2 0,-2-2 0,-1-3 0,0-1 0,-2 2 1007,9 3 1,0 2-1008,-15-1 0,1 0 0,-2 0 0,5 0 0,-2 0 809,0 0 0,-1 0-809,-9 0 0,-1 0 746,10 0-746,0-16 1212,1 12-1212,-1-12 252,0 16-252,-15 0 0,-5 0 0,-15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3:39.7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2769 7408 8191,'20'0'0,"27"0"997,-17 0 1,4 0 0,4 0-998,0 0 0,3 0 0,4 0 0,2 0 0,1 0 0,-8 0 0,2 0 0,2 0 0,0 0 0,2 0 0,0 0 0,1 0 0,-1 0-95,0 0 0,1 0 0,0 0 0,1 0 0,1 0 1,-1 0-1,1 0 0,0 0 0,-1 0 95,1 0 0,1 0 0,0 0 0,-1 0 0,1 0 0,0 0 0,-1 0 0,0 0 0,0 0 0,-2 0 0,-1 0 0,1 0 0,-1 0 0,0 0 0,-1 0 0,0 0 0,0 0 0,0 0 36,1 0 0,0 0 0,0 0 0,-1 0 0,0 0 0,-1 0 0,0 0 0,0 0-36,3 0 0,-1 0 0,0 0 0,-1 0 0,0 0 0,0 0 0,1 0 0,0 0 0,0 0 0,-1 0 0,1 0 0,0 0 0,0 0 0,0 0 0,0 0 0,0 0 0,0 0 0,0 0 0,1 0 0,0 0 0,1 0 82,-2 0 0,2 0 1,0 0-1,1 0 0,0 0 1,0 0-1,0 0 0,-1 0-82,-2 0 0,-1 0 0,0 0 0,0 0 0,0 0 0,1 0 0,0 0 0,0 0 0,-1 0 0,1 0 0,1 0 0,-1 0 0,1 0 0,0 0 0,-1 0 0,-1 0 0,0 0 0,5 0 0,-1 0 0,0 0 0,-1 0 0,0 0 0,0 0 0,1 0-108,-6 0 0,1 0 1,1 0-1,-1 0 1,0 0-1,0 0 1,-1 0-1,1 0 108,3 0 0,0 0 0,0 0 0,0 0 0,-1 0 0,0 0 0,-1 0 187,4 0 0,-1 0 1,-1 0-1,0 0 0,1 0 1,-1 0-188,1 0 0,0 0 0,0 0 0,0 0 0,-1 0 0,0 0 0,-2 0 0,-1 0 0,0 0 0,0 0 0,0 0 0,0 0 0,-1 0 0,0 0 0,0 0 0,0 0 0,0 0 0,0 0 0,2 0 0,0 0 0,1 0 0,-1 0 0,0 0 0,0 0 0,-1 0 0,0 0 0,1 0 0,-1 0 0,0 0 0,0 0 0,-1 0 0,0 0 0,0 0 0,0 0 0,0 0 0,0 0 127,1 0 0,0 0 1,1 0-1,-1 0 1,-1 0-1,0 0-127,3 0 0,-1 0 0,-1 0 0,0 0 0,0 0 377,-1 1 0,0-1 1,-1 1-1,0-1 0,-2-2-377,4-1 0,-2-1 0,0-1 0,-1 2 809,7 2 0,-1 1 0,-1-3-809,-5-6 0,0-3 0,-2 1 0,-3 4 0,-1 1 0,0 0 0,0 0 0,0-1 0,1 0 0,1-3 0,1-1 0,1 1 0,1 2 0,2 2 0,-1 0 0,-2 0 0,-1 0 0,3-1 0,-5-1 0,2 0 0,1-1 0,0 2 290,1 2 0,-1 0 0,2 1 1,0-1-291,7-2 0,1 1 0,1-1 0,-1-1 0,-2 0 0,0 0 0,0-1 0,0 1 0,1 1 0,0 0 0,0 1 0,-2-2 0,-3 0 0,-1-2 0,0 1 0,0 1 0,2 2 0,0 1 0,1 1 0,-2 0 251,-2-1 0,-1 1 1,0 0-1,0 1-251,3 2 0,0 1 0,0 1 0,1-1 0,1 0 0,1 0 0,0 0 0,1 0-112,1 0 0,2 0 0,-1 0 1,2 0 111,-8 0 0,1 0 0,1 0 0,-1 0 0,-1 0 0,7 0 0,-1 0 0,-1 0 0,1 0 0,1 0 0,0 0 0,0 0 0,0 0 0,-1 0 0,-1 0 0,1 0 0,-1 0 0,-1 0 0,0 0 0,0 0 0,0 0 0,-6 0 0,1 0 0,0 0 0,0 0 0,-1 0 0,5 0 0,-1 0 0,-1 0 0,1 0-234,1 0 0,0-1 1,0 1-1,1 1 234,0 2 0,1 0 0,0 2 0,-1 0 0,-4-1 0,0 1 0,0 0 0,0 0 0,5 0 0,0-1 0,1 1 0,-2 1 0,-2 1 0,-1 2 0,0 0 0,0-3 0,-2-3 0,0-3 0,0 0 0,0 1 143,-2 3 0,0 0 0,0 1 0,-1-2-143,11-2 0,0-2 0,-1 1 0,-6-1 0,-2 1 0,0 1 265,0 1 0,0 1 0,-1 0-265,-4-3 0,-1 1 0,0 0 0,10 3 0,0-1 0,-11-3 0,0-1 0,0 2 0,11 7 0,0 0 0,4-6 0,0 0 0,-5 6 0,0 0 0,4-7 0,-2-2 1020,-8 1 1,-1 0-1021,6 0 0,0 0 956,-7 0 0,-2 0-956,2 0 0,-1 0 647,0 0 0,0 0-647,8 0 0,1 0 0,-7 0 0,0 0 0,-4 0 0,2 0 0,-1 0 0,8 1 0,-2-2 0,4-7 0,1 0 0,1 6 0,2 0-181,-14-3 1,1-1 0,2 1 180,8 4 0,2 2 0,2-1-476,-10 0 0,0 0 1,2 0-1,0 0 476,6 0 0,1 0 0,1 0 0,-1 0 0,0 0 0,-2 0 0,1 0 0,1 0 0,0 0 0,1 0 0,-1 0 0,1 0 0,-3 0 0,0 0 0,0 0 0,0 0 0,-2 0 0,0 0 0,0 0 0,0 0 0,0 0 0,1 0 0,-1 0 0,0 0 0,-2 0 0,0 0 0,0 0 0,0 0 0,2 0 0,-1 0 0,1 0 0,0 0 0,-2 0 0,0 0 0,0 0 0,0 0 0,2 0 0,0 0 0,0 0 0,1 0 0,2 0 0,2 0 0,-1 0 0,0 0 0,-6 0 0,-1 0 0,0 0 0,-1 0-278,11 0 1,-1 0 0,-2 0 277,-6 0 0,-2 0 0,-2 0 0,4 1 0,-2-2 0,4-1 0,-2-3 473,-14-4 0,-1 0-473,14 4 0,0-2 0,-4-8 0,1-1 252,0 8 0,3 3 0,1-2-252,5-4 0,0-2 0,1 2 0,-3 3 0,0 2 0,2 0 0,-6 2 0,3-1 0,-1 1 0,-1 2 0,5 1 0,-2 1 0,0 1 0,3-1 0,-1 0 0,0 0 120,-6 0 1,0 0 0,-2 0-121,-3 0 0,0 0 0,-2 0 0,12 0 0,-2 0 0,0 0 0,-2 0 0,-5 0 0,-3 0 0,13 0 0,-15 0 0,1 0 1182,14 0-1182,-13 0 0,2 0 295,0 0 1,-1 0-296,-8 0 0,1 0 0,6 0 0,-2 0 0,7 0 0,-13 0 0,-1 0 0,11 0 0,-1 0 0,-15 0 0,11 0 0,-27 0 0,27 0 0,-27 0 0,43 0 0,-23 0 0,1 7 0,1 1 0,-7-4 0,13 12 0,-29-16 0,13 0 0,0 0 0,3 16 0,17-12 0,-17 27 0,13-27 0,-28 11 0,19-15 0,-21 16 0,6-12 0,-8 20 0,0-7 0,0-5 0,0 4 0,0-16 0,0 0 0</inkml:trace>
  <inkml:trace contextRef="#ctx0" brushRef="#br0" timeOffset="25366">20673 8943 24575,'33'0'0,"0"0"0,11 0 0,3 0 0,-7 0 0,3 0 0,-1 0-683,-3 0 1,-1 0-1,3 0 683,-5 0 0,2 0 0,1 0 0,-1 0 0,7 0 0,0 0 0,2 0-478,-5 0 0,2 0 0,1 0 0,0 0 478,3 0 0,1 1 0,-1-1 0,-1-1 0,-5-2 0,-1-2 0,0 1 0,0 0-44,0 3 1,1 0 0,-1 1 0,-1-2 43,8-3 0,-2-1 0,0 2 0,-2 3 0,0 1 0,1 1 0,2-1 0,0 0 0,0 0 0,-5 0 0,-1 1 0,1-2 0,3-4 0,1-1 0,1 1 0,-7 3 0,2 2 0,0 0 0,-2-2 0,6-2 0,-2-2 0,1 0 0,-5 2 0,2 0 0,-1 0 0,-3 1-63,-1 1 1,-2 2 0,-1-2 62,2-3 0,-1 0 0,0-1 0,10-2 0,0 0 437,-1 7 0,-2-2-437,-14-5 0,-1 1 976,6 6 0,1 2-976,-7-1 0,1 0 630,7 0 0,0 0-630,-7 0 0,-1 0 117,0 0 0,-3 0-117,3 0 0,7 0 0,-23 0 0,5 0 0,0 0 0,19 0 0,-8 0 0,1 0 0,0 0 0,-1 0 0,-1 0 0,-1 0 0,10 0 0,-15 0 0,11 0 0,-27 0 0,12 0 0,-16 0 0,0 0 0</inkml:trace>
  <inkml:trace contextRef="#ctx0" brushRef="#br0" timeOffset="55283">3316 10389 24575,'39'0'0,"1"0"0,-1 0 0,-2 0 0,0 0 0,2 0 0,2 0 0,3 0 0,0 0 0,0 0-820,-4 0 1,0 0 0,0 0 0,1 0 793,2 0 1,2 0 0,0 0 0,-2 0 25,-4 0 0,-1 0 0,0 0 0,0 0 0,1 0 0,-1 0 0,1 0 0,0 0 0,10 0 0,0 0 0,2 0 0,-9 1 0,2-1 0,1 0 0,0-1-356,3-1 1,2-2 0,-1-1 0,0 1 355,-2-1 0,0 0 0,0 0 0,0 0 0,1 0 0,0 1 0,0-1 0,-2-1-15,-6-1 0,-2-2 0,-1 0 0,1 3 15,1 4 0,0 2 0,1 0 0,-1-2 0,0-4 0,-1-3 0,1 0 0,2 2-417,-3 2 1,1 1 0,2 0 0,0 1 0,0-1 416,1 0 0,1 1 0,1-1 0,0 0 0,0 0 0,3-2 0,1-1 0,0-1 0,0 2 0,0 1 0,1 3 0,0 1 0,0 2 0,0-1 0,-2-2 0,-4 0 0,-2-2 0,1 0 0,-1 1 0,0 1 0,1 1 0,0 1 0,1 0 0,-1 0 0,-1 1-16,6-1 1,-1 1 0,-1-1 0,1-1 15,-2-2 0,0-2 0,0 0 0,0 2 0,4 2 0,0 1 0,0 0 0,0-3-46,-1-3 0,0-3 0,0 0 0,1 2 46,-7 2 0,1 2 0,0-1 0,0 1 0,0-2 0,-1-1 0,0-1 0,0 0 0,0-1 0,-1 1 0,9-2 0,0 0 0,0 0 0,0 1 0,-1 0 0,1 2 0,-1-1 0,-1 0 0,-2-1 0,0-1 0,-2 0 0,1 2 12,-6 3 1,1 2-1,-2 0 1,1-2-13,1-3 0,0-2 0,0 0 0,-1 3 0,8 3 0,-2 3 0,0-1 629,-7-4 0,-1-1 0,0 1-629,-1 5 0,0 1 0,-3-2 755,4-7 1,-1 0-756,0 6 0,0 0 1103,8-6 1,1 1-1104,-7 6 0,0 2 655,7-1 1,-2 0-656,5 0 109,-14 0 1,-1 0-110,15 0 0,-13 0 0,3 0 0,5 0 0,2 0-202,-10 0 1,2 0 0,0 0 201,0 0 0,0 0 0,1 0 0,9 0 0,1 0 0,-2 0 0,2 0 0,0 0 0,-8 0 0,1 0 0,-2 0 0,3 0 0,1 0 0,-5 0 0,4 0 0,0 0 0,3 0 0,0 0 0,1 0-485,-6 0 0,1 0 0,1 0 0,0 0 485,6 0 0,1 0 0,1 0 0,-1 0 0,-3 0 0,0 0 0,0 0 0,0 0 0,5-1 0,0 1 0,1 0 0,-2 1 0,-3 2 0,-2 1 0,0 1 0,1-2 0,1-1 0,0-3 0,0 2 0,0 1 0,-2 5 0,0 1 0,0 1 0,0-1 0,0-3 0,1 0 0,-1 0 0,0-1 0,-2 1 0,0 0 0,-1 0 0,2 0 0,4 1 0,1 0 0,0 0 0,-1-1 0,-3 0 0,-1-1 0,-1 0 0,2 1 0,4 1 0,0 1 0,1 0 0,-2 1 0,-6 0 0,0 2 0,-2-1 0,1-1-209,-2-3 1,-1 0 0,1-1 0,-2 1 208,6 5 0,-1 2 0,-1-2 0,-2-3 0,0-1 0,0 0-68,-2 0 1,-1 0 0,0 2 67,10 9 0,0-3 257,-1-12 0,-2 0-257,-6 14 0,-2 0 942,2-14 0,-1 0-942,1 6 0,-1-1 469,-8-7 1,0 0-470,14 8 0,1 0 121,-13-7 0,1 2-121,15 12 0,4 1 0,-6-14 0,2 0-228,-8 7 0,1 4 0,1-4 228,-3-6 0,0-3 0,1 1 0,8 4 0,2 0 0,-2 1 0,-3 0 0,0-1 0,0 0-377,4-3 0,2-2 0,-1 2 377,0 3 0,0 1 0,0-2 0,3-2 0,-1-3 0,1 0 0,-2 1 0,-1 0 0,1 0 0,2 0 0,0 0 0,-1 0 0,-2 0 0,0 0 0,0 0 0,0 0 0,0 0 0,0 0 0,0 0 0,1 0 0,-2 0 0,-1 0 0,-1 0 0,1 0 0,-7 0 0,0 0 0,2 0 0,-1 0-356,-2 0 1,1 0 0,0 0 0,1 0 355,8 0 0,1 0 0,1 0 0,-1 0-449,-2 0 1,-2 0 0,1 0-1,1 0 449,3 0 0,1 0 0,1 0 0,-1 0 0,-2 0 0,0 0 0,0 0 0,2 0-352,-7 0 1,0 0 0,1 0 0,1 0 0,-1 0 351,2 0 0,0 0 0,1 0 0,-1 0 0,0 0 0,-1 0 0,-1 0 0,1 0 0,-1 0 0,2 0 0,-4 0 0,0 0 0,1 0 0,0 0 0,1 0 0,-1 0-329,-1 0 0,1 0 0,0 0 1,0 0-1,0 0 0,1 0 329,-2 0 0,1 0 0,0 0 0,1 0 0,0 0 0,-1 0 0,0 0 0,6 0 0,0 0 0,0 0 0,0 0 0,0 0 0,0 0 0,0 0 0,1 0 0,-1 0 0,1 0 0,-1 0 0,0 0 0,0 0 0,-1 0 0,1 0 0,-1 0 0,0 0 0,0 0 0,-1 0 0,-1 0 0,1 0 0,-1 0 0,0 0 0,0 0-192,1 0 0,0 0 0,0 0 0,0 0 0,0 0 0,-1 0 192,-3 1 0,0-1 0,0 0 0,-1 1 0,0-2 0,0 0-60,5-1 1,-1-1 0,0-1-1,0 0 1,0 2 59,-2 1 0,1 1 0,-1 0 0,-1-1 0,0-1 0,7-5 0,-2-2 0,0 0 0,0 2 177,-1 5 1,-1 2 0,0 0 0,0-2-178,-5-1 0,-1-1 0,0 0 0,-1 0 648,9-2 0,-1 0 0,-1 2-648,1 2 0,-1 2 0,-1-2 0,-11-3 0,-1-1 0,1 1 814,6 4 0,1 2 0,-2-1-814,3 0 0,-2 0 0,-5 0 0,0 0 0,-3 0 1140,-2 0 1,-1 0-1141,5 0 0,-1 0 1618,2 0-1618,-15 0 1016,-5 0-1016,-15-15 196,0 11-196,0-12 0,0 16 0,16 0 0,19-15 0,-9 5 0,3 0 0,13 0 0,2 0 0,1-6 0,0 1 0,1 12 0,-1 2 0,-9-7 0,-2 0 0,-7 8 0,-3 0 0,4 0 0,-11 0 0,7 0 0,-5 0 0,17 0 0,-17 0 0,13 0 0,-29 0 0,13 0 0,0 0 0,19 0 0,-9 0 0,3 0 0,13 0 0,2 0 0,2 0 0,-2 0 0,-6 0 0,-1 0 0,-1 0 0,-6 0 0,-10 0 0,-4 0 0,-16 0 0,0 0 0</inkml:trace>
  <inkml:trace contextRef="#ctx0" brushRef="#br0" timeOffset="69533">7373 12012 24575,'35'0'0,"4"0"0,5 0 0,-10 0 0,3 0 0,1 0-820,0 0 1,2 0 0,1 0 0,1 0 758,3 0 0,1 0 0,0 0 0,1 0-368,-6 0 1,1 0-1,0 0 1,0 0-1,1 0 429,1 0 0,0 0 0,1 0 0,0 0 0,0 0 0,4 0 0,0 0 0,0 0 0,1 0 0,0 0-252,-5 0 1,0 0-1,0 0 1,1 0 0,-1 0-1,0 0 252,-2 0 0,-1 0 0,0 0 0,0 0 0,0 0 0,0 0 0,0 0 0,1 0 0,0 0 0,0 0 0,-1 0 0,-1 0-382,6 0 1,-2 0 0,0 0 0,0 0 0,1 0 381,0 0 0,1 0 0,0 0 0,0 0 0,1 0 0,-5 0 0,1 0 0,0 0 0,0 0 0,1 0 0,0 0-199,1 0 1,0 0 0,0 0-1,0 0 1,1 0 0,0 0 198,1 0 0,0 0 0,0 0 0,1 0 0,-1 0 0,1 0 0,0 0 0,1 0 0,0 0 0,-1 0 0,1 0 0,-2 0 0,-3 0 0,-1 0 0,-1 0 0,1 0 0,-1 0 0,1 0 0,0 0 0,0 0 1,0 0-1,0 0 1,0 0-1,-2 0 0,3 0 0,0 0 0,-2 0 0,0 0 0,1 0 0,-2 0 0,0 0 0,-1 0 0,1 0 0,0 0 0,2 0 0,-1 0 0,1 0 0,0 0 0,1 0 0,3 0 0,2 0 0,-1 0 0,1 0 0,0 0 35,-2 0 0,1-1 0,-1 1 0,1 0 0,0 1-35,-6 1 0,0 0 0,1 1 0,0 0 0,-1 0 0,1 0 0,-2 0 0,0 0 0,0 0 0,1 1 0,-1-1 0,1 0-106,2 1 0,1-1 0,-1 0 0,1 0 0,0 0 0,1 1 106,-5 0 0,0 0 0,1 1 0,-1 0 0,2 0 0,-1-1 0,1 0-86,1 0 1,1-1 0,0 0 0,1-1-1,0 1 1,0-1 0,0 1 85,1 0 0,1-1 0,0 1 0,0-1 0,1 1 0,-1 0 0,2 1-173,-4-1 0,1 1 1,0 1-1,1-1 0,-1 1 1,1-1-1,0-1 0,-1 0 173,-1-2 0,0 0 0,0-1 0,0 0 0,-1 0 0,1 0 0,1 0 0,-1 2 0,-3 0 0,1 1 0,0 1 0,0-1 0,0 1 0,0 0 0,0 0 0,-1 0 0,0-1 0,2 0 0,1 0 0,-2-1 0,1 1 0,-1-1 0,1 0 0,-1 0 0,0 1-74,4 0 0,1-1 1,-1 1-1,0 0 0,0 0 1,0 0-1,0-1 74,-4 1 0,1-1 0,-1 0 0,1 0 0,-1 1 0,1-2 0,-1 1 0,0-1 0,5 0 0,0-1 0,0 0 0,-1 0 0,1-1 0,0 1 0,0 0-70,-5 0 1,0 0 0,1 0 0,-1 0 0,1 0 0,0 0 0,-1 0 0,1 0 69,2 0 0,-1 0 0,1 0 0,0 0 0,0 0 0,0 0 0,0 0 0,0 0-65,0 0 1,0 0-1,0 0 1,0 0-1,1 0 1,-1 0-1,1 0 1,1 0 64,-4 0 0,1 0 0,1 0 0,-1 0 0,1 0 0,0 0 0,-1 0 0,0 0 0,0 0 0,3 0 0,0 0 0,-1 1 0,1-1 0,-1 0 0,0 0 0,0 0 0,1-1 16,0 0 1,0-1-1,0 0 1,0-1 0,1 1-1,-2 0 1,0 0-1,0 0-16,1 1 0,1 1 0,-2 0 0,0-1 0,0 1 0,-1 0 0,1-2 14,-4 1 1,0-1 0,0 0-1,0-1 1,-1 1 0,1-1 0,-1 1-15,1-1 0,0 1 0,0-1 0,0 1 0,0 0 0,-1 0 0,-1 0 134,1 1 0,0 0 0,-1 1 0,-1 0 0,1-1 0,0 0-134,0-1 0,1 0 0,0-1 0,0 0 0,0 0 0,-1 0 0,0 1 0,-1-1 0,0 1 0,0-1 0,1 1 0,0-1 0,3 0 0,0 1 0,0-1 0,1 0 0,1-1 0,-1-1 88,-3-1 1,-1 0-1,1-2 1,0 0-1,1 0 1,0 0 0,0 1-89,3 1 0,1 1 0,1 0 0,-1 0 0,1 0 0,0-1 0,-1-1 0,-1-1 0,1-2 0,-1 0 0,1-1 0,-1 1 0,0 1 0,1 0 0,0 2 0,0 1 0,0 1 0,0 0 0,0 0 0,0 0 0,-2-1 138,3-1 1,0 0 0,-1 0 0,0-1 0,-1 1-1,0 0-138,-3 1 0,0 0 0,0 0 0,-1 0 0,-1 1 0,-1 1 222,4 0 1,-1 2 0,-1 0 0,-1 0 0,-1 0-223,4-2 0,-2-1 0,-1 1 0,0 1 348,-2 2 0,-1 1 0,-1 1 0,-2-1-348,4 0 0,-2 0 0,-1 0 1092,-2 0 0,-1 0 0,-2 0-1029,0 0 1,-4 0 2983,7 0-3047,-5 0 1921,-27 0-1921,12 0 231,-16 16 0,0-12 0,0 12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5:51.46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3986 15240 24575,'34'0'0,"-1"0"0,7 0 0,2 0 0,-3 0 0,2 0 0,3 0-820,-5 0 1,2 0 0,1 0 0,0 0 575,6 0 0,0 1 1,2-1-1,0-1-122,-4-1 0,0-1 1,1 0-1,-1-1 0,1 0 366,-2 1 0,0 0 0,0-1 0,-1 0 0,0-1 0,-1-2 0,0 0 0,0-1 0,-2 1 0,-1 0 92,0 2 0,-2 1 0,-1-1 0,1 0-92,1-2 0,0-2 0,-1 1 0,-1 0 0,0 1 0,-2 1 0,2 0-131,9-1 1,1 1 0,-2-1 130,2-2 0,0 3 0,-11 4 0,2 3 0,-3 0 886,2-1 1,-1 0-887,4 1 0,-2-2 1287,-10-7 0,-1 0-1287,7 6 0,-1 0 1214,6-14-1214,-6 15 0,1 2 543,5-1-543,-6 0 0,0 0 0,7 0 0,-15 0 0,1 0 0,9 0 0,0 0 0,-10 0 0,1 0 0,1 1 0,1-2 0,7-6 0,1-1 0,-1 6 0,0 0 0,4-6 0,0 0 0,-3 7 0,1 2 0,9-1 0,2 0 0,-3 1 0,0-2 0,-10-3 0,0-3 0,1 2 0,0 4 0,-1 0 0,0-1 0,10-6 0,0 1 0,-11 6 0,1 3 0,-2-3 0,5-7 0,-2 0 0,7 6 0,1 0 0,3-6 0,0 1 0,-2 6 0,2 2-180,-10-1 1,1 0-1,1 0 180,-4-1 0,0 2 0,0-1 0,1 0 0,-1 0 0,0 0 0,0 0 0,1 0 0,-1 0 0,0 0 0,1 0 0,-1 0 0,0 0 0,0 0 0,1 0 0,-1-1 0,0 0 0,1 3 0,2 2 0,0 2 0,-1-1 0,9-4 0,0 2 0,-10 6 0,1 4 0,0-4 0,-2-6 0,0-4 0,1 3 0,5 8 0,0 2 0,2-2 0,4-7 0,1-4 0,-2 3 0,-3 3 0,-1 1 0,-1-2 0,-5-3 0,0-1 0,-2-1 0,11 1 0,-4 0 0,-13-1 0,-1 2 0,3 7 0,-1 0 0,8-4 0,-8 4 0,1 0 0,-3-7 0,1-2 269,6 1 1,2 0-270,-1 0 0,1 0 0,7 0 0,0 0 0,-6 0 0,0 0 0,-3 0 0,1 0 0,-2 0 0,5 0 0,-1 0 0,5 0 0,2 0 0,-1 0 0,0 0 0,-2 0 0,1 0 0,1 0 0,2 0 0,2 0 0,0 0 0,-10 0 0,0 0 0,-3 0 0,1 0 0,-2 0 0,4 0 0,1 0 0,-5-1 0,2 0 0,-1 3 0,11 5 0,0 1 0,1-6 0,-2 0 0,-7 5 0,-4 2 0,-6-1 0,-3 0 0,12-5 0,-1 13 0,-15-16 0,11 16 0,-27-12 0,12 11 0,-16-15 0,0 0 0,0 0 0</inkml:trace>
  <inkml:trace contextRef="#ctx0" brushRef="#br0" timeOffset="66550">4427 16140 24575,'20'0'0,"27"0"0,-23 0 0,8 0 0,2 0 0,5 0 0,1 0 0,3 0 0,-7 0 0,2 0 0,-4 0 0,3 0 0,-2 0 0,11 0 0,-2 0 0,0 0 0,-2 0 0,-10 0 0,-1 0 0,4-8 0,-1 0 0,13 4 0,-22-3 0,1-2 0,0 2 0,-1-1 0,14-12 0,-14 11 0,1-2 0,-1-5 0,1 1 0,1 13 0,1 0 0,-2-13 0,2-1 0,13 14 0,1 0 0,-13-14 0,1 1 0,12 11 0,2 4 0,-9-8 0,0 0 0,9-1 0,-1 2 0,-10 5 0,0 0 0,10-6 0,-1 1 0,-11 6 0,0 2 0,5-1 0,-1 0 0,-7 0 0,-1 0 0,-2 0 0,1 0 0,0 0 0,-1 0 0,14 0 0,-14 0 0,1 0 0,0 0 0,-1 0 0,14 0 0,-14 0 0,1 0 0,0 0 0,-1 0 0,14 0 0,-13-8 0,-1 0 0,10 4 0,-9-4 0,-1 0 0,-1 8 0,23 0 0,-12 0 0,-4 0 0,1-7 0,1-1 0,14 4 0,-12-4 0,1 0 0,-9 7 0,1 2 0,6-1 0,-2 0 0,7 0 0,-6 0 0,1 0 0,-7 0 0,1 0 0,7 0 0,0 0 0,-7 0 0,-1 0 0,0 0 0,-3 0 0,12 0 0,-1 0 0,0 0 0,0 16 0,1-12 0,-1 11 0,0-15 0,1 0 0,-9 0 0,22 0 0,-18 0 0,5 0 0,11 0 0,-24 16 0,3-14 0,-1 0 0,-5 14 0,11-16 0,-27 0 0,27 0 0,-27 15 0,43-11 0,-8 12 0,-4-8 0,1 0 0,-8 1 0,-1 1 0,-1 0 0,-1 0 0,10 5 0,-15-15 0,-5 0 0,-15 0 0,0 0 0,16 16 0,-12-12 0,12 12 0,-16-16 0,0 0 0,0 15 0,0-11 0,-16 12 0,12-16 0,4 0 0,4 0 0,27 0 0,5 0 0,3 0 0,-14 0 0,1 0 0,9 0 0,0 0 0,-15 0 0,-4 0 0,-16 0 0,-16 0 0,12-16 0,-12 12 0,1-27 0,11 27 0,-12-12 0</inkml:trace>
  <inkml:trace contextRef="#ctx0" brushRef="#br0" timeOffset="86917">4286 17427 24575,'26'0'0,"-1"0"0,6 0 0,4 0 0,1 0 0,5 0 0,2 0 0,2 0-820,-3 0 1,2 0 0,2 0 0,-1 0 643,2 0 1,1 0-1,0 0 1,1 0 175,-9 0 0,1 0 0,0 0 0,0 0 0,0 0-382,1 0 1,0 0 0,1 0-1,0 0 1,0 0 381,4 0 0,-1 0 0,2 0 0,-1 0 0,1 0 0,1 0 0,0 0 0,1 0 0,0 0 0,-1 0 0,-4 0 0,0 0 0,0 0 0,0 0 0,2 0 0,-3 0 0,2 0 0,1 0 0,-1 0 0,0 0 0,-3 0 0,1 0 0,-2 0 0,-1-1 0,0 1 0,3 1 0,-1 1 0,1 0 0,1 1 0,1 0 0,-1 0 0,-2 0-264,5 1 1,-2-1 0,0 2 0,0-1 0,2 0 263,-4-1 0,0 0 0,2 0 0,-1 0 0,1 0 0,-1 1 0,0 1 0,-1 1 0,0 0 0,1 0 0,-1-1 0,1-2 0,0 0 0,1-3 0,0 0 0,0 0 0,0 0 0,-1 1 0,0 1 0,-1 1 0,0-1 0,0 1 0,0 0 0,0 0 0,-2 0 0,1 0 0,0 0 0,-1-1 0,0 1 0,0-1 0,8-1 0,0 0 0,0-1 0,-1 0 0,-1 2-319,-2 0 0,-1 2 0,0 0 0,-1-1 0,0-1 319,-2-1 0,1-1 0,-1 0 0,0 0 0,-1-1 0,5 2 0,0-1 0,0 0 0,0-1 0,1-1 0,1-2 0,1-1 0,-1 1 0,1-1 0,0 1 0,0-1 0,0-1 0,-2-2 0,0-1 0,0 0 0,0 0 16,1 0 1,0 0-1,-1 0 1,0 1-17,-4-1 0,-1 0 0,-1 0 0,2 0 0,0 0 0,1 0 0,1 0 0,-1 1 0,0 2 0,0 1 0,1 1 0,-2-1 0,0 1 0,-2-1 0,1 1 0,1 2 0,4 0 0,1 3 0,0-1 0,-1 1 0,-3-1 0,-1 0 0,-1 0 0,2 0 0,0 0 0,1 0 0,-1 0 0,-1 0 385,5 0 1,-1 0-1,-1 0-385,1-1 0,-1 0 0,-2 3 0,-6 2 0,-2 2 0,0-1 804,2-3 0,1-2 0,-2 2-804,7 6 0,0 0 0,3-7 0,0-2 0,-1 1 0,-2 0 1046,-5 0 0,-3 0-1046,-10 0 0,-1 0 1877,6 0-1877,-27 0 1033,11 0-1033,-15 16 161,0-12-161,16 11 0,4-15 0,10 0 0,6 0 0,0 0 0,3 0 0,-1 0 0,4 0 0,-1 0-155,-1 0 0,-1 0 1,0 0 154,-2 0 0,-1 0 0,-1 0 0,14-1 0,-4 2 0,-17 7 0,-1 0 0,0-7 0,-3 2 0,-5 13 0,-3-16 0,-16 15 0,0-11 464,0 12-464,0-1 0,0-11 0,0 12 0,0-16 0,0 0 0,0 16 0,0-12 0,0 11 0,0-15 0,0 16 0,0-12 0,0 12 0,0-9 0,0-5 0,0 6 0,0-8 0,0 16 0,0-12 0,16 12 0,-12-1 0,11-11 0,-15 12 0,0-16 0,0 0 0,0-16 0,0 12 0,0-27 0,0 27 0,0-12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7:51.40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3298 10707 24575,'26'0'0,"1"0"0,-2 0 0,1 0 0,1 0 0,1 0 0,7 0 0,1 0 0,-1 0 0,0 0 0,1 0 0,-1 0 0,1 0 0,-2 0 0,-6 0 0,-1 0 0,7 0 0,-1 0 0,-6 0 0,1 0 0,7 0 0,0 0 0,1 1 0,-1-2 0,-6-7 0,-3 0 0,9 4 0,-4-11 0,-27 15 0,28 0 0,-21 0 0,38 0 0,-1 0 0,-14 0 0,2 0 0,0 0 0,-1 0 0,-7 0 0,-1 0 0,-2 0 0,0 0 0,1 0 0,-1 0 0,2 0 0,1 0 0,8 0 0,-1 0 0,-7 1 0,-1-2 0,-1-7 0,-1 0 0,10 4 0,-10-4 0,1 0 0,13 8 0,-14 0 0,1 0 0,0 0 0,-1 0 0,14 0 0,-9 0 0,-1 0 0,8 0 0,-9 0 0,3 0 0,-27 0 0,27 0 0,-6 0 0,1 0 0,2 0 0,3 0 0,1 0 0,3 0 0,0 0 0,10 0 0,0 0 0,-10 0 0,1 0 0,-1 0 0,10 0 0,0 0 0,-11 0 0,0 0 0,0 0 0,11 0 0,0 0 0,4 0 0,0 0 0,-14 0 0,0 0 0,-1 0 0,15 0 0,0 0 0,-14 0 0,0 0 0,1 0-137,-1 0 1,0 0 0,1 0 136,-1 0 0,1 0 0,-1 0 0,10 0 0,0 0 0,-1 0 0,-2 0 0,-6 0 0,-1 0 0,-7 0 0,-2 0 0,10 0 0,-5 0 0,-27 0 409,12 0-409,-1 0 0,-11 0 0,35 0 0,-17 0 0,6 0 0,3 0 0,-4 0 0,1 0 0,-1 0 0,1 0 0,7 0 0,-4 0 0,-7 0 0,23 0 0,-43 0 0,27 0 0,-27 0 0,12 16 0,-16-12 0,0 12 0,0-16 0,15 0 0,-11 0 0,12 0 0,0 0 0,3 0 0,5 0 0,3 0 0,0 0 0,1 0 0,0 0 0,-1 0 0,-1 0 0,-1 0 0,10 0 0,-15 0 0,-5 0 0,-15 0 0,0 0 0,0 0 0</inkml:trace>
  <inkml:trace contextRef="#ctx0" brushRef="#br0" timeOffset="30933">4604 12506 24575,'35'0'0,"-10"0"0,1 0 0,1 0 0,1 0 0,14 0 0,2 0 0,1 0 0,0 0 0,-10 0 0,0 0 0,1 0-345,2 0 1,-1 0 0,2 0 344,2 0 0,0 0 0,0 0 0,-1 0 0,-1 0 0,0 0 0,2 0 0,0 0 0,-2 0 30,7 0 0,-2 0-30,-10 0 0,1 0 0,-2 0 0,12 0 0,1 0 0,-11-1 0,0 1 0,0 1 0,11 7 0,-1 0 0,3-7 0,-2 2 0,-18 5 0,0-1 0,12-6 0,-5-2 0,-12 1 0,24 0 772,-11 0-772,-10 0 0,3 0 100,5 0 1,2 0-101,7 0 0,0 0 0,-5 0 0,-1 0 0,6 0 0,0 0 0,0 0 0,0 0 0,2 0 0,1 0-203,-9 0 0,1-1 0,0 2 203,-2 4 0,0 1 0,0-1 0,2-3 0,0-2 0,0 2 0,-2 2 0,-1 2 0,0 0 0,10 2 0,0-1-32,-11-5 0,1-2 1,-2 2 31,4 6 0,0 0 0,6-8 0,0 0 0,-7 7 0,-1 1 0,8-6 0,0 0 0,-5 6 0,-1 0 302,2-7 1,0-2-303,-4 0 0,-1 2 99,13 15-99,-14-14 0,0 0 0,-5 6 0,-1-1 0,0-7 0,1 0 0,5 8 0,1 0 0,-7-6 0,0 0 0,8 6 0,1 0 0,-1-7 0,1-2 0,-1 0 0,0 2 0,1 6 0,-1 1 0,-7-6 0,-1 0 0,0 7 0,-3-2 0,-5-7 0,12 0 0,-27 0 0,28 0 0,-13 0 0,24 0 0,-5 0 0,-11 0 0,5 0 0,-29 0 0,13 0 0,0 16 0,-12-12 0,11 11 0</inkml:trace>
  <inkml:trace contextRef="#ctx0" brushRef="#br0" timeOffset="33600">12083 12471 24575,'43'0'0,"0"0"0,-9 0 0,1 0 0,2 0 0,3 0 0,2 0 0,1 0-536,4 0 0,1 0 0,-2 0 536,-6 0 0,-2 0 0,2 0 0,5 0 0,0 0 0,0 0 0,-6 0 0,0 0 0,1 0 0,6 0 0,2 0 0,-1 0 0,-4 0 0,-2 0 0,0 0 0,-4 0 0,-1 0 0,-3 0 260,4 0 1,-3 0-261,-7 0 0,-3 0 266,-5 0-266,13 0 0,3 0 0,-6 0 0,5 0 0,-2 0 0,4 0 0,-1 0 106,-1 0 1,0 1 0,0-2-107,7-4 0,0-1 0,-1 1 0,6 3 0,-2 0 0,-1-6 0,0 0 0,-10 8 0,2 1 0,-1-2 0,2-3 0,1-1 0,0-1 0,4 0 0,2 0 0,-2-2 0,-2-3 0,-2-2 0,1 2 0,2 4 0,0 1 0,0-1 0,-6-3 0,-1-2 0,1 3 0,6 6 0,1 3 0,0-1 0,-1-4 0,1-1 0,-1 1 0,2 5 0,-1 1 0,2-2 0,4-3 0,1-2 0,-2 1 0,-8 3 0,-2 2 0,0-2 0,-1-3 0,0-2 0,-3 3 0,0 3 0,-2 2 0,-3-1 0,-1 0 0,4 0 0,-1 0 0,-2 0 0,1 0 0,14 0 0,2 0 0,-7 0 0,1 0 0,-5 0 0,2 0 0,-1 0 0,4 0 0,-2 0 250,0 0 1,-1 0-251,-9 0 0,-1 0 0,10 0 0,-16 0 0,-3 0 0,-16 0 0,16 0 0,3 0 0,5 6 0,3 4 0,1-1 0,-1 1 0,2-1 0,-3 2 0,9 20 0,-11-27 0,-22 28 0,6-29 0,-8 13 0,0-16 0,0 16 0,0-12 0,0 11 0,0-15 0,0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3:20.9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29951 7691 24575,'25'-36'0,"1"1"0,-4 7 0,2-1 0,0 0 0,1-1 0,-1 0 0,2 0-368,2-1 1,2 1-1,-2 0 368,-3 1 0,-1 0 0,-2 1 180,-3-4 1,1 2-181,12-4 0,-1-1 0,-19-4 0,-1 0 0,14 1 0,1 1 91,-7 1 1,-3 1-92,-2 9 0,0 2 0,19-12 0,-21 1 279,3 10 1,1-1-280,4-13 0,-4 5 0,3 1 0,-1 14 0,-1-1 0,0-12 0,2-3 0,11 0 0,6 0-690,-8 6 0,2-1 1,2-1 689,-3 6 0,2 0 0,1-2 0,1 1 0,-1-1-452,1-1 0,0-1 1,0 0-1,0 1 0,0-1 452,1 2 0,1 0 0,0 0 0,-2 0 0,-2-2 0,3-9 0,-3-2 0,-2 1 0,1 3-155,3 3 0,-1 4 1,-3-3 154,-8-2 0,-3-1 0,-2 2 0,3-4 0,-3 4 0,0-7 1763,-16-7-1763,0 43 2440,0-11-2440,0 30 0,0-11 0,0 12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4:15.6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23724 9948 24575,'20'0'0,"11"0"0,-11 0 0,15 0 0,-10 0 0,1 0 0,13 0 0,4 0 0,-25 0 0,6 0 0,-21 0 0,45 0 0,-9 0 0,-5 1 0,2-2 0,0-6 0,-1-1 0,-7 6 0,-1 0 0,-1-6 0,-1 0 0,10 8 0,-15-16 0,-5 12 0,1-11 0,19 15 0,-2-7 0,5-2 0,-5 3 0,3 0 0,1-1-183,-1-4 0,1-1 1,-1-1 182,2 1 0,0 1 0,0-1 0,-2 1 0,-1-1 0,-2 0 0,1-7 0,-1 2 0,1 8 0,-2-1 0,3-22 0,-15 29 0,-4-13 0,-1 16 548,-11 0-548,28 0 0,3 0 0,4 0 0,-5 0 0,-1 0 0,-10 0 0,24 0 0,-43 0 0,28 0 0,-44 0 0,24 0 0,-28 0 0</inkml:trace>
  <inkml:trace contextRef="#ctx0" brushRef="#br0" timeOffset="1834">23936 5644 24575,'30'0'0,"1"0"0,0 0 0,0 0 0,-3 0 0,-1 0 0,6 0 0,1 0 0,8 0 0,2 0 0,-8 0 0,0 0 0,2 0-294,3 0 0,1 0 0,0 0 294,0 0 0,-1 0 0,-2 0 0,7 0 0,-2 0 108,-7 0 1,-3 0-109,-7 0 0,-3 0 0,-5 0 0,13 0 0,-21 0 0,23 0 665,-7 0-665,8 0 0,-15 0 0,11 0 0,-27 0 0,12 0 0,15 0 0,-7 0 0,7 0 0,4 0 0,0 0 0,1 0 0,1 0 0,0 0 0,7 0 0,-1 0 0,-14 0 0,-3 0 0,9 0 0,-20 0 0,-15 0 0</inkml:trace>
  <inkml:trace contextRef="#ctx0" brushRef="#br0" timeOffset="4217">23372 11007 24575,'35'0'0,"0"0"0,0 0 0,-10 0 0,1 0 0,9 0 0,1 0 0,1 0 0,0 0 0,6 0 0,1 0 0,-1 0 0,0 0 0,-10 0 0,0 0 0,17 0 0,0 0 0,-9 0 0,1 0 0,-8 0 0,2 0 0,0 0-221,-1 0 0,0 1 0,0-2 221,5-4 0,1 0 0,0-1 0,1 2 0,0 1 0,-1-2 0,-3 0 0,-2-1 0,0 0 0,0-3 0,-2 1 0,-2 1 0,-3 5 0,-3 0 0,1-6 0,-3 0 0,-5 8 0,-3 0 0,-8 0 663,-6 0-663,21 0 0,13-15 0,-10 12 0,3 2 0,5-6 0,2-2 0,0 1 0,-1 1 0,-8 5 0,1 0 0,6-7 0,-2 2 0,7 7 0,-14 0 0,1 0 0,0 0 0,-1 0 0,15 0 0,-15 0 0,0 0 0,11 0 0,-1 0 0,-15 0 0,11 0 0,-11-16 0,-1 12 0,-3-11 0,-16 15 0,16 0 0,3 0 0,16 0 0,1 0 0,-1 0 0,-15 0 0,-5 0 0,-15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5:01.9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23724 9843 24575,'34'0'0,"-1"0"0,3 0 0,2 0 0,-2 0 0,3 0 0,0 0 0,1 0 0,1 0 0,2 0 0,6 0 0,3 0 0,-4 0 0,2 0 0,-2 0 0,5 0 0,-8 0 0,-26 0 0,12 0 0,-27 0 0,12 0 0,0 0 0,19 0 0,-2 0 0,5 0 0,6 0 0,2 0 0,3 0 0,0 0 0,-4 0 0,-2 0 0,-10 0 0,-3 0 0,5 0 0,-4 0 0,-27 0 0,12 0 0,-16 0 0,0 15 0,16-11 0,-13 12 0,29-16 0,-13 0 0,7 0 0,-1 0 0,-1 0 0,7 0 0,-31 15 0,0-11 0,0 12 0,0-16 0,0 0 0,0 0 0</inkml:trace>
  <inkml:trace contextRef="#ctx0" brushRef="#br0" timeOffset="18266">23901 5680 24575,'47'0'0,"-14"0"0,-2 0 0,1 0 0,1 0 0,0 0 0,7 0 0,-1 0 0,4 0 0,-6 0 0,0 0 0,8 0 0,1 0 0,-2 0 0,-2 0 0,-13 0 0,-3 0 0,9 0 0,-4 0 0,-27 0 0,28 0 0,3 0 0,-9-1 0,3 2 0,6 6 0,0 1 0,-3-6 0,-1 0 0,3 6 0,1 0 0,4-7 0,0-2 0,-2 1 0,0 0 0,7 0 0,-1 0 0,-14 0 0,-3 0 0,9 0 0,-4 0 0,-27 0 0,12 0 0,-1 0 0,-11 0 0,28 0 0,3 0 0,4 0 0,-5 0 0,-1 0 0,6 0 0,-4 0 0,-19 16 0,-16-12 0,16 11 0,-12-15 0,11 0 0,-15 0 0,0 0 0,0 0 0</inkml:trace>
  <inkml:trace contextRef="#ctx0" brushRef="#br0" timeOffset="61331">23989 10672 24575,'43'0'0,"0"0"0,1 0 0,2 0 0,-6 0 0,1 0 0,0 0-375,-4 0 1,-1 0 0,1 0 374,3 0 0,1 0 0,-1 0 0,-4 0 0,0 0 0,-2 0 0,12 0 0,-2 0 183,-7 0 1,-3 0-184,-8 0 0,-1 0 187,10 0-187,-16 0 0,5 0 0,-6 0 569,25 0-569,-3 0 0,6 0 0,-6 0 0,2 1 0,1-2-443,5-4 1,0-1-1,1 1 443,-10 4 0,1 1 0,0 0 0,-2-3 0,10-7 0,-1-2 0,-1 3 0,-3 7 0,-1 2 0,-1-2-70,-2-8 0,-1-2 0,-2 2 70,10 9 0,-3-2 0,-4-12 0,0-1 0,-3 13 0,-1 2 0,-8-7 0,0 0 0,7 9 0,-1-2 1313,6-14-1313,-3 11 225,-5-12-225,-27 16 0,12 0 0,-16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6:47.38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6068 14023 24575,'46'0'0,"0"0"0,-9 0 0,1 0 0,4 0 0,-3 0 0,2 0 0,3 0 0,-1 0 0,-2 0-746,3 0 0,-1 0 0,-1 0 1,2 0 745,3-1 0,2 1 0,-1-1 0,-4 3 0,-4 3 0,-3 1 0,0-1 256,-2-4 1,0-2 0,-2 5-257,9 11 0,-1 1 0,2-13 0,0-2 0,0 7 0,0-1 0,-9-5 0,2-3 0,0 0-67,5 1 1,1-1 0,0 2 66,0 4 0,0 1 0,0-1 0,4-3 0,2-2 0,-5 2 0,1 6 0,-2 0 0,9-7 0,-2-2 0,-17 1 0,-1 0 739,4 0 1,1 0-740,-1 0 0,0 0 69,0 0 1,1 0-70,6 0 0,2 0 0,0 0 0,2 0 0,-11 0 0,0 0 0,1 0 0,-1 0 0,0 0 0,1 0 0,-1 0 0,1 0 0,-1 0 0,14 0 0,0 0 0,-15 0 0,1 0 0,-1 0 102,15 0 0,0 0-102,-9 0 0,1 0 0,0 0 0,-5 0 0,0 0 0,2 0 0,7 0 0,1 1 0,0-2 0,-4-4 0,0-1 0,-1 1 0,1 4 0,0 1 0,0-3 0,-4-6 0,-1-4 0,1 4 0,2 7 0,1 2 0,-2-2 0,-5-7 0,-1-3 0,2 2 0,4 2 0,2 2 0,0 0 0,0 0 0,0 0 0,-1-2 0,-3-2 0,-1-2 0,1 3 0,3 6 0,0 3 0,1-1 0,0-4 0,0-1 0,-1 1 0,-6 4 0,-1 2 0,2-1 0,9 0 0,2 0 0,-1 0 0,-6 1 0,0-1 0,0-1 0,3-3 0,0-2 0,0 1 0,-2 3 0,1 2 0,-1-2 0,1-3 0,-1-1 0,1 1 0,0 4 0,1 3 0,0-3 0,5-3 0,1-3 0,-2 2 0,-6 4 0,-1 0 0,0-1 0,6-2 0,1-3 0,-2 3 0,-9 3 0,-2 2 0,1-1 0,11-5 0,1-1 0,0 1 0,-3 3 0,-2 2 0,1-2 0,0-3 0,0-1 0,-1 2 0,0 3 0,1 2 0,-3-1 0,6-8 0,0 0 0,3 6 0,-2 0 0,-9-6 0,-2 0 0,4 7 0,1 2 0,2-1 0,2 0 0,-10 0 0,2 0 0,0 0-472,4 0 0,2 0 0,1 0 472,-2 0 0,2 0 0,1 0 0,1 0-465,-6 0 0,1 0 1,1 0-1,0 0 0,2 0 465,4 0 0,2 0 0,1 0 0,1 0 0,1 0-469,-10 0 1,1 0 0,1 0 0,0 0 0,0 0 0,1 0 0,-2 0 450,7 0 1,-1 0 0,0 0-1,0 0 1,1 0 0,1 0 17,-2 0 0,0 0 0,1 0 0,1 0 0,-1 0 0,0 0 0,-2 0 0,3 0 0,-1 0 0,-1 0 0,0 0 0,0 0 0,1 0 0,-6 0 0,0 0 0,0 0 0,0 0 0,0 0 0,-1 0 0,0 0 0,2 0 0,1 0 0,-2 0 0,0 0 0,-1 0 0,-1 0 0,2 0 0,-2 0 0,0 0 0,-2 0 0,0 0-83,6 0 1,-1-1-1,-2 0 1,-4 3 82,8 6 0,-4 0 476,-7-7 1,-6 2-477,-10 13 2381,-4-16-2381,-1 0 3276,5 0-2826,10 0 1,6 0-451,11 0 0,4 0-272,-13 0 1,2 0-1,1 0 1,-1 0 271,0 0 0,-1 0 0,0 0 0,0 0 0,1 0 0,0 0 0,0 0 0,-3 0 0,1 0 0,-2 0 0,-4 0 0,-3 0 0,-3 0 0,5 0 0,-31 15 0,0-11 0,0 12 1616,0-16-1616,0 0 0,0 15 0,0-11 0,0 12 0,0-16 0,0 0 0,-16 0 0,12 0 0,-11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0:38:52.40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11501 10742 24575,'43'0'0,"0"0"0,-3 0 0,4 0 0,1 0 0,-6 0 0,0 0 0,3 0 0,1 0-656,1 0 1,3 0-1,1 0 1,1 0 0,-2 0 231,-3 0 0,0 0 0,0 0 0,0 0 0,0 0 424,0 0 0,1 0 0,0 0 0,-2 0 0,-1 0 208,0 0 1,-1 0 0,-2 0 0,-2 0-209,3 0 0,-3 0 0,-1 0 517,10 0 1,-5 0-518,-13 0 0,-1 0 0,-2 0 0,1 0 0,7 1 0,0-2 2801,10-15-2801,-10 14 0,1 0 363,-10-5 0,3-1-363,11 2 0,8 1 0,3 0 0,-10 1 0,2 1 0,1-1 0,1 0 0,0 0 0,2-3 0,0 0 0,1-1 0,-1 1 0,-1 0 0,-2 3 0,0 0 0,0 0 0,-3 1 0,-4-1 0,3-2 0,-4 0 0,-4 2 0,-4 3 0,-1 2 0,15-1 0,2 0 0,-3 1 0,1-2 0,5-7 0,0 0 0,-11 7 0,-1-2 0,-7-5 0,-2 1 0,8 7 0,17 0 0,-22 0 0,9 0 0,-17 0 0,13 0 0,-29 0 0,13 0 0,-16 0 0,0 15 0,-16-11 0,13 12 0,-13-16 0</inkml:trace>
  <inkml:trace contextRef="#ctx0" brushRef="#br0" timeOffset="3332">7038 10319 24575,'8'-20'0,"19"11"0,14 5 0,2 1 0,-5 2 0,1 1 0,2 1 0,2-1 0,2 0 0,3 0 0,1 0 0,-1 0 0,-3 0 0,-1 0 0,-2 0 0,-1 0 0,-3 0 0,5 0 0,-2 0 0,-11 0 0,-11 0 0,-3 0 0,-16 0 0,0 0 0</inkml:trace>
  <inkml:trace contextRef="#ctx0" brushRef="#br0" timeOffset="37283">5927 11077 24575,'19'0'0,"13"0"0,-28 0 0,43 0 0,-24 0 0,4-7 0,5-1 0,9 5 0,2 2 0,0-7 0,0 0 0,4 7 0,-3 2 0,-17 0 0,-3-2 0,7-15 0,-12 12 0,17-27 0,-17 27 0,13-12 0,-13 16 0,6 0 0,1 0 0,13 0 0,-12 0 0,-3 0 0,-4 0 0,-4 0 0,-16-7 0,0 5 0,15-6 0,-11 8 0,12 0 0,0 0 0,-12-16 0,27 12 0,4-12 0,-8 15 0,1 2 0,0-1 0,-1 0 0,16 0 0,-10 0 0,-5 0 0,7 0 0,-15 0 0,11 0 0,-27 0 0,27 0 0,-11 16 0,15-12 0,1 12 0,-17-16 0,12 0 0,-27 8 0,28-6 0,-13 5 0,17-7 0,-1 0 0,0 0 0,-15 0 0,11 0 0,-11 16 0,-1-12 0,13 12 0,-13-16 0,1 0 0,11 0 0,-11 0 0,-1 0 0,-3 0 0,0 0 0,3 0 0,17 0 0,-1 0 0,-7 0 0,3 0 0,5-1 0,0 2 0,-2 6 0,-1 1 0,-6-6 0,-3 0 0,7 14 0,-27-16 0,27 0 0,-27 0 0,28 0 0,-28 0 0,11 0 0,-15 16 0,0-12 0,0 27 0,0-27 0,0 12 0,0-16 0,0 15 0,0 5 0</inkml:trace>
  <inkml:trace contextRef="#ctx0" brushRef="#br0" timeOffset="92699">10566 14270 24575,'0'35'0,"0"-11"0,0 3 0,0 15 0,0 2 0,0 2 0,0 2 0,0-10 0,0 4 0,0 1 0,0-5 0,0 13 0,0-2 0,0-7 0,0 1 0,0-2 0,0 3 0,0-2 0,0 2 0,0 2 0,0-7 0,0 2 0,0 0 0,0 1 0,0 0 0,0 0 0,0 0 0,0 1 0,0-3 0,-2 7 0,4-4 0,5-7 0,1-5 0,-4 4 0,12-15 0,0 19 0,3-17 0,17 5 0,-13-10 0,4-3 0,17-10 0,7-4 0,-6 9 0,3 2 0,2 1 0,-8-3 0,1 0 0,1 0 0,-1-1 0,-2-2 0,0 0 0,-1-1 0,-1 2 0,7 3 0,-1 2 0,1-3 0,-8-7 0,0-2 0,1-1 0,-1 0 0,10 1 0,-1 0 0,-1 0 0,-3 0 0,0 0 0,-2 0 0,-3 0 0,-2 0 0,-4 0 0,-3 0 0,-3 0 0,2 0 0,-1 0 0,-1 0 0,-1 0 0,-1 0 0,3 0 0,4 0 0,4 0 0,1 0 0,5 0 0,2 0 0,2 0 0,-4 0 0,2 0 0,0 0 0,-1 0 0,7 0 0,0 0 0,-4 0 0,6 0 0,-4 0 0,-13 0 0,-2 0 0,-7 0 0,1 0 0,6 0 0,4 0 0,-2 0 0,7 0 0,1 0 0,-4 1 0,3 0 0,-3-3 0,-1-5 0,-3-2 0,3 1 0,-4-3 0,-12-6 0,-3-2 0,9 2 0,-6-1 0,-18-17 0,13-8 0,-7 18 0,-2-3 0,-5-17 0,0-4 0,7 8 0,4-1 0,-4-1 0,-6 0 0,-3-1 0,1 2 0,4 5 0,1 2 0,-1 1 0,-5-9 0,0 4 0,0 11 0,0 1 0,0 0 0,0-1 0,0-4 0,0-3 0,0-11 0,0-2 0,-1 1 0,2-2 0,3 11 0,2 0 0,-1 1 0,-3-8 0,0 3 0,6 6 0,0 2 0,-7 5 0,-2 3 0,1-9 0,0 3 0,0 28 0,0-11 0,0-1 0,0 12 0,-16-12 0,12 1 0,-11 11 0,15-12 0,-16 0 0,12 13 0,-27-29 0,27 13 0,-28-17 0,13 1 0,-16 0 0,15 15 0,4 4 0,1 16 0,-21 0 0,-3 0 0,4 0 0,3-15 0,29 11 0,-44-12 0,23 16 0,-1-7 0,-1-1 0,-9 4 0,0-12 0,-1 16 0,11-8 0,-1 0 0,-13 4 0,6-2 0,-1-3 0,-5-7 0,14 15 0,-1-2 0,5-12 0,-1-1 0,-12 5 0,0 2 0,8-1 0,1 0 0,-9 1 0,1 3 0,7 6 0,1 0 0,-2-8 0,-1 0 0,1 6 0,-1 0 0,-5-6 0,0 1 0,5 6 0,1 2 0,-8-9 0,-1 0 0,1 6 0,0 0 0,-1-6 0,1 0 0,-1 7 0,2 2 0,5-1 0,3 0 0,-10 0 0,5 0 0,11 0 0,-7 0 0,-22-8 0,18 6 0,-15-2 0,-6 1 0,6 3 0,-2 0-362,11-3 0,-3-2 0,-1 0 0,2 2 362,-10 1 0,1 2 0,0-2 0,9-1 0,-1-2 0,0 0 0,2 2 0,-8 2 0,2 2 0,1-1-50,6 1 0,1 0 1,1-3 49,-14-5 0,4-1 0,16 6 0,3 0 0,-1-7 0,3 2 0,4 7 0,-11 0 1436,27 0-1436,-12 16 161,16-12-161,0 27 0,0-27 0,0 35 0,0-17 0,0 21 0,0-8 0,0-15 0,16-5 0,-12-15 0,12 16 0,-16-12 0,0 12 0,15-1 0,-11-11 0,12 28 0,-16-13 0,0 16 0,16-15 0,-12-4 0,11-16 0,-15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0:41:22.70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7691 12153 24575,'35'0'0,"-10"0"0,1 0 0,1 0 0,1 0 0,-1 0 0,1 0 0,3 0 0,-4 0 0,-5 0 0,17 0 0,-19 0 0,15 0 0,-15 0 0,-5 0 0,17 0 0,-9 0 0,2 0 0,1 0 0,9 0 0,-15 0 0,-4 0 0,-1 0 0,7 0 0,7 0 0,12 0 0,7 0 0,0 0 0,-10 0 0,0 0 0,1 0 0,-1 0 0,3 0 0,1 0 0,-2 0 0,-2 0 0,-1 0 0,-2 0 0,-5 0 0,13 0 0,-10-7 0,-1-1 0,3 4 0,-8-5 0,-3 2 0,-8 7 0</inkml:trace>
  <inkml:trace contextRef="#ctx0" brushRef="#br0" timeOffset="2117">10901 12047 24575,'25'0'0,"1"0"0,1 0 0,1 0 0,7 0 0,0 0 0,-7 0 0,-1 0 0,-1 0 0,-1 0 0,10 0 0,1 0 0,-17 0 0,13 0 0,-29 0 0,29 0 0,-13 0 0,1 0 0,11 0 0,-6 1 0,1-2 0,10-6 0,3-1 0,-4 5 0,4 3 0,1-1 0,6-4 0,1-1 0,-1 1 0,-10 4 0,-1 2 0,-1-1 0,1 0 0,0 0 0,-3 0 0,4 0 0,-5 0 0,8 0 0,-3 0 0,-21 0 0,-15 0 0</inkml:trace>
  <inkml:trace contextRef="#ctx0" brushRef="#br0" timeOffset="16567">6685 7338 24575,'20'0'0,"-5"0"0,1 0 0,-12 15 0,12-11 0,-16 12 0,0-16 0,0 0 0,0 0 0</inkml:trace>
  <inkml:trace contextRef="#ctx0" brushRef="#br0" timeOffset="18168">6544 8079 24575,'20'0'0,"-5"0"0,-15 0 0,0 7 0,0-5 0,0 6 0,0-8 0</inkml:trace>
  <inkml:trace contextRef="#ctx0" brushRef="#br0" timeOffset="20217">9737 12541 24575,'19'0'0,"13"0"0,-13 0 0,17 16 0,-17-12 0,5 27 0,-22-11 0,5-1 0,-7 13 0,0-28 0,0 11 0,0-15 0,0 0 0</inkml:trace>
  <inkml:trace contextRef="#ctx0" brushRef="#br0" timeOffset="22219">13159 12753 24575,'19'0'0,"-3"0"0</inkml:trace>
  <inkml:trace contextRef="#ctx0" brushRef="#br0" timeOffset="42498">6438 6826 24575,'35'0'0,"-2"0"0,1 0 0,-6 0 0,3 0 0,15 0 0,8 0 0,-5 0 0,-5 0 0,-2 0 0,-3 0 0,3 0 0,-5 0 0,-6 0 0,-4 0 0,11 0 0,5 0 0,-8 0 0,0 0 0,-15 0 0,11 0 0,-27 0 0,-4 16 0,-4-12 0,-11 12 0,-1-16 0,-4 0 0,-15 0 0,0 0 0,15 0 0,-3 0 0,5 0 0,6 15 0,-35-11 0,24 12 0,-9-7 0,-3-3 0,-4-2 0,4 12 0,3-16 0,44 0 0,-24 0 0,28 0 0</inkml:trace>
  <inkml:trace contextRef="#ctx0" brushRef="#br0" timeOffset="45633">9666 12541 24575,'26'0'0,"-1"0"0,10 0 0,1 0 0,-11 0 0,1 0 0,7 0 0,-2 0 0,-3 0 0,-9 0 0,-3-15 0,-16 11 0,0-12 0,0 0 0,0 12 0,0-27 0,0 11 0,0-15 0,0 16 0,0-13 0,0 28 0,0-27 0,0 11 0,0 1 0,0-13 0,0 13 0,0-17 0,0 1 0,-16 0 0,12 15 0,-27-11 0,27 27 0,-12-12 0,9 1 0,-11 11 0,5-18 0,-1-3 0,-22 1 0,12-13 0,-3 0 0,0 23 0,-1 2 0,9-9 0,-1 3 0,-27 18 0,43 0 0,-11 0 0,-1 0 0,12 0 0,-12 16 0,1 3 0,11 1 0,-12 3 0,0-5 0,12 10 0,-11-9 0,15 12 0,-8-6 0,0 1 0,4 18 0,-4-3 0,0 0 0,8-2 0,0-6 0,0 1 0,0 5 0,0-13 0,0-1 0,0-6 0,16 13 0,-12-13 0,27 17 0,-11-17 0,0 13 0,-5-28 0,-15 11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0:42:45.33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9208 12577 24575,'25'0'0,"0"0"0,9 0 0,3 0 0,7 0 0,2 0 0,-11 0 0,1 0 0,-1 0 0,11 0 0,-2 0 0,1 0 0,-4 0 0,-13 0 0,-1 0 0,7 0 0,-1 0 0,14 0 0,-6 7 0,2 1 0,-9-6 0,-1 0 0,2 6 0,0 0 0,0-7 0,-3-2 0,7 1 0,-14 0 0,1 0 0,7 0 0,1 0 0,-5 0 0,1 0 0,6 0 0,-2 0 0,1 0 0,-3 0 0,-13 0 0,6 0 0,1 0 0,14 0 0,-7 0 0,0 0 0,6 0 0,-13 0 0,-1 0 0,3 0 0,5 0 0,-5 0 0,7 0 0,0 0 0,0 0 0,1 0 0,-1 0 0,0 0 0,-10 0 0,1 0 0,2 0 0,-1 0 0,12 0 0,8 0 0,-43 0 0,28 0 0,-29 0 0,13 0 0,0 0 0,-12 0 0,11 0 0,-15 15 0,0-11 0,0 12 0,0-16 0,-15 0 0,11 0 0,-12 16 0,16-12 0,0 27 0,0-27 0,0 27 0,0-27 0,0 12 0,0 0 0,0-12 0,0 11 0,0-15 0,0 0 0,0-15-820,0 11 1,0-12 0,0 16 0</inkml:trace>
  <inkml:trace contextRef="#ctx0" brushRef="#br0" timeOffset="6483">11977 12612 24575,'25'0'0,"1"0"0,7 0 0,4 0 0,-3 0 0,1 0 0,2 0-667,4 0 0,1 0 0,1 0 667,3 0 0,2 0 0,-1 0 0,-7 0 0,-2 0 0,1 0 120,2 0 0,0 0 0,-3 0-120,4 0 0,-2 0 198,-4 0 1,-1 0-199,-9 0 0,-1 0 0,10 0 0,0 0 1015,1 0-1015,-5 0 0,4 0 0,-1 0 0,2 0 0,0 0 0,12 0 0,2 0 0,-5 0 0,2 0 0,-6 0 0,-10 0 0,-3 0 114,6 0 1,-1 0-115,2 0 0,-15 0 0,-20 0 0,-4 15 0,-12-11 0,16 12 0</inkml:trace>
  <inkml:trace contextRef="#ctx0" brushRef="#br0" timeOffset="26952">9490 12471 24575,'25'0'0,"1"0"0,13 0 0,-13 0 0,-1 0 0,-6 0 0,-3 0 0,0 0 0,-12 0 0,27 0 0,-27 0 0,43 0 0,-8 0 0,2-8 0,9-4 0,0 0 0,-12 6 0,-1 2 0,1-2 0,0-1 0,2-5 0,-1-2 0,1 0 0,-2 3 0,9 3 0,0 2 0,-8 0 0,-10-2 0,-3 1 0,0 6 0,-1 2 0,10-1 0,-15 0 0,11 0 0,-27 0 0,28 0 0,-13 0 0,5-1 0,3 2 0,0 6 0,1 1 0,18-5 0,2-2 0,-2 7 0,0 0 0,4-7 0,-2-2 0,-11 0 0,-3 2 0,-8 7 0,-1 0 0,1-7 0,-1 1 0,14 14 0,-14-15 0,1-2 0,9 1 0,-15 16 0,-5-12 0,-15 11 0,0-15 0,0 0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0:44:07.81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19950 11748 24575,'35'0'0,"-3"0"0,2 0 0,3 0 0,1 0 0,3 0 0,0 0 0,3 0 0,-3 0 0,6 0 0,-12 0 0,-4 0 0,-11 0 0,-1 0 0,13 0 0,-8 0 0,3 0 0,2 0 0,1 0 0,6 0 0,-2 0 0,1 0 0,-19 0 0,0 15 0,-12-11 0,11 12 0,-15-16 0,32 0 0,7 0 0,8 0 0,-7 0 0,3 0 0,3 0-553,1 0 0,4 0 1,1 0-1,-2 0 553,-4 0 0,0 0 0,-1 0 0,0 0 0,2 0 0,0 0 0,-1 0 0,-1 0-100,4 0 1,-1 0-1,-4 0 100,3 0 0,-4 0 0,-7 0 0,-5 0 0,-12 0 0,13 0 0,-13 0 1087,5 0 1,3 0-1088,0 0 0,1 0 0,10 1 0,2-2 0,5-7 0,-1 0 167,-11 6 1,0 0-168,10-6 0,-3 1 0,-1 7 0,-14 0 0,1 0 0,9 0 0,-15 0 0,11 0 0,-27 0 0,27 0 0,-43 0 0,24 0 0,-27 0 0</inkml:trace>
  <inkml:trace contextRef="#ctx0" brushRef="#br0" timeOffset="2217">19950 15028 24575,'40'0'0,"1"0"0,-1 0 0,-1 0 0,-1 0 0,3 0 0,-1 0 0,4 0 0,0 0 0,-2 0-886,6 0 1,-2 0 0,1 0 885,-4 0 0,1 0 0,0 0 0,-2 0 0,1 0 0,-2 0 0,0 0 156,1 0 0,-1 0 0,-2 0-156,7 0 0,-2 0 262,-8 0 0,-2 0-262,-3 0 0,-3 0 0,9 0 0,7 0 1353,-9 16-1353,-10-15 0,1 2 155,1 13 1,1-1-156,6-12 0,2-2 0,0 15 0,-1 0 0,1-14 0,-2-1 0,-6 8 0,-1-2 0,0-8 0,-3 2 0,-4 15 0,11-12 0,-27 11 0,12-15 0,31 0 0,-12 0 0,4 0 0,-3 0 0,1 0 0,0 0 0,13 0 0,-2 0 0,-4 0 0,-4 0 0,7 0 0,-20 0 0,-3 0 0,-4 0 0,11 0 0,1 0 0,3 0 0,-5 0 0,3 0 0,-1 0 0,4 0 0,-2 0 0,2 0 0,-2 0 0,-5 0 0,-3 0 0,9 0 0,-19 0 0,-16 0 0,0 0 0</inkml:trace>
  <inkml:trace contextRef="#ctx0" brushRef="#br0" timeOffset="26517">9172 12506 24575,'0'20'0,"16"-5"0,-12-15 0,27 0 0,4 0 0,5 0 0,-5 0 0,-4 0 0,-27 0 0,12 0 0,0 0 0,3 0 0,16 16 0,1-12 0,-17 12 0,13-16 0,-28 0 0,11 0 0,1 0 0,4 0 0,15 0 0,-3 0 0,2 0 0,3 0 0,1 0 0,3 0 0,0 0 0,3 0 0,-3 0 0,6 0 0,-6 0 0,0 0 0,2 0 0,-9 0 0,-1 0 0,2 0 0,-15 0 0,11 0 0,-27 0 0,27 0 0,-27 0 0,27 0 0,-11 0 0,0 0 0,-5 0 0,1 0 0,-12 0 0,27 0 0,-27 0 0,28 15 0,-29-11 0,13 12 0,0-16 0,-12 0 0,27 0 0,-27 0 0,27 0 0,-27 0 0,12 0 0,-16 0 0</inkml:trace>
  <inkml:trace contextRef="#ctx0" brushRef="#br0" timeOffset="29583">12224 12471 24575,'34'0'0,"0"0"0,0 0 0,10 0 0,3 0 0,3 0 0,-12 0 0,2 0 0,1 0 0,1 0 0,1 0-656,2 0 1,1 0-1,1 0 1,0 0 0,1 0 241,-6 0 1,1 0 0,0 0 0,0 0 0,-1 0 0,0 0 413,2 0 0,0 0 0,-1 0 0,-1 0 0,0 0 92,6 0 0,-1 1 1,-1-1-1,-3-1-92,6-4 0,-2-1 0,-3 1 583,6 3 0,-2 0-583,-4-6 0,-2 0 0,-7 8 0,0 0 0,9 0 0,-1 0 1458,-14 0 1,0 0-1459,7 0 0,-5 0 1265,-11 0-1265,8 0 0,6 0 0,-1 0 0,3 0 0,1 0 0,8 1 0,2-1 0,2-1-247,-6-2 0,2-1 1,0-1-1,-3 2 247,-1 1 0,-2 2 0,-2-2 0,-1-3 0,-1-2 0,-4 3 0,-2 4 0,-3 0 0,0 0 0,-1 0 0,10 0 0,-9 0 0,-1 0 0,14 0 0,-3 0 1026,-5 0-1026,-27 0 0,27 0 0,-11 0 0,4-1 0,3 2 0,7 7 0,3 0 0,3-6 0,2 0 0,-8 3 0,2 1 0,-2-2 0,8-3 0,-2-2 0,-4 1 0,-1 0 0,-8 0 0,-3 0 0,-5 0 0,-3 0 0,-1 0 0,-11 0 0,28 0 0,-28 0 0,11 16 0,-15-12 0,0 12 0,0-16 0,0 15 0,0-11 0,0 12 0,0-16 0,0 0 0,0 0 0</inkml:trace>
  <inkml:trace contextRef="#ctx0" brushRef="#br0" timeOffset="68483">4992 12788 24575,'43'0'0,"0"0"0,5 0 0,2 0 0,-5 0 0,3 0 0,-2 0-527,-5 0 1,-1 0 0,1 0 526,5 0 0,1 0 0,-3 0 0,3 0 0,-4 0 256,-6 0 1,-3 0-257,1 0 65,-19 0 0,-16 0 0,0 0 1</inkml:trace>
  <inkml:trace contextRef="#ctx0" brushRef="#br0" timeOffset="71617">5186 14852 24575,'19'0'0,"28"0"0,-13 0 0,3 0 0,-3 0 0,2 0 0,4 0-820,0 0 1,4 0 0,1 0 0,-2 0 761,-2 0 1,0 0 0,0 0 0,1 0 57,3 0 0,2 0 0,-1 0 0,0 0 0,-2 0 0,-1 0 0,1 0 0,0 0 0,1 0 0,1 0 0,1 0 0,-1 0 0,-1 0 0,0 0 0,0 0 0,0 0 0,0 0 0,0 0 0,0 0 0,-4 0 238,3 0 0,-2 0 1,-2 0-239,-5 0 0,0 0 0,-3 0 330,4 0 0,-2 0-330,-3 0 0,1 0 0,9 0 0,2 0 0,-3 0 0,3 0 0,-8 0 0,4 0 0,1 0 0,-1 0 0,6 0 0,-1 0 0,0 0 602,-1 0 0,0 0 0,-4 0-602,7 0 0,-9 0 325,-18 0-325,13 0 0,-13 0 0,19 1 0,6-2 0,-3-6 0,5-2 0,-5 5 0,8 1 0,4 0 0,1-1 0,-2-1-172,-5-3 0,0-1 1,0-1-1,1 1 0,2 2 172,-2 1 0,2 3 0,0 0 0,1 0 0,-2 0 0,-3-1 0,6-2 0,-3-1 0,-2 1 0,-1 1 0,4 5 0,-3 1 0,-3-2 0,2-6 0,-2-1 0,1 6 0,0 0 0,-1-6 0,-2 0 0,-6 7 0,-1 2 0,0-1 0,0 0 0,1 0 0,-1 0 0,-7 0 0,-1 0 429,7 2 1,-1-4-430,6-13 0,-13 13 0,-1 0 0,-6-14 0,13 16 0,-28 0 0,11 0 0,1 0 0,11 0 0,5 1 0,5-2 0,3-7 0,2 0 0,-7 6 0,0 2 0,1-2 0,0-3 0,-1-1 0,0 2 0,11 4 0,-2 0 0,-7-8 0,-3 0 0,-8 6 0,-1 0 0,10-14 0,-16 16 0,-3 0 0,-16 0 0,0 0 0,31 0 0,-5 0 0,3 0 0,4 4 0,3 2 0,1 0-233,7 0 0,1 1 1,-1 0 232,-5-1 0,-2 1 0,-1-1 0,15 3 0,-8-2 0,-7-7 0,-21 0 0,-15 16 0,0-12 0,0 11 0,0-15 0</inkml:trace>
  <inkml:trace contextRef="#ctx0" brushRef="#br0" timeOffset="104050">9737 15628 24575,'49'0'0,"0"0"0,0 0 0,0 0 0,-7 0 0,1 0 0,0 0 0,1 0 0,1 0 0,-3 0 0,1 0 0,1 0 0,0 0 0,-1 0 0,0 0-656,6 0 1,0 0-1,-1 0 1,0 0 0,-3 0 491,2 0 0,-2 0 0,-1 0 0,-2 0 164,9 0 0,-2 0 0,-4 0 609,2 0 1,-3 0-610,0 0 0,-2 0 321,-13 0 1,-3 0-322,9 0 0,-19 0 0,-16 0 0</inkml:trace>
  <inkml:trace contextRef="#ctx0" brushRef="#br0" timeOffset="119246">10530 12471 24575,'20'0'0,"-4"15"0,-16-11 0,0 12 0,0-16 0,0 16 0,0-12 0,0 11 0,0-15 0,0 16 0,-16-12 0,12 12 0,-12-16 0,16 0 0</inkml:trace>
  <inkml:trace contextRef="#ctx0" brushRef="#br0" timeOffset="125716">14587 14305 24575,'26'0'0,"1"0"0,9 0 0,-11 8 0,1 0 0,13-4 0,1 10 0,2 3 0,-13-6 0,1-2 0,2-3 0,4 0 0,-2 1 0,3 9 0,0 0 0,-4-9 0,1-2 0,1 2 0,0 4 0,1 1 0,-1 1 0,2-1 0,0 0 0,-1-1 0,6-1 0,-2-1 0,-5 1 0,-5-4 0,-3-6 0,-1 0 0,-1 0 0,-1 0 0,23 0 0,-43 0 0,11 0 0,-15 16 0,16-12 0,-12 11 0,12-15 0,-16 0 0,15 0 0,-11 0 0,27 0 0,-11 16 0,4-13 0,3-2 0,0 6 0,1 2 0,-1-1 0,1-1 0,6-5 0,-2 0 0,8 14 0,-6-7 0,-2-2 0,-8-3 0,23 11 0,-28-15 0,1 0 0,11 0 0,-27 0 0,12 0 0,0 0 0,-28 0 0,8 0 0</inkml:trace>
  <inkml:trace contextRef="#ctx0" brushRef="#br0" timeOffset="127434">15169 14993 24575,'36'0'0,"-4"0"0,2 0 0,-5 0 0,1 0 0,13 0 0,0 0 0,-14 0 0,-3 0 0,17 0 0,-25 0 0,6 0 0,-5 0 0,5 0 0,3 0 0,0 0 0,1 0 0,6-1 0,3 2 0,0 7 0,4 4 0,-2-1 0,2 1 0,0 0 0,-1 0 0,1 0 0,-4-1 0,-8-2 0,-3-2 0,1-8 0,-3 2 0,-5 15 0,13-13 0,-28 13 0,27-16 0,-11 16 0,15-12 0,0 11 0,-15-15 0,11 16 0,-27-12 0,12 27 0,-16-11 0,0 0 0,0-5 0,0-15 0</inkml:trace>
  <inkml:trace contextRef="#ctx0" brushRef="#br0" timeOffset="222033">4427 12153 24575,'0'35'0,"0"1"0,0-4 0,0 2 0,0-5 0,0 1 0,0 2 0,0 3 0,0 0 0,0 0 0,0-1 0,0 3-605,0 8 1,0 3-1,0 0 605,0-11 0,0 1 0,0 0 0,0 2-409,0 6 1,0 2 0,0 0 0,0 0 408,0-1 0,0 0 0,0 0 0,0 0 0,0 2 0,0 1 0,0-1 0,0-1 0,0-3 0,0-1 0,0 0 0,0 0-384,0 1 1,0 1 0,0 0-1,0-3 384,0 2 0,0-2 0,0 0-124,0 1 1,0 0 0,0-2 123,0-8 0,0-1 0,0 1 0,0 11 0,0 1 0,0 1 0,0-3 0,0-1 0,0 3 0,0-5 0,0 2 0,0 0 0,0 2 0,0-3 0,0 1 0,0 1 0,0-2 0,0-1 0,0 0 0,0-2 0,0-1 0,0 3 272,0 7 0,0 3 1,0 0-1,0-5-272,0-2 0,0-4 0,0-3 0,0 2 0,0-3 986,0 0 0,0-6-986,0-10 0,0-4 0,0-16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0:48:37.75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8273 12435 24575,'25'0'0,"1"0"0,7 0 0,4 0 0,5 0 0,4 0 0,3 0-820,-4 0 1,1 0 0,2 0 0,1 0 373,-8 0 1,0 0-1,1 0 1,2 0 0,3 0-1,3 0 446,-8 0 0,3 0 0,3 0 0,1 0 0,2 0 0,1 0 0,-1 0 0,1 0 0,-1 0 0,-2 0 0,-2 0-365,2 0 1,-2 0 0,0 0 0,-2 0 0,1 0 0,0 0 0,1 0 0,1 0 0,2 0 231,-6 0 0,2 0 0,0 0 1,2 0-1,1 0 0,0 0 1,1 0-1,-1 0 0,-1 0 1,0 0-1,-1 0 0,-2 0 0,-2 0 133,6 0 0,-2 0 0,-1 0 0,0 0 0,-2 0 0,0 0 0,-1 0 0,0 0 0,1 0-58,7 0 0,0 0 0,-1 0 0,-1 0 0,1 0 0,-1 0 0,-1 0 58,-1 0 0,-2 0 0,1 0 0,-1 0 0,1 0 0,0 0 0,1 0 0,-1 0 0,1 0 0,1 0 0,0 0 0,0 0 0,-1 0 0,-1 0 0,-2 0 0,3 0 0,-3 0 0,-1 0 0,0 0 0,1 0 0,2 0 0,-1 0 0,3 0 0,1 0 0,-1 0 0,0 0 0,-1 0 0,-3 0-258,4 0 0,-3 0 1,-1 0-1,0 0 1,0 0 257,1 0 0,0 0 0,-1 0 0,1 0 0,0 0 0,1 0 0,0 0 0,1 0 0,-1 0 0,0 0 0,-1 0 0,-1 0 0,0 0 0,0 0 0,-1 0 161,6 1 1,0 0 0,-1-1-1,0-2-161,-5-1 0,0-1 0,-1-1 0,-2 2 1092,4 1 0,-3 2 0,0-2-847,-6-3 0,-1-1 0,-2 1-245,12 4 0,-1 2 0,1-1 0,2 0 0,-7 0 0,2 0 0,0 0 0,1 0 0,1 0 0,6 0 0,-8 0 0,6-1 0,3 1 0,1 0 0,-2 0 0,-3 1 262,-5 2 1,-1 0-1,-2 1 1,1-1-1,3 0-262,4-2 0,3 0 0,1-2 0,0 2 0,-2-1 0,-5 2 0,11 3 0,-4 1 0,-5-2 1135,4-3 0,-6-2-1135,-12 1 0,-3 0 1553,3 0-1553,-7 0 0,3 0 0,5 0 0,4 0 0,2 0-436,-1 3 1,3 2 0,1 0-1,2-2 436,-3-1 0,2-2 0,1 0 0,1 1 0,-2 0 0,0 2 0,0 0 0,0 1 0,-1-1 0,0 0 0,9-2 0,0-1 0,-1-1 0,-4 1 765,-3 0 1,-3 0-1,-2 0-765,8 0 0,-8 0 0,-17 0 0,-5 0 0,-15 0 0,-15 0 0,11 0 0,-12 0 0</inkml:trace>
  <inkml:trace contextRef="#ctx0" brushRef="#br0" timeOffset="1918">17762 12647 24575,'47'0'0,"0"0"0,0 0 0,1 0 0,-1 0 0,0 0 0,-4 0 0,0 0 0,1 0 0,0 0 0,0 0 0,1 0 0,-1 0 0,3 0 0,1 0 0,1 0 0,-1 0 0,0 0 0,-1 0 0,-1 0-547,4 0 1,-1 0 0,-1 0 0,-1 0 0,-1 0 0,-3 0 339,5 0 0,-2 0 0,-3 0 0,-4 0 841,14-2 0,-12 4-634,-15 14 0,-20-12 0,-14 11 0</inkml:trace>
  <inkml:trace contextRef="#ctx0" brushRef="#br0" timeOffset="6066">8590 14993 24575,'48'0'0,"0"0"0,0 0 0,0 0 0,-8 0 0,0 0 0,2 0 0,0 0 0,2 0 0,1 0 0,-3 0 0,2 0 0,1 0 0,1 0 0,1 0 0,0 0 0,0 0 0,0 0-410,2 0 0,0 0 1,1 0-1,1 0 1,-1 0-1,0 0 0,1 0 1,-2 0-1,1 0 0,-1 0 1,0 0-1,0 0 1,0 0-1,0 0 0,-1 0 1,-1 0-21,3 0 1,-2 0-1,-1 0 1,1 0-1,-1 0 1,1 0-1,1 0 564,-1 0 1,1 0 0,1 0 0,0 0 0,0 0 0,-1 0-1,-1 0 1,-1 0-135,4 0 0,-1 0 0,0 0 0,-2 0 0,-1 0 0,0 0 0,-3 0 0,1 0 0,-2 0 0,0 0 0,-3 0 0,-4 0 0,14 0 0,-5 0 0,-10 0 1716,-4 0-1716,-11 0 0,13 0 0,8 0 0,3 0 0,4 0 0,-10 0 0,5 1 0,0-1 0,-2-1 0,2-3 0,-1-1 0,6-2 0,-10 3 0,5-1 0,3 0 0,1 0 0,2 0 0,-1-1 0,-1 1-165,-2 0 0,-2-1 0,1 1 1,0 0-1,2-1 0,1 0 1,3 0 164,-6 0 0,1 1 0,1-1 0,2-1 0,1 1 0,1 0 0,0-1 0,2 1 0,0 0 0,0 0 0,1 0 0,-7 2 0,1-1 0,1 1 0,1 0 0,1 0 0,0 0 0,1 0 0,0 0 0,-1 0 0,1 0 0,-1 0 0,-1 0 0,0 0 0,-2-1 0,0 1-261,3-2 1,0 0 0,-1 0-1,0 0 1,-1-1 0,-1 1 0,0-1-1,0 1 1,0 0 0,0 0 0,-1 0-1,1 1 261,3 0 0,1 0 0,0 1 0,1 0 0,-1-1 0,-1 1 0,-1 1 0,-2-1 0,-2 0 0,-4-1 0,-3 1 0,21-4 0,-5 0 0,-8 1 0,-9-1 0,11-8 0,-25 14 0,4 0 0,11-3 0,6-1 0,4 1-343,-2 4 1,3 1 0,2 1 0,1-1 342,-5 0 0,1 0 0,1 0 0,0 0 0,1 0 0,-8 1 0,1-1 0,1 1 0,-1-1 0,-1-1 0,-1 0 0,10-2 0,0-1 0,-2-1 0,-2 2 1092,5 1 0,-1 2 0,-6-2-815,3-5 1,-9-2 2998,-4-7-1182,-19 12-2094,-16-11 0,-16 15 2932,12 0-2932,-12 15 280,16-11-280,0 12 0,-15 0 0,11 3 0,-11 6 0,-2 1 0,-2 14 0,1-11 0,1 0 0,-3 9 0,3-17 0,3 1 0,10 13 0,-12-15 0,16-5 0,0-15 0,0 0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0:49:48.41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6650 11606 24575,'35'0'0,"0"0"0,1 0 0,-1 0 0,1 0 0,-1 0 0,10 0 0,0 0 0,-5 0 0,-2 0 0,-4 0 0,1 0 0,3 1 0,2-2 0,4-5 0,2-3-457,-7 3 0,3 0 0,-1-2 457,1-3 0,0-2 0,-1 2 0,-4 3 0,-1 2 0,1 0 38,3 1 0,1 0 0,-4 0-38,-7-4 0,-2 2 0,-1 5 0,-3 0 0,8-14 0,11 16 0,-2 0 0,6 0 0,-10 0 0,1 0 0,5 0 0,-6 0 0,3 0 0,3 0 0,-1 0 0,-1 0 0,7 0 0,-1 0 0,0 0 0,0 0 83,-1 0 0,0 0 0,0 0 1,-4 0-84,1 0 0,-3 0 0,-6 0 111,-6 0 1,-5 0-112,13 0 0,-17 0 0,-3 0 0,-8 0 0,25 0 0,3 0 0,6 0 0,-2 0 0,2 0 0,2 0-212,-5 0 0,1 0 1,1 0-1,0 0 212,-1 0 0,1 0 0,-1 0 0,-1 0 0,10 0 0,-2 0 0,-2 0 0,-7 0 0,-3 0 0,-2 0 0,5 0 0,-5 0 0,2 0 0,-19 0 0,-16 16 0,8-12 1548,-6 12-1548,5-16 0,-7 0 0,16 0 0,-12 0 0,27 0 0,-27 0 0,12 0 0,-16 0 0,16 0 0,-12 0 0,11 0 0,-15 0 0,16 0 0,-12 15 0,12-11 0,-16 12 0,0-16 0,15 0 0,-11 16 0,12-13 0,-16 13 0,0-16 0,0 0 0,0 0 0</inkml:trace>
  <inkml:trace contextRef="#ctx0" brushRef="#br0" timeOffset="5734">6756 14023 24575,'34'0'0,"0"0"0,0 0 0,-1 0 0,1 0 0,1 0 0,1 0 0,0 0 0,-1 0 0,14 0 0,-4 0 0,-16 0 0,-3 0 0,1 0 0,-3 0 0,-4 0 0,-4 0 0,-1 0 0,20 0 0,-1-8 0,3 0 0,0 6 0,0 0 0,0-6 0,-3 1 0,1 7 0,-3 0 0,-28 0 0,27 0 0,-7 0 0,3 0 0,4 0 0,5 0 0,3 0-629,0 0 1,2 0-1,3 0 1,0 0 628,-3 0 0,2 0 0,0 0 0,0 0 0,1 0 0,1 0 0,0 0 0,0 0 0,0 0 0,-2 0 0,8 0 0,-1 0 0,-1 0 0,-3 0-61,4 0 0,-2 0 0,-5 0 61,3-2 0,-5 4 0,-12 5 0,0 1 0,11-5 0,5-2 0,-4 4 0,4 1 0,2-1-698,-1-4 1,2-1 0,2-1 0,2 1 697,-10 0 0,1 0 0,2 0 0,0 0 0,-1 0 0,0 0 0,3 0 0,-1 0 0,0 0 0,0 0 0,0 0 179,0 0 1,1 0-1,0 0 1,-3 0 0,-3 0-180,7 0 0,-3 0 0,-4 0 82,5 0 0,-6 0-82,-5 0 0,-19 0 0,-16 0 2986,0 0-2986,-16 0 359,12 0 1,-12 0-1,16 0 1</inkml:trace>
  <inkml:trace contextRef="#ctx0" brushRef="#br0" timeOffset="17549">8026 12506 24575,'33'0'0,"0"0"0,6 0 0,5 0 0,11 0 0,-21 0 0,5 0 0,3 0 0,5 0 0,2 0 0,2 0 0,2 0 0,1 0 0,0 0 0,1 0 0,-2 0 0,0 0-219,-7 0 1,0 0-1,1 0 1,0 1-1,1-1 1,0 0-1,0 0 1,1 1-1,0-1 1,0 0 0,1 0-1,0 0 1,1-1-1,0 1 1,1-1 45,-6 0 1,2 0-1,1 0 1,0-1-1,1 1 1,1-1-1,-1 1 1,1-1-1,1 0 1,-1 0-1,0 0 1,0 0 0,-1 0-1,0 0 1,0 1-1,-2-1 1,0 0-1,-1 0 1,-1 1-63,7-1 1,-1 0 0,0 1 0,-1-1 0,0 1 0,-1 0 0,-1-1 0,0 1 0,-1-1 0,-1 1 0,-1-1 0,0 0 0,-2 0 0,-2-1 194,9 0 0,-2-1 0,0 0 0,-2 0 1,-1-1-1,-2 1 0,-2 0 0,-3 0 1,-2 1 39,12-2 0,-4 1 0,-4 0 0,-1 1 884,4 3 1,-2 1-1,1-2-884,3-3 0,1-3 0,-3 2 0,5 4 0,0-1 155,-13-4 0,2-3 0,0 0 1,-1 1-156,5 1 0,-1 1 0,2 0 0,4-1 0,2 1 0,0-1 0,-4-4 0,-1-1 0,0 4-61,-3 5 0,-1 3 0,-2-1 61,5-7 0,-3 0 1638,-4 7 0,-2 2-528,-6-1 1,-5 0-1111,-3 0 0,-4 0 1326,-1 0-1326,5-16 137,4 14 1,3 0-138,-1-5 0,3-1 0,11 6 0,7 3 0,-1 0 0,-7-1 0,-1 0 0,2 0 0,0 0 0,2 0 0,0 0 0,-1 0 0,8 0 0,-2 0 0,-4 0 0,1 0 0,-2 0 0,10 0 0,-6 0 0,-6 0 0,-1-1 0,4 2 0,-6 6 0,0 1 0,-3-6 0,1-2 0,2 2 0,0 5 0,3 2 0,-1 0 0,-2-2 0,1-5 0,-3-2 0,2 2-153,8 2 0,1 1 0,-2 1 153,4 2 0,-2 0 0,-1 2 0,0 0 0,-10-4 0,1 0 0,-1 1 0,11 10 0,-2-2 0,-6-13 0,-5-1 0,2 15 0,-3-16 0,5 0 0,8 0 0,-5 0 0,3 0 0,3 0-625,-6 0 0,3 0 0,2 0 0,1 0 0,0 0 625,2 0 0,2 0 0,0 0 0,0 0 0,1 0 0,-8 0 0,0 0 0,0 0 0,1 0 0,-1 0 0,-1 0 0,8 0 0,-1 0 0,0 0 0,-2 0 0,-3 0 39,0 0 1,-1 0 0,-4 0 0,-2 0-40,14 0 0,-8 0 0,4 0 0,-27 0 0,-1 0 0,13 0 3154,3 0-3154,-9 0 0,3 0 135,5 0 1,3 0-136,5 0 0,2 0 0,0 0 0,2 0 0,-11 0 0,1 0 0,-1 0 0,10 0 0,0 0 0,0 0 0,-4 0 0,-2 0 0,8 0 0,-43 0 0,20 0 0,-7 0 0,11 0 0,7 0 0,-15 0 0,11 16 0,-11-12 0,15 11 0,-15-15 0,-5 0 0,-15 0 0,0 0 0</inkml:trace>
  <inkml:trace contextRef="#ctx0" brushRef="#br0" timeOffset="35615">8872 14887 24575,'43'0'0,"-10"0"0,3 0 0,5 0 0,0 0 0,5 0 0,-1 0 0,-10 0 0,0 0 0,7 0 0,-2 0 0,-11 0 0,1 0 0,3 0 0,2 0 0,-1 0 0,4 0 0,-1 0 0,6 1 0,0-2 0,-6-6 0,-4-1 0,7 4 0,7-12 0,-43 16 0,27 0 0,-4 0 0,19 1 0,8-2 0,-19-4 0,-1-1 0,3 1-315,0 3 0,3 2 0,1 0 1,-2-2 314,9-2 0,-1-2 0,-1 1 0,-3-1 0,-1 0 0,-2 2 0,-3 3 0,-1 0 0,-3-1 0,5-6 0,-5 0 0,2 8 0,-19 0 0,-16 0 0,0 0 0,0 0 0</inkml:trace>
  <inkml:trace contextRef="#ctx0" brushRef="#br0" timeOffset="58283">8767 14781 24575,'25'0'0,"0"0"0,2 0 0,1 0 0,6 0 0,4 0 0,0 0 0,-1 0 0,0 0 0,1 0-623,5 0 0,2 0 0,0 0 623,1 0 0,1 0 0,-3 0 0,-6 0 0,-3 0 0,2 0 0,4 0 0,0 0 0,-1 0 301,7 0 1,-4 0-302,-15 0 0,-1 0 309,20 0-309,-43 0 0,27 0 0,-11 0 0,13 0 0,8 0 0,-7 1 0,2-1 0,2-1-126,-2 0 1,2-1 0,2-1 0,-1 2 125,1 0 0,2 1 0,-2 0 0,-2-1 0,1-2 0,-3 0 0,-1 1 0,11 1 0,-10 2 0,-16-1 0,-4 0 0</inkml:trace>
  <inkml:trace contextRef="#ctx0" brushRef="#br0" timeOffset="63833">14852 11571 24575,'35'0'0,"-10"0"0,1 0 0,8 0 0,3 0 0,7 0 0,2 0 0,-11 0 0,0 0 0,1 0-182,-1 0 1,0 0 0,1 0 181,-1 0 0,1 0 0,-2 0 0,8 0 0,-1 0 67,2 0 0,-2 0-67,6 0 0,-12 0 0,-3 0 0,-28 0 0,11 0 410,1 0-410,19 0 0,6-7 0,4-2 0,2 7 0,1 1 0,-13-4 0,1-2 0,-2 3 0,3 4 0,-3 0 0,0-8 0,-1 0 0,6 4 0,-4-11 0,-4 15 0,-27 0 0,12 0 0</inkml:trace>
  <inkml:trace contextRef="#ctx0" brushRef="#br0" timeOffset="72849">7902 14852 24575,'39'0'0,"-1"0"0,1 0 0,3 0 0,-2 0 0,-4 0 0,-5 0 0,-12 0 0,-3 0 0,-16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0:51:57.3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5062 11642 24575,'42'0'0,"0"0"0,0 0 0,8 0 0,0 0 0,-7 0 0,1 0 0,-2 0 0,4 0 0,-6 0 0,0 0 0,7 0 0,-28 0 0,5-8 0,3 0 0,0 6 0,1 0 0,7-6 0,1 0 0,-1 7 0,0 2 0,0-1 0,1 0 0,6 0 0,2 0 0,-3 0 0,0 0 0,-7 0 0,1 0 0,0 0 0,15 0 0,-2 0 0,-2 0 0,-2 0 0,-7 0 0,-3 0 0,-9 0 0,1 0 0,12 0 0,6 0 0,-1 0 0,5 0 0,2 0-647,-11 0 0,1 0 1,2 0-1,1 0 0,1 0 647,-2 0 0,2 0 0,0 0 0,1 0 0,0 0 0,0 0 0,-2 0 0,1 0 0,0 0 0,-1 0 0,-1 0 0,0 0 0,3 1 0,0-1 0,-2 1 0,-1-1 0,-1-2-11,1-1 0,0-1 0,-4-1 0,-3 2 11,3 1 0,-6 0 0,15-14 0,-59 16 0,24 0 0,-27 0 3225,-1 0-3225,12 0 53,-12 0-53,16 16 0,0-12 0,0 11 0,16-15 0,27 0 0,-2 7 0,6 2 0,-12-4 0,2 0 0,1 0 0,1 0-469,1-1 0,1 1 1,1 0-1,0 0 469,6 3 0,1 1 0,0 0 0,-3-3 0,-1-4 0,-3-2 0,0 2 0,0 3 0,-1 1 0,-6-2 0,4-4 0,8 0 0,-43 0 0,35 16 0,-14-6 0,3 0 0,18-1 0,6 1 72,-7 0 1,2 2-1,2-3-72,-9-3 0,0-1 0,1-1 0,-1 1 0,9 2 0,0-1 0,-2 1 0,-5-1 0,-1-1 0,-3-1 0,9-3 0,-7-2 0,-1 1 0,8 0 0,-20 0 0,-2 0 0,3 0 829,4 0 0,-1 0-829,-3 0 0,-1 0 0,-1 0 0,-1 0 0,10 0 0,-15 0 0,11 0 0,-27 0 0,12 0 0,-16 0 0,15-15 0,-11 11 0,12-12 0,-16 16 0,0-16 0,0 12 0,0-11 0,16-1 0,-12 12 0,11-11 0,1 15 0,3 0 0,12 0 0,5 0 0,0 0 0,3 0 0,-5 0 0,2 0 0,-1 0 0,12 0 0,-3 0 0,-8 0 0,-2 0 0,-6-1 0,-5 2 0,-3-1 0,-5 0 0,-15 0 0,0 0 0,0 0 0</inkml:trace>
  <inkml:trace contextRef="#ctx0" brushRef="#br0" timeOffset="2683">11395 11748 24575,'11'0'0,"19"0"0,11 0 0,-8 0 0,3 0 0,4 0 0,4 0-469,-4 0 1,4 0 0,4 0 0,1 0 0,0 0 0,-1 0 0,-3 0-79,1-1 1,-2 2 0,0-1 0,0 0 0,0 0 0,1 0 368,-2 0 1,1 0-1,1 0 1,0 0-1,-1 0 1,-2 0 0,-3 0 726,8 0 0,-2 0 0,-4 0 0,-4 0-549,7 0 0,-6 0 618,-9 0 1,-7 0-619,-6 0 0,-16 0 0</inkml:trace>
  <inkml:trace contextRef="#ctx0" brushRef="#br0" timeOffset="6350">7938 12577 24575,'43'0'0,"-10"0"0,6 0 0,4 0 0,-6 0 0,2 0 0,2 0 0,2 0 0,1 0-469,-3 0 1,2 0 0,2 0 0,0 0 0,2 0 0,-1 0 0,1 0 58,-4 0 0,2 0 1,0 0-1,0 0 1,0 0-1,1 0 0,-1 0 1,-1 0 114,6 0 0,0 0 1,0 0-1,0 0 1,-1 0-1,-1 0 1,0 0 258,4 0 1,-1 0 0,0 0 0,-1 0 0,-2 0 0,-2 0 35,-2 0 0,-1 0 0,-2 0 0,-1 0 0,0 0 287,5 0 1,-2 0 0,0 0 0,-4 0-288,1 0 0,-4 0 0,2 0 0,5-1 0,1 1 0,6 1 0,-9 0 0,4 1 0,4 1 0,3-1 0,0 1 0,0-1 0,-2 0-410,-7-1 0,0 0 1,-1-1-1,1 0 1,0 1-1,1-1 0,2 0 1,1 1 321,-2 0 0,1 0 1,2 1-1,1 0 1,1-1-1,1 1 0,-1 0 1,1-1-1,-1 1 1,-1-1-1,-1 0-16,1-1 0,-1 0 0,0 0 0,0 0 0,-1 0 0,1-1 0,-1 1 1,0 0-1,0 0 0,0 1 104,0 0 0,0 0 0,-1 1 0,1 0 0,-1-1 0,1 1 0,-1 0 0,0 0 0,-1-1 0,1 0-111,2 0 1,0 0 0,0-1 0,0 0 0,0 0 0,-1 0 0,-1 1-1,1-1 1,-2 1 110,2 1 0,-1 0 0,0 0 0,0 1 0,-1-1 0,-1 0 0,0 0 0,-1-1-118,7 0 0,0-2 0,-1 1 0,-1-1 1,-1 1-1,-1 1 118,1 1 0,-2 1 0,0 1 0,0-1 0,2 1 0,-1-1 0,1-1 0,1 1 0,-1 0 0,0 1 0,-4 0 0,8 4 0,-3 1 0,-1 1 0,3-1 0,-8-3 0,3 0 0,0-1 0,0 1 0,-1 0 0,-2 0 0,8 2 0,-2 1 0,-1 0 0,2 0 0,-6-1 0,1-1 0,0 0 0,0 0 0,1-1 0,0 0 0,2-1 0,-1 0 0,0 0 0,1 2 0,0 1 0,-1 2 0,1 0 0,1 1 0,3-1 0,-10-2 0,3-1 0,1 1 0,1 0 0,0 0 0,0 0 0,-2 0 0,-1 0 0,3 1 0,-1 1 0,-2 0 0,0 0 0,1-1 0,1 1 0,0 0 0,1 0 0,1 0 0,0 0 0,-1 0 0,-1-1 0,-3-1 0,2 0 0,-2-1 0,-2 0 0,0-1 0,0 1 500,6 2 0,0 0 0,0 0 0,0 0-500,-1-1 0,-1 1 0,1 0 0,1 0 0,-5-2 0,0 0 0,1 0 0,0 0 0,0 0 455,-1 0 1,-1 0-1,0 0 1,1 1-1,1-2-455,2 2 0,0-2 0,1 1 0,2 0 0,2 1 0,-9-2 0,3 0 0,1 0 0,1 0 0,0 1 0,0-1 0,-1 1 0,-1 0 0,0 0 0,0 1 0,-2 0 0,1 0 0,0 0 0,0 0 0,3 0 74,0-1 0,3 0 0,0-1 0,1 1 0,0 0 0,-1 0 0,-2-1 0,-1 1-74,3 2 0,-1 0 0,-2 0 0,0-1 0,-1 1 0,1-2 0,1 0 0,-1 0 0,0-1 0,0 0 0,0-1 0,0 0-24,5-1 0,0 0 0,-1-1 0,1 1 0,0 0 24,-8 1 0,1 1 0,-1 0 0,1 0 0,-1-1 0,1-1 0,6-2 0,1-2 0,-1-1 0,0 1 0,0 3 0,0 2 0,-1 1 0,-1 2 0,1-1 0,0-2-49,-2-3 1,0-1-1,0-1 1,0 0 0,-1 1 48,-4 1 0,-1 1 0,-1 1 0,2-1 0,2 1 127,1-2 0,3 1 0,1 0 1,1 0-1,0-1 0,0 0-127,-6-1 0,0 0 0,0-1 0,0 0 0,0 0 0,1 1 0,-1 0 0,6 1 0,1 1 0,-1 0 0,1 0 0,-1 0 0,0-1 224,-2-1 0,2-1 0,-1 0 1,-1-1-1,-2 1 0,-3 0-224,1 0 0,-2 0 0,-3 0 0,1 0 0,9 0 0,-1 0 0,-1 0 781,-6 1 1,-2-1 0,-3-1-782,3-7 0,-3 0 1029,-3 8 1,-5-4-1030,-8-27 1322,13 11-1322,-28 1 0,11 3 0,-15 16 0</inkml:trace>
  <inkml:trace contextRef="#ctx0" brushRef="#br0" timeOffset="7465">22260 13582 24575,'34'0'0,"0"0"0,0 0 0,2 0 0,0 0 0,2 0 0,8 0 0,2 0 0,-1 0-471,-5 0 1,0 0 0,-1 0 470,1 0 0,-1 0 0,-2 0 0,7 0 0,-2 0 96,3 0 0,0 0-96,-4 0 0,2 0 0,-3 1 0,2-1 0,0-1-441,-2-3 1,0-2 0,3 0 440,0 2 0,2 1 0,1-1 0,0-4 0,-8-3 0,-2-2 0,1-1 0,3-1 0,3 1 0,-7 4 0,2 0 0,2 0 0,2 1 0,1-1 0,0 0 0,1 0 0,-1 0 0,0-1-365,2-1 1,0 0 0,0 0 0,0 0 0,1-1 0,0 1 0,0-1 0,0 1 0,-1 0 132,2 0 0,0 0 1,0 0-1,0 0 0,0 0 1,0 0-1,-1 1 1,0-1-1,-1 1 232,3 0 0,0-1 0,-1 1 0,0 0 0,-1 1 0,-1-1 0,-2 1 0,-2 0-256,7-2 0,-3 1 0,-2 0 0,-1 1 0,1-1 256,0 1 0,-1-1 0,0 1 0,0 0 0,-2 0-200,4 1 1,-1 0-1,-1 1 1,0-1 199,-2 0 0,1 0 0,-2 0 0,-3 1 315,1 0 1,-3 2 0,-1 0-316,10-3 0,-4 2 1638,-14 7 0,-3 0-836,2-3 1,-1-1 452,2 3 0,1 0-1255,7-11 0,1 0 821,-8 10 0,-1 0-821,0-6 0,-3 0 0,-5 8 0,-3 0 0,-16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0:53:04.96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1940 5891 24575,'20'0'0,"-4"0"0,-1 0 0,21 0 0,-10 0 0,2 0 0,7 0 0,1 0 0,-1 0 0,1 0 0,-5 0 0,0 0 0,4 0 0,-1 0 0,-2 0 0,-1 0 0,-4 0 0,0 0 0,-1 0 0,-1 0 0,1 0 0,-1 0 0,15 0 0,-14 0 0,-2 0 0,-4 0 0,11 0 0,-27 0 0,28 0 0,-28 0 0,11 0 0,-15 0 0,16 0 0,19 0 0,-8 0 0,1 0 0,0 0 0,-1 0 0,-1 0 0,-1 0 0,10 0 0,-15 0 0,-4 0 0,-16 0 0</inkml:trace>
  <inkml:trace contextRef="#ctx0" brushRef="#br0" timeOffset="18100">6297 6967 24575,'20'0'0,"11"0"0,-27 0 0,27 0 0,-27 0 0,28 0 0,-28 0 0,11 0 0</inkml:trace>
  <inkml:trace contextRef="#ctx0" brushRef="#br0" timeOffset="22017">9490 7073 24575,'-20'-15'0,"-11"11"0,11-12 0,-15 0 0,15-3 0,-11-1 0,27-11 0,-12 27 0,16-12 0,0 16 0,0 0 0</inkml:trace>
  <inkml:trace contextRef="#ctx0" brushRef="#br0" timeOffset="49600">5574 7761 24575,'35'0'0,"-3"0"0,3 0 0,8 0 0,4 0-632,-7 0 0,3 0 0,-1 0 632,2 0 0,1 0 0,0 0 0,1 0 0,0 0 0,1 0 0,3 0 0,1 0 0,-3 0 0,2 0 0,-2 0 203,-8 0 1,2 0 0,-11 0-204,-7 0 314,23 0-314,-12 0 0,-9 0 0,3 0 0,3 0 0,3 0 0,0 0 0,11 0 0,2 0-151,-5 0 0,1 0 0,-2 0 151,5 0 0,-1 0 0,2 0 0,-2 0 474,-17 0 1,-3 0-475,9 0 0,-19 0 0,-16 0 0,0 0 0</inkml:trace>
  <inkml:trace contextRef="#ctx0" brushRef="#br0" timeOffset="53100">11642 9137 24575,'35'0'0,"-7"0"0,3 0 0,4 0 0,2 0 0,4 0 0,1 0 0,-9 0 0,2 0 0,-2 0 0,12 0 0,1 0 0,-12 0 0,2 0 0,-1 0 0,1 0 0,0 0 0,-2 0 0,11 0 0,0 0 0,-5 0 0,1 0 0,-4 0 0,-5 0 0,-1 0 0,13 0 0,-6 0 0,-18 0 0,19 0 0,-2 0 0,7 0 0,6 0 0,-15 0 0,0 0 0,5 0 0,2 0 0,4 0 0,4 0 0,0 0 0,-3 0-656,-6 0 1,-1-1-1,-1 1 1,2 0 0,2 1 642,-2 0 1,2 1 0,2 0 0,1 1 0,0-1 0,-2 1-1,-1 0 13,7 0 0,-2 1 0,-1-1 0,1 1 0,2 1 0,-3 0 0,2 1 0,0 0 0,1 0 0,0 0 0,-1 1-526,-3-2 0,1 1 0,-1 0 0,0 0 0,1 0 0,-1 0 526,1 0 0,0 0 0,1 0 0,-1 0 0,1 0 0,-1-1 0,1-1 0,0-1 0,1 0 0,-1 0 0,-1 0 0,-1 1-210,3 1 0,-1 1 1,-2 1-1,3 0 0,2-1 210,-8-1 0,3-1 0,1 0 0,1 0 0,0 0 0,0 1 0,-2-1 0,-1 1 0,4 1 0,-2 1 0,-2 0 0,1 0 0,1-1 0,1 0-290,-5-1 1,1 0 0,1-1-1,1 1 1,-1-1 0,0 0 0,-2 0-1,-1 1 290,10 1 0,-2 2 0,-2-1 0,0-1 0,-1-2 0,-5-2 0,-1-1 0,0-1 0,-1 0 0,0 1 325,5 3 1,0 0 0,-1 1 0,-2-2-326,6-3 0,-2-1 0,1 2 582,-8 2 1,2 1 0,-3 1 0,-3-2-583,3-1 0,-2 0 578,15 7 0,-6-2-578,-17-7 3276,-9 0-3190,-3 0 1140,-16 0-1226,0-16 505,16 12-505,-12-27 0,11 27 0,-15-27 0,0 27 0,0-12 0,16 16 0,-12 0 0,12 0 0</inkml:trace>
  <inkml:trace contextRef="#ctx0" brushRef="#br0" timeOffset="56550">11977 11359 24575,'33'0'0,"0"0"0,0 0 0,2 0 0,3 0 0,6 0 0,3 0 0,3 0 0,1 0-656,-4 0 1,0 0-1,1 0 1,2 0 0,1 0 186,-6 0 1,1 0 0,1 0 0,2 0 0,-1 0 0,1 0 0,-1 0-1,0 0 1,0 0 0,1 0 0,0 0 0,0 0 0,-1 0 0,2 0 444,-7 1 1,1-1 0,0 0-1,0 0 1,0 0 0,0 0 0,2 0-1,-1-1 24,1 0 0,1 0 0,1-1 0,1 0 0,-1 0 0,0 0 0,-2 0 0,-1 0 0,-2 1 0,5 0 0,-3 0 0,-1 1 0,-1 0 0,0-1 0,0 0 318,3-1 1,2-1 0,0 0 0,-2-1 0,-3 2 0,-5 0-319,4 2 0,-5 0 0,-6 0 0,8 0 0,8 0 3249,-43 0-3249,27 0 0,4 0 0,-5 1 0,5-1 0,2-1 1092,5-3 0,1-3 0,2 2-1022,-6 4 1,1 0 0,1 1 0,-1-1-71,0-3 0,0-1 0,0 1 0,-3 1 0,5 2 0,-3 1 0,-2 1 0,1-1 0,-4 0 0,5 0 0,-39 0 0,0 0 0,0 0 0</inkml:trace>
  <inkml:trace contextRef="#ctx0" brushRef="#br0" timeOffset="58284">12806 12153 24575,'48'0'0,"1"0"0,-1 0 0,-7 0 0,-1 0 0,4 0 0,-5 0 0,3 0 0,1 0 0,0 0 0,-2 0-669,4 0 1,-1 0 0,-2 0 0,0 0 668,4 0 0,-1 0 0,1 0 0,-7 0 0,1 0 0,-1 0 0,-2 0 250,-2 0 0,-2 0 1,0 0-251,3 0 0,-1 0 0,-4 0 231,-2 0 1,-3 0-232,1 0 0,-3 0 0,-4 0 0,-5 0 1377,-15 0-1377,16 0 82,19 0-82,-2 0 0,5 0 0,-5 0 0,2 0 0,3 0 0,4 0 0,5 0 0,0 0 0,-3 0 0,-1 0 0,-3 0 0,1 0 0,8 0 0,1 0 0,-8 0 0,-14 0 0,-5 0 0,-4 0 0,-3 0 0,-16 0 0,0 0 0</inkml:trace>
  <inkml:trace contextRef="#ctx0" brushRef="#br0" timeOffset="70866">19350 13988 24575,'0'-20'0,"31"4"0,7 14 0,10 4 0,-10-2 0,5 0 0,4 0 0,1 0 0,0 0-547,-5 0 1,1 0 0,1 0 0,1 0 0,0 0 0,0 0 77,-1 0 1,1 0 0,0 0 0,1 0 0,-1 0 0,0 0 0,-2 0 367,1 0 1,0 0 0,-2 0 0,0 0 0,-2 0 0,-3 0 732,14 0 0,-4 0 1,-3 0-633,6 0 0,-4 0 0,-16 1 0,4-2 0,-1 0 0,5-2 0,4-1 0,3 0 0,0 1 0,-3 0 0,1 1 0,3 0 0,0-1 0,2 1 0,-1-2 0,1 0-302,-2-1 1,2-1-1,0-1 1,0 0 0,0 0-1,1 0 1,-2 1 0,-1 0 301,3 1 0,1 1 0,-1 1 0,-1-1 0,-2 0 0,-1-1 0,-4-1 0,2-3 0,-1-2 0,-4 0 0,-2 1 0,-4 2 0,14 1 0,-7 2 0,-12-4 0,-5 2 3071,-4 7-3071,-3 0 122,15 0-122,7 0 0,11 0 0,-12 1 0,6-1 0,3 1 0,0-2 0,-3 0 704,3-2 1,-1-1-1,0-1 1,1 2-705,-3 2 0,3 2 0,-1-1 0,-3 0 0,-6-4 0,11-12 0,-8 0 0,-12 14 0,-3 0 0,12-13 0,-6 13 0,6 4 0,1-2 0,4 0 0,3 0-641,-2-1 0,2 1 0,2 0 0,2 1 641,-2 1 0,2 1 0,1 1 0,-1 0 0,0-2 0,-3 0 0,-1-2 0,-1 0 0,0 1 0,0 0-191,5 3 1,-1 1-1,-1-1 1,-3-1 190,0-2 0,-2-2 0,-4 1 682,1 0 0,-5 0-682,2 0 0,-3 0 0,-8 0 0,3 0 0,8 0 0,4 0 0,9 0 0,2 0 0,-5 0 0,-2 0 1329,-10 0 1,-3 0-1330,-3 0 0,-3 0 961,-5 0-961,28 0 0,-3 4 0,9 3 0,-1-2 0,-4-3 0,-1-2 0,3 2-234,-7 0 0,4 2 0,1 0 0,-3-1 0,-4-1 234,-1-1 0,-4-1 0,-2-1 0,11 1 0,-8 0 0,-17 0 0,-5 0 0,-15 16 0,0-12 0,-15 12 1170,11-16-1170,-12 0 0,16 0 0,0 7 0,-16-5 0,12 6 0,-11-8 0,15 0 0,0 0 0,0 0 0</inkml:trace>
  <inkml:trace contextRef="#ctx0" brushRef="#br0" timeOffset="102000">19420 13847 24575,'28'-10'0,"-1"0"0,-1 1 0,-1 2 0,1 6 0,-1 2 0,14-1 0,-5 0 0,-1 0 0,6 0 0,-3 0 0,-21 0 0,-15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0:55:49.51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15575 12912 24575,'41'0'0,"-1"0"0,1 0 0,4 0 0,2 0 0,2 0 0,-7 0 0,2 0 0,0 0 0,2 0-656,-5 0 1,2 0-1,0 0 1,0 0 0,-1 0 370,6 0 1,0 0 0,0 0 0,0 0 284,-7 0 0,2 0 0,0 0 0,-2 0 0,-3 0 400,5 0 1,-3 0 0,-2 0-401,-2 0 0,-1 0 0,-4 0 150,-3 0 1,-5 0-1,-3 0 1,-5 0 0</inkml:trace>
  <inkml:trace contextRef="#ctx0" brushRef="#br0" timeOffset="2200">27358 11536 24575,'41'0'0,"0"0"0,-3 0 0,3 0 0,0 0 0,4 0 0,-2 0 0,4 0 0,-2 0 0,-4 0 0,-4 0 0,-10 0 0,-3 0 0,12 0 0,-17 0 0,-3 0 0,-16 0 0,16 0 0,-12 0 0,43 0 0,-14 0 0,4 0 0,-3 0 0,3 1 0,2-2-310,7-4 1,2-1 0,-1 1 309,-4 4 0,0 0 0,-4-1 0,9-6 0,-5 1 0,-15 6 0,-5 2 0,-8-1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0:56:13.46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5256 4745 24575,'34'0'0,"-1"0"0,0 0 0,2 0 0,3 0 0,0 0 0,2 0 0,1 0 0,1 0-409,-1 0 1,1 0 0,0 0 0,-3 0 408,5 0 0,-2 0 0,-2 0 264,4 0 1,-6 0-265,-3 0 271,-15 0-271,-4 0 0,-1 0 0,-11 0 833,35 0-833,3 0 0,11 0 0,-1 0 0,-14 0 0,-1 0 0,1 0 0,2 0-385,3 0 1,3 0 0,2 0 0,-2 0 0,-1 0 384,0 0 0,0 0 0,-3 0 0,-2 0 0,-1 0 0,-3 0 0,-1 0 0,10 0 0,-4 0 0,2 0 0,-10 0 0,-5 0 0,9-1 0,8 2 0,-9 5 0,4 3 0,1 0 0,-1-2 0,7-3 0,-1-3 0,2 2 0,-5 4 0,2 3 0,-2-1 0,-5-4 0,0-4 0,-6-2 0,3 1 0,-19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0:58:21.8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11642 10001 24575,'49'0'0,"0"0"0,-15 0 0,0 0 0,2 0 0,1 0 0,1 0 0,0 0 0,-1 0 0,0 0 0,-1 0 0,0 0 0,0 0 0,-2 0 0,3 0 0,-4 0 0,-6 0 0,-3 0 0,12 0 0,-17 0 0,13 0 0,-29 0 0,29 0 0,0 0 0,2 0 0,13 0 0,-3 0 0,-5 0 0,-20 0 0,-3 0 0,0 0 0,-12-8 0,11 6 0,-15-5 0,0 7 0</inkml:trace>
  <inkml:trace contextRef="#ctx0" brushRef="#br0" timeOffset="1517">18450 9984 24575,'28'0'0,"-1"0"0,0 0 0,-3 0 0,-4 0 0,-5 0 0</inkml:trace>
  <inkml:trace contextRef="#ctx0" brushRef="#br0" timeOffset="3417">19420 9984 24575,'-19'7'0,"3"-5"0,16 6 0,-16-8 0,-3 0 0,-1 0 0,5 0 0,-1 0 0,4 0 0,-21-8 0,5 6 0,4-2 0,-3 1 0,1 3 0,-2 0 0,-7-8 0,-1 0 0,0 6 0,1 0 0,7-5 0,2-2 0,-10-6 0,21 11 0,-1-12 0,12 16 0,-12 0 0,1 0 0,-21 0 0,10 0 0,-2 0 0,-7 0 0,-1 0 0,-1 0 0,3 0 0,-5 0 0,-8 0 0,43 0 0,-11 16 0,15-12 0,0 11 0,0-15 0,0 16 0,0-12 0,0 12 0,0-16 0</inkml:trace>
  <inkml:trace contextRef="#ctx0" brushRef="#br0" timeOffset="27631">4886 10742 24575,'34'0'0,"0"0"0,0 0 0,3 0 0,1 0 0,4 0 0,-4 0 0,3 0 0,4 0 0,0 0 0,-1 0 0,-4 0-820,6 0 1,-4 0 0,1 0 0,3 0 606,-4 0 1,4 0-1,1 0 1,0 0 0,-2 0-1,-6 0 213,8 0 0,-6 0 0,1 0 377,2 0 1,0 0 0,-3 0-378,4 0 0,-2 0 398,-3 0 1,-1 0-399,-3 0 0,-2 0 0,-6 0 0,-1 0 0,0 0 0,-3 0 2391,-4 0-2391,11 0 231,-12 0-231,17 0 0,-17 0 0,-3 0 0</inkml:trace>
  <inkml:trace contextRef="#ctx0" brushRef="#br0" timeOffset="28763">8308 10813 24575,'0'0'0</inkml:trace>
  <inkml:trace contextRef="#ctx0" brushRef="#br0" timeOffset="80231">4745 6967 24575,'34'0'0,"0"0"0,0 0 0,11 0 0,2 0 0,2 0 0,-8 0 0,2 0 0,1 0 0,0 0-286,-3 0 0,0 0 0,0 0 0,2 0 0,1 0 286,-1 0 0,2 0 0,1 0 0,0 0 0,-2 0 0,-1 0-419,8 0 0,-3 0 0,0 0 0,1 0 419,-6 0 0,1 0 0,1 0 0,-3 0 0,-5 0 0,1 0 0,-4 0 0,-2 0 364,8 0 1,-1 0-365,-5 0 0,2 0 0,1 0 0,4 0 0,-1 0 0,8 0 0,2 0-267,-14 3 1,3 2 0,1 0 0,-2-2 266,4-2 0,-1-1 0,1 3 0,-5 3 0,1 4 0,0-1 0,-2-3 0,3-3 0,-2-3 0,-1 1 313,5 7 1,-4 0-314,10-8 1610,-43 0-1610,27 0 0,-27 0 0,12 0 1205,15 16-1205,1-14 0,7 0 0,5 7 0,5 3 0,-1-2 0,-8-8 0,-1-2 0,0 2 0,2 3 0,1 1 0,-8-2 0,1-4 0,-35 16 0,-3-12 0,-13 12 0</inkml:trace>
  <inkml:trace contextRef="#ctx0" brushRef="#br0" timeOffset="81601">4022 7761 24575,'40'0'0,"0"0"0,0 0 0,0 0 0,1 0 0,3 0 0,1 0 0,3 0 0,1 0 0,1 0 0,-8 0 0,0 0 0,2 0 0,1 0 0,1 0 0,1 0 0,1 0 0,0 0 0,1 0-274,-5 0 1,1 0 0,1 0 0,1 0 0,0 0 0,1 0 0,0 0 0,0 0 0,1 0 0,-1 0 0,1 0 0,-1 0 20,-2 0 1,0 0 0,0 0 0,1 0 0,-1 0 0,1 0 0,0 0 0,0 0 0,0 0 0,0 0 0,0 0 0,0 0 0,0 0-1,1 0 1,0 0 0,1 0 0,-1 0 0,1 0 0,0 0 0,-1 0 0,1 0 0,-1 0 0,0 0 0,0 0 0,-1 0 0,-1 0-46,5 0 0,0 0 0,-1 0 0,0 0 0,0 0 0,-1 0 0,0 0 0,0 0 1,-1 0-1,1 0 0,-2 0 221,2 0 0,0 0 1,0 0-1,-1 0 0,0 0 1,-1 0-1,0 0 0,-1 0 1,0 0-1,0 0 77,4 0 0,1 0 0,-1 0 0,-1 0 0,-1 0 0,-1 0 0,-1 0 0,-1 0-15,2 0 0,-2 0 0,-1 0 0,-2 0 0,1 0 1,-2 0 14,6 0 0,1 0 0,-2 0 0,-4 0 0,-5 0 0,5 0 0,-6 0 0,-4 0 0,-1 0 0</inkml:trace>
  <inkml:trace contextRef="#ctx0" brushRef="#br0" timeOffset="96016">19050 1111 24575,'16'-19'0,"3"3"0,5 14 0,3 4 0,12-2 0,-1-1 0,-1 2 0,4 15 0,-3-16 0,-1 4 0,-17 10 0,-1 3 0,14 0 0,0 1 0,-13 1 0,0 1 0,9 3 0,7 0 0,-3-2 0,-2-1 0,0-1 0,-2-2 0,1 0 0,-2 0 0,-1 5 0,-4-1 0,-3-3 0,-4 2 0,3 23 0,13-8 0,-13 0 0,1 1 0,-4-11 0,-1 0 0,5 15 0,-3 2 0,1-2 0,2-13 0,-10 5 0,-5-1 0,-5-11 0,0-1 0,0 13 0,16 3 0,-12 4 0,12-6 0,-1 1 0,-13-7 0,0 1 0,14 6 0,0 2 0,-14 0 0,0-1 0,6-7 0,-1-1 0,-7 16 0,0-10 0,0-21 0,0 19 0,0-11 0,0 15 0,0 0 0,0 1 0,0-17 0,0 13 0,0-13 0,0 1 0,0 11 0,0 4 0,0 5 0,0-8 0,0 2 0,0-6 0,0-1 0,0 0 0,0 1 0,0 5 0,0 1 0,1-7 0,-2 1 0,-6 0 0,-1-2 0,4 10 0,-12-5 0,16-27 0,0 27 0,-16-27 0,12 28 0,-11-13 0,-1 16 0,12-7 0,-12-10 0,1 5 0,11-3 0,-28 15 0,29-15 0,-13 11 0,0-27 0,12 12 0,-11-1 0,-1 5 0,-4 15 0,-15 0 0,17-9 0,1-1 0,-1-5 0,0-1 0,1 7 0,-1-1 0,-17 11 0,0-1 0,15 0 0,4-15 0,1 11 0,11-27 0,-12 12 0,16-16 0,0 0 0,0 0 0</inkml:trace>
  <inkml:trace contextRef="#ctx0" brushRef="#br0" timeOffset="103135">25347 2046 24575,'35'0'0,"-10"0"0,1 0 0,1 0 0,1 0 0,7 0 0,1 0 0,-8 0 0,-1 0 0,8 0 0,-19 0 0,-16 0 0,31 0 0,-5 0 0,3 0 0,10 0 0,4 0 0,-9 0 0,1 0 0,0 0 0,14 0 0,0 0 0,-4 0 0,0 0 0,0 0 0,-4 0 0,-12 0 0,-3 0 0,10 0 0,-21 0 0,1-16 0,19 13 0,-9-5 0,3 0 0,6-1 0,1 2 0,-8 6 0,-2-2 0,10-12 0,11 15 0,-21-8 0,3 0 0,16 6 0,8 0-665,-11-4 1,5-4-1,2 1 1,-1 3 664,-1 3 0,1 2 0,1 2 0,3-2 0,-12-1 0,4 0 0,1-1 0,0 0 0,0 1 0,-2-1 0,-3 2 0,7 0 0,-3 1 0,-1 1 0,1-1 0,5 0 0,3 0 0,-4 0 0,-9 0 0,-9 0 0,-5 0 0,1 0 0,-1 0 0,0 0 0,1 0 0,8 0 0,3 0 0,-4 0 0,3 0 0,0 0-159,1 0 1,-1 0 0,1 0 158,4 0 0,1 0 0,-3 0 0,-1 0 0,-2 0 1293,0 0 1,-5 0-1294,-12 0 0,13 0 0,3 0 0,-4 0 0,8 0 0,3 0 273,-17 0 0,1 0-273,17 0 0,0 0 0,-15 0 0,-1 0 0,0 0 0,-3 0 0,-5 0 0,-3 0 0,-16 0 0,0 0 0,16 16 0,3-12 0,17 11 0,-1-15 0,-16 0 0,13 0 0,-28 0 0,11 0 0</inkml:trace>
  <inkml:trace contextRef="#ctx0" brushRef="#br0" timeOffset="105216">25770 3193 24575,'30'0'0,"-1"0"0,6 0 0,3 0 0,8 0 0,6 0 0,-7 0 0,7 0 0,1 0 0,-3 0 0,-1 0 0,-3 0 0,4 0-622,-8 0 1,3 0 0,1 0 0,-1 0 0,-4 0 621,6 0 0,-3 1 0,-2-2 0,0-4 0,-1-1 0,0 1 156,-3 3 0,0 2 1,0-2-157,-2-3 0,0-1 0,-3 1 312,6 6 1,-3-2-313,-1-6 0,-3-1 0,3 4 0,-16-12 1583,13 16-1583,6 0 0,6 0 0,3 0 0,4 0-312,-13 0 1,4 0 0,1 0 0,-1 0 311,-2 0 0,-1 0 0,1 0 0,-1 0 0,0 0 0,-1 0 0,1 0 0,-2 0-314,11 0 1,-1 0 0,-1 0 313,1 0 0,-1 0 0,-1 0 0,-8 0 0,-1 0 0,0 0 0,4 0 0,1 0 0,0 0 0,-1 1 0,1-1 0,-1-1 0,3-3 0,0-2 0,5 0 0,-5 3 0,6 0 0,1-1 0,-1 0 0,-3-1 0,-1-3 0,-3-2 0,0 1 0,1 1 0,-2 2 0,3 3 0,-1-1 0,-2 1 0,-6-1 0,12-5 0,-8 2 0,-12 7 0,-3 0 0,12 0 0,-1 0 0,0 0 1590,0 0-1590,-7 0 1024,-11 0-1024,7 0 0,-20 16 0,12-12 0,-16 12 0,-16-16 0,12 0 0,-12 0 0,16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1:00:25.4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24553 2223 24575,'41'0'0,"-1"0"0,0 0 0,0 0 0,0 0 0,-2 0 0,6 0 0,-7-1 0,5 1 0,2-1 0,1 1 0,-1 0 0,-4 2-820,6 1 1,-4 1 0,0 1 0,1-2 728,5-2 0,0-1 0,1 0 0,-2 3 91,-6 4 0,0 2 0,-2 0 0,1-3 108,8-4 1,-1-2-1,-1 2-108,-7 7 0,-2 3 0,0-1 0,-2-4 0,0-1 0,-1 0 0,15 4 0,0 0 0,-13-2 0,-1 0 0,0-1 0,11 3 0,-2-2 387,1-2 1,-3 0-388,-14 1 0,-2 2 0,0-1 0,-1-1 0,0-5 0,1 0 0,10 7 0,5 3 0,0-2 0,-1-2 0,1-2 0,3 0-169,-3-1 1,3-1-1,2-1 1,0 1 0,-1 0 168,-4-1 0,-1 1 0,0-1 0,2 0 0,3-1 0,-2 0 0,5-2 0,1 0 0,1 0 0,-1-1 0,-1 1 0,-2-1 0,4 1 0,-3 0 0,-1 0 0,0 0 0,2 0 0,-4 0 0,2 0 0,0 0 0,-1 0 0,-3 0 0,-3 0 84,12 0 0,-6 0 1,-3 0-85,5 0 0,-4 0 0,-15 0 0,-1 0 0,20 0 0,0 0 0,4 0 0,-6 0 0,4 0-236,-9 0 1,4 0 0,1 0-1,-4 0 236,0 0 0,-3-1 0,1 2 0,2 4 0,0 1 0,-2-1 1183,7-4 0,-1 2-1183,-12 6 0,2 4 0,-2-4 0,13-7 0,-1 0 0,0 14 0,0 0 188,-9-14 1,-2 0-189,-7 6 0,-3-1 0,12-7 0,-17 0 1099,13 0-1099,-29 0 230,29 0-230,-5 0 0,5 0 0,5 0 0,3 0 0,2 0 0,-8 0 0,2 0 0,0 0-140,4 0 1,2 0 0,-2 0 139,7 0 0,0 0 0,-13 0 0,2 0 0,-4 0 0,-4 0 0,-2 0 0,1 0 0,-3 0 0,-4 0 0,11 0 0,-11 0 0,-1 0 104,13 0 1,-28 0-1,11 0 1</inkml:trace>
  <inkml:trace contextRef="#ctx0" brushRef="#br0" timeOffset="2116">24871 3298 24575,'46'0'0,"0"0"0,0 0 0,3 0 0,5 0 0,-9 0 0,3 0 0,2 0 0,1 0 0,2 0-469,-9 0 1,2 0 0,0 0 0,2 0 0,0 0 0,0 0 0,1 0 58,-2 0 0,0 0 1,0 0-1,1 0 1,1 0-1,1 0 0,0 0 1,2 0 152,-6 0 1,1 0-1,2 0 1,1 0 0,0 0-1,1 0 1,-1 0-1,-1 0 1,0 0 0,-2 0-1,-2 0 257,5 0 0,-2 0 0,-2 0 0,0 0 0,-1 0 0,0 0 0,2 0 0,1 0 0,0 0 0,2 0 0,2 0 0,0 0 0,0 0 0,-1 0 0,-3 0 0,-1 0 0,-5 0 419,8 0 0,-5 0 1,-2 0-1,-1 0 0,2 0-419,4 0 0,3 0 0,-2 0 0,0 0 0,-5 0 0,7 0 0,-4 0 0,0 0 0,1 0 0,-1 0 0,-9 0 1532,-2 0-1532,-5 0 0,-27 0 0,43 0 3276,-24 0-2277,3 0 0,-1 0-526,-5 0-473,27 0 0,-15 0 0,5 0 0,4 0-760,0 0 0,4 0 0,2 0 0,2 0 760,-9 0 0,2 0 0,2 0 0,0-1 0,0 2 0,1-1-496,1 2 0,1 1 1,1 0-1,-1 0 1,0 0-1,0-1 496,-3 0 0,0 0 0,0 0 0,-1 0 0,-1 0 0,0 0 0,2 1 0,0 1 0,0 0 0,-3-1 0,-1 1-53,13-1 0,-2 0 0,-6-2 53,2 0 0,-8-2 0,-3 1 0,-21 0 0,-15 0 0</inkml:trace>
  <inkml:trace contextRef="#ctx0" brushRef="#br0" timeOffset="13116">3193 9525 24575,'0'35'0,"0"-3"0,0 3 0,0 0 0,0 4 0,0 7 0,0 5 0,0-3 0,0 2 0,0 0-389,0-4 0,0 3 0,0-3 389,0-11 0,0-1 0,0 3 0,0 2 0,0 5 0,0 2 0,0 0 0,0-1 0,0 4 0,0-1 0,1 0 0,-2 3-302,-1-11 1,0 3 0,-1 0 0,0 0 0,0-1 0,0-2 301,-1 6 0,-1-2 0,0-1 0,-1-2 0,0 5 0,0-2 0,-1-1-239,-4-2 1,-1 0-1,3-1 239,7-1 0,2 1 0,-2 2-49,-3 3 1,-3 2 0,-1 2-1,0-1 49,0-3 0,0 0 0,0 0 0,1 0 0,2 0 0,1 1 0,0-2 0,-3-1 249,-7 6 0,-3-3 0,4 0-249,11 0 0,4 1 0,-3-2 0,-7-6 0,-3-1 0,2 2 329,8-3 1,2 3 0,1-1 0,-4-2-330,-7 0 0,-2-2 0,3-1 0,6 11 0,2 0 398,-6 3 0,-2-2-398,1-9 0,0-1 113,7 3 1,-1 0-114,-7-3 0,2-1 0,6-8 0,2 0 0,-1 0 0,0-3 795,0-4-795,0 11 0,0-27 0,0 28 0,0-29 0,0 13 0,0-16 0</inkml:trace>
  <inkml:trace contextRef="#ctx0" brushRef="#br0" timeOffset="48366">9560 9984 24575,'41'0'0,"-1"0"0,1 0 0,7 0 0,1 0 0,3 0 0,-6 0 0,2 0 0,2 0 0,0 0-656,-7 0 1,1 0-1,1 0 1,1 0 0,-1 0 176,4 0 1,0 0 0,1 0 0,0 0 0,-1 0 478,-1 0 0,-2 0 0,1 0 0,1 0 0,2 0 0,-6 0 0,3 0 0,0 0 0,1 0 0,0 0 0,-2 0 0,-2 0 0,3 0 0,-2 0 0,-1 0 0,0 0 0,3 0 0,0 0 0,2 0 0,2 0 0,-2 0 0,-2 0 0,-4 0 30,-2 0 0,-3 0 1,-2 0-1,2 0-30,3 0 0,0 0 0,2 0 0,2 0 0,-4 0 0,2 0 0,1 0 0,1 0 0,0 0 0,0 0 0,-1 0 0,0 0 0,-1 0 0,2 0 0,2 0 0,4 0-298,-8 0 0,3 0 0,2 0 0,2 0 0,2 0 0,0 0 0,0 0 0,0 0 1,-2 0-1,-2 0 0,-2 0 192,4 0 1,-2 0 0,-3 0 0,0 0 0,0 0-1,1 0 1,2 0 0,2 0 105,-7 0 0,1 0 0,2 0 0,2 0 0,0 0 0,0 0 0,0 0 0,0 0 0,0 0 0,-2 0 0,-1 0 0,-3 0 0,9 0 0,-2 0 0,-1 0 0,-2 0 0,0 0 0,0 0 0,1 0 0,1 0-164,-4 0 0,0 0 0,0 0 1,1 0-1,0 0 0,0 0 0,0 0 1,1 0-1,1 0 164,1 0 0,1 0 0,1 0 0,0 1 0,1-1 0,0 0 0,-1 0 0,0 0 0,-2-1 0,-1 1 0,3-2 0,-2 1 0,-1-1 0,-1 0 0,1 0 0,0-1 0,1 1 0,1 0-15,-2 0 0,0 1 0,0-1 0,2 1 1,0-1-1,0 0 0,1 0 0,-1 0 0,1-1 1,-1 0 14,-2 0 0,1-1 0,0-1 0,0 1 0,0-1 0,0 0 0,0 0 0,0 0 0,-1 0 0,-1 0 0,0 0-265,3 1 0,0-1 0,-1 1 0,-1 0 1,0 0-1,0-1 0,1 1 0,0 0 0,2-1 265,-4 1 0,1-1 0,2 1 0,0-1 0,0 0 0,0 0 0,0 0 0,-1 1 0,-1-1 0,-1 1 0,-2-1 0,5 0 0,-2 1 0,-1-1 0,-1 0 0,-1 1 0,0 0 0,-1 0 0,0 0 301,8 0 0,-1 0 1,-1 1-1,0 0 1,-1 0-1,-1 0-301,4 0 0,0-1 0,-2 1 0,-1 0 0,-2 1 233,-1 1 1,-2 1 0,-2 0 0,-2 1-234,4-1 0,-2 0 0,-3 0 930,6 0 0,-2 0-930,-7 0 0,1 0 0,-4 0 0,2 0 0,2 0 1092,6 0 0,2 0 0,3 0-963,-5 0 1,2 0 0,2 0 0,0 0-21,-3-1 0,1 1 0,1-1 1,-1 2-1,0 0-109,-4 1 0,0 1 0,-1 1 0,1 0 0,1-2 0,3-1 0,1-1 0,0 0 0,0 1 0,-1 1 0,4 5 0,-2 2 0,1 0 0,0-2 0,-6-5 0,1-2 0,1-1 0,-1 1 0,0 3 0,-1 1 0,0 3 0,0 0 0,-1 0 0,1-1 0,8-1 0,1-1 0,-1 1 0,-1 1-120,-3 2 0,-1 1 1,0 1-1,-1-2 120,-5-2 0,0-2 0,-1 1 0,-1-1-153,6 2 1,-1-1-1,-1 0 153,-1 1 0,-1-1 0,-1 0 0,-1-4 0,-1-1 0,0 3 0,0 6 0,0 4 0,1-4 0,-1-6 0,1-3 0,-1 1 681,11 7 0,-2 0-681,-8-8 0,-2 0 1131,1 3 1,-3 1-1132,7-2 713,-13 2 0,-1 0-713,10-4 614,1 16-614,-12-14 0,3 0 0,2 5 0,4 2 0,9-3 0,6-1 0,-2-1 0,-10-2 0,0-1 0,1 0-126,1 3 0,2 0 0,-1 1 1,-3-2 125,11-3 0,-4 0 0,-5 0 0,-5 0 0,2 0 0,-3 0 0,-29 0 0,13 0 0,-16 0 0,0 0 0,0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1:01:43.76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7161 10742 24575,'36'0'0,"-1"0"0,7 0 0,2 0 0,1 0 0,0 0 0,-11 0 0,1 0 0,2 0 0,0 0 0,3 0 0,-1 0 0,-2 0 0,-2 0 0,-2 0 0,1 0 0,12 0 0,1 0 0,-7 0 0,7 0 0,-14 0 0,-1 0 0,15 0 0,-13 0 0,3 0 0,-2 0 0,0 0 0,-7 0 0,-1 0 0,6 0 0,1 0 0,-8 0 0,2 0 0,9 0 0,5 0 0,-3 0 0,2 0 0,0 0 0,-2 0 0,1 0 0,-1 0 0,6 0 0,-4 0 0,-11 0 0,-1 0 0,5 0 0,-1 0 0,10 0 0,-6 0 0,-9 0 0,3 0 0,11 0 0,2 0 0,-5 0 0,0 0 0,-5 0 0,1 0 0,-2 0 0,4 0 0,-3 0 0,-6 0 0,-1 0 0,0 0 0,-3 0 0,-5 0 0,13 0 0,-13 0 0,17 0 0,-17 0 0,13 0 0,-13 0 0,16 0 0,-11 0 0,3 0 0,7 0 0,5 0 0,-2 0 0,5 0 0,0 0 0,4 0 0,4 0 0,-5 0 0,-6 0 0,-3 0 0,0 0 0,-1 0 0,-9 0 0,-2 0 0,12 0 0,-11 0 0,1 0 0,1 0 0,1 0 0,-1 0 0,0 0 0,7 0 0,-1 0 0,-6 0 0,1 0 0,7 0 0,1 0 0,-9 0 0,0 0 0,4 0 0,-3 0 0,9 0 0,-9 0 0,-12 0 0,-1 0 0,5 0 0,18 0 0,6 0 0,-6 0 0,3 0-260,2 0 1,5 0 0,-2 0 259,-9 0 0,0 0 0,-2 0 0,1 0 0,0 0 0,-2 0 0,11 0 0,-3 0 0,-14 0 0,-2 0 0,1 0 0,-3 0 0,12 0 0,-11 0 0,1 0 0,21 0 389,-21 0 0,1 0-389,16 0 0,-24 0 0,13 0 0,-28 0 0,11 0 0,1 0 0,14 4 0,12 3 0,0-2 0,-8-3 0,0-2 0,3 2-363,7 1 0,5 2 0,0-1 1,-2-1 362,2-2 0,-2-1 0,-2-1 0,-7 1 0,-2 0 0,-1 0 0,15 0 0,-5 0 0,-18-1 0,-2 2 0,5 7 0,-1 0 0,10-4 0,-3 12 0,-21-16 1451,1 0-1451,4 0 0,9 0 0,8 0 0,5 0 0,6 0 0,-1 0 0,-1 0 0,-1 0 0,2 0 0,-8 0 0,2 0 0,-1 0 0,-4 0 0,12 0 0,-9 0 0,-4 0 0,-19 0 0,-16 0 0,0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1:04:43.2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4198 15381 24575,'27'0'0,"22"0"0,-18 0 0,1 0 0,-3 0 0,1 0 0,4 0 0,-1 0 0,2 0 0,-15 0 0,11 0 0,-27 0 0,11 0 0,-15 0 0,16 0 0,4 0 0,12 0 0,14 0 0,6 0 0,-6 0 0,-1 0 0,-3 0 0,4 0 0,-2 0 0,4 0 0,1 0 0,-1 0 0,-5 0 0,2 0 0,-5 0 0,-2 0 0,4 0 0,-5 0 0,-2 0 0,-4 0 0,-27 0 0,43 0 0,-39 0 0,23 0 0,-15 0 0,-12 0 0,43 0 0,-8 0 0,3-7 0,2-2 0,-13 8 0,-3-1 0,0-7 0,-5 2 0,-7 7 0</inkml:trace>
  <inkml:trace contextRef="#ctx0" brushRef="#br0" timeOffset="1851">4233 16140 24575,'26'0'0,"8"0"0,6 0 0,5 0 0,4 0-636,-3 0 0,2 0 1,-1 0 635,-4 0 0,-1 0 0,-1 0 0,-4 0 0,-2 0 0,-1 0 307,3 0 1,-4 0-308,-5 0 0,-5 0 315,-3 0-315,11 0 0,-7 0 0,3 0 0,12 0 0,4 0 0,-8 0 0,2 0 0,-1 0 0,2 0 0,1 0 0,-2 0 488,9 0 1,-2 0-489,-7 0 0,-3 0 0,1 0 0,-4 0 0,-27 0 0,12 0 0,0 0 0,19 0 0,4 0 0,-4 0 0,-3 0 0,-28 0 0,11 0 0,-15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1:05:08.9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7761 10001 24575,'20'0'0,"27"0"0,-11 0 0,6 0 0,0 0 0,6 0 0,3 0 0,-2 0 0,-3 0 0,-1 0 0,0 0 0,3 0-547,-7 0 1,1 0 0,2 0 0,0 0 0,-1 0 0,-2 0 458,1 0 0,-1 0 0,-2 0 0,1 0 0,2 0 88,6 0 0,0 0 0,2 0 0,-1 0 0,1 0-326,-7 0 0,-1 0 0,1 0 0,0 0 1,1 0-1,0 0 326,2 0 0,2 1 0,-1-1 0,1 0 0,-1 0 0,-1-1 0,4 0 0,-1-1 0,-1 0 0,0 1 0,0-1 0,1 2 0,0 0 0,0 1 0,-1-2 0,-2-1-361,3-2 1,-2-3 0,-1 0 0,0 2 360,2 3 0,1 2 0,-1-1 0,-1 0 0,-6-2 0,-1-2 0,0 0 0,0 2 0,1 2 0,0 1 0,0 1 0,1-1 0,1 0 0,1 0 0,-1 0 0,1 0 0,-1 0 0,0 0 0,0 0 0,1 0 0,0 1 0,0-1 0,1 1 0,-2-3-176,-3 0 0,0-2 0,-1-1 0,-1 1 176,5-2 0,-1-1 0,-2 0 682,-3 1 0,-2 0 0,-1-2-682,6-8 0,-2 1 1398,-1 13 0,-5 0-1398,-1-13 1888,16 15-1888,-27 0 1077,0 0-1077,27 0 0,-21 0 0,2 0 0,5 0 0,3 0 0,1 0-422,4 0 1,1 0-1,1 0 422,-5-4 0,1 0 0,1-1 0,0 2 0,9 1 0,-1 2 0,0-2 0,-4-3 0,1-1 0,-1 1 0,2 4 0,0 2 0,-3-1-141,1 0 1,-2 0 140,-3 0 0,2 0 0,-3 0 0,0 0 0,-2 0 0,0 0 0,-1 0 0,-9 0 0,-1 0 0,0 0 0,1 0 0,0 0 0,3 0 628,13 0 0,2 0-628,-7 0 0,0 0 150,6 1 0,1-2-150,-5-6 0,0-1 0,5 6 0,0 0 0,-3-14 0,1 0 0,-9 13 0,2 4 0,-2-3 0,5-6 0,-1 1 0,7 6 0,-2 2 0,-13-1 0,-3 0 0,1 0 0,-3 0 0,-4 0 0,11 0 0,-27 0 0,43 0 0,-21 0 0,3 0 0,7-1 0,5 0 0,3 3 0,-4 2 0,4 3 0,1 0 0,0 1 0,-3-3-274,0-2 0,-2-2 1,0 0-1,1 2 274,4 4 0,3 2 0,-3 1 0,-7-5 0,0-4 0,-9-2 0,-10 1 0,-3 0 0,-16 16 0,0-12 0,0 12 0,0-16 1095,16 0-1095,-13 0 0,13 0 0,-16 15 0,0-11 0,16 12 0,-12-16 0,11 15 0,-15-11 0,16 12 0,-12-16 0,12 0 0,-16 0 0,0 0 0</inkml:trace>
  <inkml:trace contextRef="#ctx0" brushRef="#br0" timeOffset="15450">20955 12188 24575,'0'36'0,"0"-17"0,0 13 0,0 3 0,0-9 0,0 3 0,0 13 0,0 2 0,0-6 0,0-1 0,0-1 0,0-2 0,0-7 0,0-3 0,0 11 0,0-10 0,0 1 0,0 1 0,0 1 0,0 3 0,0 1 0,0 9 0,0 2 0,0 6 0,0 0 0,0-2 0,0 0 0,0-12 0,0-1 0,0-1 0,0 4 0,0-3 0,0-6 0,0-1 0,0-1 0,0-1 0,0 10 0,0 0 0,0 0 0,0 1 0,0-1 0,0-15 0,0-5 0,0-15 0,0 16 0,0 4 0,0 15 0,0 0 0,0-15 0,0 11 0,0-27 0,0 19 0,0-21 0,0 6 0,0-8 0,0 16 0,0-12 0,0 12 0,0-16 0</inkml:trace>
  <inkml:trace contextRef="#ctx0" brushRef="#br0" timeOffset="18033">7126 14764 24575,'35'0'0,"3"0"0,7 0 0,-7 0 0,4 0 0,3 0-656,-6 0 1,2 0-1,2 0 1,1 0 0,1 0 131,-2 0 1,0 0 0,1 0 0,2 0 0,1 0 0,4 0 523,-7 0 0,3 0 0,2 0 0,2 0 0,1 0 0,0 0 0,0 0 0,-1 0 0,-3 0 0,-2 0 0,5 0 0,-4 0 0,0 0 0,-2 0 0,1 0 0,1 0 0,3 0 0,-6 0 0,3 0 0,2 0 0,0 0 0,1 0 0,0 0 0,-2 0 0,-3 0 0,-2 0 0,-3 0 0,7 0 0,-5 0 0,-3 0 0,0 0 0,2 0 0,1 0 0,0 0 0,1 0 0,-2 0 0,-2 0 435,12 0 1,-3 0 0,-2 0-436,-7 0 0,-1 0 0,-1 0 0,13 0 0,0 0 0,-4 0 0,6 0 0,-17 0 0,5 0 0,4 0 0,1 0 0,-1 0 0,-1 0 0,2 0 0,-1 0 0,0 0 0,2 0 0,2 0-287,-2 0 0,2 0 1,3 0-1,0 0 0,0 0 1,-2 0-1,-2 0 287,-2 0 0,-1 0 0,-1 0 0,-1 0 0,0 0 0,1 0 0,7 0 0,0 0 0,-1 0 0,0 0 0,0 0-303,-4 0 1,-1 0 0,0 0 0,-1 0 0,0 0 302,6 0 0,-1-1 0,0 1 0,1 1 0,-3 0 0,1 0 0,1 0 0,-2 1 0,-1 1 0,0 0 0,-2 2 0,-1 0 0,0-1 0,-1-1 0,-1 0 0,-1 0 0,-2 0 1225,18 3 1,-12 4-1226,-20 5 396,24-11-396,-43 12 3276,12-16-3088,0 0 2128,19 16-2316,1-14 0,6 0 0,-3 7 0,3 3 0,1-2-415,2-7 0,0-3 0,2 1 415,-8 2 0,1 2 0,0 0 0,-2-2 0,0-3 0,-2 0 0,0 0 0,0 0 0,-1 0 0,-5 0 0,10 0 0,-9 0 0</inkml:trace>
  <inkml:trace contextRef="#ctx0" brushRef="#br0" timeOffset="21099">3739 12330 24575,'0'0'0</inkml:trace>
  <inkml:trace contextRef="#ctx0" brushRef="#br0" timeOffset="22800">3669 12224 24575,'35'0'0,"-10"0"0,1 0 0,9 0 0,1 0 0,0 0 0,2 0 0,7 0 0,-4 0 0,-1 0 0,-9 0 0,-15 0 0,7 0 0,5 0 0,11 0 0,4 0 0,-8 0 0,2 0 0,-1 0 0,13 0 0,0 0 0,-6 0 0,0 0 0,1 0 0,-2 0 0,-12 0 0,-1 0 0,14 0 0,-4 0 0,-15 0 0,23 0 0,-43 0 0,27 0 0,-11 0 0,3 0 0,5 0 0,5 0 0,4 0 0,-1-1 0,3 1 0,0 1-306,3 3 0,0 1 0,1 1 306,2 1 0,0-1 0,-1 1 0,-7-1 0,-2 1 0,-2 0 0,5 2 0,-5-3 0,2-6 0,-19 0 0,-16 0 0</inkml:trace>
  <inkml:trace contextRef="#ctx0" brushRef="#br0" timeOffset="24550">9895 12224 24575,'41'0'0,"-1"0"0,1 0 0,0 0 0,1 0 0,0 0 0,5 0 0,1 0 0,-2 0-321,-3 0 1,-1 0 0,-1 0 320,-4 0 0,-1 0 0,-3 0 157,-4 0 1,-3 0-158,5 0 160,-15 0-160,7 0 0,5 0 0,10 0 0,6 0 0,0 0 0,4 0 0,-1 0-189,-6 0 1,-1 0-1,1 0 189,0 0 0,1 0 0,-4 0 236,0 0 0,-5 0-236,2 0 0,-19 0 0,-16 0 0,0 0 0</inkml:trace>
  <inkml:trace contextRef="#ctx0" brushRef="#br0" timeOffset="26599">9596 9066 24575,'25'0'0,"1"0"0,1 0 0,0 0 0,13 0 0,7 0 0,-43 0 0,27 0 0,-4 0 0,11 0 0,5 0 0,-8 0 0,-15 0 0,11 0 0,-27 0 0,27 0 0,4 0 0,3 0 0,9 0 0,2 0-815,-6 0 0,2 0 0,2 0 1,2 0 814,-7 0 0,3 0 0,1 0 0,1 0 0,0 0 0,0 0-547,3 0 1,-1 0 0,2 0 0,-1 0 0,0 0 0,0 0 519,0 0 1,-1 0 0,1 0 0,-1 0 0,-1 0 0,0 0 26,-3 0 0,-1 0 0,0 0 0,-1 0 0,-1 0 0,-1 0-141,11 1 1,-2-1-1,-2 0 1,-4-1 140,-3-1 0,-3-1 0,-3 1 0,2 1 0,-8 0 0,-9-7 0,-4 8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1:06:46.36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8061 9843 24575,'35'0'0,"1"0"0,-12 0 0,2 0 0,2 0 0,-1 0 0,1-2 0,-1 4 0,-1 5 0,-1 1 0,1-6 0,-1 0 0,14 14 0,-5-15 0,-1-2 0,6 1 0,-13 0 0,-1 0 0,10 0 0,-15 0 0,-4 0 0,-16 0 0,15 0 0,21 0 0,-11 0 0,5 0 0,3 0 0,5 0 0,0 0-333,-1 0 1,0 0-1,1 0 333,10 0 0,3 0 0,-1 0 0,-3 0 0,0 0 0,0 0 0,-8 0 0,2 0 0,-2 0 0,-1 0 0,1 0 0,-1 0 0,-1 0 0,-2 0 0,-1 0 0,-2 0 0,3 0 0,-3 0 0,-4-1 0,-1 2 0,0 6 0,1 1 0,1-6 0,1 0 0,-4 6 0,1 0 499,4-7 0,0-2-499,-3 1 0,-1 0 0,7 0 0,-1 0 0,6 0 0,-4 0 0,-3 0 0,3 16 0,-2-14 0,4 0 0,7 6 0,3-1 0,-13-5 0,2-3 0,-1 0 0,1 1 0,0 0 0,-2 0 0,12 0 0,-2 0 0,-4 0 0,-1 0 0,-4 0 0,-2 0 0,-1 0 0,-1 0 0,3 0 0,3 0 0,-4 0 0,3-1 0,-3 2 0,-2 7 0,0 0 0,18-7 0,0 2 0,-13 9 0,-1-1 0,2-9 0,0-2 0,-1 4 0,-1 0 0,-8-3 0,-3-2 0,-5 1 0,13 0 0,-28 0 0,27 0 0,4 0 0,2 0 0,5 0 0,-4 0 0,4 0 0,1 0-543,-3 0 1,2 0 0,1 0 0,1 0 542,4 0 0,0 0 0,2 0 0,0 0 0,-8 0 0,0 0 0,1 0 0,0 0 0,-2 0 0,7 0 0,-1-1 0,0 1 0,0 1 0,1 2 0,1 2 0,-1-1 0,-3 0-198,-3-3 1,-3 0-1,1 1 198,5 3 0,1 1 0,-4-1 0,4-5 0,-1 0 0,-12 0 0,1 0 0,4 0 0,0 0 0,3 0 0,3 0 0,0 0 0,-3 0 0,4 0 0,-2 0 0,1 0 0,3 0-353,-8 0 1,3 0 0,1 0-1,1 0 1,-2 0 0,-2 0 352,11 0 0,-3 0 0,-1 0 0,-1 0 0,-4 0 0,-1 0 0,-1 0 0,-2 0 0,5 0 0,-1 0 0,-1 0 0,-1 0 0,1 0 0,-5 0 0,-1 0 0,-3 0 924,2 0 0,0 0-924,-4 0 0,-1 0 291,-2 0 1,1 0-292,9-5 0,4-1 0,-1 1 0,1 3 0,0 0 0,1-3 0,4-1 0,-1 1 0,-3 4 0,-2 2 0,0-1 0,9 0 0,0 0 0,-5 0 0,3 0 0,-5 0 0,-8 0 0,-1 0 1222,15 0 1,4 0-1223,-10 0 0,2 0 0,-1 0 0,-4 0 0,0 0 0,1 0 0,6 0 0,1 0 0,-3 0 0,1 0 0,-4 0 0,-13 0 0,-1 0 0,-1 0 0,-1 0 0,0 0 0,1 0 0,0 0 0,3 0 0,13 0 0,2 0 0,-3 0 0,0 0 0,-7 0 0,1 0 0,0 0 0,14 0 0,0 0-170,-9 0 1,2 0 0,-2 0 169,7 0 0,0 0 0,-13 0 0,1 0 0,-2 0 0,3 0 0,-2 0 0,1 0 0,1 0 0,6 0 0,2 0 0,1 0 0,0 0 0,-4 0 0,0 0 0,-3 0 0,2 0 0,-2 0-318,5 0 1,0 0 317,1 5 0,3 1 0,-1-1 0,-3-3 0,-2-2 0,1 2 0,0 2 0,0 2 0,-1 0 0,0-1 0,0 1 0,-1-2 0,-4-2 0,-1-2 0,0 2 0,14 6 0,0 0 0,-15-7 0,0-2 0,2 1 0,1 0 0,1 0 0,0 0 0,3 0 0,1 0 0,1 0 0,4 0 0,1 0 0,-2 0 0,-8 0 0,-2 0 0,0 0 0,9 0 0,-4 0 0,-13 0 0,-5 0 492,-4 0-492,13 0 0,3 0 0,-9 0 0,3 0 325,2 1 1,1-2-326,2-7 0,0 0 0,13 4 0,-12-11 0,-3 15 0,-28 0 0,27 0 0,-11 0 0,15 0 0,0 0 0,1 0 0,-17 0 0,12 0 0,-11 0 0,15 0 0,1 0 0,-12 0 0,3 0 0,-1 0 0,2 0 0,15 0 0,1 0 0,-15 0 0,1 0 0,13 0 0,-4 0 0,-16 0 0,24 0 0,-43 0 0,12 0 0,-32 0 0,12 0 0,-11 0 0,15 0 0</inkml:trace>
  <inkml:trace contextRef="#ctx0" brushRef="#br0" timeOffset="8700">10936 10971 24575,'26'0'0,"-1"0"0,8 0 0,5 0 0,-1 0 0,4 0 0,2 0-820,-5 0 1,2 0 0,1 0 0,1 0 636,-3 0 1,0 0 0,2 0 0,1 0-1,1 0-310,0 0 1,3 0 0,1 0 0,0 0-1,0 0 1,-1 0 492,-1 0 0,-1 0 0,0 0 0,0 0 0,0 0 0,2 0 0,2 0 0,2 0 0,0 0 0,1 0 0,-2 0 0,0 0 0,-3 0 0,-2 0 0,-1 0 0,2 0 0,0 0 0,3 0 0,-2 0 0,2 0 0,1 0 0,2 0 0,-1 0 0,0 0 0,-1 0 0,-2 0 0,4 0 0,-2 0 0,-1 0 0,0 0 0,1 0 0,4 0-196,-8 0 0,3 0 0,2 0 0,1 0 0,0 0 0,-1 0 1,0 0-1,-3 0 0,-2 0 196,5 0 0,-2 0 0,-2 0 0,-1 0 0,1 0 0,1 0 0,-4 0 0,1 0 0,0 0 0,0 0 0,0 0 0,0 0 0,-1 0-370,4 0 1,0 0 0,-1 0 0,1 0 0,-1 0-1,1 0 370,1 0 0,0 1 0,1-1 0,-1 0 0,1 0 0,-1-1 0,1 0 0,0 0 0,-1 0 0,1-1 0,1 1 0,-1 0 0,-4 0 0,-1 1 0,1 0 0,0-1 0,0 1 0,1 0 0,0 0-191,2-1 1,0 0 0,1-1 0,0 1 0,0 0 0,0 0 0,0 0 190,-2 0 0,1 1 0,-1 0 0,1 0 0,-1 1 0,1-1 0,0 0 0,-5 0 0,1 0 0,1 0 0,-1 0 0,0 0 0,0 0 0,0 0 0,-1 0 29,2 0 1,1 0 0,-2 0 0,1 0 0,-1 0 0,-1 0-1,-1 0-29,2 0 0,-1 0 0,0 0 0,-2 0 0,0 0 0,-2 0 470,10 0 1,-1 0 0,-3 0 0,-3 0-471,2 0 0,-3 0 0,-6 0 2395,12 0-2395,0 0 0,-43 0 0,12 0 0</inkml:trace>
  <inkml:trace contextRef="#ctx0" brushRef="#br0" timeOffset="15234">5786 9208 24575,'43'0'0,"0"0"0,2 0 0,0 0 0,-4-1 0,0 2 0,11-1 0,-4 0 0,-21 0 0,-3 0 0,2 0 0,-1 0 0,6 0 0,5 0 0,4 0 0,6 0 0,-7-5 0,3-1 0,2 1-453,-2 3 0,3 3 0,0-2 0,0-1 453,-2-4 0,0-3 0,0 0 0,0 2 0,5 1 0,0 1 0,0 1 0,-2-1 0,-6 0 0,-1 0 0,-1 0 0,-2 0 0,3 0 0,-3 0 0,-1 0 0,9-4 0,-6 2 0,-2 3 0,-17-12 0,28 16 0,-21 0 0,3 0 0,3 0 0,4 0 0,2 0 66,9 0 0,4 0 0,0 0-66,-11 0 0,0 0 0,1 0 0,1 0 0,7 0 0,2 0 0,0 0 0,-3 0 0,4 0 0,-3 0 0,-1 0 0,0 0 0,-1 0 0,-4 0 0,-5 0 0,-6 0 0,3 0 0,-19 0 0</inkml:trace>
  <inkml:trace contextRef="#ctx0" brushRef="#br0" timeOffset="18385">6121 13018 24575,'35'0'0,"0"0"0,-7 0 0,-1 0 0,7 0 0,-1 0 0,6 0 0,-4 0 0,-3 0 0,-13 0 0,17 0 0,11 0 0,-6 0 0,7 0 0,2 0 0,-1 0 0,-6 0 0,-1 0 0,0 0 0,3 0-282,1 0 0,4 0 1,1 0-1,-3 0 1,-6 0 281,1 0 0,-4 0 0,-3 0 0,9 0 0,-4 0 0,-13 0 0,-5 0 0,-3 0 0,11 0 0,-27 0 0,22 0 0,11 0 0,5 0 0,6 0-472,-12-1 0,4 1 0,2 1 0,1-1 472,2 0 0,2 0 0,1 0 0,0 0 0,-7 0 0,2-1 0,-1 2 0,1-2 0,-3 2 0,5-1 0,-2-1 0,0 2 0,-1-1 0,-2-1 0,1 0 0,-2 1 0,-2 2 422,0 2 1,-1 2 0,-4-1-423,6-4 0,-5 2 0,2 13 0,-19-16 0,0 0 0,-12 0 2028,11 0-2028,-15 0 0,0 0 0,0 15 0,0-11 0,0 12 0,0-16 0,0 0 0,0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1:07:18.4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6297 6967 24575,'33'0'0,"1"0"0,-1 0 0,4 0 0,3 0 0,3 0 0,1 0 0,2 0 0,3 0 0,2 0 0,2 0-410,-10 0 0,3 0 1,2 0-1,0 0 1,2 0-1,0 0 0,0 0 1,1 0 44,-3 0 1,0 0 0,0 0 0,0 0 0,2 0 0,-1 0 0,2 0 0,1 0 0,1 0 111,-10 0 1,3 0 0,1 0 0,0 0 0,2 0 0,-1 0 0,1 0 0,-1 0 0,0 0 0,-1 0 0,-1 0 0,-1 0 0,-3 0 129,12 0 1,-3 0 0,-2 0 0,0 0 0,-1 0 0,-1 0 0,2 0 0,0 0 122,-2 0 0,2 0 0,2 0 0,-1 0 0,0 0 0,-3 0 0,-3 0 0,-3 0 0,-6 0 916,10 0 0,-7 0 0,-4 0-916,2 0 0,-5 0 1654,0 0-1654,-43 0 0,24 0 0,-27 16 819,15-12 0,0 12 0,0-16 0</inkml:trace>
  <inkml:trace contextRef="#ctx0" brushRef="#br0" timeOffset="2868">12012 9772 24575,'35'0'0,"1"0"0,-17 0 0,13 0 0,-13 0 0,1 0 0,27 0 0,-17 0 0,4 0 0,4 0-820,4 0 1,4 0 0,2 0 0,4 0 750,-7 0 1,3 0-1,2 0 1,1 0 0,1 0-1,2 0-296,-12 0 1,1 0 0,1 0 0,0 0 0,1 0 0,1 0 0,0 0 0,1 0 0,-1 0 135,1 0 1,0 0-1,1 0 1,0 0-1,0 0 1,1 0-1,0 0 1,-1 0-1,1 0 1,-1 0-93,-1 0 1,0 0 0,1 0 0,-1 0 0,1 0 0,-1 0 0,0 0 0,0 0-1,-1 0 1,0 0 320,2 0 0,0 0 0,0-1 0,0 1 0,-1 0 0,0 0 0,-1 0 0,-1 0 0,-1 1-173,5 1 0,-1 0 1,0 0-1,-2 1 0,-1 0 1,-1-1-1,-2 0 173,4-1 0,-2-1 0,-1 0 0,-1 1 0,-2 1 345,7 1 1,-2 2 0,-2-1 0,-5-1-346,1-2 0,-4-2 1638,2-1 0,-11 4-851,-22 14 2489,12-12-1661,-16 12-855,0-16 1,0 0-1,0 0 1</inkml:trace>
  <inkml:trace contextRef="#ctx0" brushRef="#br0" timeOffset="5969">6544 10918 24575,'33'0'0,"1"0"0,-6 0 0,2 0 0,7 0 0,3 0 0,1 0-645,-2 0 1,-1 0 0,3 0 644,-3 0 0,2 0 0,0 0 0,0 0-297,-1 0 1,-1 0-1,0 0 1,0 0 296,2 1 0,-1 0 0,0-1 0,0-2 0,8-2 0,-1-1 0,2-1 0,-2 1 0,3 0 0,-1 0 0,-3 0 0,-1-1 0,-2-1 0,2 1 0,-1 1 0,2 0 0,2 2 0,0 0 0,2 2 0,0 1 0,0 1 0,0-1 0,-5 0 0,-1 0 0,0 0 0,3 0-261,-5 0 1,1 0 0,2 0 0,0 0 0,-1 0 0,-2 0 260,8 0 0,-2 0 0,-1 0 0,0 0 0,3 0 0,-1 0 0,1 0 0,-1 0-376,-1 0 0,-1 1 0,0-1 0,0-1 376,-2-2 0,1-2 0,-1 1 0,-1 0 242,6 3 0,-1 0 1,0-1-243,-9-1 0,1-2 0,-1 1 0,-4 1 0,6 2 0,-4 2 579,-2-1 1,-3 0-580,-1 0 2348,-27 0-2348,12 0 1950,-8 0-1950,9 0 0,11-16 0,11 13 0,4 2 0,4-15 0,-4 8 0,-4 1 0,-19 3 0,11-12 0,-27 16 0,12 0 0,0 0 0,7 0 0,5 0 0,1 0 0,0 0 0,-1 0 0,-1 0 0,20 0 0,-43 0 0,12 0 0,-16 0 0,16 0 0,-13 0 0,13 0 0,-16 0 0</inkml:trace>
  <inkml:trace contextRef="#ctx0" brushRef="#br0" timeOffset="10171">10901 14093 24575,'35'0'0,"2"0"0,8 0 0,-10 0 0,3 0 0,4 0 0,2 0 0,1 0-469,-4 0 1,2 0 0,1 0 0,2 0 0,1 0 0,1 0 0,1 0 140,-7 0 0,2 0 0,2 0 1,0 0-1,1 0 0,0 0 1,1 0-1,-1 0 0,0 0 1,-1 0-1,0 0 0,-1 0 0,0 0 1,0 0-1,0 0 0,1 0 1,-1 0-1,-1 0 0,1 0 1,0 0 264,4 0 0,1 0 0,-1 0 0,1 0 0,-1 0 0,0 0 0,-1 0 0,-1 0 0,-1 0 7,6 0 1,-1 0-1,-1 0 1,-1 0 0,0 0-1,-2 0 1,0 0 55,1 1 0,-2-1 0,0 1 0,-1-1 0,0-1 0,-1 0 86,0 0 1,1-2 0,-1 0 0,-1 0-1,-1 0 1,-3 1-87,4 1 0,-3 0 0,-2 0 0,2 0-107,3-3 1,0 0-1,0-1 1,-4 2 106,-2 3 0,-3 1 0,1-2 0,5-3 0,1-3 0,0 3 0,-5 2 0,1 1 0,0 0 0,5-4 0,1 0 0,1-1 0,1 0 0,1 1 0,2 0 667,-7 4 0,1 1 0,0 0 0,2-3-667,3-3 0,2-2 0,0-1 0,2 1 105,-7 3 0,1 1 1,1 0-1,0 1 0,0-1-105,1 1 0,0-1 0,0 0 0,1 0 0,2 0 0,-7 0 0,2-1 0,1-1 0,0 1 0,0 1 0,-2-1 0,-2 2 0,2 2 0,-2 0 0,-2 1 0,0 0 0,1-2 0,4 0 0,1-2 0,0 0 0,-4 1 0,-5 1 936,9 1 1,-6 2-937,-8-1 0,-1 0 323,3 0 1,1 0-324,-4 0 0,0 0 930,4 0 0,1 0-930,6 0 0,2 0 0,1 0 0,0 0 0,-1 0 0,2 0 0,-8 0 0,5 0 0,0 0 0,-2 0 0,5 0 0,-2 0 0,3 0 457,-2 0 1,2 0 0,1 0 0,-4 0-458,5 0 0,-2 0 0,-3 0 0,7 0 0,-4 0 0,-11 0 0,-2 0 0,-6 0 0,-5 0 0,-3 0 0,27 0 0,-13-1 0,7 1 0,1 1 0,-6 2 0,1 1 0,2 1 0,2-2-340,0-1 1,4-1 0,2-2-1,0 1 1,-2 1 0,-3 0 339,0 3 0,-2 1 0,-2-1 0,0-1 0,4-2 0,2-1 0,-4-1 0,-9 1 1150,5 0-1150,-21 0 0,-15 16 0,0 3 0,0 17 0,0-17 0,0-3 0,0-16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1:08:39.4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2381 7726 24575,'20'0'0,"27"0"0,-24 0 0,9 0 0,3 0 0,-7 0 0,-1 0 0,0 0 0,1 0 0,-3 0 0,1 0 0,0 0 0,-1 0 0,14 0 0,-6 0 0,1 0 0,-7 0 0,0 0 0,1 0 0,-1 0 0,-1 0 0,-1 0 0,11 0 0,-1 0 0,0 0 0,0 0 0,-10 0 0,1 0 0,5 0 0,1 0 0,4 0 0,1 0 0,2 0 0,0 0 0,-11 0 0,-1 0 0,7 0 0,-2 0 0,8 0 0,-7 0 0,0 0 0,6 0 0,-13 0 0,-1 0 0,1 0 0,-1 0 0,15 0 0,-15 0 0,1 0 0,-1 0 0,1 0 0,13 0 0,-14 0 0,1 0 0,9 0 0,-15 0 0,11 0 0,-27 0 0,12 0 0,15 0 0,0 0 0,2 0 0,3 0 0,3 0 0,0 0 0,-2 0 0,1 0 0,-5 0 0,2 0 0,-1 0 0,3 0 0,0 0 0,6 0 0,0 0 0,1 0 0,-1 0 0,-7 0 0,2 0 0,-5 0 0,2 1 0,-1-2 0,11-7 0,0 0 0,4 6 0,0 0 0,-14-3 0,-1-1 0,1 2 0,13 3 0,2 2 0,-10-1 0,2 0 0,-3 0 0,9 0 0,-1 0 0,-13 0 0,1 0 0,-3 0 0,4 0 0,-1 0 0,7-8 0,2 0 0,1 6 0,0 0-209,-8-2 1,2-2 0,-1 0 208,-2 1 0,-1-1 0,2 2 0,6 2 0,1 2 0,-2-2 0,6-6 0,-2 0 0,-7 7 0,2 1 0,-3 1 0,0-1 0,-2 0 0,0 0 0,-1 0 0,-1 1 0,-1-2 0,-6-7 0,0 0 0,16 6 0,1 0 0,-7-6 0,0 1 312,7 6 1,-2 2-313,5-1 0,2 0 0,-37 0 0,20 0 0,-13 0 0,12 0 0,5 0 0,-8 0 0,3 0 0,1-5 0,4-1 0,-3 1 0,5 3 0,-1 0 0,6-6 0,0 0 0,1 7 0,-2 2 0,-4-1 0,-1 0 0,6 0 0,0 0 0,-8 0 0,1 0 0,9 0 0,4 0-393,-15 0 0,2 0 0,2 0 393,9 0 0,4 0 0,-1 0 0,-10 0 0,0 0 0,0 0 0,1 0-383,3 0 0,0-1 0,1 1 1,-1 1 382,-4 2 0,1 1 0,-1 1 0,-1-1 0,-1 1 0,-1 0 0,1 0 0,-2 0-320,11 1 1,-1 0-1,0 1 320,0 4 0,-2 1 0,0-3-62,-7-7 1,0-2 0,-2 2 61,0 3 0,0 1 0,-3-2 507,4-4 1,-1 0-508,7 8 0,2 0 0,0-6 0,2 0 506,-7 3 1,2 1 0,1-1-507,2-4 0,1-2 0,-1 1 0,-6 0 0,-2 0 0,2 0 216,4 0 0,1 0 0,-3 0-216,5 0 0,0 0 0,-1 0 0,2 0 0,2 0-413,-9 0 1,1 0 0,0 0 0,1 0 412,4 0 0,0 0 0,1 0 0,-1 0 0,-3-1 0,1 1 0,-1-1 0,-1 3-1,-2 0 1,-1 2-1,1 1 1,0-1 0,5 1 0,2 0 0,0 0 0,-2 0 0,-5-1 0,-1 1 0,0 0 0,0 0-119,6 3 0,1 1 1,-1 0-1,-4-3 119,7-4 0,-4 0 198,-8 6 1,-4-1-199,5-7 1862,-17 0-1862,-3 0 2,0 0-2,11 0 267,-3 0 1,5 0-268,4 0 0,5 0 0,1 0 0,7 0 0,3 0 0,1 0 0,-6 0 0,1 0 0,1 0 0,-1 0 0,-3 0 0,-1 0 0,-1 0 0,-2 0 0,0 0 0,-3 0 0,-2 0 0,2 0 0,-4 0 0,5 0 0,-17 0 0,12 0 0,-2 0 0,1 0 0,15 0 0,-5-2 0,-5 4 0,-16 14 0,-3-12 0,0 12 0,19-16 0,-2 0 0,9 0 0,4 0 0,-2 0 0,-5 0 0,0 0 0,1 0 0,2 0-363,3 0 0,4 1 1,0-1-1,-1 0 1,-3-1 362,-3-3 0,-1 0 0,-3-1 0,-1 2 0,4 2 0,-3 0 0,-3-1 0,2-6 0,-3 0 0,-7 8 0,-3 0 0,-5 0 0,12 0 0,-27 0 0,12 0 0,-16 0 0,0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4T21:09:16.48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4427 7761 24575,'20'0'0,"11"0"0,-11 0 0,15 0 0,-9-7 0,-1-2 0,14 6 0,-3-13 0,-5 16 0,-27 0 0,27 0 0,7-8 0,7 0 0,-10 6 0,3 2 0,2-2-492,0-4 0,2-3 0,1 0 0,1 2 492,3 5 0,1 2 0,0 0 0,-1-2 0,-7-5 0,-1-2 0,0 0 0,0 3-93,1 3 0,1 3 0,-2 0 0,-3-1 93,12-8 0,-5 2 0,-7 6 0,-6 2 0,-10-1 0,-4 0 0,-1 0 964,23 0 0,7 0-964,-13 0 0,2 0 137,0 0 0,3 0 1,-6 0-138,12 0 0,-25 0 0,5 0 0,-19 0 0,28 0 0,-7 0 0,1 0 0,17 0 0,-10 0 0,0 0 0,3 0 0,-1 0 0,-15 0 0,-5 0 0,1 0 0,3 0 0,5 7 0,3 2 0,8-7 0,1 0 0,0 6 0,2-1 0,-4-5 0,2-3 0,-4 0 0,-1 1 0,-3 0 0,7 0 0,-3 0 0,3 0 0,-15 0 0,5 0 0,5 0 0,-3 0 0,2 0 0,19 0 0,2 0 0,-5 0 0,1 0 0,-11 0 0,0 0 0,-4 0 0,13 0 0,3 0 0,-32 0 0,5 0 0,24 7 0,10 2 0,-17-7 0,1-2 0,1 2 0,4 3 0,1 1 0,-2-1 0,-6-4 0,-1-2 0,-4 1 0,12 0 0,-25 0 0,5 15 0,-3-11 0,11 4 0,4 0 0,-6-7 0,1-2 0,2 0 0,3 1 0,0 1 0,0 3 0,1 3 0,-1-2 0,11-3 0,2-1 0,0 4 0,4 2 0,-3-3 0,0-3 0,0-2 0,-9 1 0,2 0 0,-3 0 0,3 0 0,-5 0 0,-10 0 0,-1 0 0,17 0 0,-24 0 0,13 0 0,-28 0 0,43 16 0,-21-14 0,3 0 0,6 6 0,4-1 0,-6-5 0,2-3 0,-1 0 0,12 0 0,-2 2 0,-5 7 0,-3 0 0,-8-7 0,-5 2 0,-8 13 0,-15-16 0,0 0 0,16 15 0,-12-11 0,27 12 0,0-22 0,5-4 0,-5 8 0,3 2 0,3-2-365,4-1 0,3-2 1,2 1-1,-3 1 365,5 2 0,-1 1 0,-1 1 0,2-1 0,0 0 0,-6 0 0,-13 0 0,-4 0 0,22 0 0,-58 0 0,22 0 0,-26 0 0,-1 0 0,12 0 0,-12 0 0</inkml:trace>
  <inkml:trace contextRef="#ctx0" brushRef="#br0" timeOffset="18934">21061 15169 24575,'36'0'0,"1"0"0,0 0 0,0 0 0,2 0 0,2 0 0,0 0 0,6 0 0,0 0 0,2 0 0,0 0-656,-4 0 1,1 0-1,1 0 1,-1 0 0,-2 0 416,2 0 0,0 0 0,-2 0 1,0 0 238,-2 0 0,-1 0 0,0 0 0,0 0-114,-2 1 1,-1-1 0,1 1-1,0-3 114,-2-1 0,1-1 0,0-1 0,1 2 0,8 1 0,1 3 0,1-2 0,-1-1 0,-2-5 0,-1-2 0,0 0 0,0 2 0,-2 5 0,-1 3 0,1-1 0,-3-2 0,8-8 0,-1-2 0,-3 2 263,-4 8 1,-2 3-1,-2-4-263,10-12 0,-2-1 0,1 13 0,-3 2 0,-14-7 0,-2 0 1017,1 9 1,-3-2-1018,12-14 1533,-17 11-1533,13-12 328,3 16-328,-3 0 0,6 0 0,-1 0 0,3 0 0,5 0 0,-4 0 0,5 0 0,2 0 0,1 0 0,-2 0-640,-1 0 0,-1-1 0,0 1 0,1 0 0,2 1 640,-2 1 0,2 0 0,1 2 0,0-1 0,-1 0 0,-2-1 0,0-1 0,-1-2 0,-2 1 0,0 1 0,-1 2-292,5 3 0,-2 2 1,-2 1-1,1-1 292,-6-2 0,-1-2 0,-1 1 0,1 0-119,3-1 1,0 0-1,-1 1 1,-5 1 118,8 11 0,-1-2 0,-2-13 0,3-3 0,-10 3 0,-8 14 2896,23-16-2896,-43 0 0,22 0 0,11 0 0,5 0 0,6 0 71,-11 0 1,3 0-1,4 0 1,3 0-72,-6 0 0,4 0 0,3 0 0,1 0 0,0 0 0,-2 0 0,-2 0-351,4 0 1,-2 0-1,-2 0 1,1 0-1,2 0 351,-3 0 0,3 0 0,1 0 0,-2 0 0,-4 0 0,-5 0 0,1 0 0,-5 0 0,-5 0 0,14 0 0,-25 16 0,-10-12 0,-8 11 958,0 1-958,15-12 2454,21 12-2454,-4-15 0,6-2 0,0 5 0,4 2 0,0-1-401,0-3 1,1-1 0,1 0 400,-5 3 0,1 0 0,0 1 0,-2-2 0,0-2 0,-2-2 0,0 1 0,-1 0 0,-1 0 0,-1 0 0,4 0 0,-4 0 0,6 0 0,8 0 0,-43 0 0,12 0 1201,7-16-1201,15 12 0,-1-10 0,4-3 0,4 7 0,0 0 0,2-7 0,-4-1 0,-13 8 0,-5 1 0,7-7 0,-32 16 0,0 0 0</inkml:trace>
  <inkml:trace contextRef="#ctx0" brushRef="#br0" timeOffset="22499">30674 13847 24575,'0'19'0,"0"28"0,0-21 0,0 3 0,0 4 0,0 4 0,0-1 0,0 12 0,0-2 0,0-3 0,0 0 0,0-2 0,0 0 0,0-7 0,0 2 0,0 0 0,0 6 0,0 1 0,0 2-515,0 4 0,0 1 1,0 0 514,0-4 0,0 1 0,0-1 0,0-2 0,0 0 0,0 1 0,0 2 0,0 0 0,0 0 0,0 1 0,0-1 0,0-1 0,0-3 0,0-1 0,0-1 104,0-5 1,0-1 0,0 0-105,0 10 0,0-4 0,0-2 0,0 8 0,0-43 0,0 19 1166,0-21-1166,0 6 64,0 24-64,0-7 0,0 4 0,0 13 0,0 7 0,0-10 0,0 5 0,0 1 0,0-5 0,0-3 0,0-3 0,0 1 0,0 11 0,0 3 0,0-11 0,0-2 0,0-5 0,0-27 0,0 27 0,0-7 0,0 3 0,0 16 0,0 4-248,0-9 0,0 2 0,0 0 248,0 1 0,0 1 0,0-2 0,0 11 0,0-4 0,0-10 0,0-3 0,0-7 0,0-3 0,0-5 0,0-3 0,0-16 0</inkml:trace>
  <inkml:trace contextRef="#ctx0" brushRef="#br0" timeOffset="32182">24836 3228 24575,'0'25'0,"0"1"0,0 4 0,0 3 0,0-1 0,0 3 0,0 1-302,0 6 1,0 1 0,0 6 301,0-9 0,0 4 0,0 3 0,0 1 0,0-1 0,0-3-656,0 0 1,0-3-1,0 0 1,0 1 0,0 2 645,0 2 1,0 3 0,0 1 0,0 0 0,0-2-1,0-3 10,0 4 0,0-2 0,0-2 0,0-2 44,0 7 0,0-2 1,0-1-45,0 0 0,0 0 0,0-4 0,0 4 0,0-3 0,0-7 0,0-4 0,0 2 374,0-3-374,0-28 2734,0 11-2734,0-15 996,0 16-996,0-12 0,0 27 0,0-11 0,0 13 0,0 8 0,-5-4 0,-1 4 0,1 5-547,3-4 1,1 7 0,1 3 0,0 2 0,0-2 0,-1-3 430,-2-2 1,0-2 0,-1-1 0,1 0-1,0 3 116,2 2 0,1 3 0,0 1 0,1-2 0,-1-3 0,0-7 0,0 0 0,0-7 0,0-1 0,0 8 0,0-8 0,0-13 0,0-20 0,0-20 0</inkml:trace>
  <inkml:trace contextRef="#ctx0" brushRef="#br0" timeOffset="35534">12400 4710 24575,'28'0'0,"-1"0"0,6 0 0,1 0 0,-1 0 0,4 0 0,3 0 0,4 0 0,2 0 0,1 0 0,2 0 0,2 0-740,-3 0 0,3 0 0,0 0 0,-2 0 740,-6 0 0,-2 0 0,-1 0 0,1 0 0,3 0 0,0 0 0,0 0 0,-3 0 31,-3 0 0,-3 0 1,1 0-32,6 0 0,0 0 0,0 0 0,-6 0 0,-1 0 0,2 0 0,6 0 0,2 0 0,0 0 0,-3 0 0,0 0 0,-1 0 0,-4 0 0,-1 0 0,-3 0 0,4 0 0,-3 0 0,-7 0 0,-3 0 0,-5 0 0,13 0 2187,-29 0-2187,29 0 0,-8 0 0,3 0 0,15 0 0,6 0-408,-2 0 0,5 0 1,1 0 407,-9 0 0,2 1 0,0-1 0,0-1 0,2-2 0,0-1 0,0-1 0,0 1 0,1-1 0,1 0 0,-1 0 0,-1 0 0,-2 1 0,-1-1 0,0 0 0,0 0 0,-2-3 0,1-1 0,-1 1 0,-1 1 0,-1 5 0,0 2 0,-1 1 0,1-4-241,2-3 1,0-3 0,0 0 0,-3 2 240,0 5 0,-2 2 0,0-2 0,5-3 0,-1-1 0,-6 1 0,4 5 0,8 0 0,-27 0 901,4 0 1,3 0-902,-1 0 0,3 0 0,16 0 0,4 0 0,-14 0 0,1 0 0,1 0 71,1 0 1,1 0 0,1 0-72,5 0 0,1 0 0,0 0-497,1 0 0,0 0 1,0 0 496,-7 0 0,0 0 0,1 0 0,-1 0 0,0 0 0,0 0 0,1 0 0,-1 0 0,1 0 0,0 0 0,1 0 0,-1 0 0,-2 0 0,1 0 0,0 0 0,-1 0 0,0 1 0,-1-1 0,0 1 0,0-3 0,1-1 0,1-1 0,-1-1 0,0 2 0,9 1 0,-1 2 0,-1-2 0,-4-2 0,0-2 0,-1 0 0,1 1 0,0-1 0,-4 2 0,-3 2 0,-3 0 0,-6-7 0,-3 2 781,0 7-781,-19 0 1554,27 0-1554,10 0 0,11 0 0,0 0 0,-13 0 0,0 0 0,1 0 0,3 0-434,4 0 0,3 0 1,1 0-1,0 0 0,-3 0 434,1 0 0,-2 0 0,-2 0 0,-2 0 0,2 0 0,-3 0 0,-5 0 0,-3 0 0,-5 0 0,2 0 0,-31 0 0</inkml:trace>
  <inkml:trace contextRef="#ctx0" brushRef="#br0" timeOffset="64600">4568 7479 24575,'42'10'0,"-1"-1"0,4 0 0,4-2 0,-10-5 0,5-2 0,2-1 0,-3 0-639,-3 1 1,-1 0 0,0 0 0,0 0 638,2 0 0,0 0 0,-1 0 0,-3 0 0,15 0 0,-6 0 406,-10 0 1,-5 0-407,-12 0 421,12 0-421,-11 0 0,15 0 0,-2 0 0,1 0 659,-5 0 1,1 0-660,14 0 0,-2 0 0,-3 0 0,-7 0 0</inkml:trace>
  <inkml:trace contextRef="#ctx0" brushRef="#br0" timeOffset="66634">9137 7620 24575,'-35'0'0,"9"0"0,1 0 0,-14 0 0,-5 0 0,27 0 0,9 16 0,8-12 0,0 11 0,0-15 0,0 0 0,8 0 0,-6 0 0,6 0 0,-8 0 0,0 0 0,15 0-820,-11 0 1,12 0 0,-16 0 0</inkml:trace>
  <inkml:trace contextRef="#ctx0" brushRef="#br0" timeOffset="86500">3493 8520 24575,'35'0'0,"0"0"0,6 0 0,4 0 0,-1 0 0,3 0 0,-1 0 0,-6 0 0,-1 1 0,0-2 0,7-3 0,0-2 0,-1 0 0,-7 0 0,-1 0 0,-2-2 0,11-9 0,0-1-354,-9 11 1,2 1 0,-1-1 353,-2-3 0,-1-2 0,0 3 0,10 6 0,0 2 173,-1-7 1,-2 0-174,-6 8 0,-1 0 88,-1 0 0,2 0-88,7 0 0,0 0 0,-6 0 0,1 0 0,-5 0 0,3 0 0,-3 0 0,0 0 0,0 0 0,17 0 0,0 0 0,-9 0 0,1 0 179,-4 0 0,3 0 0,1 0-179,-3 0 0,1 0 0,0 0 0,-2 0 0,2 0 0,-1 0 0,0 0 0,2 0 0,0 0 0,-6 0 0,-8 0 0,-3 0 0,2 0 0,-1 0 0,14 0 0,-6 0 0,1 0 0,13 0 0,-21 0 0,1 0 0,3 8 0,-1 0 0,10-4 0,-4 12 0,-19-1 0,-1-11 0,5 12 0,4-14 0,3-4 0,0 1 0,1 2 0,14 7 0,2 0 0,1-6 0,0 0 0,2 6 0,-4-1 0,-14-6 0,-3-2 0,21 1 0,-43 0 0,12 0 0,0 16 0,-12-12 0,11 12 0,-15-16 0,0 15 0,0-11 0,0 12 0,0 0 0,0-13 0,0 29 0,0-28 0,0 11 0</inkml:trace>
  <inkml:trace contextRef="#ctx0" brushRef="#br0" timeOffset="89150">2187 6297 24575,'0'20'0,"0"9"0,0 4 0,0-4 0,0 1 0,0 7 0,0 5 0,0 1-980,0 3 0,0 1 0,0 1 980,0-9 0,0 0 0,0 1 0,0 3 0,0 1 0,0 3 0,0 1 0,0 0 0,0-4 0,0-3 0,0-1 0,0-2 0,0 2 0,0 5 0,0 2 0,0-2 0,0-6 465,0 0 0,0-8-465,0 5 483,0 11-483,0-8 0,1 1 0,-2 6 0,-2-11 0,-1 2 0,-1 3 0,2 1-654,1-2 1,2 1 0,0 2 0,0 1 0,-2 1 653,-2 1 0,-2 1 0,0 1 0,0 2 0,0-1 0,2 1 0,2-6 0,1 0 0,1 0 0,0 1 0,0 0 0,0 2 0,-1 1 0,0-2 0,-1 3 0,0 2 0,0 1 0,0 0 0,0-1 0,0-1 0,1-2 0,0-3 0,0 4 0,1-3 0,0-2 0,0 0 0,1 1 0,-1 1 0,0 3 0,0 5 0,0 0 0,0 0 0,0-3 0,0-6 0,0-8 632,0 7 0,0-7-632,0 9 0,0-12 0,0-29 0,0 12 0,0-16 0</inkml:trace>
  <inkml:trace contextRef="#ctx0" brushRef="#br0" timeOffset="121232">31203 14058 24575,'0'26'0,"0"-1"0,0 2 0,0 1 0,0 6 0,0 3 0,0 6 0,0 0 0,0-7 0,0 2 0,0-1 0,0 2 0,0 3 0,0 0 0,0 4 0,0 0 0,0 0 0,0-2 0,0-2 0,0 2 0,0 1-458,0-3 1,0 2 0,0 0-1,0 0 1,0-3 457,0 0 0,0-1 0,0-2 0,0 0 0,0 10 0,0-1 0,0-1-24,0-3 1,0-2-1,0 1 24,0-4 0,0 0 0,0-1 0,0-2 0,0 0 0,0-1 0,0 16 0,0-2-4,0-2 0,0-2 4,0 1 0,0-4 0,0-12 0,0-3 0,0 1 0,0-3 1682,0 12-1682,0-1 674,0-16-674,0-3 10,0-16-10,0 16 0,0-12 0,0 27 0,0-27 0,-15 12 0,11-16 0,-12 15 0,16-11 0,0 12 0,0 0 0,0-12 0,0 11 0,0-15 0,0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4A08A-2663-6E4C-B1DC-5BBC17F83115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6645-A47E-C944-9552-3D8AE4E84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44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ustomXml" Target="../ink/ink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customXml" Target="../ink/ink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customXml" Target="../ink/ink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customXml" Target="../ink/ink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3BF41-18BE-EC4A-C9CE-6B29C2A14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5A69B-186D-4105-72B6-D9EB52426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Assignment 2 is due this week</a:t>
            </a:r>
          </a:p>
        </p:txBody>
      </p:sp>
    </p:spTree>
    <p:extLst>
      <p:ext uri="{BB962C8B-B14F-4D97-AF65-F5344CB8AC3E}">
        <p14:creationId xmlns:p14="http://schemas.microsoft.com/office/powerpoint/2010/main" val="1204002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9C919-0C14-BBEC-F69A-309F99C33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80A95-F298-1F53-7570-B7B0CF822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C-strings</a:t>
            </a:r>
          </a:p>
          <a:p>
            <a:pPr lvl="1"/>
            <a:r>
              <a:rPr lang="en-US" dirty="0"/>
              <a:t>Manual memory management</a:t>
            </a:r>
          </a:p>
          <a:p>
            <a:pPr lvl="1"/>
            <a:r>
              <a:rPr lang="en-US" dirty="0"/>
              <a:t>Tedious and error-prone</a:t>
            </a:r>
          </a:p>
        </p:txBody>
      </p:sp>
    </p:spTree>
    <p:extLst>
      <p:ext uri="{BB962C8B-B14F-4D97-AF65-F5344CB8AC3E}">
        <p14:creationId xmlns:p14="http://schemas.microsoft.com/office/powerpoint/2010/main" val="4287681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03126-EDC3-D791-F73D-6E16107C8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DD130-AABC-8CC2-C419-EA9A8A97D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C44D4-ACE5-2BE7-DDAB-08C0296BC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C-strings</a:t>
            </a:r>
          </a:p>
          <a:p>
            <a:pPr lvl="1"/>
            <a:r>
              <a:rPr lang="en-US" dirty="0"/>
              <a:t>Manual memory management</a:t>
            </a:r>
          </a:p>
          <a:p>
            <a:pPr lvl="1"/>
            <a:r>
              <a:rPr lang="en-US" dirty="0"/>
              <a:t>Tedious and error-prone</a:t>
            </a:r>
          </a:p>
          <a:p>
            <a:r>
              <a:rPr lang="en-US" dirty="0"/>
              <a:t>Our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functions are better</a:t>
            </a:r>
          </a:p>
          <a:p>
            <a:pPr lvl="1"/>
            <a:r>
              <a:rPr lang="en-US" dirty="0"/>
              <a:t>Memory management is mostly automatic …</a:t>
            </a:r>
          </a:p>
          <a:p>
            <a:pPr lvl="1"/>
            <a:r>
              <a:rPr lang="en-US" dirty="0"/>
              <a:t>… but </a:t>
            </a:r>
            <a:r>
              <a:rPr lang="en-US" i="1" dirty="0"/>
              <a:t>deletion</a:t>
            </a:r>
            <a:r>
              <a:rPr lang="en-US" dirty="0"/>
              <a:t> is not much better than C-strings </a:t>
            </a:r>
            <a:br>
              <a:rPr lang="en-US" dirty="0"/>
            </a:br>
            <a:r>
              <a:rPr lang="en-US" dirty="0"/>
              <a:t>and doesn’t fix memory leaks or dangling pointers</a:t>
            </a:r>
          </a:p>
          <a:p>
            <a:pPr lvl="1"/>
            <a:r>
              <a:rPr lang="en-US" dirty="0"/>
              <a:t>Plus nothing stops the programmer from modifying the internal variables of the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in a way that ruins it</a:t>
            </a:r>
          </a:p>
          <a:p>
            <a:pPr lvl="1"/>
            <a:r>
              <a:rPr lang="en-US" dirty="0"/>
              <a:t>In C, there is not a nice way to solve these two problems</a:t>
            </a:r>
          </a:p>
          <a:p>
            <a:pPr lvl="1"/>
            <a:r>
              <a:rPr lang="en-US" dirty="0"/>
              <a:t>But in C++ there is: we can use </a:t>
            </a:r>
            <a:r>
              <a:rPr lang="en-US" b="1" dirty="0"/>
              <a:t>object-oriented programming</a:t>
            </a:r>
            <a:r>
              <a:rPr lang="en-US" dirty="0"/>
              <a:t> (</a:t>
            </a:r>
            <a:r>
              <a:rPr lang="en-US" b="1" dirty="0"/>
              <a:t>OOP</a:t>
            </a:r>
            <a:r>
              <a:rPr lang="en-US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164F9-278A-1DEB-64C8-D306FBEEC300}"/>
              </a:ext>
            </a:extLst>
          </p:cNvPr>
          <p:cNvSpPr txBox="1"/>
          <p:nvPr/>
        </p:nvSpPr>
        <p:spPr>
          <a:xfrm>
            <a:off x="8902134" y="2624097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E0B35AF-9CA0-321C-F923-85A5BB5AAAB8}"/>
                  </a:ext>
                </a:extLst>
              </p14:cNvPr>
              <p14:cNvContentPartPr/>
              <p14:nvPr/>
            </p14:nvContentPartPr>
            <p14:xfrm>
              <a:off x="5810400" y="5848200"/>
              <a:ext cx="4749840" cy="115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E0B35AF-9CA0-321C-F923-85A5BB5AAA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01040" y="5838840"/>
                <a:ext cx="4768560" cy="133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07939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9B180-9CF7-98A5-44FA-A2F1FBC37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6A3DD-E5EA-A9DF-275C-16910350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F81E-1025-1D8F-EEC8-8C763BAC9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practical programming intuition of OOP is that we will extend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 to contain both variables </a:t>
            </a:r>
            <a:r>
              <a:rPr lang="en-US" b="1" dirty="0"/>
              <a:t>and functions</a:t>
            </a:r>
          </a:p>
          <a:p>
            <a:r>
              <a:rPr lang="en-US" dirty="0"/>
              <a:t>The functions inside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are called </a:t>
            </a:r>
            <a:r>
              <a:rPr lang="en-US" b="1" dirty="0"/>
              <a:t>methods</a:t>
            </a:r>
          </a:p>
          <a:p>
            <a:r>
              <a:rPr lang="en-US" dirty="0"/>
              <a:t>Methods can access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endParaRPr lang="en-US" dirty="0"/>
          </a:p>
          <a:p>
            <a:r>
              <a:rPr lang="en-US" dirty="0"/>
              <a:t>We’ll call the value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in running program an </a:t>
            </a:r>
            <a:r>
              <a:rPr lang="en-US" b="1" dirty="0"/>
              <a:t>object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D0B5DB6-BD20-AEDF-F288-469CA45E0F8A}"/>
                  </a:ext>
                </a:extLst>
              </p14:cNvPr>
              <p14:cNvContentPartPr/>
              <p14:nvPr/>
            </p14:nvContentPartPr>
            <p14:xfrm>
              <a:off x="996840" y="2520720"/>
              <a:ext cx="7766640" cy="1893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D0B5DB6-BD20-AEDF-F288-469CA45E0F8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7480" y="2511360"/>
                <a:ext cx="7785360" cy="191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39715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4F257-75FC-0729-ABCC-920763206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BADA-0998-85A1-83CB-D4D22379B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6122E-3A58-3F13-B75E-C5F816779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practical programming intuition of OOP is that we will extend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 to contain both variables </a:t>
            </a:r>
            <a:r>
              <a:rPr lang="en-US" b="1" dirty="0"/>
              <a:t>and functions</a:t>
            </a:r>
          </a:p>
          <a:p>
            <a:r>
              <a:rPr lang="en-US" dirty="0"/>
              <a:t>The functions inside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are called </a:t>
            </a:r>
            <a:r>
              <a:rPr lang="en-US" b="1" dirty="0"/>
              <a:t>methods</a:t>
            </a:r>
          </a:p>
          <a:p>
            <a:r>
              <a:rPr lang="en-US" dirty="0"/>
              <a:t>Methods can access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endParaRPr lang="en-US" dirty="0"/>
          </a:p>
          <a:p>
            <a:r>
              <a:rPr lang="en-US" dirty="0"/>
              <a:t>We’ll call the value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in running program an </a:t>
            </a:r>
            <a:r>
              <a:rPr lang="en-US" b="1" dirty="0"/>
              <a:t>object</a:t>
            </a:r>
          </a:p>
          <a:p>
            <a:r>
              <a:rPr lang="en-US" dirty="0"/>
              <a:t>C++ designates some methods as special</a:t>
            </a:r>
          </a:p>
          <a:p>
            <a:pPr lvl="1"/>
            <a:r>
              <a:rPr lang="en-US" b="1" dirty="0"/>
              <a:t>Constructors</a:t>
            </a:r>
            <a:r>
              <a:rPr lang="en-US" dirty="0"/>
              <a:t> are methods that create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make_StringBuffer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b="1" dirty="0"/>
              <a:t>Destructors</a:t>
            </a:r>
            <a:r>
              <a:rPr lang="en-US" dirty="0"/>
              <a:t> are methods that destroy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delete_StringBuffer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D564692-236E-23C9-3844-D5AA7653A16D}"/>
                  </a:ext>
                </a:extLst>
              </p14:cNvPr>
              <p14:cNvContentPartPr/>
              <p14:nvPr/>
            </p14:nvContentPartPr>
            <p14:xfrm>
              <a:off x="1434960" y="5371560"/>
              <a:ext cx="3238920" cy="997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D564692-236E-23C9-3844-D5AA7653A16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25600" y="5362200"/>
                <a:ext cx="3257640" cy="101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59633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82DA7-E379-63EA-694F-C6383D300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1508A-4D70-93E1-E940-70A84547C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A42AB-1FC8-22D2-1A1C-F2BFD9974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C++ designates some methods as special</a:t>
            </a:r>
          </a:p>
          <a:p>
            <a:pPr lvl="1"/>
            <a:r>
              <a:rPr lang="en-US" b="1" dirty="0"/>
              <a:t>Constructors</a:t>
            </a:r>
            <a:r>
              <a:rPr lang="en-US" dirty="0"/>
              <a:t> are methods that create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make_StringBuffer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b="1" dirty="0"/>
              <a:t>Destructors</a:t>
            </a:r>
            <a:r>
              <a:rPr lang="en-US" dirty="0"/>
              <a:t> are methods that destroy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delete_StringBuffer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/>
              <a:t>Destructors are even more special</a:t>
            </a:r>
          </a:p>
          <a:p>
            <a:pPr lvl="1"/>
            <a:r>
              <a:rPr lang="en-US" dirty="0"/>
              <a:t>Programmers cannot normally call destructors manually!</a:t>
            </a:r>
          </a:p>
          <a:p>
            <a:pPr lvl="1"/>
            <a:r>
              <a:rPr lang="en-US" dirty="0"/>
              <a:t>Destructors are called </a:t>
            </a:r>
            <a:r>
              <a:rPr lang="en-US" i="1" dirty="0"/>
              <a:t>automatically</a:t>
            </a:r>
            <a:r>
              <a:rPr lang="en-US" dirty="0"/>
              <a:t> when the object goes out of scope or deleted</a:t>
            </a:r>
          </a:p>
          <a:p>
            <a:pPr lvl="1"/>
            <a:r>
              <a:rPr lang="en-US" b="1" dirty="0"/>
              <a:t>Since programmers never need to manually call them, they can never call them incorrectly!</a:t>
            </a:r>
          </a:p>
          <a:p>
            <a:pPr lvl="1"/>
            <a:r>
              <a:rPr lang="en-US" dirty="0"/>
              <a:t>For string objects, we’ll put the delete of the underlying array in the destructor: no more memory leaks or dangling pointers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BD9761B-E432-0541-5072-4C8F214A6A37}"/>
                  </a:ext>
                </a:extLst>
              </p14:cNvPr>
              <p14:cNvContentPartPr/>
              <p14:nvPr/>
            </p14:nvContentPartPr>
            <p14:xfrm>
              <a:off x="1187280" y="3828960"/>
              <a:ext cx="4744080" cy="7750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BD9761B-E432-0541-5072-4C8F214A6A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77920" y="3819600"/>
                <a:ext cx="4762800" cy="793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9664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25879-49B6-D52A-5554-61EA46BB0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9040D-6F77-E63A-517D-CAA385FB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AE271-4450-0B97-83FD-E4413DD16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Destructors are a solution to the deletion problem</a:t>
            </a:r>
          </a:p>
          <a:p>
            <a:r>
              <a:rPr lang="en-US" dirty="0"/>
              <a:t>But how can we stop the programmer from messing-up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, e.g. setting the size to -10?</a:t>
            </a:r>
          </a:p>
        </p:txBody>
      </p:sp>
    </p:spTree>
    <p:extLst>
      <p:ext uri="{BB962C8B-B14F-4D97-AF65-F5344CB8AC3E}">
        <p14:creationId xmlns:p14="http://schemas.microsoft.com/office/powerpoint/2010/main" val="707129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F1BA6-68F0-0CE5-F93C-80C30E0AC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C370-E25F-92E4-0617-05DCF44BD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51E5D-03B4-1499-879D-21BB7CD12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Destructors are a solution to the deletion problem</a:t>
            </a:r>
          </a:p>
          <a:p>
            <a:r>
              <a:rPr lang="en-US" dirty="0"/>
              <a:t>But how can we stop the programmer from messing-up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, e.g. setting the size to -10?</a:t>
            </a:r>
          </a:p>
          <a:p>
            <a:r>
              <a:rPr lang="en-US" b="1" dirty="0"/>
              <a:t>A new idea</a:t>
            </a:r>
            <a:r>
              <a:rPr lang="en-US" dirty="0"/>
              <a:t>: </a:t>
            </a:r>
            <a:r>
              <a:rPr lang="en-US" b="1" dirty="0"/>
              <a:t>private</a:t>
            </a:r>
            <a:r>
              <a:rPr lang="en-US" dirty="0"/>
              <a:t> variables and methods</a:t>
            </a:r>
          </a:p>
          <a:p>
            <a:r>
              <a:rPr lang="en-US" dirty="0"/>
              <a:t>C++ lets you declare some variables and methods as private, meaning that only methods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are allowed to access them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FD89187-E5A3-4147-820E-96CC971E05EF}"/>
              </a:ext>
            </a:extLst>
          </p:cNvPr>
          <p:cNvGrpSpPr/>
          <p:nvPr/>
        </p:nvGrpSpPr>
        <p:grpSpPr>
          <a:xfrm>
            <a:off x="10622239" y="2960277"/>
            <a:ext cx="866776" cy="738664"/>
            <a:chOff x="10684565" y="2345635"/>
            <a:chExt cx="866776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DB981B-EC48-8414-8C84-EDE01CF3CAA5}"/>
                </a:ext>
              </a:extLst>
            </p:cNvPr>
            <p:cNvSpPr txBox="1"/>
            <p:nvPr/>
          </p:nvSpPr>
          <p:spPr>
            <a:xfrm>
              <a:off x="10684565" y="2345635"/>
              <a:ext cx="866776" cy="369332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private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BE84880-CB61-CA99-5201-6601D0A1728A}"/>
                </a:ext>
              </a:extLst>
            </p:cNvPr>
            <p:cNvSpPr txBox="1"/>
            <p:nvPr/>
          </p:nvSpPr>
          <p:spPr>
            <a:xfrm>
              <a:off x="10684565" y="2714967"/>
              <a:ext cx="866776" cy="369332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public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66B1E63-AA1E-4543-D404-D6B07030CE5D}"/>
              </a:ext>
            </a:extLst>
          </p:cNvPr>
          <p:cNvSpPr txBox="1"/>
          <p:nvPr/>
        </p:nvSpPr>
        <p:spPr>
          <a:xfrm>
            <a:off x="2415209" y="4784353"/>
            <a:ext cx="253447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It’s like putting some variables and methods in a box to prevent them from getting damaged.</a:t>
            </a:r>
          </a:p>
        </p:txBody>
      </p:sp>
    </p:spTree>
    <p:extLst>
      <p:ext uri="{BB962C8B-B14F-4D97-AF65-F5344CB8AC3E}">
        <p14:creationId xmlns:p14="http://schemas.microsoft.com/office/powerpoint/2010/main" val="2605948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708D-83F3-18A1-B176-6324FAF22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D1FCC-4BDB-E837-E6F8-1D4104235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4A63B-E852-60B5-1A59-2A2E05E9D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Usually (but not always) we will organize objects like this:</a:t>
            </a:r>
          </a:p>
          <a:p>
            <a:pPr lvl="1"/>
            <a:r>
              <a:rPr lang="en-US" dirty="0"/>
              <a:t>Variables are private</a:t>
            </a:r>
          </a:p>
          <a:p>
            <a:pPr lvl="1"/>
            <a:r>
              <a:rPr lang="en-US" dirty="0"/>
              <a:t>Methods are public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4F4E8F-62ED-0DAD-A1AA-25E242614E06}"/>
              </a:ext>
            </a:extLst>
          </p:cNvPr>
          <p:cNvGrpSpPr/>
          <p:nvPr/>
        </p:nvGrpSpPr>
        <p:grpSpPr>
          <a:xfrm>
            <a:off x="5328302" y="2481222"/>
            <a:ext cx="1535396" cy="1292662"/>
            <a:chOff x="7161343" y="3813065"/>
            <a:chExt cx="1535396" cy="129266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939E65-C782-44D4-B0F3-09183C488CE3}"/>
                </a:ext>
              </a:extLst>
            </p:cNvPr>
            <p:cNvSpPr txBox="1"/>
            <p:nvPr/>
          </p:nvSpPr>
          <p:spPr>
            <a:xfrm>
              <a:off x="7161343" y="3813065"/>
              <a:ext cx="1535395" cy="646331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private:</a:t>
              </a:r>
            </a:p>
            <a:p>
              <a:r>
                <a:rPr lang="en-US" dirty="0"/>
                <a:t>   variables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5A1B159-E590-FE06-9AE0-D636A0E07C00}"/>
                </a:ext>
              </a:extLst>
            </p:cNvPr>
            <p:cNvSpPr txBox="1"/>
            <p:nvPr/>
          </p:nvSpPr>
          <p:spPr>
            <a:xfrm>
              <a:off x="7161343" y="4459396"/>
              <a:ext cx="1535396" cy="646331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public:</a:t>
              </a:r>
            </a:p>
            <a:p>
              <a:r>
                <a:rPr lang="en-US" dirty="0"/>
                <a:t>    methods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7C2C4EE-F95D-C7E0-526B-738584B23AA8}"/>
              </a:ext>
            </a:extLst>
          </p:cNvPr>
          <p:cNvSpPr txBox="1"/>
          <p:nvPr/>
        </p:nvSpPr>
        <p:spPr>
          <a:xfrm>
            <a:off x="7971184" y="2665888"/>
            <a:ext cx="3001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can write public methods to allow controlled access to private variables.</a:t>
            </a:r>
          </a:p>
        </p:txBody>
      </p:sp>
    </p:spTree>
    <p:extLst>
      <p:ext uri="{BB962C8B-B14F-4D97-AF65-F5344CB8AC3E}">
        <p14:creationId xmlns:p14="http://schemas.microsoft.com/office/powerpoint/2010/main" val="1063807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2AD44-9285-3498-1321-74DD9F18D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9D24D-554F-6879-1F53-6C0303FF6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0393C-F44D-C718-571B-602D8736D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implemented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as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</a:p>
          <a:p>
            <a:r>
              <a:rPr lang="en-US" dirty="0"/>
              <a:t>By default, every variable and method </a:t>
            </a:r>
            <a:br>
              <a:rPr lang="en-US" dirty="0"/>
            </a:br>
            <a:r>
              <a:rPr lang="en-US" dirty="0"/>
              <a:t>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is public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16A23-E5CE-E334-AB4A-8242BD8576F2}"/>
              </a:ext>
            </a:extLst>
          </p:cNvPr>
          <p:cNvSpPr txBox="1"/>
          <p:nvPr/>
        </p:nvSpPr>
        <p:spPr>
          <a:xfrm>
            <a:off x="8496285" y="1690688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6C0ADD9-61D8-FFA4-8697-1F9E6EB89232}"/>
                  </a:ext>
                </a:extLst>
              </p14:cNvPr>
              <p14:cNvContentPartPr/>
              <p14:nvPr/>
            </p14:nvContentPartPr>
            <p14:xfrm>
              <a:off x="10782360" y="1955880"/>
              <a:ext cx="635400" cy="8132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6C0ADD9-61D8-FFA4-8697-1F9E6EB8923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73000" y="1946520"/>
                <a:ext cx="654120" cy="83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990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252C8-3DD2-6A59-B8B0-B70D32F87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AF929-1DF2-1253-394E-87D3BBC7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5CFC1-64B2-99C6-6730-A0966D893A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implemented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as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</a:p>
          <a:p>
            <a:r>
              <a:rPr lang="en-US" dirty="0"/>
              <a:t>By default, every variable and method </a:t>
            </a:r>
            <a:br>
              <a:rPr lang="en-US" dirty="0"/>
            </a:br>
            <a:r>
              <a:rPr lang="en-US" dirty="0"/>
              <a:t>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is public</a:t>
            </a:r>
          </a:p>
          <a:p>
            <a:r>
              <a:rPr lang="en-US" dirty="0"/>
              <a:t>C++ adds </a:t>
            </a:r>
            <a:r>
              <a:rPr lang="en-US" b="1" dirty="0"/>
              <a:t>class</a:t>
            </a:r>
            <a:r>
              <a:rPr lang="en-US" dirty="0"/>
              <a:t>, which is like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but,</a:t>
            </a:r>
            <a:br>
              <a:rPr lang="en-US" dirty="0"/>
            </a:br>
            <a:r>
              <a:rPr lang="en-US" dirty="0"/>
              <a:t> by default, every variable and method in a </a:t>
            </a:r>
            <a:br>
              <a:rPr lang="en-US" dirty="0"/>
            </a:br>
            <a:r>
              <a:rPr lang="en-US" dirty="0"/>
              <a:t>class is private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032BD-B287-4B36-0244-972C94BEC958}"/>
              </a:ext>
            </a:extLst>
          </p:cNvPr>
          <p:cNvSpPr txBox="1"/>
          <p:nvPr/>
        </p:nvSpPr>
        <p:spPr>
          <a:xfrm>
            <a:off x="8496285" y="1690688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64B29F-33C7-FC27-EF67-B79535926C9E}"/>
              </a:ext>
            </a:extLst>
          </p:cNvPr>
          <p:cNvSpPr txBox="1"/>
          <p:nvPr/>
        </p:nvSpPr>
        <p:spPr>
          <a:xfrm>
            <a:off x="8441626" y="3234918"/>
            <a:ext cx="295524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98B16D2-98FA-B993-9EDC-1AD803C06373}"/>
                  </a:ext>
                </a:extLst>
              </p14:cNvPr>
              <p14:cNvContentPartPr/>
              <p14:nvPr/>
            </p14:nvContentPartPr>
            <p14:xfrm>
              <a:off x="8413920" y="2031840"/>
              <a:ext cx="901800" cy="19314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98B16D2-98FA-B993-9EDC-1AD803C0637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04560" y="2022480"/>
                <a:ext cx="920520" cy="1950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0954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D08C2-C7FF-8F18-F14F-BA7F9F14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8E50C-495C-62DE-6F4A-B857E62EE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6DE7A3-9233-3D79-8D54-E493D0C45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implemented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as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</a:p>
          <a:p>
            <a:r>
              <a:rPr lang="en-US" dirty="0"/>
              <a:t>By default, every variable and method </a:t>
            </a:r>
            <a:br>
              <a:rPr lang="en-US" dirty="0"/>
            </a:br>
            <a:r>
              <a:rPr lang="en-US" dirty="0"/>
              <a:t>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is public</a:t>
            </a:r>
          </a:p>
          <a:p>
            <a:r>
              <a:rPr lang="en-US" dirty="0"/>
              <a:t>C++ adds </a:t>
            </a:r>
            <a:r>
              <a:rPr lang="en-US" b="1" dirty="0"/>
              <a:t>class</a:t>
            </a:r>
            <a:r>
              <a:rPr lang="en-US" dirty="0"/>
              <a:t>, which is like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but,</a:t>
            </a:r>
            <a:br>
              <a:rPr lang="en-US" dirty="0"/>
            </a:br>
            <a:r>
              <a:rPr lang="en-US" dirty="0"/>
              <a:t> by default, every variable and method in a </a:t>
            </a:r>
            <a:br>
              <a:rPr lang="en-US" dirty="0"/>
            </a:br>
            <a:r>
              <a:rPr lang="en-US" dirty="0"/>
              <a:t>class is private</a:t>
            </a:r>
          </a:p>
          <a:p>
            <a:r>
              <a:rPr lang="en-US" dirty="0"/>
              <a:t>In OOP, we often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dirty="0"/>
              <a:t> instead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but that’s not necessary and you can always</a:t>
            </a:r>
            <a:br>
              <a:rPr lang="en-US" dirty="0"/>
            </a:br>
            <a:r>
              <a:rPr lang="en-US" dirty="0"/>
              <a:t>use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instead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3043DD-82E5-7E30-862E-D055CB533A54}"/>
              </a:ext>
            </a:extLst>
          </p:cNvPr>
          <p:cNvSpPr txBox="1"/>
          <p:nvPr/>
        </p:nvSpPr>
        <p:spPr>
          <a:xfrm>
            <a:off x="8343891" y="5167312"/>
            <a:ext cx="326003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practice, a good idea is to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 only for cases where we want all the variables and methods to be public.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07F0DD-24B1-7388-A2AA-29D61FC4DA8E}"/>
              </a:ext>
            </a:extLst>
          </p:cNvPr>
          <p:cNvSpPr txBox="1"/>
          <p:nvPr/>
        </p:nvSpPr>
        <p:spPr>
          <a:xfrm>
            <a:off x="8496285" y="1690688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105523-6686-C8AD-A35B-B90F95171CBB}"/>
              </a:ext>
            </a:extLst>
          </p:cNvPr>
          <p:cNvSpPr txBox="1"/>
          <p:nvPr/>
        </p:nvSpPr>
        <p:spPr>
          <a:xfrm>
            <a:off x="8441626" y="3234918"/>
            <a:ext cx="295524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9F179A3-0064-586F-DEC4-A81614D8E4B3}"/>
                  </a:ext>
                </a:extLst>
              </p14:cNvPr>
              <p14:cNvContentPartPr/>
              <p14:nvPr/>
            </p14:nvContentPartPr>
            <p14:xfrm>
              <a:off x="8540640" y="2044440"/>
              <a:ext cx="946800" cy="17982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9F179A3-0064-586F-DEC4-A81614D8E4B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31280" y="2035080"/>
                <a:ext cx="965520" cy="1816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3605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4FB1A-DB95-BDE3-9D5A-47B11D9FB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D632-95C2-20D3-460E-74A5C6910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F62DA-0C60-FA13-83F3-5A36C4AB12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Summary of ideas</a:t>
            </a:r>
          </a:p>
          <a:p>
            <a:r>
              <a:rPr lang="en-US" dirty="0"/>
              <a:t>Allow functions to go inside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s; call such functions </a:t>
            </a:r>
            <a:r>
              <a:rPr lang="en-US" b="1" dirty="0"/>
              <a:t>methods</a:t>
            </a:r>
          </a:p>
          <a:p>
            <a:r>
              <a:rPr lang="en-US" dirty="0"/>
              <a:t>Create a special </a:t>
            </a:r>
            <a:r>
              <a:rPr lang="en-US" b="1" dirty="0"/>
              <a:t>constructor</a:t>
            </a:r>
            <a:r>
              <a:rPr lang="en-US" dirty="0"/>
              <a:t> and </a:t>
            </a:r>
            <a:r>
              <a:rPr lang="en-US" b="1" dirty="0"/>
              <a:t>destructor</a:t>
            </a:r>
            <a:r>
              <a:rPr lang="en-US" dirty="0"/>
              <a:t> methods; </a:t>
            </a:r>
            <a:r>
              <a:rPr lang="en-US" b="1" dirty="0"/>
              <a:t>destructors</a:t>
            </a:r>
            <a:r>
              <a:rPr lang="en-US" dirty="0"/>
              <a:t> are called automatically just when an object goes out of scope or is deleted </a:t>
            </a:r>
          </a:p>
          <a:p>
            <a:r>
              <a:rPr lang="en-US" dirty="0"/>
              <a:t>Allow variables and methods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to be either </a:t>
            </a:r>
            <a:r>
              <a:rPr lang="en-US" b="1" dirty="0"/>
              <a:t>public</a:t>
            </a:r>
            <a:r>
              <a:rPr lang="en-US" dirty="0"/>
              <a:t> or </a:t>
            </a:r>
            <a:r>
              <a:rPr lang="en-US" b="1" dirty="0"/>
              <a:t>private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E45BD9-2331-3B70-3240-D47F2ACB0A6F}"/>
                  </a:ext>
                </a:extLst>
              </p14:cNvPr>
              <p14:cNvContentPartPr/>
              <p14:nvPr/>
            </p14:nvContentPartPr>
            <p14:xfrm>
              <a:off x="2184480" y="4971240"/>
              <a:ext cx="3937320" cy="115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E45BD9-2331-3B70-3240-D47F2ACB0A6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75120" y="4961880"/>
                <a:ext cx="3956040" cy="134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55238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188AB-5F1F-B78F-1B93-73B6DEE3B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3B7D1-7470-02B7-0603-9CD131557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38E76-829F-5399-9654-D5AB9F53D2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Summary of ideas</a:t>
            </a:r>
          </a:p>
          <a:p>
            <a:r>
              <a:rPr lang="en-US" dirty="0"/>
              <a:t>Allow functions to go inside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s; call such functions </a:t>
            </a:r>
            <a:r>
              <a:rPr lang="en-US" b="1" dirty="0"/>
              <a:t>methods</a:t>
            </a:r>
          </a:p>
          <a:p>
            <a:r>
              <a:rPr lang="en-US" dirty="0"/>
              <a:t>Create a special </a:t>
            </a:r>
            <a:r>
              <a:rPr lang="en-US" b="1" dirty="0"/>
              <a:t>constructor</a:t>
            </a:r>
            <a:r>
              <a:rPr lang="en-US" dirty="0"/>
              <a:t> and </a:t>
            </a:r>
            <a:r>
              <a:rPr lang="en-US" b="1" dirty="0"/>
              <a:t>destructor</a:t>
            </a:r>
            <a:r>
              <a:rPr lang="en-US" dirty="0"/>
              <a:t> methods; </a:t>
            </a:r>
            <a:r>
              <a:rPr lang="en-US" b="1" dirty="0"/>
              <a:t>destructors</a:t>
            </a:r>
            <a:r>
              <a:rPr lang="en-US" dirty="0"/>
              <a:t> are called automatically just when an object goes out of scope or is deleted </a:t>
            </a:r>
          </a:p>
          <a:p>
            <a:r>
              <a:rPr lang="en-US" dirty="0"/>
              <a:t>Allow variables and methods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to be either </a:t>
            </a:r>
            <a:r>
              <a:rPr lang="en-US" b="1" dirty="0"/>
              <a:t>public</a:t>
            </a:r>
            <a:r>
              <a:rPr lang="en-US" dirty="0"/>
              <a:t> or </a:t>
            </a:r>
            <a:r>
              <a:rPr lang="en-US" b="1" dirty="0"/>
              <a:t>private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7DFCA-26CF-FE52-752D-3BCBFC7613DD}"/>
              </a:ext>
            </a:extLst>
          </p:cNvPr>
          <p:cNvSpPr txBox="1"/>
          <p:nvPr/>
        </p:nvSpPr>
        <p:spPr>
          <a:xfrm>
            <a:off x="2488096" y="5292546"/>
            <a:ext cx="295854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Various supporting features have been added to make this work, and so OOP in C++ can get quite complex.</a:t>
            </a:r>
          </a:p>
        </p:txBody>
      </p:sp>
    </p:spTree>
    <p:extLst>
      <p:ext uri="{BB962C8B-B14F-4D97-AF65-F5344CB8AC3E}">
        <p14:creationId xmlns:p14="http://schemas.microsoft.com/office/powerpoint/2010/main" val="1611409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7D06B-485C-4D3E-254E-F377DC447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12A5D-1390-A976-1FA7-357D2433C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ECE4C-0B31-7E09-9A3F-82F6E3F8DB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Summary of ideas</a:t>
            </a:r>
          </a:p>
          <a:p>
            <a:r>
              <a:rPr lang="en-US" dirty="0"/>
              <a:t>Allow functions to go inside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s; call such functions </a:t>
            </a:r>
            <a:r>
              <a:rPr lang="en-US" b="1" dirty="0"/>
              <a:t>methods</a:t>
            </a:r>
          </a:p>
          <a:p>
            <a:r>
              <a:rPr lang="en-US" dirty="0"/>
              <a:t>Create a special </a:t>
            </a:r>
            <a:r>
              <a:rPr lang="en-US" b="1" dirty="0"/>
              <a:t>constructor</a:t>
            </a:r>
            <a:r>
              <a:rPr lang="en-US" dirty="0"/>
              <a:t> and </a:t>
            </a:r>
            <a:r>
              <a:rPr lang="en-US" b="1" dirty="0"/>
              <a:t>destructor</a:t>
            </a:r>
            <a:r>
              <a:rPr lang="en-US" dirty="0"/>
              <a:t> methods; </a:t>
            </a:r>
            <a:r>
              <a:rPr lang="en-US" b="1" dirty="0"/>
              <a:t>destructors</a:t>
            </a:r>
            <a:r>
              <a:rPr lang="en-US" dirty="0"/>
              <a:t> are called automatically just when an object goes out of scope or is deleted </a:t>
            </a:r>
          </a:p>
          <a:p>
            <a:r>
              <a:rPr lang="en-US" dirty="0"/>
              <a:t>Allow variables and methods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to be either </a:t>
            </a:r>
            <a:r>
              <a:rPr lang="en-US" b="1" dirty="0"/>
              <a:t>public</a:t>
            </a:r>
            <a:r>
              <a:rPr lang="en-US" dirty="0"/>
              <a:t> or </a:t>
            </a:r>
            <a:r>
              <a:rPr lang="en-US" b="1" dirty="0"/>
              <a:t>private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CC738E-3B09-9674-9132-A81E4CFD714B}"/>
              </a:ext>
            </a:extLst>
          </p:cNvPr>
          <p:cNvSpPr txBox="1"/>
          <p:nvPr/>
        </p:nvSpPr>
        <p:spPr>
          <a:xfrm>
            <a:off x="9780104" y="5289940"/>
            <a:ext cx="221642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Later we’ll add another key OOP idea: </a:t>
            </a:r>
            <a:r>
              <a:rPr lang="en-US" b="1" dirty="0"/>
              <a:t>inheritance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30E7DB-9DC2-0305-BBB7-D9588EA02806}"/>
              </a:ext>
            </a:extLst>
          </p:cNvPr>
          <p:cNvSpPr txBox="1"/>
          <p:nvPr/>
        </p:nvSpPr>
        <p:spPr>
          <a:xfrm>
            <a:off x="2488096" y="5292546"/>
            <a:ext cx="295854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Various supporting features have been added to make this work, and so OOP in C++ can get quite complex.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9F349E-3DA4-FD48-D72D-386F04DD451E}"/>
              </a:ext>
            </a:extLst>
          </p:cNvPr>
          <p:cNvSpPr txBox="1"/>
          <p:nvPr/>
        </p:nvSpPr>
        <p:spPr>
          <a:xfrm>
            <a:off x="6187937" y="5289940"/>
            <a:ext cx="314904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OOP is a common way to structure many kinds of large and complex programs.</a:t>
            </a:r>
          </a:p>
        </p:txBody>
      </p:sp>
    </p:spTree>
    <p:extLst>
      <p:ext uri="{BB962C8B-B14F-4D97-AF65-F5344CB8AC3E}">
        <p14:creationId xmlns:p14="http://schemas.microsoft.com/office/powerpoint/2010/main" val="27469556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2889-1E65-0808-CB04-09BCDD409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626259" cy="1325563"/>
          </a:xfrm>
        </p:spPr>
        <p:txBody>
          <a:bodyPr/>
          <a:lstStyle/>
          <a:p>
            <a:r>
              <a:rPr lang="en-US" dirty="0"/>
              <a:t>Comparing Strings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169BA0B-C57E-0B0C-7E84-AE1167769BA0}"/>
              </a:ext>
            </a:extLst>
          </p:cNvPr>
          <p:cNvGrpSpPr/>
          <p:nvPr/>
        </p:nvGrpSpPr>
        <p:grpSpPr>
          <a:xfrm>
            <a:off x="410716" y="1049129"/>
            <a:ext cx="4870244" cy="4062651"/>
            <a:chOff x="410716" y="1049129"/>
            <a:chExt cx="4870244" cy="406265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85717B-3D08-86F6-1DFC-6CB8908F48DB}"/>
                </a:ext>
              </a:extLst>
            </p:cNvPr>
            <p:cNvSpPr txBox="1"/>
            <p:nvPr/>
          </p:nvSpPr>
          <p:spPr>
            <a:xfrm>
              <a:off x="410716" y="1418461"/>
              <a:ext cx="4870244" cy="3693319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const char* a = "Hello";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const char* b = " World!";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a_len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(a); 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b_len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(b);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result_len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a_len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+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b_len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char* result = new char[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new_len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+ 1];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strcpy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(result, a);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strcat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(result, b);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cout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&lt;&lt; result;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delete[] result;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512615-B681-FD2C-2A48-6A2E6731150C}"/>
                </a:ext>
              </a:extLst>
            </p:cNvPr>
            <p:cNvSpPr txBox="1"/>
            <p:nvPr/>
          </p:nvSpPr>
          <p:spPr>
            <a:xfrm>
              <a:off x="410716" y="1049129"/>
              <a:ext cx="4870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C-style Strings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E04829E-FFE3-B49E-BC6D-42EC7ADE3FE0}"/>
              </a:ext>
            </a:extLst>
          </p:cNvPr>
          <p:cNvGrpSpPr/>
          <p:nvPr/>
        </p:nvGrpSpPr>
        <p:grpSpPr>
          <a:xfrm>
            <a:off x="6095997" y="310465"/>
            <a:ext cx="5883344" cy="2954655"/>
            <a:chOff x="6095998" y="918501"/>
            <a:chExt cx="5883344" cy="295465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BE62EE8-33A6-9F70-A0FF-3435D415BF4A}"/>
                </a:ext>
              </a:extLst>
            </p:cNvPr>
            <p:cNvSpPr txBox="1"/>
            <p:nvPr/>
          </p:nvSpPr>
          <p:spPr>
            <a:xfrm>
              <a:off x="6096000" y="1287833"/>
              <a:ext cx="5883342" cy="2585323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a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make_StringBuffer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("Hello");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b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make_StringBuffer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(" World");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append(a, b);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print(a);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destroy_StringBuffer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(a);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destroy_StringBuffer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(b);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CAE245-AC82-8F11-6544-9A3BED40CF07}"/>
                </a:ext>
              </a:extLst>
            </p:cNvPr>
            <p:cNvSpPr txBox="1"/>
            <p:nvPr/>
          </p:nvSpPr>
          <p:spPr>
            <a:xfrm>
              <a:off x="6095998" y="918501"/>
              <a:ext cx="58833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C-style + Functions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48E569A-6022-80FB-9CE4-3E09CC022469}"/>
              </a:ext>
            </a:extLst>
          </p:cNvPr>
          <p:cNvGrpSpPr/>
          <p:nvPr/>
        </p:nvGrpSpPr>
        <p:grpSpPr>
          <a:xfrm>
            <a:off x="8224206" y="4606314"/>
            <a:ext cx="2717412" cy="1846660"/>
            <a:chOff x="6911040" y="4242488"/>
            <a:chExt cx="2717412" cy="184666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197FC5-147C-2C1D-4F55-813F102498A1}"/>
                </a:ext>
              </a:extLst>
            </p:cNvPr>
            <p:cNvSpPr txBox="1"/>
            <p:nvPr/>
          </p:nvSpPr>
          <p:spPr>
            <a:xfrm>
              <a:off x="6911041" y="4611820"/>
              <a:ext cx="2717411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string a = "Hello";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string b = " World";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a += b;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cout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&lt;&lt; a;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D6F41E9-A162-5366-7348-B5936857DF42}"/>
                </a:ext>
              </a:extLst>
            </p:cNvPr>
            <p:cNvSpPr txBox="1"/>
            <p:nvPr/>
          </p:nvSpPr>
          <p:spPr>
            <a:xfrm>
              <a:off x="6911040" y="4242488"/>
              <a:ext cx="2717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C++ OOP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78271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A4AB1-9DF5-230E-D7CB-825D8E11F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CC0EF-5112-685B-313C-0564B2D17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626259" cy="1325563"/>
          </a:xfrm>
        </p:spPr>
        <p:txBody>
          <a:bodyPr/>
          <a:lstStyle/>
          <a:p>
            <a:r>
              <a:rPr lang="en-US" dirty="0"/>
              <a:t>Comparing Strings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4B25CA7-D63D-1973-3BE3-BD039CE16E9A}"/>
              </a:ext>
            </a:extLst>
          </p:cNvPr>
          <p:cNvGrpSpPr/>
          <p:nvPr/>
        </p:nvGrpSpPr>
        <p:grpSpPr>
          <a:xfrm>
            <a:off x="410716" y="1049129"/>
            <a:ext cx="4870244" cy="4062651"/>
            <a:chOff x="410716" y="1049129"/>
            <a:chExt cx="4870244" cy="406265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13A9A6A-31E4-5A31-6088-7BA685523DF6}"/>
                </a:ext>
              </a:extLst>
            </p:cNvPr>
            <p:cNvSpPr txBox="1"/>
            <p:nvPr/>
          </p:nvSpPr>
          <p:spPr>
            <a:xfrm>
              <a:off x="410716" y="1418461"/>
              <a:ext cx="4870244" cy="3693319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const char* a = "Hello";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const char* b = " World!";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a_len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(a); 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b_len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(b);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int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result_len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a_len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+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b_len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char* result = new char[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new_len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+ 1];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strcpy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(result, a);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strcat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(result, b);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cout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&lt;&lt; result;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delete[] result;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8E7BE7B-3BF2-3697-0DEA-191DE45CFAF5}"/>
                </a:ext>
              </a:extLst>
            </p:cNvPr>
            <p:cNvSpPr txBox="1"/>
            <p:nvPr/>
          </p:nvSpPr>
          <p:spPr>
            <a:xfrm>
              <a:off x="410716" y="1049129"/>
              <a:ext cx="4870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C-style Strings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6018966-E234-2599-154B-F57118A7B987}"/>
              </a:ext>
            </a:extLst>
          </p:cNvPr>
          <p:cNvGrpSpPr/>
          <p:nvPr/>
        </p:nvGrpSpPr>
        <p:grpSpPr>
          <a:xfrm>
            <a:off x="6095997" y="310465"/>
            <a:ext cx="5883344" cy="2954655"/>
            <a:chOff x="6095998" y="918501"/>
            <a:chExt cx="5883344" cy="295465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12EED52-1A2E-FDE0-C05F-FC87FF3A5FCF}"/>
                </a:ext>
              </a:extLst>
            </p:cNvPr>
            <p:cNvSpPr txBox="1"/>
            <p:nvPr/>
          </p:nvSpPr>
          <p:spPr>
            <a:xfrm>
              <a:off x="6096000" y="1287833"/>
              <a:ext cx="5883342" cy="2585323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a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make_StringBuffer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("Hello");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b = </a:t>
              </a:r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make_StringBuffer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(" World");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append(a, b);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print(a);</a:t>
              </a:r>
              <a:b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</a:br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destroy_StringBuffer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(a);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destroy_StringBuffer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(b);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0E07CC0-2EEB-F067-AC2F-4F6B52E8B776}"/>
                </a:ext>
              </a:extLst>
            </p:cNvPr>
            <p:cNvSpPr txBox="1"/>
            <p:nvPr/>
          </p:nvSpPr>
          <p:spPr>
            <a:xfrm>
              <a:off x="6095998" y="918501"/>
              <a:ext cx="58833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C-style + Functions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EAA1E7-E9D7-747A-E84B-FC16A580CAA0}"/>
              </a:ext>
            </a:extLst>
          </p:cNvPr>
          <p:cNvGrpSpPr/>
          <p:nvPr/>
        </p:nvGrpSpPr>
        <p:grpSpPr>
          <a:xfrm>
            <a:off x="8224206" y="4606314"/>
            <a:ext cx="2717412" cy="1846660"/>
            <a:chOff x="6911040" y="4242488"/>
            <a:chExt cx="2717412" cy="184666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C5A449-E9B9-A96F-87F3-DB6CFA2D0F22}"/>
                </a:ext>
              </a:extLst>
            </p:cNvPr>
            <p:cNvSpPr txBox="1"/>
            <p:nvPr/>
          </p:nvSpPr>
          <p:spPr>
            <a:xfrm>
              <a:off x="6911041" y="4611820"/>
              <a:ext cx="2717411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string a = "Hello";</a:t>
              </a: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string b = " World";</a:t>
              </a:r>
            </a:p>
            <a:p>
              <a:endParaRPr lang="en-CA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a += b;</a:t>
              </a:r>
            </a:p>
            <a:p>
              <a:r>
                <a:rPr lang="en-CA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cout</a:t>
              </a:r>
              <a:r>
                <a:rPr lang="en-CA" dirty="0">
                  <a:latin typeface="Consolas" panose="020B0609020204030204" pitchFamily="49" charset="0"/>
                  <a:cs typeface="Consolas" panose="020B0609020204030204" pitchFamily="49" charset="0"/>
                </a:rPr>
                <a:t> &lt;&lt; a;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FE7457D-41EA-9A76-2F22-6B982A31E395}"/>
                </a:ext>
              </a:extLst>
            </p:cNvPr>
            <p:cNvSpPr txBox="1"/>
            <p:nvPr/>
          </p:nvSpPr>
          <p:spPr>
            <a:xfrm>
              <a:off x="6911040" y="4242488"/>
              <a:ext cx="2717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00B050"/>
                  </a:solidFill>
                </a:rPr>
                <a:t>C++ OOP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115CABE-4A0D-3324-AD8B-EA7C22606809}"/>
              </a:ext>
            </a:extLst>
          </p:cNvPr>
          <p:cNvSpPr txBox="1"/>
          <p:nvPr/>
        </p:nvSpPr>
        <p:spPr>
          <a:xfrm>
            <a:off x="9582912" y="3592881"/>
            <a:ext cx="260908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dirty="0"/>
              <a:t> have dangling pointers at this point.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19B53FD-95F8-DC7C-A3F9-F5AD016ADD54}"/>
              </a:ext>
            </a:extLst>
          </p:cNvPr>
          <p:cNvSpPr/>
          <p:nvPr/>
        </p:nvSpPr>
        <p:spPr>
          <a:xfrm>
            <a:off x="132100" y="5052387"/>
            <a:ext cx="3704253" cy="477257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111C7EE-16DF-1BFA-5599-0AADA73DEF30}"/>
              </a:ext>
            </a:extLst>
          </p:cNvPr>
          <p:cNvSpPr/>
          <p:nvPr/>
        </p:nvSpPr>
        <p:spPr>
          <a:xfrm>
            <a:off x="6042155" y="3190371"/>
            <a:ext cx="3704253" cy="477257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DE4D92-D032-08CC-D12B-5688A57CE682}"/>
              </a:ext>
            </a:extLst>
          </p:cNvPr>
          <p:cNvSpPr txBox="1"/>
          <p:nvPr/>
        </p:nvSpPr>
        <p:spPr>
          <a:xfrm>
            <a:off x="491080" y="5683809"/>
            <a:ext cx="289829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 memory leaks, but after calling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>
                <a:cs typeface="Consolas" panose="020B0609020204030204" pitchFamily="49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>
                <a:cs typeface="Consolas" panose="020B0609020204030204" pitchFamily="49" charset="0"/>
              </a:rPr>
              <a:t> is a dangling pointer.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512493-E0D7-4E67-27EB-4F791D626EA1}"/>
              </a:ext>
            </a:extLst>
          </p:cNvPr>
          <p:cNvSpPr txBox="1"/>
          <p:nvPr/>
        </p:nvSpPr>
        <p:spPr>
          <a:xfrm>
            <a:off x="5831631" y="5437797"/>
            <a:ext cx="228050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 memory leaks, no dangling pointers.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5452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A5B53-B418-B054-64CA-7634E782A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B8CB5C-8B48-0128-A8E7-EA3C23B36F2D}"/>
              </a:ext>
            </a:extLst>
          </p:cNvPr>
          <p:cNvSpPr txBox="1"/>
          <p:nvPr/>
        </p:nvSpPr>
        <p:spPr>
          <a:xfrm>
            <a:off x="1527464" y="1690688"/>
            <a:ext cx="221086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this-&gt;y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96521D-4FB5-8C85-662D-9812A11C633B}"/>
              </a:ext>
            </a:extLst>
          </p:cNvPr>
          <p:cNvSpPr txBox="1"/>
          <p:nvPr/>
        </p:nvSpPr>
        <p:spPr>
          <a:xfrm>
            <a:off x="3264176" y="2193448"/>
            <a:ext cx="251316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  <a:r>
              <a:rPr lang="en-US" dirty="0"/>
              <a:t>: make variables private.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10381E66-489A-4514-065E-ADAAAA635610}"/>
              </a:ext>
            </a:extLst>
          </p:cNvPr>
          <p:cNvSpPr/>
          <p:nvPr/>
        </p:nvSpPr>
        <p:spPr>
          <a:xfrm>
            <a:off x="2826327" y="2119745"/>
            <a:ext cx="249382" cy="74814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695ED8-34E7-1F28-CE98-9EBE632056F0}"/>
              </a:ext>
            </a:extLst>
          </p:cNvPr>
          <p:cNvSpPr txBox="1"/>
          <p:nvPr/>
        </p:nvSpPr>
        <p:spPr>
          <a:xfrm>
            <a:off x="3852994" y="3530412"/>
            <a:ext cx="251316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Default constructor</a:t>
            </a:r>
            <a:r>
              <a:rPr lang="en-US" dirty="0"/>
              <a:t>: makes the point (0, 0).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97EF8E-5B45-C030-AE1C-5E9EA6DDB922}"/>
              </a:ext>
            </a:extLst>
          </p:cNvPr>
          <p:cNvSpPr txBox="1"/>
          <p:nvPr/>
        </p:nvSpPr>
        <p:spPr>
          <a:xfrm>
            <a:off x="3852995" y="4679503"/>
            <a:ext cx="211138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Or we could write</a:t>
            </a:r>
            <a:r>
              <a:rPr lang="en-US" dirty="0"/>
              <a:t>: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 = 0;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5E35151-23C5-997F-F109-D62194638D3F}"/>
              </a:ext>
            </a:extLst>
          </p:cNvPr>
          <p:cNvCxnSpPr/>
          <p:nvPr/>
        </p:nvCxnSpPr>
        <p:spPr>
          <a:xfrm flipH="1" flipV="1">
            <a:off x="2919845" y="4270664"/>
            <a:ext cx="933149" cy="529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6E1B161-E288-494F-A9EB-98508C92E5DA}"/>
              </a:ext>
            </a:extLst>
          </p:cNvPr>
          <p:cNvSpPr txBox="1"/>
          <p:nvPr/>
        </p:nvSpPr>
        <p:spPr>
          <a:xfrm>
            <a:off x="7160766" y="4679503"/>
            <a:ext cx="241965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this-&gt;</a:t>
            </a:r>
            <a:r>
              <a:rPr lang="en-US" dirty="0"/>
              <a:t> can help clarify which variables are which ...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49FFBD-39B3-BA92-8F75-2607FBA79EBF}"/>
              </a:ext>
            </a:extLst>
          </p:cNvPr>
          <p:cNvCxnSpPr>
            <a:cxnSpLocks/>
            <a:stCxn id="11" idx="1"/>
            <a:endCxn id="8" idx="3"/>
          </p:cNvCxnSpPr>
          <p:nvPr/>
        </p:nvCxnSpPr>
        <p:spPr>
          <a:xfrm flipH="1">
            <a:off x="5964383" y="5141168"/>
            <a:ext cx="11963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2AADC8E-3DF0-6125-A515-2D5617E39751}"/>
                  </a:ext>
                </a:extLst>
              </p14:cNvPr>
              <p14:cNvContentPartPr/>
              <p14:nvPr/>
            </p14:nvContentPartPr>
            <p14:xfrm>
              <a:off x="2133720" y="3701520"/>
              <a:ext cx="3175200" cy="20336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2AADC8E-3DF0-6125-A515-2D5617E3975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24360" y="3692160"/>
                <a:ext cx="3193920" cy="205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23822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BDEA5-DDC3-4173-DB60-EBB0E3B17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F34C6-04D2-527C-F31C-EFB6283DC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9FE7DC-9633-C2F5-6D7F-BB109C05BD8B}"/>
              </a:ext>
            </a:extLst>
          </p:cNvPr>
          <p:cNvSpPr txBox="1"/>
          <p:nvPr/>
        </p:nvSpPr>
        <p:spPr>
          <a:xfrm>
            <a:off x="1527464" y="1690688"/>
            <a:ext cx="385714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Point(double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double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this-&gt;x = x;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this-&gt;y = y;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09DEF0-7496-3F62-3A45-1D524DA810C6}"/>
              </a:ext>
            </a:extLst>
          </p:cNvPr>
          <p:cNvSpPr txBox="1"/>
          <p:nvPr/>
        </p:nvSpPr>
        <p:spPr>
          <a:xfrm>
            <a:off x="5550807" y="4033108"/>
            <a:ext cx="251316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constructor makes a new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 given x and y 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dirty="0" err="1"/>
              <a:t>s</a:t>
            </a:r>
            <a:r>
              <a:rPr lang="en-US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3CFFEA-CAEF-DDE9-A228-AE7B8DFC5DB2}"/>
              </a:ext>
            </a:extLst>
          </p:cNvPr>
          <p:cNvSpPr txBox="1"/>
          <p:nvPr/>
        </p:nvSpPr>
        <p:spPr>
          <a:xfrm>
            <a:off x="3582831" y="5255771"/>
            <a:ext cx="251316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parameters are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happen to be the same name as the private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, so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dirty="0"/>
              <a:t> notation is needed.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3DF54A1-2B8B-1B4C-84F7-284C95E49959}"/>
                  </a:ext>
                </a:extLst>
              </p14:cNvPr>
              <p14:cNvContentPartPr/>
              <p14:nvPr/>
            </p14:nvContentPartPr>
            <p14:xfrm>
              <a:off x="2317680" y="2457360"/>
              <a:ext cx="2432520" cy="21340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3DF54A1-2B8B-1B4C-84F7-284C95E4995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08320" y="2448000"/>
                <a:ext cx="2451240" cy="2152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40455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3ABE-F6ED-8DAD-64E5-27BA728D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EE16E-AC3E-6F52-526A-4CF37CFCD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4E42-B038-5BB5-6EEB-65FDE791EF29}"/>
              </a:ext>
            </a:extLst>
          </p:cNvPr>
          <p:cNvSpPr txBox="1"/>
          <p:nvPr/>
        </p:nvSpPr>
        <p:spPr>
          <a:xfrm>
            <a:off x="1527464" y="1690688"/>
            <a:ext cx="385714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Point(const Point&amp; other)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this-&gt;x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this-&gt;y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FF7416-D92D-5BC3-7E8A-A6582D47DA1C}"/>
              </a:ext>
            </a:extLst>
          </p:cNvPr>
          <p:cNvSpPr txBox="1"/>
          <p:nvPr/>
        </p:nvSpPr>
        <p:spPr>
          <a:xfrm>
            <a:off x="5717062" y="4091345"/>
            <a:ext cx="206573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Copy constructor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Makes a copy of another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681E530-8710-BE1A-89B9-9288F11D287F}"/>
                  </a:ext>
                </a:extLst>
              </p14:cNvPr>
              <p14:cNvContentPartPr/>
              <p14:nvPr/>
            </p14:nvContentPartPr>
            <p14:xfrm>
              <a:off x="3314880" y="4438440"/>
              <a:ext cx="1582200" cy="1656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681E530-8710-BE1A-89B9-9288F11D287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05520" y="4429080"/>
                <a:ext cx="1600920" cy="184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37404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7501B-E33E-ADB2-8999-B688F18D2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D3B31-9CAD-C492-D2A2-7EFDD7306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C6405-8DE5-8958-6BA9-2331E51271DD}"/>
              </a:ext>
            </a:extLst>
          </p:cNvPr>
          <p:cNvSpPr txBox="1"/>
          <p:nvPr/>
        </p:nvSpPr>
        <p:spPr>
          <a:xfrm>
            <a:off x="1527464" y="1690688"/>
            <a:ext cx="512351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(int x) { this-&gt;x = x;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(int y) { this-&gt;y = y;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this-&gt;x;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this-&gt;y;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51DA5-29EE-687D-DAC8-2544C46F38DD}"/>
              </a:ext>
            </a:extLst>
          </p:cNvPr>
          <p:cNvSpPr txBox="1"/>
          <p:nvPr/>
        </p:nvSpPr>
        <p:spPr>
          <a:xfrm>
            <a:off x="6650982" y="3880148"/>
            <a:ext cx="194230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Setters:</a:t>
            </a:r>
          </a:p>
          <a:p>
            <a:pPr algn="ctr"/>
            <a:r>
              <a:rPr lang="en-US" dirty="0"/>
              <a:t>Methods that change an object.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05F46F-C548-4117-D386-E67268D2A793}"/>
              </a:ext>
            </a:extLst>
          </p:cNvPr>
          <p:cNvSpPr txBox="1"/>
          <p:nvPr/>
        </p:nvSpPr>
        <p:spPr>
          <a:xfrm>
            <a:off x="6650982" y="5093742"/>
            <a:ext cx="194230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Getters:</a:t>
            </a:r>
          </a:p>
          <a:p>
            <a:pPr algn="ctr"/>
            <a:r>
              <a:rPr lang="en-US" dirty="0"/>
              <a:t>Methods that read an object.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63C466-E460-6AB7-A1DA-631BFF294582}"/>
              </a:ext>
            </a:extLst>
          </p:cNvPr>
          <p:cNvSpPr txBox="1"/>
          <p:nvPr/>
        </p:nvSpPr>
        <p:spPr>
          <a:xfrm>
            <a:off x="9052214" y="1869716"/>
            <a:ext cx="25172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 is common for setters and getters to be short functions like this.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CD7A9C-CAA6-FC6A-38D1-7A165B6CF0CE}"/>
              </a:ext>
            </a:extLst>
          </p:cNvPr>
          <p:cNvSpPr txBox="1"/>
          <p:nvPr/>
        </p:nvSpPr>
        <p:spPr>
          <a:xfrm>
            <a:off x="8983873" y="186097"/>
            <a:ext cx="265394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compilers can often optimize-away the function-call overhead using </a:t>
            </a:r>
            <a:r>
              <a:rPr lang="en-US" b="1" dirty="0"/>
              <a:t>inlining</a:t>
            </a:r>
            <a:r>
              <a:rPr lang="en-US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1CE505-7F4F-F11C-0F72-D57AB75E3EE1}"/>
              </a:ext>
            </a:extLst>
          </p:cNvPr>
          <p:cNvSpPr txBox="1"/>
          <p:nvPr/>
        </p:nvSpPr>
        <p:spPr>
          <a:xfrm>
            <a:off x="8983873" y="5093742"/>
            <a:ext cx="278463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Getters</a:t>
            </a:r>
            <a:r>
              <a:rPr lang="en-US" dirty="0"/>
              <a:t> are usually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/>
              <a:t> since they don’t typically change the object.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D8CEB6-B6A0-25A3-AAAE-684772897F22}"/>
              </a:ext>
            </a:extLst>
          </p:cNvPr>
          <p:cNvSpPr txBox="1"/>
          <p:nvPr/>
        </p:nvSpPr>
        <p:spPr>
          <a:xfrm>
            <a:off x="8989870" y="3880148"/>
            <a:ext cx="278463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Setters</a:t>
            </a:r>
            <a:r>
              <a:rPr lang="en-US" dirty="0"/>
              <a:t> are not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/>
              <a:t> since they change the object.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E710084-D6F4-3090-B3BB-C57BC20DE4B2}"/>
                  </a:ext>
                </a:extLst>
              </p14:cNvPr>
              <p14:cNvContentPartPr/>
              <p14:nvPr/>
            </p14:nvContentPartPr>
            <p14:xfrm>
              <a:off x="1593720" y="4229280"/>
              <a:ext cx="6585480" cy="13971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E710084-D6F4-3090-B3BB-C57BC20DE4B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84360" y="4219920"/>
                <a:ext cx="6604200" cy="141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14579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DB190-0623-230D-A101-0D9E3BA89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FCC82-7EB7-B2F3-2D5D-F034A988D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F99BA-251B-6726-1E7C-E182DFB31357}"/>
              </a:ext>
            </a:extLst>
          </p:cNvPr>
          <p:cNvSpPr txBox="1"/>
          <p:nvPr/>
        </p:nvSpPr>
        <p:spPr>
          <a:xfrm>
            <a:off x="1527464" y="1690688"/>
            <a:ext cx="5756704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dist_to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other)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double dx = x -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y -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sqrt(dx * dx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B0A4AC-4C98-DF22-D6C3-EBB03275329A}"/>
              </a:ext>
            </a:extLst>
          </p:cNvPr>
          <p:cNvSpPr txBox="1"/>
          <p:nvPr/>
        </p:nvSpPr>
        <p:spPr>
          <a:xfrm>
            <a:off x="4659656" y="2751331"/>
            <a:ext cx="287268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add other helpful methods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, e.g. calculating the distance to another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DA9E5F-13B6-9781-F73D-7B18CE8B6B4F}"/>
              </a:ext>
            </a:extLst>
          </p:cNvPr>
          <p:cNvSpPr txBox="1"/>
          <p:nvPr/>
        </p:nvSpPr>
        <p:spPr>
          <a:xfrm>
            <a:off x="6630464" y="4907891"/>
            <a:ext cx="2232981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use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/>
              <a:t>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501D6C-2B20-8F15-03A1-32DBE88BC37B}"/>
              </a:ext>
            </a:extLst>
          </p:cNvPr>
          <p:cNvCxnSpPr/>
          <p:nvPr/>
        </p:nvCxnSpPr>
        <p:spPr>
          <a:xfrm flipH="1" flipV="1">
            <a:off x="6712527" y="4478482"/>
            <a:ext cx="135082" cy="415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E29C5E8-2A21-AC3E-6FB3-66A65E266211}"/>
                  </a:ext>
                </a:extLst>
              </p14:cNvPr>
              <p14:cNvContentPartPr/>
              <p14:nvPr/>
            </p14:nvContentPartPr>
            <p14:xfrm>
              <a:off x="2978280" y="4463640"/>
              <a:ext cx="3959280" cy="9345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E29C5E8-2A21-AC3E-6FB3-66A65E26621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68920" y="4454280"/>
                <a:ext cx="3978000" cy="953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200032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54CC5-CF9F-155B-5734-68BD30DD2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4953F-132B-5173-7377-D931488DA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2ADD80-EBC5-4CA0-4DCD-1F8EDB00DE9F}"/>
              </a:ext>
            </a:extLst>
          </p:cNvPr>
          <p:cNvSpPr txBox="1"/>
          <p:nvPr/>
        </p:nvSpPr>
        <p:spPr>
          <a:xfrm>
            <a:off x="1433946" y="1368570"/>
            <a:ext cx="6009979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bool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operator==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other)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x ==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&amp;&amp; y ==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bool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operator!=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other)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!(</a:t>
            </a:r>
            <a:r>
              <a:rPr lang="en-CA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*this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== other);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FEB28D-79D1-DF47-02AA-A09DF60EC2BA}"/>
              </a:ext>
            </a:extLst>
          </p:cNvPr>
          <p:cNvSpPr txBox="1"/>
          <p:nvPr/>
        </p:nvSpPr>
        <p:spPr>
          <a:xfrm>
            <a:off x="7547335" y="3562653"/>
            <a:ext cx="2036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operator==</a:t>
            </a:r>
            <a:r>
              <a:rPr lang="en-US" dirty="0"/>
              <a:t> tests if two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s are the same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026C7D-CA2F-94A7-C7AD-86D8AFE33B92}"/>
              </a:ext>
            </a:extLst>
          </p:cNvPr>
          <p:cNvSpPr txBox="1"/>
          <p:nvPr/>
        </p:nvSpPr>
        <p:spPr>
          <a:xfrm>
            <a:off x="7547335" y="4708543"/>
            <a:ext cx="2036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operator!=</a:t>
            </a:r>
            <a:r>
              <a:rPr lang="en-US" dirty="0"/>
              <a:t> tests if two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s are different.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3FA900-5E80-AEED-4A2F-178F3436F701}"/>
              </a:ext>
            </a:extLst>
          </p:cNvPr>
          <p:cNvSpPr txBox="1"/>
          <p:nvPr/>
        </p:nvSpPr>
        <p:spPr>
          <a:xfrm>
            <a:off x="4405816" y="5498220"/>
            <a:ext cx="2036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Must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*this</a:t>
            </a:r>
            <a:r>
              <a:rPr lang="en-US" dirty="0">
                <a:cs typeface="Consolas" panose="020B0609020204030204" pitchFamily="49" charset="0"/>
              </a:rPr>
              <a:t> to access the current Point object.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DAD61DB-1636-B961-8AD6-ECC7819A2384}"/>
              </a:ext>
            </a:extLst>
          </p:cNvPr>
          <p:cNvCxnSpPr>
            <a:cxnSpLocks/>
          </p:cNvCxnSpPr>
          <p:nvPr/>
        </p:nvCxnSpPr>
        <p:spPr>
          <a:xfrm flipH="1" flipV="1">
            <a:off x="3699164" y="5278582"/>
            <a:ext cx="706652" cy="3532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5A3617A-F215-CDD3-AADF-606A20D23C4D}"/>
                  </a:ext>
                </a:extLst>
              </p14:cNvPr>
              <p14:cNvContentPartPr/>
              <p14:nvPr/>
            </p14:nvContentPartPr>
            <p14:xfrm>
              <a:off x="2394000" y="4127400"/>
              <a:ext cx="3949920" cy="12326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5A3617A-F215-CDD3-AADF-606A20D23C4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84640" y="4118040"/>
                <a:ext cx="3968640" cy="1251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593436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44E53-6619-EDAC-FFB7-4949F8B5F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B931B-4792-9262-21B8-2A241F3DE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92E653-9B13-F9D7-8335-8DA5409AB255}"/>
              </a:ext>
            </a:extLst>
          </p:cNvPr>
          <p:cNvSpPr txBox="1"/>
          <p:nvPr/>
        </p:nvSpPr>
        <p:spPr>
          <a:xfrm>
            <a:off x="1433946" y="1368570"/>
            <a:ext cx="828944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"Point("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to_string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(x) + ", "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to_string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(y) + ")";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37989D-03A1-5B5C-A4D2-4A5B17403589}"/>
              </a:ext>
            </a:extLst>
          </p:cNvPr>
          <p:cNvSpPr txBox="1"/>
          <p:nvPr/>
        </p:nvSpPr>
        <p:spPr>
          <a:xfrm>
            <a:off x="3387506" y="2737950"/>
            <a:ext cx="227553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US" dirty="0">
                <a:cs typeface="Consolas" panose="020B0609020204030204" pitchFamily="49" charset="0"/>
              </a:rPr>
              <a:t> converts a Point to a nicely formatted string.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CA12A3-A8A7-B179-4B4C-F89A2EC9E1A7}"/>
              </a:ext>
            </a:extLst>
          </p:cNvPr>
          <p:cNvSpPr txBox="1"/>
          <p:nvPr/>
        </p:nvSpPr>
        <p:spPr>
          <a:xfrm>
            <a:off x="4405815" y="5498220"/>
            <a:ext cx="280547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to_string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cs typeface="Consolas" panose="020B0609020204030204" pitchFamily="49" charset="0"/>
              </a:rPr>
              <a:t>is a standard C++ function that converts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dirty="0" err="1">
                <a:cs typeface="Consolas" panose="020B0609020204030204" pitchFamily="49" charset="0"/>
              </a:rPr>
              <a:t>s</a:t>
            </a:r>
            <a:r>
              <a:rPr lang="en-US" dirty="0">
                <a:cs typeface="Consolas" panose="020B0609020204030204" pitchFamily="49" charset="0"/>
              </a:rPr>
              <a:t>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cs typeface="Consolas" panose="020B0609020204030204" pitchFamily="49" charset="0"/>
              </a:rPr>
              <a:t>s.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1A9026-12AA-0DD6-858F-FA29DF1C9A63}"/>
              </a:ext>
            </a:extLst>
          </p:cNvPr>
          <p:cNvCxnSpPr>
            <a:cxnSpLocks/>
          </p:cNvCxnSpPr>
          <p:nvPr/>
        </p:nvCxnSpPr>
        <p:spPr>
          <a:xfrm flipH="1" flipV="1">
            <a:off x="4862945" y="4478482"/>
            <a:ext cx="592282" cy="1019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DC48658-7E2F-5C74-5023-E4A4E6CDC34F}"/>
              </a:ext>
            </a:extLst>
          </p:cNvPr>
          <p:cNvCxnSpPr>
            <a:cxnSpLocks/>
          </p:cNvCxnSpPr>
          <p:nvPr/>
        </p:nvCxnSpPr>
        <p:spPr>
          <a:xfrm flipV="1">
            <a:off x="6920345" y="4478482"/>
            <a:ext cx="592282" cy="10109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94A51CC-44BB-AA6D-35BB-8FDACD07F3D3}"/>
                  </a:ext>
                </a:extLst>
              </p14:cNvPr>
              <p14:cNvContentPartPr/>
              <p14:nvPr/>
            </p14:nvContentPartPr>
            <p14:xfrm>
              <a:off x="1822320" y="4165560"/>
              <a:ext cx="7817400" cy="7628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94A51CC-44BB-AA6D-35BB-8FDACD07F3D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2960" y="4156200"/>
                <a:ext cx="7836120" cy="781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210278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C3150-31EF-329F-98DC-7E015114A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BF949-2147-62F7-B7F2-84270AB5B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ED30E9-CCA3-48D4-4E84-308BCFFB5B39}"/>
              </a:ext>
            </a:extLst>
          </p:cNvPr>
          <p:cNvSpPr txBox="1"/>
          <p:nvPr/>
        </p:nvSpPr>
        <p:spPr>
          <a:xfrm>
            <a:off x="1150586" y="1846552"/>
            <a:ext cx="942918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origin;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p1{1.0, 2.0};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p2{p1};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origin: 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origin.toString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    p1: " &lt;&lt; p1.toString()    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    p2: " &lt;&lt; p2.toString()    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"p1 == p2: " &lt;&lt; (p1 == p2)       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"p1 != p2: " &lt;&lt; (p1 != p2)        &lt;&lt; "\n";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"distance between p1 and origin: " &lt;&lt; p1.dist_to(origin) &lt;&lt; "\n";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A8321C-463B-31E3-7938-DAE662DA44F9}"/>
              </a:ext>
            </a:extLst>
          </p:cNvPr>
          <p:cNvSpPr txBox="1"/>
          <p:nvPr/>
        </p:nvSpPr>
        <p:spPr>
          <a:xfrm>
            <a:off x="4827034" y="1200221"/>
            <a:ext cx="207628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Examples of using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objects ...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32DE6D-BF41-24A4-E2C8-39957256CDE9}"/>
              </a:ext>
            </a:extLst>
          </p:cNvPr>
          <p:cNvSpPr txBox="1"/>
          <p:nvPr/>
        </p:nvSpPr>
        <p:spPr>
          <a:xfrm>
            <a:off x="2074390" y="5384474"/>
            <a:ext cx="292363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did </a:t>
            </a:r>
            <a:r>
              <a:rPr lang="en-US" i="1" dirty="0">
                <a:cs typeface="Consolas" panose="020B0609020204030204" pitchFamily="49" charset="0"/>
              </a:rPr>
              <a:t>not</a:t>
            </a:r>
            <a:r>
              <a:rPr lang="en-US" dirty="0">
                <a:cs typeface="Consolas" panose="020B0609020204030204" pitchFamily="49" charset="0"/>
              </a:rPr>
              <a:t> give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a </a:t>
            </a:r>
            <a:r>
              <a:rPr lang="en-US" b="1" dirty="0">
                <a:cs typeface="Consolas" panose="020B0609020204030204" pitchFamily="49" charset="0"/>
              </a:rPr>
              <a:t>destructor</a:t>
            </a:r>
            <a:r>
              <a:rPr lang="en-US" dirty="0">
                <a:cs typeface="Consolas" panose="020B0609020204030204" pitchFamily="49" charset="0"/>
              </a:rPr>
              <a:t> because it does not need to clean anything up when it’s done.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C6CCB-E3FA-4762-C8E2-8683EFBFB85B}"/>
              </a:ext>
            </a:extLst>
          </p:cNvPr>
          <p:cNvSpPr txBox="1"/>
          <p:nvPr/>
        </p:nvSpPr>
        <p:spPr>
          <a:xfrm>
            <a:off x="6096000" y="5292546"/>
            <a:ext cx="345670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could also have given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an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operator=</a:t>
            </a:r>
            <a:r>
              <a:rPr lang="en-US" dirty="0">
                <a:cs typeface="Consolas" panose="020B0609020204030204" pitchFamily="49" charset="0"/>
              </a:rPr>
              <a:t> (assignment operator) 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operator&lt;&lt;</a:t>
            </a:r>
            <a:r>
              <a:rPr lang="en-US" dirty="0">
                <a:cs typeface="Consolas" panose="020B0609020204030204" pitchFamily="49" charset="0"/>
              </a:rPr>
              <a:t> (for printing with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cs typeface="Consolas" panose="020B0609020204030204" pitchFamily="49" charset="0"/>
              </a:rPr>
              <a:t>).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04AF155-F49E-69CC-9C50-5955E8C51A18}"/>
                  </a:ext>
                </a:extLst>
              </p14:cNvPr>
              <p14:cNvContentPartPr/>
              <p14:nvPr/>
            </p14:nvContentPartPr>
            <p14:xfrm>
              <a:off x="698400" y="2120760"/>
              <a:ext cx="8617320" cy="29152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04AF155-F49E-69CC-9C50-5955E8C51A1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9040" y="2111400"/>
                <a:ext cx="8636040" cy="2934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97571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0695C-3067-2FEB-3929-FACF02E1C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11C8E-2E28-3369-4C6A-D1460EAB4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OOP encourages you to build new objects out of previous ones</a:t>
            </a:r>
          </a:p>
          <a:p>
            <a:r>
              <a:rPr lang="en-US" dirty="0"/>
              <a:t>So lets make a class that uses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 to make an object to represent a line segment with a start and end …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0769BC9-B8ED-7FD7-4E4D-01993ADC770A}"/>
              </a:ext>
            </a:extLst>
          </p:cNvPr>
          <p:cNvCxnSpPr/>
          <p:nvPr/>
        </p:nvCxnSpPr>
        <p:spPr>
          <a:xfrm flipV="1">
            <a:off x="6096000" y="3938155"/>
            <a:ext cx="3692236" cy="5091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FCB7F2E-BD90-F872-347E-AF0CE269182E}"/>
              </a:ext>
            </a:extLst>
          </p:cNvPr>
          <p:cNvSpPr txBox="1"/>
          <p:nvPr/>
        </p:nvSpPr>
        <p:spPr>
          <a:xfrm>
            <a:off x="5450310" y="4262643"/>
            <a:ext cx="645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2F20A0-8D78-9235-87ED-9976AD88B2F9}"/>
              </a:ext>
            </a:extLst>
          </p:cNvPr>
          <p:cNvSpPr txBox="1"/>
          <p:nvPr/>
        </p:nvSpPr>
        <p:spPr>
          <a:xfrm>
            <a:off x="9788236" y="3753489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end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566BD26-D264-8870-E85F-08AC902A0931}"/>
                  </a:ext>
                </a:extLst>
              </p14:cNvPr>
              <p14:cNvContentPartPr/>
              <p14:nvPr/>
            </p14:nvContentPartPr>
            <p14:xfrm>
              <a:off x="5607000" y="4140000"/>
              <a:ext cx="4692960" cy="5086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566BD26-D264-8870-E85F-08AC902A093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97640" y="4130640"/>
                <a:ext cx="4711680" cy="527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487602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D5DE5-B72A-A2A5-F66A-74B9B9A12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807B0-0F72-38C2-5C52-939799F4E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56BB9-6FD4-FD93-2BED-BB4AC7655560}"/>
              </a:ext>
            </a:extLst>
          </p:cNvPr>
          <p:cNvSpPr txBox="1"/>
          <p:nvPr/>
        </p:nvSpPr>
        <p:spPr>
          <a:xfrm>
            <a:off x="911323" y="1314420"/>
            <a:ext cx="271741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start;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end;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6020E3-1491-DDE2-2919-292D741D15EC}"/>
              </a:ext>
            </a:extLst>
          </p:cNvPr>
          <p:cNvSpPr txBox="1"/>
          <p:nvPr/>
        </p:nvSpPr>
        <p:spPr>
          <a:xfrm>
            <a:off x="3451214" y="2024928"/>
            <a:ext cx="251316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  <a:r>
              <a:rPr lang="en-US" dirty="0"/>
              <a:t>: make variables private.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958F40DC-0801-4842-E322-2AA4F84EA8A7}"/>
              </a:ext>
            </a:extLst>
          </p:cNvPr>
          <p:cNvSpPr/>
          <p:nvPr/>
        </p:nvSpPr>
        <p:spPr>
          <a:xfrm>
            <a:off x="3054928" y="1984767"/>
            <a:ext cx="249382" cy="74814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B57EDA-A3D1-82FD-69F6-6D5CF375FDD3}"/>
              </a:ext>
            </a:extLst>
          </p:cNvPr>
          <p:cNvSpPr txBox="1"/>
          <p:nvPr/>
        </p:nvSpPr>
        <p:spPr>
          <a:xfrm>
            <a:off x="3628734" y="3105834"/>
            <a:ext cx="216939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assume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 is defined above.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B884FC-FE8F-A79B-054C-DC9949BC58DB}"/>
              </a:ext>
            </a:extLst>
          </p:cNvPr>
          <p:cNvCxnSpPr>
            <a:cxnSpLocks/>
          </p:cNvCxnSpPr>
          <p:nvPr/>
        </p:nvCxnSpPr>
        <p:spPr>
          <a:xfrm flipH="1" flipV="1">
            <a:off x="2088573" y="2732913"/>
            <a:ext cx="1540161" cy="498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98873EE-33C1-6D05-3D84-6EDED3CE2C18}"/>
                  </a:ext>
                </a:extLst>
              </p14:cNvPr>
              <p14:cNvContentPartPr/>
              <p14:nvPr/>
            </p14:nvContentPartPr>
            <p14:xfrm>
              <a:off x="1892160" y="1707840"/>
              <a:ext cx="902160" cy="2628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98873EE-33C1-6D05-3D84-6EDED3CE2C1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82800" y="1698480"/>
                <a:ext cx="920880" cy="45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659740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AF614-C857-CDB8-D814-CD70F27C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BE32F-BDFD-7CC3-7569-5F53F104B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8585D7-BD52-58F4-245A-7A9CF1141CFA}"/>
              </a:ext>
            </a:extLst>
          </p:cNvPr>
          <p:cNvSpPr txBox="1"/>
          <p:nvPr/>
        </p:nvSpPr>
        <p:spPr>
          <a:xfrm>
            <a:off x="911323" y="1314420"/>
            <a:ext cx="6643165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start;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end;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Segment(const Point&amp;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Point&amp;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FE009F-7E76-746F-F58E-F82D528F7B3D}"/>
              </a:ext>
            </a:extLst>
          </p:cNvPr>
          <p:cNvSpPr txBox="1"/>
          <p:nvPr/>
        </p:nvSpPr>
        <p:spPr>
          <a:xfrm>
            <a:off x="3679815" y="2178318"/>
            <a:ext cx="219104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constructor takes two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 objects as input.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CE9D16-0204-A114-4857-FAEE9F6450AD}"/>
              </a:ext>
            </a:extLst>
          </p:cNvPr>
          <p:cNvSpPr txBox="1"/>
          <p:nvPr/>
        </p:nvSpPr>
        <p:spPr>
          <a:xfrm>
            <a:off x="5995852" y="4136501"/>
            <a:ext cx="311727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this-&gt;</a:t>
            </a:r>
            <a:r>
              <a:rPr lang="en-US" dirty="0"/>
              <a:t> is used because the parameter names are the same as the private variables.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F1C4A5-1E71-18EC-3424-11BF33D8C221}"/>
              </a:ext>
            </a:extLst>
          </p:cNvPr>
          <p:cNvSpPr txBox="1"/>
          <p:nvPr/>
        </p:nvSpPr>
        <p:spPr>
          <a:xfrm>
            <a:off x="7865533" y="391090"/>
            <a:ext cx="309732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s{Point{1, 2},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Point{3, 4}};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8E8AE2-3F07-A23C-0A11-39F39F06C93A}"/>
              </a:ext>
            </a:extLst>
          </p:cNvPr>
          <p:cNvSpPr txBox="1"/>
          <p:nvPr/>
        </p:nvSpPr>
        <p:spPr>
          <a:xfrm>
            <a:off x="4866092" y="400283"/>
            <a:ext cx="2464136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p1{1, 2};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p2{3, 4};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s{p1, p2};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8136272-53D7-0A74-03CF-76A9520A609B}"/>
              </a:ext>
            </a:extLst>
          </p:cNvPr>
          <p:cNvCxnSpPr>
            <a:cxnSpLocks/>
          </p:cNvCxnSpPr>
          <p:nvPr/>
        </p:nvCxnSpPr>
        <p:spPr>
          <a:xfrm flipV="1">
            <a:off x="6224155" y="1423555"/>
            <a:ext cx="0" cy="17560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457D694-D4BE-FA8D-2CDB-13322AB1CD5B}"/>
              </a:ext>
            </a:extLst>
          </p:cNvPr>
          <p:cNvCxnSpPr>
            <a:cxnSpLocks/>
          </p:cNvCxnSpPr>
          <p:nvPr/>
        </p:nvCxnSpPr>
        <p:spPr>
          <a:xfrm flipV="1">
            <a:off x="6369627" y="1226127"/>
            <a:ext cx="1683328" cy="19534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81A9EA2-C2B0-F1F4-3A13-3AAF6487CBDE}"/>
                  </a:ext>
                </a:extLst>
              </p14:cNvPr>
              <p14:cNvContentPartPr/>
              <p14:nvPr/>
            </p14:nvContentPartPr>
            <p14:xfrm>
              <a:off x="1447920" y="386640"/>
              <a:ext cx="9233280" cy="35064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81A9EA2-C2B0-F1F4-3A13-3AAF6487CBD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38560" y="377280"/>
                <a:ext cx="9252000" cy="3525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87922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C2CF-6149-AFED-F111-C8227EF35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DC1AE-7B24-6297-BC31-0EBCECFB6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48B88F-E97A-2E29-5190-21E240366DB7}"/>
              </a:ext>
            </a:extLst>
          </p:cNvPr>
          <p:cNvSpPr txBox="1"/>
          <p:nvPr/>
        </p:nvSpPr>
        <p:spPr>
          <a:xfrm>
            <a:off x="911323" y="1314420"/>
            <a:ext cx="790953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start;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end;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Segment(int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262B1-34D8-3B09-7DDE-AE957BA9B610}"/>
              </a:ext>
            </a:extLst>
          </p:cNvPr>
          <p:cNvSpPr txBox="1"/>
          <p:nvPr/>
        </p:nvSpPr>
        <p:spPr>
          <a:xfrm>
            <a:off x="3679815" y="2178318"/>
            <a:ext cx="311584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constructor takes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dirty="0" err="1"/>
              <a:t>s</a:t>
            </a:r>
            <a:r>
              <a:rPr lang="en-US" dirty="0"/>
              <a:t> as inputs, which sometimes might be more convenient.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AA71F3-5581-79BE-27DB-0EEF14FA3708}"/>
              </a:ext>
            </a:extLst>
          </p:cNvPr>
          <p:cNvSpPr txBox="1"/>
          <p:nvPr/>
        </p:nvSpPr>
        <p:spPr>
          <a:xfrm>
            <a:off x="9089628" y="3867122"/>
            <a:ext cx="2191049" cy="1200329"/>
          </a:xfrm>
          <a:prstGeom prst="rect">
            <a:avLst/>
          </a:prstGeom>
          <a:solidFill>
            <a:srgbClr val="92D05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  <a:br>
              <a:rPr lang="en-US" dirty="0"/>
            </a:br>
            <a:r>
              <a:rPr lang="en-US" dirty="0"/>
              <a:t>Would it make sense to add a </a:t>
            </a:r>
            <a:r>
              <a:rPr lang="en-US" b="1" dirty="0"/>
              <a:t>copy constructor</a:t>
            </a:r>
            <a:r>
              <a:rPr lang="en-US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A1023D-462C-F8CB-AEB2-6E7EB427BAB0}"/>
              </a:ext>
            </a:extLst>
          </p:cNvPr>
          <p:cNvSpPr txBox="1"/>
          <p:nvPr/>
        </p:nvSpPr>
        <p:spPr>
          <a:xfrm>
            <a:off x="4143942" y="4261192"/>
            <a:ext cx="21910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need to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this-&gt;</a:t>
            </a:r>
            <a:r>
              <a:rPr lang="en-US" dirty="0"/>
              <a:t> here since no parameter name conflict.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A710EB-A4A8-162A-4893-7E887665B150}"/>
              </a:ext>
            </a:extLst>
          </p:cNvPr>
          <p:cNvSpPr txBox="1"/>
          <p:nvPr/>
        </p:nvSpPr>
        <p:spPr>
          <a:xfrm>
            <a:off x="7865533" y="391090"/>
            <a:ext cx="309732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s{Point{1, 2},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Point{3, 4}};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2869AC-5DA9-A4EF-A185-CBF75B9644C2}"/>
              </a:ext>
            </a:extLst>
          </p:cNvPr>
          <p:cNvSpPr txBox="1"/>
          <p:nvPr/>
        </p:nvSpPr>
        <p:spPr>
          <a:xfrm>
            <a:off x="7865533" y="1716653"/>
            <a:ext cx="2464136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p1{1, 2};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p2{3, 4};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s{p1, p2};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D8E201-E519-6DDF-21BB-7A9EDACD2B2E}"/>
              </a:ext>
            </a:extLst>
          </p:cNvPr>
          <p:cNvSpPr txBox="1"/>
          <p:nvPr/>
        </p:nvSpPr>
        <p:spPr>
          <a:xfrm>
            <a:off x="4866092" y="400283"/>
            <a:ext cx="2464136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p1{1, 2};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p2{3, 4};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s{p1, p2};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C57FB2-4345-C2D9-7339-3EBDEAE82B07}"/>
              </a:ext>
            </a:extLst>
          </p:cNvPr>
          <p:cNvCxnSpPr>
            <a:cxnSpLocks/>
          </p:cNvCxnSpPr>
          <p:nvPr/>
        </p:nvCxnSpPr>
        <p:spPr>
          <a:xfrm flipV="1">
            <a:off x="7616923" y="2743200"/>
            <a:ext cx="248610" cy="498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F331296-1F33-9BDA-3E63-CE927004A3DC}"/>
                  </a:ext>
                </a:extLst>
              </p14:cNvPr>
              <p14:cNvContentPartPr/>
              <p14:nvPr/>
            </p14:nvContentPartPr>
            <p14:xfrm>
              <a:off x="1022040" y="799560"/>
              <a:ext cx="9925560" cy="39632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F331296-1F33-9BDA-3E63-CE927004A3D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2680" y="790200"/>
                <a:ext cx="9944280" cy="398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91824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3ED0F-B1AD-0D37-43EA-080B5BB74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74518-F6C1-96C4-93E7-6E2E9A34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43963E-1D48-4223-C19B-507D4FADB6C8}"/>
              </a:ext>
            </a:extLst>
          </p:cNvPr>
          <p:cNvSpPr txBox="1"/>
          <p:nvPr/>
        </p:nvSpPr>
        <p:spPr>
          <a:xfrm>
            <a:off x="911323" y="1314420"/>
            <a:ext cx="5123518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start;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end;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Segment(const Segment&amp; other)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other.start.get_x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other.start.get_y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other.end.get_x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other.end.get_y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E8031-B956-D248-72CC-5E6C69BF6192}"/>
              </a:ext>
            </a:extLst>
          </p:cNvPr>
          <p:cNvSpPr txBox="1"/>
          <p:nvPr/>
        </p:nvSpPr>
        <p:spPr>
          <a:xfrm>
            <a:off x="2723851" y="3045504"/>
            <a:ext cx="2191049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Copy constructor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134A15-D74B-6ECC-0BE5-0C93B97F9ED2}"/>
              </a:ext>
            </a:extLst>
          </p:cNvPr>
          <p:cNvSpPr txBox="1"/>
          <p:nvPr/>
        </p:nvSpPr>
        <p:spPr>
          <a:xfrm>
            <a:off x="6616592" y="3590165"/>
            <a:ext cx="2329981" cy="1200329"/>
          </a:xfrm>
          <a:prstGeom prst="rect">
            <a:avLst/>
          </a:prstGeom>
          <a:solidFill>
            <a:srgbClr val="92D05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  <a:br>
              <a:rPr lang="en-US" dirty="0"/>
            </a:br>
            <a:r>
              <a:rPr lang="en-US" dirty="0"/>
              <a:t>Would it make sense to add a custom </a:t>
            </a:r>
            <a:r>
              <a:rPr lang="en-US" b="1" dirty="0"/>
              <a:t>default constructor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396B79E-FD57-9CEE-9579-1056674AF0D7}"/>
                  </a:ext>
                </a:extLst>
              </p14:cNvPr>
              <p14:cNvContentPartPr/>
              <p14:nvPr/>
            </p14:nvContentPartPr>
            <p14:xfrm>
              <a:off x="2577960" y="3867120"/>
              <a:ext cx="2299320" cy="259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396B79E-FD57-9CEE-9579-1056674AF0D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68600" y="3857760"/>
                <a:ext cx="2318040" cy="44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29829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0C12-D844-3FD8-9828-9410367C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215B1-9869-37F0-E44E-87ED17BD9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742D83-5415-45E6-2091-90AEC3064238}"/>
              </a:ext>
            </a:extLst>
          </p:cNvPr>
          <p:cNvSpPr txBox="1"/>
          <p:nvPr/>
        </p:nvSpPr>
        <p:spPr>
          <a:xfrm>
            <a:off x="911323" y="1314420"/>
            <a:ext cx="5123518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start;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end;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Segment(const Segment&amp; other)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other.start.get_x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other.start.get_y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other.end.get_x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other.end.get_y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3E8851-8F42-D07C-644B-5CAACD222468}"/>
              </a:ext>
            </a:extLst>
          </p:cNvPr>
          <p:cNvSpPr txBox="1"/>
          <p:nvPr/>
        </p:nvSpPr>
        <p:spPr>
          <a:xfrm>
            <a:off x="2723851" y="3045504"/>
            <a:ext cx="2191049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Copy constructor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5288A8-78EB-C0E7-067B-2B2C31CF8E64}"/>
              </a:ext>
            </a:extLst>
          </p:cNvPr>
          <p:cNvSpPr txBox="1"/>
          <p:nvPr/>
        </p:nvSpPr>
        <p:spPr>
          <a:xfrm>
            <a:off x="6616592" y="5020647"/>
            <a:ext cx="2329981" cy="1477328"/>
          </a:xfrm>
          <a:prstGeom prst="rect">
            <a:avLst/>
          </a:prstGeom>
          <a:solidFill>
            <a:srgbClr val="92D05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Maybe not</a:t>
            </a:r>
            <a:r>
              <a:rPr lang="en-US" dirty="0"/>
              <a:t>: there doesn’t seem to be a good default line segment. Maybe both ends are (0, 0)?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E3138-2686-B58E-B90D-722DDAC9AE75}"/>
              </a:ext>
            </a:extLst>
          </p:cNvPr>
          <p:cNvSpPr txBox="1"/>
          <p:nvPr/>
        </p:nvSpPr>
        <p:spPr>
          <a:xfrm>
            <a:off x="6616592" y="3590165"/>
            <a:ext cx="2329981" cy="1200329"/>
          </a:xfrm>
          <a:prstGeom prst="rect">
            <a:avLst/>
          </a:prstGeom>
          <a:solidFill>
            <a:srgbClr val="92D05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Question</a:t>
            </a:r>
            <a:br>
              <a:rPr lang="en-US" dirty="0"/>
            </a:br>
            <a:r>
              <a:rPr lang="en-US" dirty="0"/>
              <a:t>Would it make sense to add a custom </a:t>
            </a:r>
            <a:r>
              <a:rPr lang="en-US" b="1" dirty="0"/>
              <a:t>default constructor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6927075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8FFF-59A0-06B2-4385-033027160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8F592-3302-7D5A-EB3E-5540DBAF0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1AB250-6360-2D36-00E7-26659F42E105}"/>
              </a:ext>
            </a:extLst>
          </p:cNvPr>
          <p:cNvSpPr txBox="1"/>
          <p:nvPr/>
        </p:nvSpPr>
        <p:spPr>
          <a:xfrm>
            <a:off x="911323" y="1314420"/>
            <a:ext cx="6643165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set_start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start)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set_end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end)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this-&gt;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get_start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this-&gt;start;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Point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get_end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this-&gt;end;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158BAF-98C1-6286-6618-69686F92EBD1}"/>
              </a:ext>
            </a:extLst>
          </p:cNvPr>
          <p:cNvSpPr txBox="1"/>
          <p:nvPr/>
        </p:nvSpPr>
        <p:spPr>
          <a:xfrm>
            <a:off x="6531551" y="3814103"/>
            <a:ext cx="944140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Setters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F5EB91-F99F-2389-A3C7-7DCDA746134B}"/>
              </a:ext>
            </a:extLst>
          </p:cNvPr>
          <p:cNvSpPr txBox="1"/>
          <p:nvPr/>
        </p:nvSpPr>
        <p:spPr>
          <a:xfrm>
            <a:off x="7903686" y="5263635"/>
            <a:ext cx="944140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Getters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41EF6080-BE9C-9BF0-D589-3EFE9D9A130D}"/>
              </a:ext>
            </a:extLst>
          </p:cNvPr>
          <p:cNvSpPr/>
          <p:nvPr/>
        </p:nvSpPr>
        <p:spPr>
          <a:xfrm>
            <a:off x="6244935" y="2878282"/>
            <a:ext cx="207819" cy="224097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217F1C2C-8747-EAE0-ACEF-0E65B589FE5B}"/>
              </a:ext>
            </a:extLst>
          </p:cNvPr>
          <p:cNvSpPr/>
          <p:nvPr/>
        </p:nvSpPr>
        <p:spPr>
          <a:xfrm>
            <a:off x="7554488" y="5119256"/>
            <a:ext cx="218210" cy="65809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AA9D881-350B-7B0F-0229-4571BF9BD741}"/>
                  </a:ext>
                </a:extLst>
              </p14:cNvPr>
              <p14:cNvContentPartPr/>
              <p14:nvPr/>
            </p14:nvContentPartPr>
            <p14:xfrm>
              <a:off x="1511280" y="5524560"/>
              <a:ext cx="584640" cy="2862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AA9D881-350B-7B0F-0229-4571BF9BD74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01920" y="5515200"/>
                <a:ext cx="603360" cy="304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938833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BFF9D-18CE-4D58-CAD3-D96BEB992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98376-3F8A-F53A-1203-75D274B51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996B1C-9BF9-1883-CAD5-C0A7B12F172D}"/>
              </a:ext>
            </a:extLst>
          </p:cNvPr>
          <p:cNvSpPr txBox="1"/>
          <p:nvPr/>
        </p:nvSpPr>
        <p:spPr>
          <a:xfrm>
            <a:off x="911323" y="1314420"/>
            <a:ext cx="6643165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double length()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return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start.dist_to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(this-&gt;end)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Point midpoint()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mid_x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 /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mid_y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()) / 2;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return Point{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mid_x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mid_y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1E51F1-AC45-8722-94DB-33DFE69F6CF2}"/>
              </a:ext>
            </a:extLst>
          </p:cNvPr>
          <p:cNvSpPr txBox="1"/>
          <p:nvPr/>
        </p:nvSpPr>
        <p:spPr>
          <a:xfrm>
            <a:off x="3777959" y="1496930"/>
            <a:ext cx="151101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useful methods.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F98F6-BC8D-8D63-768E-73251A837251}"/>
              </a:ext>
            </a:extLst>
          </p:cNvPr>
          <p:cNvSpPr txBox="1"/>
          <p:nvPr/>
        </p:nvSpPr>
        <p:spPr>
          <a:xfrm>
            <a:off x="5821802" y="2930246"/>
            <a:ext cx="173268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dist_to</a:t>
            </a:r>
            <a:r>
              <a:rPr lang="en-US" dirty="0"/>
              <a:t> is one of the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6F9562-BDF4-F5A5-5709-401C6CD689CE}"/>
              </a:ext>
            </a:extLst>
          </p:cNvPr>
          <p:cNvCxnSpPr/>
          <p:nvPr/>
        </p:nvCxnSpPr>
        <p:spPr>
          <a:xfrm flipV="1">
            <a:off x="7239000" y="5289003"/>
            <a:ext cx="3692236" cy="5091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2F48724-004E-E100-8BF0-59BCB5075253}"/>
              </a:ext>
            </a:extLst>
          </p:cNvPr>
          <p:cNvSpPr txBox="1"/>
          <p:nvPr/>
        </p:nvSpPr>
        <p:spPr>
          <a:xfrm>
            <a:off x="6593310" y="5613491"/>
            <a:ext cx="645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4EC807-0532-2B1A-9FBB-AE8193F44919}"/>
              </a:ext>
            </a:extLst>
          </p:cNvPr>
          <p:cNvSpPr txBox="1"/>
          <p:nvPr/>
        </p:nvSpPr>
        <p:spPr>
          <a:xfrm>
            <a:off x="10931236" y="5104337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end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B416EBE-2345-7838-5149-103392D2F2F0}"/>
              </a:ext>
            </a:extLst>
          </p:cNvPr>
          <p:cNvSpPr/>
          <p:nvPr/>
        </p:nvSpPr>
        <p:spPr>
          <a:xfrm>
            <a:off x="9071264" y="5473669"/>
            <a:ext cx="124691" cy="1398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3F131-0563-5422-85B4-D1C62B196597}"/>
              </a:ext>
            </a:extLst>
          </p:cNvPr>
          <p:cNvSpPr txBox="1"/>
          <p:nvPr/>
        </p:nvSpPr>
        <p:spPr>
          <a:xfrm>
            <a:off x="8570794" y="5705824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mid point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2D74789-0183-317B-BAC4-D45888EF40A4}"/>
                  </a:ext>
                </a:extLst>
              </p14:cNvPr>
              <p14:cNvContentPartPr/>
              <p14:nvPr/>
            </p14:nvContentPartPr>
            <p14:xfrm>
              <a:off x="1320840" y="3257640"/>
              <a:ext cx="6223320" cy="21150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52D74789-0183-317B-BAC4-D45888EF40A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11480" y="3248280"/>
                <a:ext cx="6242040" cy="2133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65328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B9683-A84C-5827-90F7-FE0C2F0D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BB975-9A1F-F6C0-853B-3640E9DE2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047501-B1EE-AAF2-578F-52A4DBF7D74C}"/>
              </a:ext>
            </a:extLst>
          </p:cNvPr>
          <p:cNvSpPr txBox="1"/>
          <p:nvPr/>
        </p:nvSpPr>
        <p:spPr>
          <a:xfrm>
            <a:off x="911323" y="1314420"/>
            <a:ext cx="6769802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Segment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void print()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"Segment: start="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start.toString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&lt;&lt; ", end="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end.toString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// ...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struct Segment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C4DACC-A809-691B-DE05-546156032B1A}"/>
              </a:ext>
            </a:extLst>
          </p:cNvPr>
          <p:cNvSpPr txBox="1"/>
          <p:nvPr/>
        </p:nvSpPr>
        <p:spPr>
          <a:xfrm>
            <a:off x="3988020" y="1716653"/>
            <a:ext cx="369310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It’s usually a good idea to add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US" dirty="0"/>
              <a:t> method to every object (if only for debugging).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6119314-0208-E69A-B199-4C4E99ABBEEE}"/>
                  </a:ext>
                </a:extLst>
              </p14:cNvPr>
              <p14:cNvContentPartPr/>
              <p14:nvPr/>
            </p14:nvContentPartPr>
            <p14:xfrm>
              <a:off x="2082960" y="3263760"/>
              <a:ext cx="5162760" cy="14482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6119314-0208-E69A-B199-4C4E99ABBEE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73600" y="3254400"/>
                <a:ext cx="5181480" cy="1467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263989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7633-372F-231B-DAE8-6F21C8446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E0C8-B796-67F5-7538-7435E33C5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D63FB7-C786-A517-7FB8-189526B9A1DE}"/>
              </a:ext>
            </a:extLst>
          </p:cNvPr>
          <p:cNvSpPr txBox="1"/>
          <p:nvPr/>
        </p:nvSpPr>
        <p:spPr>
          <a:xfrm>
            <a:off x="911323" y="1314420"/>
            <a:ext cx="727635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p1{1, 2};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p2{3, 4};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Segment s{p1, p2};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length: 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s.length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"midpoint: 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s.midpoint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&lt;&lt; "\n";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s.set_start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(Point(5, 6));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length: 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s.length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"midpoint: 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s.midpoint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().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&lt;&lt; "\n";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DEBF95-645B-62B0-D43C-A1EB8F0DF320}"/>
              </a:ext>
            </a:extLst>
          </p:cNvPr>
          <p:cNvSpPr txBox="1"/>
          <p:nvPr/>
        </p:nvSpPr>
        <p:spPr>
          <a:xfrm>
            <a:off x="7479365" y="1335942"/>
            <a:ext cx="3036235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Some sample calling code.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730225B-511E-EA42-AC41-F105762E23CE}"/>
                  </a:ext>
                </a:extLst>
              </p14:cNvPr>
              <p14:cNvContentPartPr/>
              <p14:nvPr/>
            </p14:nvContentPartPr>
            <p14:xfrm>
              <a:off x="2266920" y="2508120"/>
              <a:ext cx="4464360" cy="25664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730225B-511E-EA42-AC41-F105762E23C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57560" y="2498760"/>
                <a:ext cx="4483080" cy="2585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923084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48C45-E304-BA4D-9F9A-DDD6C972D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61FDB-D1ED-A16D-B2B7-1ED445D5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0FA9D-AA3E-1E14-FF07-C7D2A21E53B4}"/>
              </a:ext>
            </a:extLst>
          </p:cNvPr>
          <p:cNvSpPr txBox="1"/>
          <p:nvPr/>
        </p:nvSpPr>
        <p:spPr>
          <a:xfrm>
            <a:off x="5995555" y="2422415"/>
            <a:ext cx="168556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store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Segment</a:t>
            </a:r>
            <a:r>
              <a:rPr lang="en-US" dirty="0"/>
              <a:t>s 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vector</a:t>
            </a:r>
            <a:r>
              <a:rPr lang="en-US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B96161-CDCA-0258-60D2-8D728047D0AA}"/>
              </a:ext>
            </a:extLst>
          </p:cNvPr>
          <p:cNvSpPr txBox="1"/>
          <p:nvPr/>
        </p:nvSpPr>
        <p:spPr>
          <a:xfrm>
            <a:off x="911323" y="1314420"/>
            <a:ext cx="816281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vector&lt;Segment&gt; segments = {Segment(1, 2, 3, 4),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Segment(Point{5, 6}, Point{7, 8}),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Segment(9, 10, 11, 12)};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for (const Segment&amp; s : segments)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54D6B3D-7E73-C37F-42FB-3AB7ED001DAB}"/>
                  </a:ext>
                </a:extLst>
              </p14:cNvPr>
              <p14:cNvContentPartPr/>
              <p14:nvPr/>
            </p14:nvContentPartPr>
            <p14:xfrm>
              <a:off x="857160" y="2717280"/>
              <a:ext cx="4153320" cy="1029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54D6B3D-7E73-C37F-42FB-3AB7ED001DA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7800" y="2707920"/>
                <a:ext cx="4172040" cy="121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50333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1FAF3-7AB9-9620-DC44-8F717D6F0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FAC3A-D1DB-11C0-28CC-6B19F7B2E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55" y="10379"/>
            <a:ext cx="4222173" cy="1325563"/>
          </a:xfrm>
        </p:spPr>
        <p:txBody>
          <a:bodyPr/>
          <a:lstStyle/>
          <a:p>
            <a:r>
              <a:rPr lang="en-US" dirty="0"/>
              <a:t>Segment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200551-602F-D471-2CEB-5B6C65DEC574}"/>
              </a:ext>
            </a:extLst>
          </p:cNvPr>
          <p:cNvSpPr txBox="1"/>
          <p:nvPr/>
        </p:nvSpPr>
        <p:spPr>
          <a:xfrm>
            <a:off x="911323" y="1314420"/>
            <a:ext cx="816281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vector&lt;Segment&gt; segments = {Segment(1, 2, 3, 4),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Segment(Point{5, 6}, Point{7, 8}),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Segment(9, 10, 11, 12)};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for (const Segment&amp; s : segments)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89865-CD89-EC36-97E4-07A911507735}"/>
              </a:ext>
            </a:extLst>
          </p:cNvPr>
          <p:cNvSpPr txBox="1"/>
          <p:nvPr/>
        </p:nvSpPr>
        <p:spPr>
          <a:xfrm>
            <a:off x="5995555" y="2422415"/>
            <a:ext cx="168556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store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Segment</a:t>
            </a:r>
            <a:r>
              <a:rPr lang="en-US" dirty="0"/>
              <a:t>s 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vector</a:t>
            </a:r>
            <a:r>
              <a:rPr lang="en-US" dirty="0"/>
              <a:t>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2353D2-597E-831B-49C5-4FF339CD247C}"/>
              </a:ext>
            </a:extLst>
          </p:cNvPr>
          <p:cNvSpPr/>
          <p:nvPr/>
        </p:nvSpPr>
        <p:spPr>
          <a:xfrm>
            <a:off x="1629641" y="2447751"/>
            <a:ext cx="2059132" cy="2850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ABD960-846E-84D2-F9FE-DC0DCCA73216}"/>
              </a:ext>
            </a:extLst>
          </p:cNvPr>
          <p:cNvSpPr txBox="1"/>
          <p:nvPr/>
        </p:nvSpPr>
        <p:spPr>
          <a:xfrm>
            <a:off x="2648817" y="3429000"/>
            <a:ext cx="276959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Looping over a vector with constant reference ensures no copy is made.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56204D6-54E1-DD75-0D1C-785B2BFB810A}"/>
              </a:ext>
            </a:extLst>
          </p:cNvPr>
          <p:cNvCxnSpPr/>
          <p:nvPr/>
        </p:nvCxnSpPr>
        <p:spPr>
          <a:xfrm flipV="1">
            <a:off x="3293918" y="2732809"/>
            <a:ext cx="0" cy="6961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6887B4-AD1C-8AE3-A857-0D4E7CC5F8AB}"/>
              </a:ext>
            </a:extLst>
          </p:cNvPr>
          <p:cNvSpPr txBox="1"/>
          <p:nvPr/>
        </p:nvSpPr>
        <p:spPr>
          <a:xfrm>
            <a:off x="6925541" y="5160577"/>
            <a:ext cx="387061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for (Segment s : segments)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s.println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21C892-27C8-B331-C905-1D8EABA204E8}"/>
              </a:ext>
            </a:extLst>
          </p:cNvPr>
          <p:cNvSpPr txBox="1"/>
          <p:nvPr/>
        </p:nvSpPr>
        <p:spPr>
          <a:xfrm>
            <a:off x="3881663" y="5160577"/>
            <a:ext cx="276959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you did it like this it then the loop would make a copy of each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Segment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4522100-2AD1-8182-706F-1588E5A6B392}"/>
                  </a:ext>
                </a:extLst>
              </p14:cNvPr>
              <p14:cNvContentPartPr/>
              <p14:nvPr/>
            </p14:nvContentPartPr>
            <p14:xfrm>
              <a:off x="761760" y="1162080"/>
              <a:ext cx="10471680" cy="49723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4522100-2AD1-8182-706F-1588E5A6B39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2400" y="1152720"/>
                <a:ext cx="10490400" cy="4991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39201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7103</TotalTime>
  <Words>3559</Words>
  <Application>Microsoft Macintosh PowerPoint</Application>
  <PresentationFormat>Widescreen</PresentationFormat>
  <Paragraphs>556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Consolas</vt:lpstr>
      <vt:lpstr>Office Theme</vt:lpstr>
      <vt:lpstr>Notes</vt:lpstr>
      <vt:lpstr>Strings</vt:lpstr>
      <vt:lpstr>Strings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Comparing Strings</vt:lpstr>
      <vt:lpstr>Comparing Strings</vt:lpstr>
      <vt:lpstr>A Point Object</vt:lpstr>
      <vt:lpstr>A Point Object</vt:lpstr>
      <vt:lpstr>A Point Object</vt:lpstr>
      <vt:lpstr>A Point Object</vt:lpstr>
      <vt:lpstr>A Point Object</vt:lpstr>
      <vt:lpstr>A Point Object</vt:lpstr>
      <vt:lpstr>A Point Object</vt:lpstr>
      <vt:lpstr>A Point Object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  <vt:lpstr>Segment Objects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2026-01-03T19:29:34Z</dcterms:created>
  <dcterms:modified xsi:type="dcterms:W3CDTF">2026-02-04T21:13:20Z</dcterms:modified>
</cp:coreProperties>
</file>