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2" r:id="rId9"/>
    <p:sldId id="265" r:id="rId10"/>
    <p:sldId id="264" r:id="rId11"/>
    <p:sldId id="266" r:id="rId12"/>
    <p:sldId id="267" r:id="rId13"/>
    <p:sldId id="268" r:id="rId14"/>
    <p:sldId id="270" r:id="rId15"/>
    <p:sldId id="271" r:id="rId16"/>
    <p:sldId id="272" r:id="rId17"/>
    <p:sldId id="297" r:id="rId18"/>
    <p:sldId id="273" r:id="rId19"/>
    <p:sldId id="298" r:id="rId20"/>
    <p:sldId id="274" r:id="rId21"/>
    <p:sldId id="299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2" r:id="rId39"/>
    <p:sldId id="293" r:id="rId40"/>
    <p:sldId id="294" r:id="rId41"/>
    <p:sldId id="291" r:id="rId42"/>
    <p:sldId id="295" r:id="rId43"/>
    <p:sldId id="29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5443A7-DBC8-AB4A-80BB-F40C3BD45101}" v="108" dt="2026-03-30T20:55:55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modSld">
      <pc:chgData name="Toby Donaldson" userId="2e6e5431-bb17-4c41-9985-d39c50d83c73" providerId="ADAL" clId="{F31BC264-820E-54C4-A6D1-F92AF9CC222E}" dt="2026-03-30T20:55:55.077" v="175"/>
      <pc:docMkLst>
        <pc:docMk/>
      </pc:docMkLst>
      <pc:sldChg chg="modSp">
        <pc:chgData name="Toby Donaldson" userId="2e6e5431-bb17-4c41-9985-d39c50d83c73" providerId="ADAL" clId="{F31BC264-820E-54C4-A6D1-F92AF9CC222E}" dt="2026-03-25T17:34:10.156" v="0" actId="207"/>
        <pc:sldMkLst>
          <pc:docMk/>
          <pc:sldMk cId="2116354588" sldId="261"/>
        </pc:sldMkLst>
        <pc:spChg chg="mod">
          <ac:chgData name="Toby Donaldson" userId="2e6e5431-bb17-4c41-9985-d39c50d83c73" providerId="ADAL" clId="{F31BC264-820E-54C4-A6D1-F92AF9CC222E}" dt="2026-03-25T17:34:10.156" v="0" actId="207"/>
          <ac:spMkLst>
            <pc:docMk/>
            <pc:sldMk cId="2116354588" sldId="261"/>
            <ac:spMk id="3" creationId="{EA521EBB-7673-0D17-5157-2345A213A891}"/>
          </ac:spMkLst>
        </pc:spChg>
      </pc:sldChg>
      <pc:sldChg chg="modSp">
        <pc:chgData name="Toby Donaldson" userId="2e6e5431-bb17-4c41-9985-d39c50d83c73" providerId="ADAL" clId="{F31BC264-820E-54C4-A6D1-F92AF9CC222E}" dt="2026-03-25T17:34:20.475" v="1" actId="207"/>
        <pc:sldMkLst>
          <pc:docMk/>
          <pc:sldMk cId="3709957524" sldId="263"/>
        </pc:sldMkLst>
        <pc:spChg chg="mod">
          <ac:chgData name="Toby Donaldson" userId="2e6e5431-bb17-4c41-9985-d39c50d83c73" providerId="ADAL" clId="{F31BC264-820E-54C4-A6D1-F92AF9CC222E}" dt="2026-03-25T17:34:20.475" v="1" actId="207"/>
          <ac:spMkLst>
            <pc:docMk/>
            <pc:sldMk cId="3709957524" sldId="263"/>
            <ac:spMk id="3" creationId="{D38E1231-BAF2-8FF9-7A0A-9CB511682D32}"/>
          </ac:spMkLst>
        </pc:spChg>
      </pc:sldChg>
      <pc:sldChg chg="modSp">
        <pc:chgData name="Toby Donaldson" userId="2e6e5431-bb17-4c41-9985-d39c50d83c73" providerId="ADAL" clId="{F31BC264-820E-54C4-A6D1-F92AF9CC222E}" dt="2026-03-25T17:34:42.024" v="29" actId="207"/>
        <pc:sldMkLst>
          <pc:docMk/>
          <pc:sldMk cId="706483755" sldId="265"/>
        </pc:sldMkLst>
        <pc:spChg chg="mod">
          <ac:chgData name="Toby Donaldson" userId="2e6e5431-bb17-4c41-9985-d39c50d83c73" providerId="ADAL" clId="{F31BC264-820E-54C4-A6D1-F92AF9CC222E}" dt="2026-03-25T17:34:42.024" v="29" actId="207"/>
          <ac:spMkLst>
            <pc:docMk/>
            <pc:sldMk cId="706483755" sldId="265"/>
            <ac:spMk id="3" creationId="{BF7B75E7-1AA7-2047-27C8-3AFA667128FF}"/>
          </ac:spMkLst>
        </pc:spChg>
      </pc:sldChg>
      <pc:sldChg chg="addSp modSp">
        <pc:chgData name="Toby Donaldson" userId="2e6e5431-bb17-4c41-9985-d39c50d83c73" providerId="ADAL" clId="{F31BC264-820E-54C4-A6D1-F92AF9CC222E}" dt="2026-03-30T20:55:55.077" v="175"/>
        <pc:sldMkLst>
          <pc:docMk/>
          <pc:sldMk cId="801713502" sldId="266"/>
        </pc:sldMkLst>
        <pc:spChg chg="mod">
          <ac:chgData name="Toby Donaldson" userId="2e6e5431-bb17-4c41-9985-d39c50d83c73" providerId="ADAL" clId="{F31BC264-820E-54C4-A6D1-F92AF9CC222E}" dt="2026-03-25T17:35:54.864" v="64" actId="207"/>
          <ac:spMkLst>
            <pc:docMk/>
            <pc:sldMk cId="801713502" sldId="266"/>
            <ac:spMk id="3" creationId="{7A1CFFD1-E717-CB67-CF25-1F36DDB7864D}"/>
          </ac:spMkLst>
        </pc:sp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801713502" sldId="266"/>
            <ac:inkMk id="4" creationId="{8F393F8E-8C9E-1F10-D285-9D8B977FB176}"/>
          </ac:inkMkLst>
        </pc:inkChg>
      </pc:sldChg>
      <pc:sldChg chg="addSp modSp mod">
        <pc:chgData name="Toby Donaldson" userId="2e6e5431-bb17-4c41-9985-d39c50d83c73" providerId="ADAL" clId="{F31BC264-820E-54C4-A6D1-F92AF9CC222E}" dt="2026-03-30T20:55:55.077" v="175"/>
        <pc:sldMkLst>
          <pc:docMk/>
          <pc:sldMk cId="2107447322" sldId="267"/>
        </pc:sldMkLst>
        <pc:spChg chg="mod">
          <ac:chgData name="Toby Donaldson" userId="2e6e5431-bb17-4c41-9985-d39c50d83c73" providerId="ADAL" clId="{F31BC264-820E-54C4-A6D1-F92AF9CC222E}" dt="2026-03-25T18:20:58.256" v="99" actId="207"/>
          <ac:spMkLst>
            <pc:docMk/>
            <pc:sldMk cId="2107447322" sldId="267"/>
            <ac:spMk id="3" creationId="{65FC068E-CA85-45E2-BCC2-76EEC453895D}"/>
          </ac:spMkLst>
        </pc:sp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2107447322" sldId="267"/>
            <ac:inkMk id="4" creationId="{73B5DED4-5C3A-2560-09BD-2F9CD09382BD}"/>
          </ac:inkMkLst>
        </pc:inkChg>
      </pc:sldChg>
      <pc:sldChg chg="addSp modSp mod">
        <pc:chgData name="Toby Donaldson" userId="2e6e5431-bb17-4c41-9985-d39c50d83c73" providerId="ADAL" clId="{F31BC264-820E-54C4-A6D1-F92AF9CC222E}" dt="2026-03-30T20:55:55.077" v="175"/>
        <pc:sldMkLst>
          <pc:docMk/>
          <pc:sldMk cId="1736438042" sldId="268"/>
        </pc:sldMkLst>
        <pc:spChg chg="mod">
          <ac:chgData name="Toby Donaldson" userId="2e6e5431-bb17-4c41-9985-d39c50d83c73" providerId="ADAL" clId="{F31BC264-820E-54C4-A6D1-F92AF9CC222E}" dt="2026-03-25T19:07:46.504" v="110" actId="20577"/>
          <ac:spMkLst>
            <pc:docMk/>
            <pc:sldMk cId="1736438042" sldId="268"/>
            <ac:spMk id="3" creationId="{C1E82CD1-110D-0451-8FAB-63E0E625C881}"/>
          </ac:spMkLst>
        </pc:sp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1736438042" sldId="268"/>
            <ac:inkMk id="4" creationId="{3792D865-ED40-AEBD-29B9-CF77BADBFF2C}"/>
          </ac:inkMkLst>
        </pc:inkChg>
      </pc:sldChg>
      <pc:sldChg chg="addSp modSp">
        <pc:chgData name="Toby Donaldson" userId="2e6e5431-bb17-4c41-9985-d39c50d83c73" providerId="ADAL" clId="{F31BC264-820E-54C4-A6D1-F92AF9CC222E}" dt="2026-03-30T20:55:55.077" v="175"/>
        <pc:sldMkLst>
          <pc:docMk/>
          <pc:sldMk cId="2205308434" sldId="270"/>
        </pc:sldMkLst>
        <pc:spChg chg="mod">
          <ac:chgData name="Toby Donaldson" userId="2e6e5431-bb17-4c41-9985-d39c50d83c73" providerId="ADAL" clId="{F31BC264-820E-54C4-A6D1-F92AF9CC222E}" dt="2026-03-25T19:08:06.447" v="121" actId="20577"/>
          <ac:spMkLst>
            <pc:docMk/>
            <pc:sldMk cId="2205308434" sldId="270"/>
            <ac:spMk id="3" creationId="{F1E8AF7C-1C55-4E0B-971D-1F2FD5805501}"/>
          </ac:spMkLst>
        </pc:sp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2205308434" sldId="270"/>
            <ac:inkMk id="4" creationId="{E7DD8CD8-0E6D-AD9E-716A-25B0296D84D2}"/>
          </ac:inkMkLst>
        </pc:inkChg>
      </pc:sldChg>
      <pc:sldChg chg="addSp">
        <pc:chgData name="Toby Donaldson" userId="2e6e5431-bb17-4c41-9985-d39c50d83c73" providerId="ADAL" clId="{F31BC264-820E-54C4-A6D1-F92AF9CC222E}" dt="2026-03-30T20:55:55.077" v="175"/>
        <pc:sldMkLst>
          <pc:docMk/>
          <pc:sldMk cId="642371157" sldId="271"/>
        </pc:sldMkLst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642371157" sldId="271"/>
            <ac:inkMk id="4" creationId="{CFFB0C25-5C16-16AA-E3F3-33E87CB767F8}"/>
          </ac:inkMkLst>
        </pc:inkChg>
      </pc:sldChg>
      <pc:sldChg chg="modSp mod">
        <pc:chgData name="Toby Donaldson" userId="2e6e5431-bb17-4c41-9985-d39c50d83c73" providerId="ADAL" clId="{F31BC264-820E-54C4-A6D1-F92AF9CC222E}" dt="2026-03-25T19:08:32.619" v="126" actId="207"/>
        <pc:sldMkLst>
          <pc:docMk/>
          <pc:sldMk cId="2953761406" sldId="272"/>
        </pc:sldMkLst>
        <pc:spChg chg="mod">
          <ac:chgData name="Toby Donaldson" userId="2e6e5431-bb17-4c41-9985-d39c50d83c73" providerId="ADAL" clId="{F31BC264-820E-54C4-A6D1-F92AF9CC222E}" dt="2026-03-25T19:08:32.619" v="126" actId="207"/>
          <ac:spMkLst>
            <pc:docMk/>
            <pc:sldMk cId="2953761406" sldId="272"/>
            <ac:spMk id="3" creationId="{56DEAC51-3146-A680-E78E-2F664FE9383E}"/>
          </ac:spMkLst>
        </pc:spChg>
      </pc:sldChg>
      <pc:sldChg chg="modSp mod">
        <pc:chgData name="Toby Donaldson" userId="2e6e5431-bb17-4c41-9985-d39c50d83c73" providerId="ADAL" clId="{F31BC264-820E-54C4-A6D1-F92AF9CC222E}" dt="2026-03-25T19:08:46.685" v="131" actId="207"/>
        <pc:sldMkLst>
          <pc:docMk/>
          <pc:sldMk cId="1960756267" sldId="273"/>
        </pc:sldMkLst>
        <pc:spChg chg="mod">
          <ac:chgData name="Toby Donaldson" userId="2e6e5431-bb17-4c41-9985-d39c50d83c73" providerId="ADAL" clId="{F31BC264-820E-54C4-A6D1-F92AF9CC222E}" dt="2026-03-25T19:08:46.685" v="131" actId="207"/>
          <ac:spMkLst>
            <pc:docMk/>
            <pc:sldMk cId="1960756267" sldId="273"/>
            <ac:spMk id="3" creationId="{D77D192A-AEB8-B245-F530-87E7E870B4F2}"/>
          </ac:spMkLst>
        </pc:spChg>
      </pc:sldChg>
      <pc:sldChg chg="modSp mod">
        <pc:chgData name="Toby Donaldson" userId="2e6e5431-bb17-4c41-9985-d39c50d83c73" providerId="ADAL" clId="{F31BC264-820E-54C4-A6D1-F92AF9CC222E}" dt="2026-03-25T19:09:10.536" v="136" actId="207"/>
        <pc:sldMkLst>
          <pc:docMk/>
          <pc:sldMk cId="1666637928" sldId="274"/>
        </pc:sldMkLst>
        <pc:spChg chg="mod">
          <ac:chgData name="Toby Donaldson" userId="2e6e5431-bb17-4c41-9985-d39c50d83c73" providerId="ADAL" clId="{F31BC264-820E-54C4-A6D1-F92AF9CC222E}" dt="2026-03-25T19:09:10.536" v="136" actId="207"/>
          <ac:spMkLst>
            <pc:docMk/>
            <pc:sldMk cId="1666637928" sldId="274"/>
            <ac:spMk id="3" creationId="{00D05187-CABA-3977-0088-236743A4631A}"/>
          </ac:spMkLst>
        </pc:spChg>
      </pc:sldChg>
      <pc:sldChg chg="modSp">
        <pc:chgData name="Toby Donaldson" userId="2e6e5431-bb17-4c41-9985-d39c50d83c73" providerId="ADAL" clId="{F31BC264-820E-54C4-A6D1-F92AF9CC222E}" dt="2026-03-25T19:09:45.159" v="140" actId="20577"/>
        <pc:sldMkLst>
          <pc:docMk/>
          <pc:sldMk cId="1754720927" sldId="279"/>
        </pc:sldMkLst>
        <pc:spChg chg="mod">
          <ac:chgData name="Toby Donaldson" userId="2e6e5431-bb17-4c41-9985-d39c50d83c73" providerId="ADAL" clId="{F31BC264-820E-54C4-A6D1-F92AF9CC222E}" dt="2026-03-25T19:09:45.159" v="140" actId="20577"/>
          <ac:spMkLst>
            <pc:docMk/>
            <pc:sldMk cId="1754720927" sldId="279"/>
            <ac:spMk id="3" creationId="{62FEFCD6-64B9-5BEE-7DCC-FD1005B28ED5}"/>
          </ac:spMkLst>
        </pc:spChg>
      </pc:sldChg>
      <pc:sldChg chg="modSp">
        <pc:chgData name="Toby Donaldson" userId="2e6e5431-bb17-4c41-9985-d39c50d83c73" providerId="ADAL" clId="{F31BC264-820E-54C4-A6D1-F92AF9CC222E}" dt="2026-03-25T19:09:50.204" v="144" actId="20577"/>
        <pc:sldMkLst>
          <pc:docMk/>
          <pc:sldMk cId="3596547105" sldId="280"/>
        </pc:sldMkLst>
        <pc:spChg chg="mod">
          <ac:chgData name="Toby Donaldson" userId="2e6e5431-bb17-4c41-9985-d39c50d83c73" providerId="ADAL" clId="{F31BC264-820E-54C4-A6D1-F92AF9CC222E}" dt="2026-03-25T19:09:50.204" v="144" actId="20577"/>
          <ac:spMkLst>
            <pc:docMk/>
            <pc:sldMk cId="3596547105" sldId="280"/>
            <ac:spMk id="3" creationId="{C2665DDD-24AE-8C69-183D-ED76885D622E}"/>
          </ac:spMkLst>
        </pc:spChg>
      </pc:sldChg>
      <pc:sldChg chg="modSp">
        <pc:chgData name="Toby Donaldson" userId="2e6e5431-bb17-4c41-9985-d39c50d83c73" providerId="ADAL" clId="{F31BC264-820E-54C4-A6D1-F92AF9CC222E}" dt="2026-03-25T19:09:55.625" v="148" actId="20577"/>
        <pc:sldMkLst>
          <pc:docMk/>
          <pc:sldMk cId="1322897013" sldId="281"/>
        </pc:sldMkLst>
        <pc:spChg chg="mod">
          <ac:chgData name="Toby Donaldson" userId="2e6e5431-bb17-4c41-9985-d39c50d83c73" providerId="ADAL" clId="{F31BC264-820E-54C4-A6D1-F92AF9CC222E}" dt="2026-03-25T19:09:55.625" v="148" actId="20577"/>
          <ac:spMkLst>
            <pc:docMk/>
            <pc:sldMk cId="1322897013" sldId="281"/>
            <ac:spMk id="3" creationId="{64D8B993-7604-D277-7A6B-03900CE99781}"/>
          </ac:spMkLst>
        </pc:spChg>
      </pc:sldChg>
      <pc:sldChg chg="modSp">
        <pc:chgData name="Toby Donaldson" userId="2e6e5431-bb17-4c41-9985-d39c50d83c73" providerId="ADAL" clId="{F31BC264-820E-54C4-A6D1-F92AF9CC222E}" dt="2026-03-25T19:10:02.593" v="152" actId="20577"/>
        <pc:sldMkLst>
          <pc:docMk/>
          <pc:sldMk cId="3268602242" sldId="282"/>
        </pc:sldMkLst>
        <pc:spChg chg="mod">
          <ac:chgData name="Toby Donaldson" userId="2e6e5431-bb17-4c41-9985-d39c50d83c73" providerId="ADAL" clId="{F31BC264-820E-54C4-A6D1-F92AF9CC222E}" dt="2026-03-25T19:10:02.593" v="152" actId="20577"/>
          <ac:spMkLst>
            <pc:docMk/>
            <pc:sldMk cId="3268602242" sldId="282"/>
            <ac:spMk id="3" creationId="{ED5F92AC-CA91-65A0-1310-6FBA37905CC7}"/>
          </ac:spMkLst>
        </pc:spChg>
      </pc:sldChg>
      <pc:sldChg chg="addSp modSp mod">
        <pc:chgData name="Toby Donaldson" userId="2e6e5431-bb17-4c41-9985-d39c50d83c73" providerId="ADAL" clId="{F31BC264-820E-54C4-A6D1-F92AF9CC222E}" dt="2026-03-30T20:55:55.077" v="175"/>
        <pc:sldMkLst>
          <pc:docMk/>
          <pc:sldMk cId="1760266680" sldId="289"/>
        </pc:sldMkLst>
        <pc:graphicFrameChg chg="modGraphic">
          <ac:chgData name="Toby Donaldson" userId="2e6e5431-bb17-4c41-9985-d39c50d83c73" providerId="ADAL" clId="{F31BC264-820E-54C4-A6D1-F92AF9CC222E}" dt="2026-03-25T19:10:39.241" v="153" actId="12385"/>
          <ac:graphicFrameMkLst>
            <pc:docMk/>
            <pc:sldMk cId="1760266680" sldId="289"/>
            <ac:graphicFrameMk id="6" creationId="{1714D35B-00D2-C2F0-D9AA-13B9A53A6A93}"/>
          </ac:graphicFrameMkLst>
        </pc:graphicFrame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1760266680" sldId="289"/>
            <ac:inkMk id="3" creationId="{94E6AD5E-B385-E95E-E689-3E9F56B8868E}"/>
          </ac:inkMkLst>
        </pc:inkChg>
      </pc:sldChg>
      <pc:sldChg chg="addSp modSp mod">
        <pc:chgData name="Toby Donaldson" userId="2e6e5431-bb17-4c41-9985-d39c50d83c73" providerId="ADAL" clId="{F31BC264-820E-54C4-A6D1-F92AF9CC222E}" dt="2026-03-30T20:55:55.077" v="175"/>
        <pc:sldMkLst>
          <pc:docMk/>
          <pc:sldMk cId="3346474797" sldId="290"/>
        </pc:sldMkLst>
        <pc:spChg chg="mod">
          <ac:chgData name="Toby Donaldson" userId="2e6e5431-bb17-4c41-9985-d39c50d83c73" providerId="ADAL" clId="{F31BC264-820E-54C4-A6D1-F92AF9CC222E}" dt="2026-03-25T19:10:49.477" v="154" actId="20577"/>
          <ac:spMkLst>
            <pc:docMk/>
            <pc:sldMk cId="3346474797" sldId="290"/>
            <ac:spMk id="2" creationId="{CA88D2E0-9EA6-6C47-9664-766C978E8464}"/>
          </ac:spMkLst>
        </pc:sp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3346474797" sldId="290"/>
            <ac:inkMk id="4" creationId="{CC49B7AE-68BF-276D-43BB-7DA43AD7AEA9}"/>
          </ac:inkMkLst>
        </pc:inkChg>
      </pc:sldChg>
      <pc:sldChg chg="addSp modSp mod">
        <pc:chgData name="Toby Donaldson" userId="2e6e5431-bb17-4c41-9985-d39c50d83c73" providerId="ADAL" clId="{F31BC264-820E-54C4-A6D1-F92AF9CC222E}" dt="2026-03-30T20:55:55.077" v="175"/>
        <pc:sldMkLst>
          <pc:docMk/>
          <pc:sldMk cId="2228665987" sldId="291"/>
        </pc:sldMkLst>
        <pc:spChg chg="mod">
          <ac:chgData name="Toby Donaldson" userId="2e6e5431-bb17-4c41-9985-d39c50d83c73" providerId="ADAL" clId="{F31BC264-820E-54C4-A6D1-F92AF9CC222E}" dt="2026-03-25T19:11:12.907" v="158" actId="20577"/>
          <ac:spMkLst>
            <pc:docMk/>
            <pc:sldMk cId="2228665987" sldId="291"/>
            <ac:spMk id="2" creationId="{594E3DE2-30C5-6DEC-F9AE-58E0726B513F}"/>
          </ac:spMkLst>
        </pc:sp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2228665987" sldId="291"/>
            <ac:inkMk id="4" creationId="{E44B9B83-D443-72E0-6C8A-427AF5677ECA}"/>
          </ac:inkMkLst>
        </pc:inkChg>
      </pc:sldChg>
      <pc:sldChg chg="modSp mod">
        <pc:chgData name="Toby Donaldson" userId="2e6e5431-bb17-4c41-9985-d39c50d83c73" providerId="ADAL" clId="{F31BC264-820E-54C4-A6D1-F92AF9CC222E}" dt="2026-03-25T19:10:57.292" v="155" actId="20577"/>
        <pc:sldMkLst>
          <pc:docMk/>
          <pc:sldMk cId="2125113995" sldId="292"/>
        </pc:sldMkLst>
        <pc:spChg chg="mod">
          <ac:chgData name="Toby Donaldson" userId="2e6e5431-bb17-4c41-9985-d39c50d83c73" providerId="ADAL" clId="{F31BC264-820E-54C4-A6D1-F92AF9CC222E}" dt="2026-03-25T19:10:57.292" v="155" actId="20577"/>
          <ac:spMkLst>
            <pc:docMk/>
            <pc:sldMk cId="2125113995" sldId="292"/>
            <ac:spMk id="2" creationId="{1FD97E7C-9A50-D99D-FF65-12CEC8E8B6D5}"/>
          </ac:spMkLst>
        </pc:spChg>
      </pc:sldChg>
      <pc:sldChg chg="modSp mod">
        <pc:chgData name="Toby Donaldson" userId="2e6e5431-bb17-4c41-9985-d39c50d83c73" providerId="ADAL" clId="{F31BC264-820E-54C4-A6D1-F92AF9CC222E}" dt="2026-03-25T19:11:02.473" v="156" actId="20577"/>
        <pc:sldMkLst>
          <pc:docMk/>
          <pc:sldMk cId="2959956230" sldId="293"/>
        </pc:sldMkLst>
        <pc:spChg chg="mod">
          <ac:chgData name="Toby Donaldson" userId="2e6e5431-bb17-4c41-9985-d39c50d83c73" providerId="ADAL" clId="{F31BC264-820E-54C4-A6D1-F92AF9CC222E}" dt="2026-03-25T19:11:02.473" v="156" actId="20577"/>
          <ac:spMkLst>
            <pc:docMk/>
            <pc:sldMk cId="2959956230" sldId="293"/>
            <ac:spMk id="2" creationId="{6B1D5ECE-D0B5-6D5F-9476-2772F298BA7B}"/>
          </ac:spMkLst>
        </pc:spChg>
      </pc:sldChg>
      <pc:sldChg chg="addSp modSp mod">
        <pc:chgData name="Toby Donaldson" userId="2e6e5431-bb17-4c41-9985-d39c50d83c73" providerId="ADAL" clId="{F31BC264-820E-54C4-A6D1-F92AF9CC222E}" dt="2026-03-30T20:55:55.077" v="175"/>
        <pc:sldMkLst>
          <pc:docMk/>
          <pc:sldMk cId="3935162255" sldId="294"/>
        </pc:sldMkLst>
        <pc:spChg chg="mod">
          <ac:chgData name="Toby Donaldson" userId="2e6e5431-bb17-4c41-9985-d39c50d83c73" providerId="ADAL" clId="{F31BC264-820E-54C4-A6D1-F92AF9CC222E}" dt="2026-03-25T19:11:08.027" v="157" actId="20577"/>
          <ac:spMkLst>
            <pc:docMk/>
            <pc:sldMk cId="3935162255" sldId="294"/>
            <ac:spMk id="2" creationId="{ED08B9EB-1874-B924-F6F2-8ED41FC1075E}"/>
          </ac:spMkLst>
        </pc:spChg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3935162255" sldId="294"/>
            <ac:inkMk id="4" creationId="{3BF4E456-0989-9D62-AAAB-F0351919CDA5}"/>
          </ac:inkMkLst>
        </pc:inkChg>
      </pc:sldChg>
      <pc:sldChg chg="modSp mod">
        <pc:chgData name="Toby Donaldson" userId="2e6e5431-bb17-4c41-9985-d39c50d83c73" providerId="ADAL" clId="{F31BC264-820E-54C4-A6D1-F92AF9CC222E}" dt="2026-03-25T19:11:17.104" v="159" actId="20577"/>
        <pc:sldMkLst>
          <pc:docMk/>
          <pc:sldMk cId="2794756075" sldId="295"/>
        </pc:sldMkLst>
        <pc:spChg chg="mod">
          <ac:chgData name="Toby Donaldson" userId="2e6e5431-bb17-4c41-9985-d39c50d83c73" providerId="ADAL" clId="{F31BC264-820E-54C4-A6D1-F92AF9CC222E}" dt="2026-03-25T19:11:17.104" v="159" actId="20577"/>
          <ac:spMkLst>
            <pc:docMk/>
            <pc:sldMk cId="2794756075" sldId="295"/>
            <ac:spMk id="2" creationId="{1BADA201-DB6E-9248-7D60-DF78F6F0E2EF}"/>
          </ac:spMkLst>
        </pc:spChg>
      </pc:sldChg>
      <pc:sldChg chg="addSp delSp modSp mod">
        <pc:chgData name="Toby Donaldson" userId="2e6e5431-bb17-4c41-9985-d39c50d83c73" providerId="ADAL" clId="{F31BC264-820E-54C4-A6D1-F92AF9CC222E}" dt="2026-03-30T20:55:55.077" v="175"/>
        <pc:sldMkLst>
          <pc:docMk/>
          <pc:sldMk cId="1501517616" sldId="296"/>
        </pc:sldMkLst>
        <pc:inkChg chg="add">
          <ac:chgData name="Toby Donaldson" userId="2e6e5431-bb17-4c41-9985-d39c50d83c73" providerId="ADAL" clId="{F31BC264-820E-54C4-A6D1-F92AF9CC222E}" dt="2026-03-30T20:55:55.077" v="175"/>
          <ac:inkMkLst>
            <pc:docMk/>
            <pc:sldMk cId="1501517616" sldId="296"/>
            <ac:inkMk id="4" creationId="{576F59BB-4F0B-C277-980F-51CD69BDA6D2}"/>
          </ac:inkMkLst>
        </pc:inkChg>
      </pc:sldChg>
      <pc:sldChg chg="add">
        <pc:chgData name="Toby Donaldson" userId="2e6e5431-bb17-4c41-9985-d39c50d83c73" providerId="ADAL" clId="{F31BC264-820E-54C4-A6D1-F92AF9CC222E}" dt="2026-03-25T19:08:25.122" v="122" actId="2890"/>
        <pc:sldMkLst>
          <pc:docMk/>
          <pc:sldMk cId="1691301190" sldId="297"/>
        </pc:sldMkLst>
      </pc:sldChg>
      <pc:sldChg chg="add">
        <pc:chgData name="Toby Donaldson" userId="2e6e5431-bb17-4c41-9985-d39c50d83c73" providerId="ADAL" clId="{F31BC264-820E-54C4-A6D1-F92AF9CC222E}" dt="2026-03-25T19:08:39.646" v="127" actId="2890"/>
        <pc:sldMkLst>
          <pc:docMk/>
          <pc:sldMk cId="4284911874" sldId="298"/>
        </pc:sldMkLst>
      </pc:sldChg>
      <pc:sldChg chg="add">
        <pc:chgData name="Toby Donaldson" userId="2e6e5431-bb17-4c41-9985-d39c50d83c73" providerId="ADAL" clId="{F31BC264-820E-54C4-A6D1-F92AF9CC222E}" dt="2026-03-25T19:09:03.022" v="132" actId="2890"/>
        <pc:sldMkLst>
          <pc:docMk/>
          <pc:sldMk cId="4154726388" sldId="29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38:53.5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3069 12171 24575,'20'0'0,"-5"0"0,-15 0 0,16 0 0,12 0 0,9 0 0,-12 0 0,1 0 0,11 0 0,6 0 0,0 0 0,-6 0 0,3 0 0,4 0 0,4 0-412,-2 0 0,5 0 0,-1 0 412,-2 1 0,0-1 0,1-1 0,-6-4 0,1-2 0,0 1 0,-1 0 0,7 4 0,-3 2 0,1-4 0,-10-4 0,0-3 0,-1-1 0,-3 4 0,10 6 0,-3 0 0,3-6 0,-6 1 0,-17 7 0,3 0 0,-24 0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40:02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10442 9560 24575,'35'0'0,"-1"0"0,9 0 0,2 0 0,-10 0 0,1 0 0,1 0 0,-1 0 0,0 0 0,0 0 0,12 0 0,0 0 0,-15 0 0,0 0 0,3 0-820,1 1 1,4-1 0,1 0 0,0-1 558,5-2 1,0-1 0,2-1 0,2 2-171,-7 1 1,2 2 0,1 0 0,1 1-1,-1-2 1,0-1 430,-5-2 0,0-1 0,0-1 0,0 0 0,0 1 0,0-1 0,3 1 0,1 1 0,0-1 0,0 1 0,-2-1 0,0 1 46,1-1 1,-2 1-1,0 0 1,-1 0-1,0-1-46,-1 0 0,-1 0 0,0 0 0,0 0 0,-1 2 0,10 1 0,0 2 0,-2 1 0,-2 0 0,1-1 0,-2 0 0,0 0-54,5 0 1,1 0 0,-6 0 53,-10 0 0,-4 0 858,2 0 0,-5 0-858,-7 0 3210,19 0-3210,-33 0 1664,33 0-1664,4 0 0,-5 0 0,5 0 0,-9 0 0,2 0 0,1 0 79,4 0 0,0 0 1,1 0-80,2 0 0,1 0 0,-3 0 0,3 0 0,-4 0 0,-5 0 0,-5 0 0,0 0 0,-27 0 0,12 0 0,-16 0 0</inkml:trace>
  <inkml:trace contextRef="#ctx0" brushRef="#br0" timeOffset="2698">5415 13212 24575,'43'0'0,"-6"0"0,7 0 0,-25 0 0,20 0 0,-17 0 0,10 0 0,3 0 0,6 0 0,6 0 0,4 0 0,-17 0 0,0 0 0,0 0 0,3 0 0,-4 0 0,0 0 0,-1 0 0,9 1 0,0-2 0,-8-7 0,-1 0 0,0 6 0,1 0 0,9-5 0,-2-2 0,1-6 0,-7 13 0,-1 0 0,4-14 0,-12 15 0,1 2 0,0-1 0,1 0 0,1 2 0,-1-4 0,10-22 0,2 19 0,-19-19 0,-1 24 0,-3 0 0,-16 0 0</inkml:trace>
  <inkml:trace contextRef="#ctx0" brushRef="#br0" timeOffset="32199">4745 11589 24575,'43'0'0,"-6"0"0,-9 0 0,3 0 0,-4 0 0,-5 0 0,2 0 0,-24 0 0,0 0 0,15 0 0,-11 0 0,12 0 0,7 0 0,-1 0 0,21 0 0,-23 0 0,19 0 0,-33 0 0,17 0 0,-23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41:42.9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5574 13141 24575,'34'0'0,"0"0"0,9 0 0,3 0 0,-12 1 0,2-1 0,1-1-689,9-5 0,1-3 0,0 0 689,-5 2 0,0 0 0,1 0 0,-3 1 0,1-1 0,1 1 0,-2-3 0,4-4 0,-2-2 0,1 4 0,1 8 0,1 3 0,-3-3 119,-6-4 1,-1-3-1,-2 4-119,8 6 0,-1 0 206,-5-8 1,0 0-207,4 6 0,-1 0 0,-14-6 0,1 1 0,4 6 0,0 2 1048,14-1-1048,-5 0 248,-11 0-248,5 0 0,-29 0 0,13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41:53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4780 15152 24575,'31'0'0,"-1"0"0,4 0 0,2 0 0,12 0 0,0 0 0,-2 0 0,1 0 0,-12 0 0,0 0 0,-2 0 0,1 0 0,-3 0 0,4 0 0,-3 0 0,5 0 0,6 0 0,-23 0 0,-5 0 0,-15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42:05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1588 15610 8191,'45'0'0,"-7"0"0,6 0 975,1 0 0,4 0 0,4 0-975,-14 0 0,1 0 0,2 0 0,2 0 0,1 0 0,1 0 0,3 0 0,1 0 0,1 0 0,0 0 0,-1 0-3,-6 0 0,0 0 1,0 0-1,1 0 0,-1 0 1,1 0-1,1 0 3,-2 0 0,0 0 0,1 0 0,0 0 0,1 0 0,-1 0 0,0 0 0,0 0 0,4 0 0,0 0 0,-1 0 0,0 0 0,1 0 0,0 0 0,0 0 0,-5 0 0,1 0 0,0 0 0,0 0 0,0 0 0,0 0 0,0 0 0,-1 0 0,1 0 0,-1 0 0,0 0 0,0 0 0,0 0 0,0 0 0,-1 0 0,0 0 0,4 1 0,0-1 0,-1 0 0,0 1 0,0-1 0,0-1 0,0 0 101,-2 0 0,1-1 0,0-1 0,0 0 0,-2 1 1,0-1-1,-1 2-101,9 0 0,-2 0 0,-1 1 0,-2-1 0,-1 0 760,4-3 1,-3 0 0,0-1 0,-2 2-761,7 2 0,-2 2 0,-2-1 462,-10 0 0,-1 0 1,-2 0-463,15 0 0,-2 0 0,-2 0 0,-3 0 1638,-10 0 0,0 0-1398,7 0 1,-1 0 1251,-10 0 0,-1 0-1492,0 0 0,-1 0 1361,1 0-1361,-11 0 0,-16 0 0,0 0 0</inkml:trace>
  <inkml:trace contextRef="#ctx0" brushRef="#br0" timeOffset="3714">2134 12806 24575,'41'0'0,"1"0"0,-1 0 0,-4 0 0,0 0 0,3 0 0,3 0 0,-3 0 0,4 0 0,2 0 0,1 0 0,0 0 0,-1 0-547,0 0 1,1 0 0,-1 0 0,1 0 0,0 0 0,0 0 77,-3 0 1,-1 0 0,1 0 0,1 0 0,-1 0 0,0 0 0,0 0 365,6 0 1,0 0 0,0 0 0,0 0 0,-1 0 0,0 0 102,-3 0 0,-1 0 0,-1 0 0,1 0 0,-1 0 0,0 0-118,-1 0 1,0 0 0,0 0 0,0 0 0,-1 0 0,-1 0 117,6 0 0,-1 0 0,0 0 0,-1 0 0,-1 0 89,4 0 0,-1 0 0,0 0 0,-1 0-89,-2 0 0,0 0 0,0 0 0,-2 0-264,6 0 1,-1 0-1,-1 0 264,-1 1 0,-2 0 0,1-3 0,-3-5 0,0-2 0,0 1 0,0 6 0,0 1 0,0-2 837,1-4 0,-1-2 0,0 2-837,-4 5 0,-1 3 0,-1 0 1174,6-1 1,-2 0-1175,-3 0 0,-5 0 0,-10 0 0,3 0 0</inkml:trace>
  <inkml:trace contextRef="#ctx0" brushRef="#br0" timeOffset="5215">10830 12965 24575,'38'0'0,"-1"0"0,-3 0 0,2 0 0,2 0 0,3 0 0,3 0 0,0 0-497,5 0 1,1 0 0,-2 0 496,-11 0 0,-2 0 0,1 0 0,4 0 0,0 0 0,-1 0 0,8 0 0,-2 0 242,-4 0 0,-1 0-242,-5 0 0,-4 0 246,7 0-246,-11 0 0,-11 0 0,-16 0 0</inkml:trace>
  <inkml:trace contextRef="#ctx0" brushRef="#br0" timeOffset="6583">10160 15187 24575,'35'0'0,"-1"0"0,1 0 0,5 0 0,1 0 0,1 0 0,-5 0 0,1 0 0,0 0 0,0 0-529,2 0 1,1 0 0,0 0-1,-2 0 529,8 0 0,-2 0 0,-2 0 0,9 0 0,-8 0 679,-1 0-679,-27 24 0,-16-19 0,0 19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51:23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25047 13511 24575,'0'30'0,"0"-1"0,1 3 0,-2 1 0,-6 10 0,-1 2 0,5-5 0,2 0 0,-4-4 0,-2 2 0,3-2 0,3 4 0,2-1 0,-1 9 0,0-2 0,0-19 0,0-1 0,0 17 0,0 0 0,0-22 0,0 19 0,0-37 0,0 37 0,0-34 0,0 17 0,0-23 0,0 16 0,0-12 0,0 27 0,0 12 0,0-2 0,0 0 0,0 1 0,0 7 0,0-19 0,0 0 0,0 13 0,0-23 0,0-4 0,0 7 0,0-17 0,0 18 0,0-24 0,0 15 0,0-11 0,-2 21 0,4 5 0,14-4 0,-15 7 0,2 0 0,12-11 0,-15 17 0,0-35 0,0 12 0,0-1 0,0-11 0,0 12 0,0-16 0,0 0 0,0 23 0,0-17 0,0 18 0,0-24 0,0 0 0,24 15 0,-18-11 0,17 36 0,-23-35 0,0 35 0,0-36 0,0 11 0,16 1 0,-12-12 0,11 35 0,-15-33 0,0 17 0,0-7 0,0-12 0,0 12 0,0-16 0,0 15 0,0-11 0,0 12 0,0 8 0,0-19 0,0 19 0,0-24 0,0 16 0,0-12 0,0 11 0,0-15 0,0 24 0,0-18 0,0 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53:29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1552 10654 24575,'43'0'0,"-6"0"0,3 0 0,-3 0 0,2 0 0,0 0 0,2 0 0,-1 0 0,6 0 0,0 0 0,2 0 0,0 0 0,-14 0 0,0 0 0,0 0 0,8 1 0,0-2 0,-8-4 0,2-1 0,-2 1 0,11 5 0,-2-4 0,2-15 0,-2-1 0,-9 17 0,-3 0 0,12-20 0,-27 23 0,0 0 0,-13 0 0,13 0 0</inkml:trace>
  <inkml:trace contextRef="#ctx0" brushRef="#br0" timeOffset="7917">3898 10566 24575,'31'0'0,"-1"0"0,4 0 0,3 0 0,9 0 0,4 0-297,-15 0 1,1 0 0,0 0 296,1 0 0,-1 0 0,-1 0 0,12 0 0,-6 0 292,4 0-292,-5 0 148,-36 0-148,19 0 0,8 0 0,11 0 0,-10 0 0,6 0 0,1 0 0,0 0 0,0 1 0,1-2-208,4-4 1,2-1-1,-1 1 208,2 3 0,0 2 0,-2-2 0,-7-3 0,-3-1 0,0 1 0,12 5 0,-6 0 0,4 0 0,-5 0 0,-37 0 0,13 0 0,-16 16 1072,0-12-1072,0 12 0,0-16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54:23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1764 12541 24575,'43'0'0,"-18"0"0,3 0 0,18 0 0,2 0 0,-9 0 0,0 0 0,9 0 0,-2 0 0,-9 0 0,-5 0 0,-1 0 0,-1 0 0,-5 0 0,-19 0 0,33 0 0,-11 0 0,9 0 0,-5 1 0,3-2 0,4-6 0,2-1 0,5 6 0,0 0 0,-5-5 0,-1-2 0,2 0 0,-2 2 0,1 3 0,-8-4 0,1 1 0,3 7 0,-10 0 0,5 0 0,-28 0 0,11 0 0</inkml:trace>
  <inkml:trace contextRef="#ctx0" brushRef="#br0" timeOffset="6549">4110 12541 24575,'50'0'0,"0"0"0,-12 0 0,1 0 0,3 0 0,0 0 0,2 0 0,2 0 0,-1 0-820,-1 0 1,0 0 0,1 0 0,0 0 613,4 0 1,1 0 0,1 0-1,-1 0 206,-1 0 0,0 0 0,0 0 0,0 0 0,-1 0 0,-1 0 0,0 0 0,-1 0-133,-3 0 0,-2 0 0,0 0 0,1 0 133,-1 0 0,0 0 0,0 0 0,-2 0 0,5 0 0,-1 0 0,0 0 159,6 0 1,0 0 0,0 0-160,-7 0 0,-2 0 0,1 0 0,0 0 0,0 0 0,1 0 0,2 0 0,1 0 0,-3 0 0,2 0 0,-2 0 0,3 0 0,-7 0 0,-19 0 1928,20 0-1928,-33 0 1532,18 0-1532,-24 0 692,0 0-692,0 24 0,0-18 0,15 17 0,-11-23 0,12 0 0,-16 0 0,0 16 0,0-12 0,0 11 0,0-15 0,0 0 0,0 16 0,0-12 0,0 12 0</inkml:trace>
  <inkml:trace contextRef="#ctx0" brushRef="#br0" timeOffset="8265">9155 12665 24575,'-45'0'0,"1"0"0,1 0 0,-2 0 0,11 0 0,-1 0 0,0 0 0,-11 0 0,0 0 0,-3 0 0,2 0 0,11 0 0,2 0 0,6 0 0,3 0 0,-3 0 0,-3 0 0,27 0 0,-12 0 0,16-16 0,-39 12 0,16-3 0,-3-2 0,-6 3 0,-4 1 0,0 1 0,-11 2 0,2 0 0,3-6 0,4 0 0,-5 8 0,3 0 0,58 0 0,-36 0 0,42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54:49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4780 14640 24575,'45'0'0,"-2"0"0,0 0 0,-5 0 0,-12 0 0,-1 0 0,-4 0 0,18 0 0,-35 0 0,28 0 0,-5 0 0,-2 0 0,3 0 0,6 0 0,3 0 0,3 0 0,0 0 0,-8 0 0,1 0 0,10 0 0,-4 0 0,-14 0 0,5-2 0,-5 4 0,-21 22 0,35-18 0,-33 17 0,18-23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20:55:22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1393 7214 24575,'0'30'0,"0"-4"0,0 3 0,0 18 0,0-9 0,0 4 0,0 1 0,0 2-527,0-7 1,0 3 0,0 0 526,0 3 0,0 1 0,0 1 0,0-7 0,0 2 0,0 0 0,0-1 0,0-2 0,0 0 0,0-1 0,0 1 0,0 9 0,0-1 0,0 0 0,0-2 0,0 0 0,0-1 0,0-1 0,-1 1 0,2-3-44,4-3 1,1-1 0,-1-1 43,-3 0 0,-2 0 0,2-3 0,6 1 0,0-1 0,-8 6 0,0 0 0,7-10 0,1-1 0,-6 0 0,0-1 1165,14 17-1165,-16 0 544,0-5-544,0-13 0,0 1 0,0 11 0,0 6 0,0-24 0,0 21 0,0-19 0,0 22 0,24-23 0,-19 19 0,19-33 0,-24 18 0,16-24 0,3 0 0,1 0 0,6 0 0,3 0 0,20 0 0,-7 0 0,4 0 0,-12 0 0,1 0 0,0 0-349,0 0 1,1 0 0,1 0 348,7 0 0,3 0 0,1 0 0,-11 0 0,0 0 0,1 0 0,1 0-513,2 0 0,1 0 0,0 0 0,1 0 513,3 0 0,0 0 0,0 0 0,0 0 0,-1 0 0,0 0 0,-1 0 0,1 0 0,-1 0 0,0 0 0,0 0 0,0 0 0,0 0 0,0 0 0,-1 0 0,1 0-331,-4 0 1,-1 0 0,1 0-1,1 0 331,6 0 0,0 0 0,2 0 0,-2 0 0,0 0 0,-1 0 0,1 0 0,2 0-431,-10 0 0,3 0 1,0 0-1,1 0 0,0 0 1,-2 0 430,7 0 0,-1 0 0,0 0 0,0 0 0,2 0 0,-5 0 0,0 0 0,2 1 0,-1-1 0,1 0 0,-1-1 0,0-2 0,1-1 0,-1-1 0,0 0 0,0 1 0,-1 1 0,-1 1 0,-1 1 0,-1 1 0,1 0 0,0-1 0,1-1 0,5-1 0,1-1 0,1-1 0,0 0 0,-1 1 0,-1 2 0,-5 0 0,-1 2 0,0 0 0,-1 1 0,1-1 0,1 1 0,5-1 0,1 0 0,1 0 0,0 0 0,-1 0 0,-1 0 0,-5 0 0,-1 0 0,-1 0 0,1 0 0,0 0 0,1 0 0,5 0 0,1 0 0,1 0 0,0 0 0,-1 0 0,-1 0 0,-5 0 0,-1 0 0,-1 0 0,1 1 0,0-2 0,1 1 0,5-2 0,1-1 0,1 0 0,0 0 0,-1 0 0,-1 1 0,-5 1 0,-1 0 0,0 1 0,-1 0 0,1-1 0,1 0 0,1-1 0,1 0 0,1-1 0,-1 0 0,0 0 0,0 0 0,-2 1 0,0-1 0,-1 0 0,0 0 0,1 1 0,-1 0 0,8 1 0,-1 1 0,1 0 0,0 0 0,0-3 0,-8-2 0,1-2 0,-1-1 0,1 0 0,-1 2 0,0 1 0,8 2 0,-1 2 0,0 1 0,1-1 0,-1 0 0,-6-2 0,-1-1 0,1 0 0,0-1 0,-1 1 0,0 0 0,5 0 0,0 1 0,0 0 0,-1 0 0,0 0-215,2 2 1,-1 1-1,1 0 1,-1-1-1,-1 0 215,-5-2 0,0-1 0,-1 1 0,1-1 0,-1 2 0,2 1 0,1 1 0,-1 0 0,0 1 0,-1-1 0,7 0 0,-1 0 0,0 0 0,-1 0 32,1 0 1,-1 0 0,0 0 0,-1 0-33,0 0 0,-2 0 0,1 0 0,-1 0 0,-3 0 0,0 0 0,0 0 0,1 0 0,2 0 0,1 0 0,0 0 0,-1 0 0,-2 0 0,-2 0 0,1 0 0,1 0 3,2 0 0,2 0 0,-1 0 0,-2 0-3,7 0 0,-2 0 0,2 0 0,-3 0 0,1 0 0,0 0 0,-1 0 0,-6 0 0,-2 0 0,1 0 0,1 0 186,9 0 1,1 0 0,1 0 0,-1 0-187,-1 0 0,-1 0 0,0 0 0,1 0 0,-9 0 0,1 0 0,-1 0 0,1 0 0,1 0-41,3 0 0,0 0 0,0 0 0,1 0 0,0 0 41,2 0 0,-1 0 0,1 0 0,0 0 0,0 0 0,2 0 0,-1 0 0,0 0 0,1 0 0,1 0-259,-3 0 1,1 0 0,0 0 0,1 0 0,-1 0 0,0 0 258,-2 0 0,0 0 0,-1 0 0,0 0 0,1 0 0,1 0 0,-5 0 0,1 0 0,0 0 0,0 0 0,0 0 0,0 0 0,0 0 0,6 0 0,0 0 0,-1 0 0,1 0 0,-1 0 0,1 0 0,-6 0 0,0 0 0,-1 0 0,1 0 0,0 0 0,1 0 0,-1 0 0,1 0 0,0 0 0,0 0 0,1 0 0,0 0 0,0 0 0,0 0-263,-2 0 0,1 0 1,0 0-1,0 0 1,0 0-1,0 0 0,0 0 1,0 0 262,4 0 0,-1 0 0,1 0 0,-1 0 0,0 0 0,1 0 0,1 0-200,-2 0 1,0 0-1,1 0 1,0 0 0,0 0-1,0 0 1,0 0-1,0 0 200,-1 0 0,0 0 0,0 0 0,0 0 0,0 0 0,0 0 0,-1 0 0,0 0 0,-1 0 0,-1 0 0,-1 0 0,1 0 0,-1 0 0,1 0 0,1 0 0,0 0 0,-2 0 0,1 0 0,1 0 0,0 0 0,0 0 0,0 0 0,0 0 0,-1 0 0,0 0 0,4 0 0,-1 0 0,0 0 0,0 0 0,-1 0 0,1 0 0,0 0 0,1 0-150,-5 0 0,0 0 0,1 0 0,0 0 0,-1 0 0,1 0 1,0 0-1,1 0 0,-1 0 150,3 0 0,0 0 0,1 0 0,0 0 0,0 0 0,-1 0 0,1 0 0,-2 0 0,-1 0 0,1 0 0,-1 0 0,-1 0 0,-1 0 0,1 0 0,-1 0 0,1 0 0,0 0-28,2 0 0,-1 0 1,1 0-1,1 0 1,-1 0-1,-1 0 1,1 0-1,-1 0 28,-1 0 0,-1 0 0,0 0 0,-1 0 0,1 0 0,-1 0 0,1 0 0,0 0 0,1 0 0,1 0 0,-1 0 0,0 0 0,1 0 0,-1 0 0,1 0 0,-1 0 0,0 0 0,-1 0 0,1 0 0,0 0 0,-1 0 0,1 0 0,-1 0 0,0 0 0,6 0 0,-1 0 0,0 0 0,0 0 0,0 0 0,0 0 0,-1 0 0,0 0 0,0 0 0,-1 0 0,0 0 0,1 0 0,-1 0 0,0 0 0,-1 0 0,-1 0 0,1 0 0,0 0 0,-1 0 0,1 0 0,-1 0 50,0 0 0,-1 0 0,1 0 0,-1 0 0,1 0 0,-1 0 0,1 0-50,-1 0 0,1 0 0,0 0 0,0 0 0,-1 0 0,1 0 0,0 0 0,1 0 0,0 0 0,1 0 0,-1 0 0,0 0 0,0 0 0,1 0 49,-1 0 1,0 0 0,0 0 0,0 0 0,0 0 0,1 0 0,-1 0-50,2 0 0,0 0 0,0 0 0,0 0 0,0 0 0,0 0 0,-1 0 0,-1 0 0,0 0 0,-1 0 0,1 0 0,-2 0 0,1 0 0,-1 0 0,3 0 0,0 0 0,-1 0 0,0 0 0,-1 0 0,0 0 251,-1 0 0,-1 0 1,0 0-1,-1 0 0,0 0 1,-1 0-252,1 0 0,-1 0 0,-1 0 0,0 0 0,1 0 305,0 0 0,1 0 1,-1 0-1,1 0 0,-2 0-305,3 0 0,0 0 0,-1 0 0,2 0 0,-3 0 0,1 0 0,1 0 0,-1 0 0,-2 0 0,0 0 0,-1 0 0,-1 0 0,2 0 449,4 0 0,2 0 0,-1 0 0,-2 0-449,1 0 0,-3 0 0,1 0 0,7 0 0,1 0 0,-2 0 0,-5 0 0,-1 0 0,-1 0 0,-5 0 0,0 0 0,-1 0 1015,0 0 1,-1 0 0,-1 0-1016,16 0 0,-2 0 0,-1 0 0,1 0 0,-9 0 0,3 0 0,-1 0 0,-4 0 0,-1 0 0,2 0 372,10 0 0,3 0 0,0 0-372,-2 0 0,0 0 0,1 0 0,-6 0 0,1 0 0,0 0 0,-1 0 0,7 0 0,-2 0 0,-1 0 0,-2 0 0,-1 0 0,-1 0 331,-3 0 0,0 0 0,-1 0-331,-3 0 0,0 0 0,0 0 0,5 0 0,0 1 0,1-2 0,-1-4 0,0-1 0,0 1 0,3 4 0,1 0 0,-3-1 0,-7-3 0,-2-1 0,1 2 284,3 2 0,0 3 0,-1 0-284,5-1 0,-2 0 196,5 0 1,1 0-197,-5 0 0,0 0 673,-5 0 1,0 0-674,0 0 0,-1 0 357,1 1 0,1-2-357,3-11 0,2 0 0,-7 9 0,1 3 0,0-3 0,11-9 0,0 1 0,-11 9 0,1 3 0,-3 0 108,0-1 0,-2 0-108,10 0 0,1 0 0,-3 0 0,2 0 0,-6 0 0,1 0 0,1 0-384,3 0 1,1 1 0,1-2 383,6-4 0,2-1 0,-1 1 0,-1 3 0,0 2 0,1-2-579,-3-1 1,2-1-1,0 0 1,1-1 578,-3 0 0,1-2 0,-1 1 0,3 1 0,-5 3 0,1 1 0,1 1 0,0-1 0,0-1-537,1-2 0,1-1 1,0 0-1,0 0 1,0 0 536,2 2 0,-1-1 0,1 1 0,0 0 0,0 1 0,-8 1 0,1 1 0,0 0 0,-1 0 0,1-1 0,-1-1 0,8-3 0,-1-2 0,1-1 0,-1 1 0,0 3 0,-3 2 0,1 2 0,-1 0 0,0 0 0,0-2 0,0-5 0,1-1 0,-1-2 0,-1 2 0,-2 1-294,2 5 0,-2 1 0,0 1 0,-1-2 294,-1-4 0,1-1 0,-2 1 0,0 1 0,4 4 0,-1 1 0,1 1 0,3-1 0,0 0 0,0 0 26,-2 0 0,0 0 0,0 0-26,2 0 0,0 0 0,-2 0 0,-8 0 0,-2 0 0,1 0 0,4 0 0,0 0 0,0 0 0,-4 0 0,0 0 0,-1 0 502,1 0 0,0 0 1,0 0-503,-1 0 0,0 0 0,-1 0 0,11 0 0,-2 0 1380,-2 0 0,-1 0-1380,-4 0 0,-2 0 782,-7 0 0,-1 0-782,0 0 0,-1 0 1014,12 0-1014,-9 0 400,3 0-400,-3 0 0,-7 0 0,3 0 0,-24-16 0,0-3 0,-11-9 0,-2-3 0,7-18 0,-6 20 0,1-3 0,9-7 0,4-4 0,-2 9 0,0-2 0,0-2-445,0-1 1,0-3 0,0-2 0,0 1 444,0-3 0,0-1 0,0 0 0,0-2-565,-1 4 0,1-1 0,-1-2 0,1 1 0,2 0 565,1 2 0,2-1 0,1 1 0,-1 0 0,-1 1 0,-2 0 0,-1 1 0,-1 0 0,1 0 0,1 0-287,2 1 1,1 0-1,1 1 1,-1 0-1,-1 1 287,-3-1 0,-1 0 0,-1 1 0,1 2-116,0-9 0,0 2 1,0 1 115,0 3 0,0 0 0,0 4 669,0 3 1,0 3-670,0-4 0,0 4 2746,0 9-2746,0-17 1804,0 35-1804,0-12 493,0 16-493,0 0 0,0-23 0,-24 17 0,18-18 0,-33 24 0,19 0 0,-23 0 0,6 0 0,5 0 0,-3 0 0,-4 0 0,-2 0 0,7 0 0,-3 0 0,0 0-332,-3 0 0,-1 0 0,-1 0 332,-6 0 0,-2 0 0,1 0-498,1 1 1,0-1-1,-1-1 498,9-2 0,0-1 0,0-1 0,1 2 0,-9 2 0,2 1 0,-1-3 0,11-3 0,0-3 0,-1 0 0,-1 1 0,-6 1 0,-2 1 0,0-1 0,0 0-690,-1-2 1,0 0 0,-1-1-1,-2 1 690,10 2 0,-2-1 0,0 1 0,-1 0 0,0 0 0,2 0 0,-6-2 0,0-1 0,1 1 0,0 1 0,-1 0 0,5 4 0,-1 0 0,0 1 0,0 1 0,1-2 0,0 0 0,-5-3 0,0-2 0,1 0 0,0 1 0,0 2-340,3 3 1,0 4-1,1 0 1,0-1-1,1-3 340,-6-5 0,1-4 0,0 1 0,1 3-159,1 4 1,0 4 0,0 0 0,1-2 158,3-4 0,0 0 0,0-1 0,-1 2 0,-2 3 0,-1 3 0,0 0 0,1-1 91,-6 1 1,1-1-1,0-1-91,-1-3 0,-1-3 0,2 2 0,6 4 0,1 0 0,1 0 0,-2-4 0,1-2 0,0 3 0,0 3 0,1 1 0,-2 1 0,-7-1 0,-1 0 0,2 0 0,4 0 0,2 0 0,-2 0 0,5 0 0,-2 0 0,-1 0 0,2 0 0,1 0 0,2 1 0,-1-1 0,1-1 0,-11-4 0,0-1 0,-1 1 0,6 4 0,0 0 0,-1 1 0,3-2 0,-3-2 0,2-1 0,-1-1 0,-6-2 0,-1-1 0,2 2 0,6 5 0,0 1 0,2-2 695,4-4 1,0-1 0,1 0-696,-1 1 0,1 2 0,2 1 957,-8 2 1,1 0-958,-4-6 0,2 0 882,14 8 0,-1 0-882,-12 0 0,0 0 1145,-8 0-1145,12 0 0,-3 0 0,-6 0 0,-2 0 0,10 0 0,-2 0 0,0 0 0,-3 0 0,1 0-232,6 0 0,0 0 0,0 0 232,-10 0 0,-2 0 0,1 0 0,2 0 0,0 0 0,-1 0 0,7 0 0,-2-1 0,0 1 0,0 1-517,-1 2 1,0 1-1,0 0 1,-1 1 516,-4 1 0,-2 1 0,0 0 0,-2 1 0,7-2 0,-1 2 0,-1-1 0,0 1 0,0 0-538,0 0 1,0 1 0,1 0-1,-2-1 1,0 1 537,3-2 0,-1 1 0,0-1 0,0 0 0,-1 0 0,0 0-468,-2 0 1,0-2 0,-1 1-1,0 0 1,0 0 0,0 1 467,7 0 0,0 0 0,0 0 0,0 1 0,-1-1 0,1 1 0,-1-1 0,-1 1 0,-1-1 0,0 1 0,0-1 0,0 1 0,0-1 0,1 1 0,-6 1 0,1 0 0,0-1 0,1 1 0,0 1 0,0 0 0,1 1 0,1 0 0,0 1 0,0 0 0,0 0 0,0-1 0,1-2 0,-1 1 0,1-1 0,-1-1 0,2 1 0,0 0-247,-4 2 1,2 0 0,0-1 0,0 1 0,1-1 246,-1 1 0,0 0 0,1 0 0,-1-1 0,1-2-59,2-2 1,1-2-1,0-1 1,0 1-1,0 1 59,-1 2 0,1 2 0,0 0 0,-1-1 0,1-2 0,0-3 0,-1-3 0,1-1 0,-1 1 0,1 2 0,0 3 0,-1 2 0,1 0 0,0 0 0,0-2 0,-1-2 0,1-3 0,-1 0 0,1 0 0,0 1 0,1 2 0,0-1 0,0 2 0,0-1 0,1 1 142,-9 2 0,1 0 0,0 1 1,-1-3-143,-1-1 0,-1-3 0,1 1 0,1 1 0,5 3 0,2 2 0,-1-1 0,0 0 0,-4-1 0,-1-1 0,0 0 0,0-1 0,2-2 0,0-1 0,0 1 0,0 0 0,3 3 0,1 1 0,-1-1 0,-1-1 0,4-2 0,-2-2 0,0 0 0,1 1 0,0 1 0,-7 4 0,2 2 0,-1 0 0,0-2 0,-2-3 0,0-1 0,0-1 0,0 3 0,8 0 0,-1 2 0,0 0 0,0 1 0,1-2 0,-6 1 0,1-1 0,-1 0 0,-1-1 0,3-2 0,-2 0 0,-1-1 0,1 0 0,1 2 0,3 0 0,1 2 0,1 0 0,-1-1 0,0-1 0,-3-1 0,-1 0 0,0-2 0,1 1 0,0-1 0,2 1 0,1 0 0,0 0 0,1 0 0,-1 0 0,1 0 0,0 0 0,1 0 0,-1 0 0,0 0 0,-1 0 0,0 0 0,-1 0 0,1 0 0,0 0 0,-1 0 0,1 0 0,0 0 0,0 0 0,-1 0 162,-2 0 1,-1 0-1,0 0 1,1 0-1,-1 0-162,3 0 0,0 0 0,1 0 0,-1 0 0,-1 0 0,-4 0 0,-1 0 0,0 0 0,0 0 0,1 0 0,4 0 0,1 0 0,1 0 0,-1 0 0,-1 0 0,3 1 0,-1-1 0,0 0 0,-1 1 0,1-2 0,1 0 0,-3-1 0,0-1 0,1-1 0,0 0 0,0 2 0,0 0 0,0 2 0,1 0 0,0-1 0,0 0 204,-7-2 1,1-1-1,1 0 1,1-1-205,-3-3 0,1-1 0,0 3 209,8 4 1,-2 2 0,1-1 0,1-2-210,-3-9 0,2-4 0,-2 4 0,-5 9 0,-2 3 0,1 0 406,6-5 0,1-2 1,2 3-407,3 3 0,1 1 0,1 1 0,0-1 0,1 0 0,1 0 1099,-8 1 1,2-2-1100,-5-10 0,-1-2 0,11 11 0,-1 1 0,0-2 0,-11-9 0,0 1 0,-1 9 0,-2 4 0,15-2 0,0 0 0,0 0 0,-7 0 0,-2 0 0,4 0 0,-2 0 0,2 0 0,-7 0 0,-1 0 0,9 0 0,-3 0 0,1 0 310,4 0 0,1 1 0,-2-2-310,-6-3 0,-1-3 0,0 2 0,2 4 0,0 0 0,0-1 0,-2-2 0,0-2 0,1 1 0,7-1 0,0 0 0,0 2 0,-4 2 0,-1 2 0,3-2 590,-5-5 0,1-2-590,9 1 0,-1 0 0,0 1 0,-15 4 0,1 0 0,3-9 0,-2 1 0,8 8 0,-2 4 0,2 1 0,-7-2 0,0 0 0,7 0 0,-2 0 0,1 0 0,4 0 0,1 0 0,-2 0 0,-3 0 0,-2 0 0,1 0 0,5 0 0,0 1 0,0-2-43,-4-4 0,0-1 0,1 1 43,3 3 0,0 2 0,0-2 0,-7-3 0,-2-1 0,1 1 0,3 4 0,-1 2 0,0-1 0,-2 1 0,0 0 0,1-3 0,2-5 0,0-2 0,-1 2 0,-6 4 0,-1 2 0,-1-1-577,2-6 0,1-1 1,-3 2 576,8 5 0,-2 3 0,-1 0 0,2-1 0,2 0 0,1 0 0,0 0 0,0 0-23,2 0 1,0 0 0,0 0 0,1 0 22,-10 0 0,1 0 0,0 0 0,1 0 0,1 0 0,2 0 0,7 0 0,2 0 0,-1 0 63,-4 0 1,0 0 0,4 0-64,5 0 0,1 0 298,-13 0 1,0 0-299,-8 0 900,18 0 1,1 0-901,-13 0 963,0 0-963,6 0 0,-6 0 0,13 0 0,1 0 0,-20 0 0,11 0 0,-1 0 0,12-1 0,-1 2 0,-17 11 0,-2 0 0,9-9 0,0 0 0,-10 9 0,0-1 0,5-9 0,0-4 0,-5 2 0,0 0 0,2 0 0,-1 0 0,13 0 0,-1 0 0,1 0 0,-11-1 0,1 2-146,10 4 1,0 1 0,-1-1 145,-1-3 0,0-2 0,0 2 0,-5 3 0,0 1 0,-1-1-421,-4-4 1,0-2 0,-1 1 420,2-1 0,-1 1 0,2 1 0,4-1 0,2 0 0,-2 0-258,-4-1 1,-2 1-1,3 1 258,8-1 0,2 0 0,-1 0-86,-2 0 1,0 0-1,0 0 86,2 0 0,-1 0 0,2 0 0,-7 0 0,0 0 0,6 0 0,-1 0 0,0 0 0,-10 0 0,-2 0 0,8 0 0,-2 0 0,1 0 0,-6 0 0,0 0 0,-2 0 0,0 0 0,4 0 0,2 0 193,10 0 0,-1 0-193,-5 0 0,0 0 609,2 0 0,1 0-609,3 0 0,0 0 415,1 0 0,1 0-415,-4-1 0,1 2 293,-8-1-293,0 0 0,0 0 0,0 0 0,1 0 0,-3 0 0,11 0 0,0 0 0,-8-2 0,-1 4 0,-1 9 0,-2 1 0,-3-9 0,-2 0-300,14 4 0,0 2 0,-3-2 300,-9 0 0,-3-2 0,0-1-452,7-3 0,1 0 1,-2 1 451,3 4 0,-3 2 0,1 1 0,0-1 0,-6 2 0,2-1 0,-2 0 0,12-4 0,-1 0 0,1 0 0,-1 1 0,-3 4 0,-1 1 0,1 0 0,2-3 0,-5-6 0,2-3 0,-1 3 0,3 6 0,-1 4 0,0-1 0,0-2 0,3-6 0,0-3 0,1 0 0,-1 3 0,-2 5 0,0 3 0,0 1 0,-1-4 0,2-5 0,-1-4 0,0 1 0,0 2 0,1 4 0,-1 2 0,1 1 0,1-1 0,-8 1 0,1 1 0,0-2-122,3 0 0,1-1 0,1 0 122,4 1 0,2 0 0,0 0 0,-11 0 0,2-1 0,10-5 0,1 0 0,-10 5 0,2 2 820,-1 7-820,-2-15 0,3 1 1389,15 14-1389,-2-14 0,-1-4 412,1 2-412,5 0 0,-1 0 0,7 0 0,12 0 0,-12 0 0,1 0 0,-13 0 0,-9 0 0,-6 0 0,0 0 0,5 0 0,5 0 0,0 0 0,-8 0 0,-2 0 0,3 0 0,34 0 0,-17 0 0,23 0 0,-16 0 0,12 0 0,-35 0 0,18 0 0,-22 0 0,-1 0 0,23 0 0,-18 0 0,19 0 0,0 0 0,-19 0 0,18 0 0,-7 0 0,-11 0 0,17 0 0,-21 0 0,24 0 0,-20 0 0,17 0 0,-5 0 0,-5 0 0,28 0 0,-35 0 0,33 0 0,-17 0 0,7 0 0,12 0 0,-12 0 0,16 0 0,-23 0 0,1 0 0,-21 0 0,0 24 0,6-18 0,-6 17 0,23-23 0,4 0 0,-7 0 0,17 0 0,-17 0 0,7 0 0,12 0 0,-12 0 0,16 0 0,0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0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3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7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2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8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0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5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9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8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1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FF216-D08F-F4BC-A08C-808A8153C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800"/>
              <a:t>O-notation Survival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15FF8-E9A9-01CC-BAA6-3762352DC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O-notation for </a:t>
            </a:r>
            <a:r>
              <a:rPr lang="en-US"/>
              <a:t>practical programming</a:t>
            </a:r>
            <a:endParaRPr lang="en-US" dirty="0"/>
          </a:p>
          <a:p>
            <a:r>
              <a:rPr lang="en-US" dirty="0"/>
              <a:t>CMPT 125, Spring 2026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cartoon of a child and a monster&#10;&#10;AI-generated content may be incorrect.">
            <a:extLst>
              <a:ext uri="{FF2B5EF4-FFF2-40B4-BE49-F238E27FC236}">
                <a16:creationId xmlns:a16="http://schemas.microsoft.com/office/drawing/2014/main" id="{AF4B78D5-904C-CE42-EBC7-3A9807E37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154" y="965741"/>
            <a:ext cx="7551931" cy="411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6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1AC0-FA94-B7FB-4925-EEE17B9D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O-notation?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7AA1-1263-DB39-AE83-175386AAB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It's a mathematical notation that tells you the </a:t>
            </a:r>
            <a:r>
              <a:rPr lang="en-CA" sz="4000" b="1" dirty="0"/>
              <a:t>high-order term </a:t>
            </a:r>
            <a:r>
              <a:rPr lang="en-CA" sz="4000" dirty="0"/>
              <a:t>of a mathematical expression.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9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28EA-33B9-B329-5C54-6C732623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A1AE-7D92-7A17-C0D2-C18F687A25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r>
                  <a:rPr lang="en-CA" dirty="0"/>
                  <a:t>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A1AE-7D92-7A17-C0D2-C18F687A2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76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C853-4E34-11F0-A663-CEFFB4CF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F2B5-316D-CB65-8445-B4684D2A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08897-9EC0-2736-64B6-13F8B4F59A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r>
                  <a:rPr lang="en-CA" dirty="0"/>
                  <a:t>is</a:t>
                </a:r>
                <a:br>
                  <a:rPr lang="en-CA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08897-9EC0-2736-64B6-13F8B4F59A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95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52F9-6F89-592C-F1E3-CF851790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5D65-53E5-EA97-39A4-B641563F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21EBB-7673-0D17-5157-2345A213A8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:r>
                  <a:rPr lang="en-CA" dirty="0"/>
                  <a:t>is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21EBB-7673-0D17-5157-2345A213A8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35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54-5A86-4AA3-4BB8-9016AD45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DC6B-2573-9F0E-449B-76247B6E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2560F-ECE8-CCC9-5866-E147955A62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2560F-ECE8-CCC9-5866-E147955A62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938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6226-7326-C261-A0C4-0D5ED8FD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9F8D-AC28-753E-4748-7CE6A435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E1231-BAF2-8FF9-7A0A-9CB511682D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E1231-BAF2-8FF9-7A0A-9CB511682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95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FF39C-31C0-E6BE-9AA4-48AC4AE3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03FF-9FE2-C4A1-CAD2-EACE5571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466DC-F8F7-F019-028E-0787A5E2C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466DC-F8F7-F019-028E-0787A5E2C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38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7209-C311-B186-D05A-D1B2D9D8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39D3-5B97-DD53-42A6-91827700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B75E7-1AA7-2047-27C8-3AFA667128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the highest-order term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B75E7-1AA7-2047-27C8-3AFA66712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48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A76-9039-3FE6-6A94-8A8FF419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56A1-6247-DA2E-530F-2254ADE2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2F55C-1FA5-0EE4-82BA-21700BF344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high-order term</a:t>
                </a:r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2F55C-1FA5-0EE4-82BA-21700BF34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53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77AD-4B89-E819-B894-E6D13DBC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0E01-5797-9248-79FB-23409084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FFD1-E717-CB67-CF25-1F36DDB78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52+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said to be </a:t>
                </a:r>
                <a:r>
                  <a:rPr lang="en-CA" i="1" dirty="0"/>
                  <a:t>in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We will usually skip the word "in" and just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CA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 highest-order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high-order term</a:t>
                </a:r>
              </a:p>
              <a:p>
                <a:pPr marL="0" indent="0">
                  <a:buNone/>
                </a:pPr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CA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because the highest order term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FFD1-E717-CB67-CF25-1F36DDB7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07704"/>
                <a:ext cx="11155680" cy="4338232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393F8E-8C9E-1F10-D285-9D8B977FB176}"/>
                  </a:ext>
                </a:extLst>
              </p14:cNvPr>
              <p14:cNvContentPartPr/>
              <p14:nvPr/>
            </p14:nvContentPartPr>
            <p14:xfrm>
              <a:off x="1104840" y="4349880"/>
              <a:ext cx="514800" cy="32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393F8E-8C9E-1F10-D285-9D8B977FB1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5480" y="4340520"/>
                <a:ext cx="533520" cy="5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171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09D4-E7D1-7CEC-A3AD-3F688BFD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068E-CA85-45E2-BCC2-76EEC45389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</a:t>
                </a:r>
                <a:r>
                  <a:rPr lang="en-CA" b="1" dirty="0"/>
                  <a:t> </a:t>
                </a:r>
                <a:r>
                  <a:rPr lang="en-CA" dirty="0"/>
                  <a:t>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</a:t>
                </a:r>
                <a:r>
                  <a:rPr lang="en-CA" dirty="0">
                    <a:solidFill>
                      <a:srgbClr val="FF0000"/>
                    </a:solidFill>
                  </a:rPr>
                  <a:t>in O-notation …</a:t>
                </a:r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</a:t>
                </a:r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068E-CA85-45E2-BCC2-76EEC4538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B5DED4-5C3A-2560-09BD-2F9CD09382BD}"/>
                  </a:ext>
                </a:extLst>
              </p14:cNvPr>
              <p14:cNvContentPartPr/>
              <p14:nvPr/>
            </p14:nvContentPartPr>
            <p14:xfrm>
              <a:off x="1708200" y="3396600"/>
              <a:ext cx="3321360" cy="136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B5DED4-5C3A-2560-09BD-2F9CD09382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8840" y="3387240"/>
                <a:ext cx="3340080" cy="137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744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4DBB-7347-90F5-B89F-12BBB06ED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2355-984F-E934-4170-57032003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E82CD1-110D-0451-8FAB-63E0E625C8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 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     </a:t>
                </a:r>
                <a:r>
                  <a:rPr lang="en-CA" dirty="0">
                    <a:solidFill>
                      <a:srgbClr val="FF0000"/>
                    </a:solidFill>
                  </a:rPr>
                  <a:t>in O-notation …</a:t>
                </a:r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E82CD1-110D-0451-8FAB-63E0E625C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92D865-ED40-AEBD-29B9-CF77BADBFF2C}"/>
                  </a:ext>
                </a:extLst>
              </p14:cNvPr>
              <p14:cNvContentPartPr/>
              <p14:nvPr/>
            </p14:nvContentPartPr>
            <p14:xfrm>
              <a:off x="2006640" y="4667040"/>
              <a:ext cx="559080" cy="6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92D865-ED40-AEBD-29B9-CF77BADBFF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7280" y="4657680"/>
                <a:ext cx="577800" cy="8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438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98B1-598B-6E75-7800-F73FC126C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4D60-567E-ED46-D297-5641138A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E8AF7C-1C55-4E0B-971D-1F2FD5805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 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    </a:t>
                </a:r>
                <a:r>
                  <a:rPr lang="en-CA" dirty="0">
                    <a:solidFill>
                      <a:srgbClr val="FF0000"/>
                    </a:solidFill>
                  </a:rPr>
                  <a:t>in O-notation …</a:t>
                </a:r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E8AF7C-1C55-4E0B-971D-1F2FD5805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DD8CD8-0E6D-AD9E-716A-25B0296D84D2}"/>
                  </a:ext>
                </a:extLst>
              </p14:cNvPr>
              <p14:cNvContentPartPr/>
              <p14:nvPr/>
            </p14:nvContentPartPr>
            <p14:xfrm>
              <a:off x="1720800" y="5454720"/>
              <a:ext cx="2415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DD8CD8-0E6D-AD9E-716A-25B0296D84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440" y="5445360"/>
                <a:ext cx="2602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5308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32B0-8588-8F11-EA16-DC22BFAF2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A641-357B-F777-D7E6-C83B535C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dirty="0"/>
              <a:t>How does O-notation Apply to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C13CD6-8A55-6C4A-C368-3C2A30C25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We often estimate the running time of an algorithm by counting the number of key operations it does. </a:t>
                </a:r>
              </a:p>
              <a:p>
                <a:pPr marL="0" indent="0">
                  <a:buNone/>
                </a:pPr>
                <a:r>
                  <a:rPr lang="en-CA" dirty="0"/>
                  <a:t>For example, the running time of </a:t>
                </a:r>
                <a:r>
                  <a:rPr lang="en-CA" b="1" dirty="0"/>
                  <a:t>linear search</a:t>
                </a:r>
                <a:r>
                  <a:rPr lang="en-CA" dirty="0"/>
                  <a:t> is estimated by counting the number of comparisons it does. There are three cases:</a:t>
                </a:r>
              </a:p>
              <a:p>
                <a:pPr marL="0" indent="0">
                  <a:buNone/>
                </a:pPr>
                <a:r>
                  <a:rPr lang="en-CA" b="1" dirty="0"/>
                  <a:t>Best case</a:t>
                </a:r>
                <a:r>
                  <a:rPr lang="en-CA" dirty="0"/>
                  <a:t>: 1 comparison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Average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CA" dirty="0"/>
                  <a:t> comparisons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(assuming random data and a 50-50 chance of the target being in the array)</a:t>
                </a:r>
              </a:p>
              <a:p>
                <a:pPr marL="0" indent="0">
                  <a:buNone/>
                </a:pPr>
                <a:r>
                  <a:rPr lang="en-CA" b="1" dirty="0"/>
                  <a:t>Worst case</a:t>
                </a:r>
                <a:r>
                  <a:rPr lang="en-CA" dirty="0"/>
                  <a:t>: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comparisons    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C13CD6-8A55-6C4A-C368-3C2A30C25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FB0C25-5C16-16AA-E3F3-33E87CB767F8}"/>
                  </a:ext>
                </a:extLst>
              </p14:cNvPr>
              <p14:cNvContentPartPr/>
              <p14:nvPr/>
            </p14:nvContentPartPr>
            <p14:xfrm>
              <a:off x="571680" y="4590360"/>
              <a:ext cx="3689640" cy="103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FB0C25-5C16-16AA-E3F3-33E87CB767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320" y="4581000"/>
                <a:ext cx="3708360" cy="10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2371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010F6F-507F-DFD4-5B0E-3D5513ACCD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010F6F-507F-DFD4-5B0E-3D5513ACC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7759" r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AC51-3146-A680-E78E-2F664FE9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953761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1468-8EAD-6E86-E476-DB0BCAD2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7CECBF-1DD0-2CEA-3952-3CFF7DA036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7CECBF-1DD0-2CEA-3952-3CFF7DA03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7759" r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5F7CF-7F95-996A-F500-22EBF9105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The number of key comparisons it does is described by a mathematical expression whose high order term is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5F7CF-7F95-996A-F500-22EBF9105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934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301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7F88-9FFF-B838-94A7-AE68160D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AF8AD2-CD48-B3AC-8B42-F98CAE2FFB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AF8AD2-CD48-B3AC-8B42-F98CAE2FF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9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D192A-AEB8-B245-F530-87E7E870B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4000" dirty="0">
                <a:solidFill>
                  <a:srgbClr val="FF0000"/>
                </a:solidFill>
              </a:rPr>
              <a:t>???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756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F49B-73DE-6197-D87F-268A9CDA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930313-4E5C-E94A-7AE2-3A535947D01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930313-4E5C-E94A-7AE2-3A535947D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9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8B7743-6521-7F1B-0EBB-30D1F3A3E6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The number of key comparisons it does is described by a mathematical expression whose high order term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4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4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8B7743-6521-7F1B-0EBB-30D1F3A3E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934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911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DCD0-3CEE-F21A-2BBF-56CB26DF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BE11A6-86BC-5505-762D-A8B159268A4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BE11A6-86BC-5505-762D-A8B159268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5187-CABA-3977-0088-236743A4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4000" dirty="0">
                <a:solidFill>
                  <a:srgbClr val="FF0000"/>
                </a:solidFill>
              </a:rPr>
              <a:t>???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637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698C1-B0F7-7E71-2F88-D76EBCB0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28666-ED01-9A77-4B16-B4187EC3A9E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does it mean if an algorithm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28666-ED01-9A77-4B16-B4187EC3A9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75" t="-8621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377DA7-B178-C664-F848-703C828D7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The number of key comparisons it does is described by a mathematical expression whose high order term is </a:t>
                </a:r>
                <a14:m>
                  <m:oMath xmlns:m="http://schemas.openxmlformats.org/officeDocument/2006/math">
                    <m:r>
                      <a:rPr lang="en-CA" sz="4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4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377DA7-B178-C664-F848-703C828D7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934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726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DD08-0913-C8BB-F3B9-CD8A4A01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4F8C8-5EF7-2C20-D015-EA003049F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Summing the elements of an array.</a:t>
            </a:r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3098316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BEEEF-531D-84CA-56A5-7ECFD57D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6C12-8D91-95E4-C9F5-5866A15F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21B1C-DBBE-6935-9555-F731F8F627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Summing the elements of an array.</a:t>
                </a:r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additions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21B1C-DBBE-6935-9555-F731F8F627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784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C25D-1489-EFA0-D9EB-6F96134B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3FA7-546E-9209-0DC5-C550AA7C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D559C-1859-536F-6126-FC228A30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Finding the min value of an array.</a:t>
            </a:r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425416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2CFA-134E-0469-B1BC-E3F17A9D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FC9A-68A0-D3BF-0304-83151845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AAD9E-8DE3-310D-D4CB-E52C4DB076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Finding the min value of an array.</a:t>
                </a:r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AAD9E-8DE3-310D-D4CB-E52C4DB07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404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88A8-3891-AD69-B006-4235D270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D972-F033-FC57-3E34-490805F1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EFCD6-64B9-5BEE-7DCC-FD1005B28E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“obvious” algorithm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⋅…⋅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Worst case: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EFCD6-64B9-5BEE-7DCC-FD1005B28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720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82BF-44BA-D46D-CBDE-1830B8A2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8689-A431-B447-4BC6-64E0C4E7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65DDD-24AE-8C69-183D-ED76885D62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“obvious” algorithm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⋅…⋅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multiplications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65DDD-24AE-8C69-183D-ED76885D6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6547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B3C1-6478-4C2D-CFB4-2E7BA2E9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8267-4A31-A149-C0AB-22ECB50B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D8B993-7604-D277-7A6B-03900CE997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</a:t>
                </a:r>
                <a:r>
                  <a:rPr lang="en-CA" b="1" dirty="0"/>
                  <a:t>fast repeated squaring algorithm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Worst case: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D8B993-7604-D277-7A6B-03900CE99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897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8515-61F6-7D79-4274-D7DD6B791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7684-F01A-1BA7-835C-B5544638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F92AC-CA91-65A0-1310-6FBA37905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 with the </a:t>
                </a:r>
                <a:r>
                  <a:rPr lang="en-CA" b="1" dirty="0"/>
                  <a:t>fast repeated squaring algorithm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multiplications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F92AC-CA91-65A0-1310-6FBA37905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602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2A2A-80AA-6F45-FA78-5606A7C2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F3AC-F29D-67BE-0724-F852988D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5FD7A-6EEA-A094-25EE-64560D6CA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Linear search of an array (or linked list)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24747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49DEE-3780-BA93-DDDE-FB69D441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E627-EE11-DD7E-87B8-AA1A88BA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0E5E6-B972-8D54-53BB-46385A9F04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/>
                  <a:t>Linear search of an array (or linked list)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0E5E6-B972-8D54-53BB-46385A9F04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37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74A0-BD9E-E78C-7E85-F1F8E687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D86-BBB0-42F2-D1CA-1EB0842D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4FE5B-59A9-6694-F53B-AA119F5A7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Insertion sort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1810473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36D5-17D9-BA47-9B7C-74F09407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64F9-8443-C9FD-F903-BDAC7FE98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E838C-E526-B0BA-0CE2-FC9E3BB594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/>
                  <a:t>Insertion sort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E838C-E526-B0BA-0CE2-FC9E3BB594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492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E472-259D-4186-DC9B-8658D4E4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CC0A-404B-43AC-72FC-CCFF6C61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7E11-877B-74F2-2E90-B770AF882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Mergesort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Key operation: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Worst case:</a:t>
            </a:r>
          </a:p>
        </p:txBody>
      </p:sp>
    </p:spTree>
    <p:extLst>
      <p:ext uri="{BB962C8B-B14F-4D97-AF65-F5344CB8AC3E}">
        <p14:creationId xmlns:p14="http://schemas.microsoft.com/office/powerpoint/2010/main" val="1187149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1C38-C627-6437-F9B5-38CDAF01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5072-05CB-6298-DCDF-AD300129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CC873-7022-EE9D-F5B6-6A4DE2995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/>
                  <a:t>Mergesort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Key operation: </a:t>
                </a:r>
                <a:r>
                  <a:rPr lang="en-US" dirty="0">
                    <a:solidFill>
                      <a:srgbClr val="FF0000"/>
                    </a:solidFill>
                  </a:rPr>
                  <a:t>comparisons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CC873-7022-EE9D-F5B6-6A4DE2995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56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87C0C-A511-5C9D-9423-78036E56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E29C-20FE-DBDA-0EB6-30E67425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0" dirty="0"/>
              <a:t>What are O-notation expressions for some common algorithms?</a:t>
            </a:r>
            <a:br>
              <a:rPr lang="en-CA" b="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714D35B-00D2-C2F0-D9AA-13B9A53A6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1070134"/>
                  </p:ext>
                </p:extLst>
              </p:nvPr>
            </p:nvGraphicFramePr>
            <p:xfrm>
              <a:off x="1391478" y="2542032"/>
              <a:ext cx="8955156" cy="333756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250096">
                      <a:extLst>
                        <a:ext uri="{9D8B030D-6E8A-4147-A177-3AD203B41FA5}">
                          <a16:colId xmlns:a16="http://schemas.microsoft.com/office/drawing/2014/main" val="2329329812"/>
                        </a:ext>
                      </a:extLst>
                    </a:gridCol>
                    <a:gridCol w="2037521">
                      <a:extLst>
                        <a:ext uri="{9D8B030D-6E8A-4147-A177-3AD203B41FA5}">
                          <a16:colId xmlns:a16="http://schemas.microsoft.com/office/drawing/2014/main" val="3275728117"/>
                        </a:ext>
                      </a:extLst>
                    </a:gridCol>
                    <a:gridCol w="3667539">
                      <a:extLst>
                        <a:ext uri="{9D8B030D-6E8A-4147-A177-3AD203B41FA5}">
                          <a16:colId xmlns:a16="http://schemas.microsoft.com/office/drawing/2014/main" val="15857321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Key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Worst-case Running Time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9200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Sum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additions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678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Min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238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/>
                            <a:t>one multiplication at a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560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/>
                            <a:t>with</a:t>
                          </a:r>
                          <a:r>
                            <a:rPr lang="en-US" baseline="0" dirty="0"/>
                            <a:t> repeated squaring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0426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3216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Insertion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687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Mergesort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0156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Binary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CA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26652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714D35B-00D2-C2F0-D9AA-13B9A53A6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1070134"/>
                  </p:ext>
                </p:extLst>
              </p:nvPr>
            </p:nvGraphicFramePr>
            <p:xfrm>
              <a:off x="1391478" y="2542032"/>
              <a:ext cx="8955156" cy="333864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250096">
                      <a:extLst>
                        <a:ext uri="{9D8B030D-6E8A-4147-A177-3AD203B41FA5}">
                          <a16:colId xmlns:a16="http://schemas.microsoft.com/office/drawing/2014/main" val="2329329812"/>
                        </a:ext>
                      </a:extLst>
                    </a:gridCol>
                    <a:gridCol w="2037521">
                      <a:extLst>
                        <a:ext uri="{9D8B030D-6E8A-4147-A177-3AD203B41FA5}">
                          <a16:colId xmlns:a16="http://schemas.microsoft.com/office/drawing/2014/main" val="3275728117"/>
                        </a:ext>
                      </a:extLst>
                    </a:gridCol>
                    <a:gridCol w="3667539">
                      <a:extLst>
                        <a:ext uri="{9D8B030D-6E8A-4147-A177-3AD203B41FA5}">
                          <a16:colId xmlns:a16="http://schemas.microsoft.com/office/drawing/2014/main" val="15857321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Key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Worst-case Running Time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9200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Sum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additions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103333" r="-346" b="-7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9678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Min of an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210345" r="-346" b="-6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8238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10345" r="-176172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310345" r="-346" b="-5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560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96667" r="-176172" b="-4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396667" r="-346" b="-4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426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513793" r="-346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216999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Insertion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613793" r="-346" b="-2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6875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Mergesort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690000" r="-346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0156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Binary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comparisons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291" t="-817241" r="-346" b="-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26652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E6AD5E-B385-E95E-E689-3E9F56B8868E}"/>
                  </a:ext>
                </a:extLst>
              </p14:cNvPr>
              <p14:cNvContentPartPr/>
              <p14:nvPr/>
            </p14:nvContentPartPr>
            <p14:xfrm>
              <a:off x="9003600" y="4863960"/>
              <a:ext cx="45360" cy="74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E6AD5E-B385-E95E-E689-3E9F56B886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4240" y="4854600"/>
                <a:ext cx="64080" cy="76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0266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D2E0-9EA6-6C47-9664-766C978E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7D8CB-157F-AF38-29DC-718479468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7D8CB-157F-AF38-29DC-718479468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49B7AE-68BF-276D-43BB-7DA43AD7AEA9}"/>
                  </a:ext>
                </a:extLst>
              </p14:cNvPr>
              <p14:cNvContentPartPr/>
              <p14:nvPr/>
            </p14:nvContentPartPr>
            <p14:xfrm>
              <a:off x="558720" y="3790800"/>
              <a:ext cx="1391040" cy="4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49B7AE-68BF-276D-43BB-7DA43AD7AE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360" y="3781440"/>
                <a:ext cx="140976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6474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FAC8-AA9F-5CE0-8985-C198DBE0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7E7C-9A50-D99D-FF65-12CEC8E8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83A8A-5AB0-4B7B-AD6E-237A63D4D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83A8A-5AB0-4B7B-AD6E-237A63D4D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113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DD9F-5212-57DD-E059-106A1101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5ECE-D0B5-6D5F-9476-2772F298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F46063-AC29-C7C6-F5CE-3F766BAA0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</m:t>
                      </m:r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F46063-AC29-C7C6-F5CE-3F766BAA0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956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AB2D-B254-C146-A64B-35D103A6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B9EB-1874-B924-F6F2-8ED41FC1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D203C-DC5B-B6C3-7C12-A7F7E9FA5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D203C-DC5B-B6C3-7C12-A7F7E9FA5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F4E456-0989-9D62-AAAB-F0351919CDA5}"/>
                  </a:ext>
                </a:extLst>
              </p14:cNvPr>
              <p14:cNvContentPartPr/>
              <p14:nvPr/>
            </p14:nvContentPartPr>
            <p14:xfrm>
              <a:off x="635040" y="4489560"/>
              <a:ext cx="2661120" cy="70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F4E456-0989-9D62-AAAB-F0351919CD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680" y="4480200"/>
                <a:ext cx="2679840" cy="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5162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2AE3E-3456-8A1B-63FA-6793033A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3DE2-30C5-6DEC-F9AE-58E0726B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14D87-E8AF-D337-0678-0A5320342A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CA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CA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CA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CA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14D87-E8AF-D337-0678-0A5320342A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4B9B83-D443-72E0-6C8A-427AF5677ECA}"/>
                  </a:ext>
                </a:extLst>
              </p14:cNvPr>
              <p14:cNvContentPartPr/>
              <p14:nvPr/>
            </p14:nvContentPartPr>
            <p14:xfrm>
              <a:off x="1720800" y="5269680"/>
              <a:ext cx="305280" cy="2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4B9B83-D443-72E0-6C8A-427AF5677E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440" y="5260320"/>
                <a:ext cx="32400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8665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FED5-D895-E1FA-5562-E67A3471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A201-DB6E-9248-7D60-DF78F6F0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add O-notation expressions?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8C2FC-4ECF-637C-E1DC-F5A128096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two O-notation expressions is the high-order term.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)) = 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CA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CA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CA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8C2FC-4ECF-637C-E1DC-F5A128096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756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5947B-30FD-E926-D0E9-911587F0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mathematical definition of</a:t>
            </a:r>
            <a:br>
              <a:rPr lang="en-US" dirty="0"/>
            </a:br>
            <a:r>
              <a:rPr lang="en-US" dirty="0"/>
              <a:t>O-notation?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88303-94FF-B445-5EFB-7207BC94CA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Algorithm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is </a:t>
                </a:r>
                <a:r>
                  <a:rPr lang="en-CA" b="1" dirty="0"/>
                  <a:t>order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, written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CA" dirty="0"/>
                  <a:t>, if there exist fixed constants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dirty="0"/>
                  <a:t> such that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requires no more than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𝑘𝑓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key operations to process an input of size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≥ </m:t>
                    </m:r>
                    <m:sSub>
                      <m:sSub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dirty="0"/>
                  <a:t>.</a:t>
                </a:r>
              </a:p>
              <a:p>
                <a:pPr marL="0" indent="0">
                  <a:buNone/>
                </a:pPr>
                <a:br>
                  <a:rPr lang="en-CA" dirty="0"/>
                </a:br>
                <a:r>
                  <a:rPr lang="en-CA" dirty="0"/>
                  <a:t>You can use this definition to derive all the mathematical facts we saw in previous slides.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You don't need to know this definition for this course.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88303-94FF-B445-5EFB-7207BC94CA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6F59BB-4F0B-C277-980F-51CD69BDA6D2}"/>
                  </a:ext>
                </a:extLst>
              </p14:cNvPr>
              <p14:cNvContentPartPr/>
              <p14:nvPr/>
            </p14:nvContentPartPr>
            <p14:xfrm>
              <a:off x="469800" y="2190240"/>
              <a:ext cx="11196000" cy="1195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6F59BB-4F0B-C277-980F-51CD69BDA6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440" y="2180880"/>
                <a:ext cx="11214720" cy="121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51761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2068</Words>
  <Application>Microsoft Macintosh PowerPoint</Application>
  <PresentationFormat>Widescreen</PresentationFormat>
  <Paragraphs>220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Bierstadt</vt:lpstr>
      <vt:lpstr>Cambria Math</vt:lpstr>
      <vt:lpstr>GestaltVTI</vt:lpstr>
      <vt:lpstr>O-notation Survival Guide</vt:lpstr>
      <vt:lpstr>What is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What are some examples of O-notation?</vt:lpstr>
      <vt:lpstr>How does O-notation Apply to Algorithms? </vt:lpstr>
      <vt:lpstr>How does O-notation Apply to Algorithms? </vt:lpstr>
      <vt:lpstr>How does O-notation Apply to Algorithms? </vt:lpstr>
      <vt:lpstr>How does O-notation Apply to Algorithms? </vt:lpstr>
      <vt:lpstr>What does it mean if an algorithm is O(n)?</vt:lpstr>
      <vt:lpstr>What does it mean if an algorithm is O(n)?</vt:lpstr>
      <vt:lpstr>What does it mean if an algorithm is O(n^2)?</vt:lpstr>
      <vt:lpstr>What does it mean if an algorithm is O(n^2)?</vt:lpstr>
      <vt:lpstr>What does it mean if an algorithm is O(n log⁡n)?</vt:lpstr>
      <vt:lpstr>What does it mean if an algorithm is O(n log⁡n)?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What are O-notation expressions for some common algorithms? </vt:lpstr>
      <vt:lpstr>How do you add O-notation expressions?</vt:lpstr>
      <vt:lpstr>How do you add O-notation expressions?</vt:lpstr>
      <vt:lpstr>How do you add O-notation expressions?</vt:lpstr>
      <vt:lpstr>How do you add O-notation expressions?</vt:lpstr>
      <vt:lpstr>How do you add O-notation expressions?</vt:lpstr>
      <vt:lpstr>How do you add O-notation expressions?</vt:lpstr>
      <vt:lpstr>What’s the mathematical definition of O-notation?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2026-03-24T18:22:13Z</dcterms:created>
  <dcterms:modified xsi:type="dcterms:W3CDTF">2026-03-30T20:55:56Z</dcterms:modified>
</cp:coreProperties>
</file>