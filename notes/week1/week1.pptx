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8" r:id="rId5"/>
    <p:sldId id="289" r:id="rId6"/>
    <p:sldId id="290" r:id="rId7"/>
    <p:sldId id="259" r:id="rId8"/>
    <p:sldId id="291" r:id="rId9"/>
    <p:sldId id="280" r:id="rId10"/>
    <p:sldId id="264" r:id="rId11"/>
    <p:sldId id="265" r:id="rId12"/>
    <p:sldId id="260" r:id="rId13"/>
    <p:sldId id="261" r:id="rId14"/>
    <p:sldId id="262" r:id="rId15"/>
    <p:sldId id="263" r:id="rId16"/>
    <p:sldId id="267" r:id="rId17"/>
    <p:sldId id="268" r:id="rId18"/>
    <p:sldId id="266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1" r:id="rId30"/>
    <p:sldId id="279" r:id="rId31"/>
    <p:sldId id="282" r:id="rId32"/>
    <p:sldId id="283" r:id="rId33"/>
    <p:sldId id="286" r:id="rId34"/>
    <p:sldId id="287" r:id="rId35"/>
    <p:sldId id="284" r:id="rId36"/>
    <p:sldId id="28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8CD5C9-9074-BB4C-9B0C-AE9F96B0C627}">
          <p14:sldIdLst>
            <p14:sldId id="256"/>
            <p14:sldId id="257"/>
            <p14:sldId id="258"/>
            <p14:sldId id="288"/>
            <p14:sldId id="289"/>
            <p14:sldId id="290"/>
          </p14:sldIdLst>
        </p14:section>
        <p14:section name="Hello world program" id="{526A8531-43FD-444A-BC03-BAF98C97B14E}">
          <p14:sldIdLst>
            <p14:sldId id="259"/>
            <p14:sldId id="291"/>
            <p14:sldId id="280"/>
            <p14:sldId id="264"/>
            <p14:sldId id="265"/>
            <p14:sldId id="260"/>
            <p14:sldId id="261"/>
            <p14:sldId id="262"/>
            <p14:sldId id="263"/>
            <p14:sldId id="267"/>
            <p14:sldId id="268"/>
            <p14:sldId id="266"/>
            <p14:sldId id="269"/>
            <p14:sldId id="270"/>
            <p14:sldId id="271"/>
          </p14:sldIdLst>
        </p14:section>
        <p14:section name="Compiling" id="{6BAADBFB-757E-F145-BE4F-7865FCEB6C40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81"/>
            <p14:sldId id="279"/>
            <p14:sldId id="282"/>
            <p14:sldId id="283"/>
            <p14:sldId id="286"/>
            <p14:sldId id="287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C36D3-1D4F-894C-936B-5E53993DA19D}" v="1" dt="2026-01-05T19:37:28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custSel addSld modSld modSection">
      <pc:chgData name="Toby Donaldson" userId="2e6e5431-bb17-4c41-9985-d39c50d83c73" providerId="ADAL" clId="{F31BC264-820E-54C4-A6D1-F92AF9CC222E}" dt="2026-01-05T19:37:39.297" v="267" actId="21"/>
      <pc:docMkLst>
        <pc:docMk/>
      </pc:docMkLst>
      <pc:sldChg chg="addSp delSp modSp mod">
        <pc:chgData name="Toby Donaldson" userId="2e6e5431-bb17-4c41-9985-d39c50d83c73" providerId="ADAL" clId="{F31BC264-820E-54C4-A6D1-F92AF9CC222E}" dt="2026-01-05T19:37:39.297" v="267" actId="21"/>
        <pc:sldMkLst>
          <pc:docMk/>
          <pc:sldMk cId="2354529924" sldId="256"/>
        </pc:sldMkLst>
        <pc:spChg chg="add del mod">
          <ac:chgData name="Toby Donaldson" userId="2e6e5431-bb17-4c41-9985-d39c50d83c73" providerId="ADAL" clId="{F31BC264-820E-54C4-A6D1-F92AF9CC222E}" dt="2026-01-05T19:37:39.297" v="267" actId="21"/>
          <ac:spMkLst>
            <pc:docMk/>
            <pc:sldMk cId="2354529924" sldId="256"/>
            <ac:spMk id="4" creationId="{13A4EAEB-A7F4-A5DC-DFF4-A740AC051351}"/>
          </ac:spMkLst>
        </pc:spChg>
      </pc:sldChg>
      <pc:sldChg chg="delSp modSp mod">
        <pc:chgData name="Toby Donaldson" userId="2e6e5431-bb17-4c41-9985-d39c50d83c73" providerId="ADAL" clId="{F31BC264-820E-54C4-A6D1-F92AF9CC222E}" dt="2026-01-05T19:28:19.941" v="248" actId="1076"/>
        <pc:sldMkLst>
          <pc:docMk/>
          <pc:sldMk cId="857739091" sldId="259"/>
        </pc:sldMkLst>
        <pc:spChg chg="mod">
          <ac:chgData name="Toby Donaldson" userId="2e6e5431-bb17-4c41-9985-d39c50d83c73" providerId="ADAL" clId="{F31BC264-820E-54C4-A6D1-F92AF9CC222E}" dt="2026-01-05T19:28:19.941" v="248" actId="1076"/>
          <ac:spMkLst>
            <pc:docMk/>
            <pc:sldMk cId="857739091" sldId="259"/>
            <ac:spMk id="4" creationId="{89E5FA28-1CDC-82E9-206C-02C35DDFBDCD}"/>
          </ac:spMkLst>
        </pc:spChg>
        <pc:spChg chg="del">
          <ac:chgData name="Toby Donaldson" userId="2e6e5431-bb17-4c41-9985-d39c50d83c73" providerId="ADAL" clId="{F31BC264-820E-54C4-A6D1-F92AF9CC222E}" dt="2026-01-05T19:27:15.436" v="1" actId="21"/>
          <ac:spMkLst>
            <pc:docMk/>
            <pc:sldMk cId="857739091" sldId="259"/>
            <ac:spMk id="5" creationId="{33D4FF38-63A6-EFC4-7329-59D16F0389DF}"/>
          </ac:spMkLst>
        </pc:spChg>
        <pc:cxnChg chg="del mod">
          <ac:chgData name="Toby Donaldson" userId="2e6e5431-bb17-4c41-9985-d39c50d83c73" providerId="ADAL" clId="{F31BC264-820E-54C4-A6D1-F92AF9CC222E}" dt="2026-01-05T19:27:15.436" v="1" actId="21"/>
          <ac:cxnSpMkLst>
            <pc:docMk/>
            <pc:sldMk cId="857739091" sldId="259"/>
            <ac:cxnSpMk id="7" creationId="{07E37598-08F8-D16D-3345-90DBD67DE4BC}"/>
          </ac:cxnSpMkLst>
        </pc:cxnChg>
      </pc:sldChg>
      <pc:sldChg chg="add">
        <pc:chgData name="Toby Donaldson" userId="2e6e5431-bb17-4c41-9985-d39c50d83c73" providerId="ADAL" clId="{F31BC264-820E-54C4-A6D1-F92AF9CC222E}" dt="2026-01-05T19:27:07.878" v="0" actId="2890"/>
        <pc:sldMkLst>
          <pc:docMk/>
          <pc:sldMk cId="2444740521" sldId="291"/>
        </pc:sldMkLst>
      </pc:sldChg>
    </pc:docChg>
  </pc:docChgLst>
  <pc:docChgLst>
    <pc:chgData name="Toby Donaldson" userId="2e6e5431-bb17-4c41-9985-d39c50d83c73" providerId="ADAL" clId="{7F9681A8-EEE2-56F4-9B39-ECCBEE0471AC}"/>
    <pc:docChg chg="undo custSel addSld delSld modSld sldOrd addSection modSection">
      <pc:chgData name="Toby Donaldson" userId="2e6e5431-bb17-4c41-9985-d39c50d83c73" providerId="ADAL" clId="{7F9681A8-EEE2-56F4-9B39-ECCBEE0471AC}" dt="2026-01-04T05:12:05.665" v="8791" actId="20577"/>
      <pc:docMkLst>
        <pc:docMk/>
      </pc:docMkLst>
      <pc:sldChg chg="modSp mod">
        <pc:chgData name="Toby Donaldson" userId="2e6e5431-bb17-4c41-9985-d39c50d83c73" providerId="ADAL" clId="{7F9681A8-EEE2-56F4-9B39-ECCBEE0471AC}" dt="2026-01-03T19:44:14.797" v="48" actId="20577"/>
        <pc:sldMkLst>
          <pc:docMk/>
          <pc:sldMk cId="1975930571" sldId="257"/>
        </pc:sldMkLst>
        <pc:spChg chg="mod">
          <ac:chgData name="Toby Donaldson" userId="2e6e5431-bb17-4c41-9985-d39c50d83c73" providerId="ADAL" clId="{7F9681A8-EEE2-56F4-9B39-ECCBEE0471AC}" dt="2026-01-03T19:44:14.797" v="48" actId="20577"/>
          <ac:spMkLst>
            <pc:docMk/>
            <pc:sldMk cId="1975930571" sldId="257"/>
            <ac:spMk id="2" creationId="{C93F823B-6C97-2FA6-0857-0318CFD263F9}"/>
          </ac:spMkLst>
        </pc:spChg>
        <pc:spChg chg="mod">
          <ac:chgData name="Toby Donaldson" userId="2e6e5431-bb17-4c41-9985-d39c50d83c73" providerId="ADAL" clId="{7F9681A8-EEE2-56F4-9B39-ECCBEE0471AC}" dt="2026-01-03T19:44:11.116" v="34" actId="113"/>
          <ac:spMkLst>
            <pc:docMk/>
            <pc:sldMk cId="1975930571" sldId="257"/>
            <ac:spMk id="3" creationId="{10A2D0EA-48E1-F5DA-D40C-A66CE7EC377F}"/>
          </ac:spMkLst>
        </pc:spChg>
      </pc:sldChg>
      <pc:sldChg chg="modSp mod">
        <pc:chgData name="Toby Donaldson" userId="2e6e5431-bb17-4c41-9985-d39c50d83c73" providerId="ADAL" clId="{7F9681A8-EEE2-56F4-9B39-ECCBEE0471AC}" dt="2026-01-03T19:46:11.022" v="172" actId="113"/>
        <pc:sldMkLst>
          <pc:docMk/>
          <pc:sldMk cId="613381749" sldId="258"/>
        </pc:sldMkLst>
        <pc:spChg chg="mod">
          <ac:chgData name="Toby Donaldson" userId="2e6e5431-bb17-4c41-9985-d39c50d83c73" providerId="ADAL" clId="{7F9681A8-EEE2-56F4-9B39-ECCBEE0471AC}" dt="2026-01-03T19:46:11.022" v="172" actId="113"/>
          <ac:spMkLst>
            <pc:docMk/>
            <pc:sldMk cId="613381749" sldId="258"/>
            <ac:spMk id="3" creationId="{8B10C340-43BE-7C37-C6F6-FCD618E5FCCF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1-03T22:38:33.748" v="4193" actId="115"/>
        <pc:sldMkLst>
          <pc:docMk/>
          <pc:sldMk cId="857739091" sldId="259"/>
        </pc:sldMkLst>
        <pc:spChg chg="mod">
          <ac:chgData name="Toby Donaldson" userId="2e6e5431-bb17-4c41-9985-d39c50d83c73" providerId="ADAL" clId="{7F9681A8-EEE2-56F4-9B39-ECCBEE0471AC}" dt="2026-01-03T19:50:08.965" v="211" actId="14100"/>
          <ac:spMkLst>
            <pc:docMk/>
            <pc:sldMk cId="857739091" sldId="259"/>
            <ac:spMk id="2" creationId="{575F80FE-3170-FFE6-4950-C6317BC3FC49}"/>
          </ac:spMkLst>
        </pc:spChg>
        <pc:spChg chg="mod">
          <ac:chgData name="Toby Donaldson" userId="2e6e5431-bb17-4c41-9985-d39c50d83c73" providerId="ADAL" clId="{7F9681A8-EEE2-56F4-9B39-ECCBEE0471AC}" dt="2026-01-03T22:38:33.748" v="4193" actId="115"/>
          <ac:spMkLst>
            <pc:docMk/>
            <pc:sldMk cId="857739091" sldId="259"/>
            <ac:spMk id="3" creationId="{9E62AFE4-55A7-C918-E54A-5DF2445D93D9}"/>
          </ac:spMkLst>
        </pc:spChg>
        <pc:spChg chg="add mod">
          <ac:chgData name="Toby Donaldson" userId="2e6e5431-bb17-4c41-9985-d39c50d83c73" providerId="ADAL" clId="{7F9681A8-EEE2-56F4-9B39-ECCBEE0471AC}" dt="2026-01-03T19:55:10.792" v="503" actId="113"/>
          <ac:spMkLst>
            <pc:docMk/>
            <pc:sldMk cId="857739091" sldId="259"/>
            <ac:spMk id="4" creationId="{89E5FA28-1CDC-82E9-206C-02C35DDFBDCD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03T22:38:15.765" v="4190" actId="115"/>
        <pc:sldMkLst>
          <pc:docMk/>
          <pc:sldMk cId="2617405573" sldId="260"/>
        </pc:sldMkLst>
        <pc:spChg chg="mod">
          <ac:chgData name="Toby Donaldson" userId="2e6e5431-bb17-4c41-9985-d39c50d83c73" providerId="ADAL" clId="{7F9681A8-EEE2-56F4-9B39-ECCBEE0471AC}" dt="2026-01-03T22:38:15.765" v="4190" actId="115"/>
          <ac:spMkLst>
            <pc:docMk/>
            <pc:sldMk cId="2617405573" sldId="260"/>
            <ac:spMk id="3" creationId="{B0761132-2265-6606-7046-875B6929AAF3}"/>
          </ac:spMkLst>
        </pc:spChg>
        <pc:spChg chg="add del mod">
          <ac:chgData name="Toby Donaldson" userId="2e6e5431-bb17-4c41-9985-d39c50d83c73" providerId="ADAL" clId="{7F9681A8-EEE2-56F4-9B39-ECCBEE0471AC}" dt="2026-01-03T19:58:15.762" v="708" actId="2711"/>
          <ac:spMkLst>
            <pc:docMk/>
            <pc:sldMk cId="2617405573" sldId="260"/>
            <ac:spMk id="4" creationId="{2258E8B0-EAA1-E3CE-10F0-F850F572B884}"/>
          </ac:spMkLst>
        </pc:spChg>
        <pc:spChg chg="mod">
          <ac:chgData name="Toby Donaldson" userId="2e6e5431-bb17-4c41-9985-d39c50d83c73" providerId="ADAL" clId="{7F9681A8-EEE2-56F4-9B39-ECCBEE0471AC}" dt="2026-01-03T19:57:38.413" v="593" actId="14100"/>
          <ac:spMkLst>
            <pc:docMk/>
            <pc:sldMk cId="2617405573" sldId="260"/>
            <ac:spMk id="5" creationId="{9AB9CBAD-AC46-9F66-D445-63A15127608E}"/>
          </ac:spMkLst>
        </pc:spChg>
        <pc:cxnChg chg="mod">
          <ac:chgData name="Toby Donaldson" userId="2e6e5431-bb17-4c41-9985-d39c50d83c73" providerId="ADAL" clId="{7F9681A8-EEE2-56F4-9B39-ECCBEE0471AC}" dt="2026-01-03T19:58:04.130" v="686" actId="20577"/>
          <ac:cxnSpMkLst>
            <pc:docMk/>
            <pc:sldMk cId="2617405573" sldId="260"/>
            <ac:cxnSpMk id="7" creationId="{3E2162EA-6CF4-5665-D42D-D811577F8563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03T22:38:06.366" v="4189" actId="14100"/>
        <pc:sldMkLst>
          <pc:docMk/>
          <pc:sldMk cId="817571316" sldId="261"/>
        </pc:sldMkLst>
        <pc:spChg chg="mod">
          <ac:chgData name="Toby Donaldson" userId="2e6e5431-bb17-4c41-9985-d39c50d83c73" providerId="ADAL" clId="{7F9681A8-EEE2-56F4-9B39-ECCBEE0471AC}" dt="2026-01-03T22:37:57.997" v="4188" actId="115"/>
          <ac:spMkLst>
            <pc:docMk/>
            <pc:sldMk cId="817571316" sldId="261"/>
            <ac:spMk id="3" creationId="{DE9EF012-14DC-FF5D-CBA0-3CFD3F71105A}"/>
          </ac:spMkLst>
        </pc:spChg>
        <pc:spChg chg="mod">
          <ac:chgData name="Toby Donaldson" userId="2e6e5431-bb17-4c41-9985-d39c50d83c73" providerId="ADAL" clId="{7F9681A8-EEE2-56F4-9B39-ECCBEE0471AC}" dt="2026-01-03T19:59:58.669" v="786" actId="1076"/>
          <ac:spMkLst>
            <pc:docMk/>
            <pc:sldMk cId="817571316" sldId="261"/>
            <ac:spMk id="4" creationId="{1DF0638B-9A1B-7E8D-7F02-F920F510E307}"/>
          </ac:spMkLst>
        </pc:spChg>
        <pc:spChg chg="mod">
          <ac:chgData name="Toby Donaldson" userId="2e6e5431-bb17-4c41-9985-d39c50d83c73" providerId="ADAL" clId="{7F9681A8-EEE2-56F4-9B39-ECCBEE0471AC}" dt="2026-01-03T19:58:48.629" v="713" actId="14100"/>
          <ac:spMkLst>
            <pc:docMk/>
            <pc:sldMk cId="817571316" sldId="261"/>
            <ac:spMk id="5" creationId="{DDCBE819-777A-9B11-2F76-A52EED6FAE05}"/>
          </ac:spMkLst>
        </pc:spChg>
        <pc:spChg chg="add mod">
          <ac:chgData name="Toby Donaldson" userId="2e6e5431-bb17-4c41-9985-d39c50d83c73" providerId="ADAL" clId="{7F9681A8-EEE2-56F4-9B39-ECCBEE0471AC}" dt="2026-01-03T22:38:06.366" v="4189" actId="14100"/>
          <ac:spMkLst>
            <pc:docMk/>
            <pc:sldMk cId="817571316" sldId="261"/>
            <ac:spMk id="11" creationId="{D80E9131-BD32-4249-1CCF-D565C2D5C2BE}"/>
          </ac:spMkLst>
        </pc:spChg>
        <pc:spChg chg="add mod">
          <ac:chgData name="Toby Donaldson" userId="2e6e5431-bb17-4c41-9985-d39c50d83c73" providerId="ADAL" clId="{7F9681A8-EEE2-56F4-9B39-ECCBEE0471AC}" dt="2026-01-03T20:01:23.029" v="875" actId="113"/>
          <ac:spMkLst>
            <pc:docMk/>
            <pc:sldMk cId="817571316" sldId="261"/>
            <ac:spMk id="18" creationId="{E65B3C4F-4AAE-B7BB-04D4-C15389EB51AD}"/>
          </ac:spMkLst>
        </pc:spChg>
        <pc:spChg chg="add mod">
          <ac:chgData name="Toby Donaldson" userId="2e6e5431-bb17-4c41-9985-d39c50d83c73" providerId="ADAL" clId="{7F9681A8-EEE2-56F4-9B39-ECCBEE0471AC}" dt="2026-01-03T20:01:24.587" v="876" actId="113"/>
          <ac:spMkLst>
            <pc:docMk/>
            <pc:sldMk cId="817571316" sldId="261"/>
            <ac:spMk id="19" creationId="{9A30D409-8945-F876-D83F-5C0951622726}"/>
          </ac:spMkLst>
        </pc:spChg>
        <pc:cxnChg chg="mod">
          <ac:chgData name="Toby Donaldson" userId="2e6e5431-bb17-4c41-9985-d39c50d83c73" providerId="ADAL" clId="{7F9681A8-EEE2-56F4-9B39-ECCBEE0471AC}" dt="2026-01-03T19:59:58.669" v="786" actId="1076"/>
          <ac:cxnSpMkLst>
            <pc:docMk/>
            <pc:sldMk cId="817571316" sldId="261"/>
            <ac:cxnSpMk id="7" creationId="{5A808EA6-9200-DF59-E0A4-B0723AD97C3E}"/>
          </ac:cxnSpMkLst>
        </pc:cxnChg>
        <pc:cxnChg chg="add mod">
          <ac:chgData name="Toby Donaldson" userId="2e6e5431-bb17-4c41-9985-d39c50d83c73" providerId="ADAL" clId="{7F9681A8-EEE2-56F4-9B39-ECCBEE0471AC}" dt="2026-01-03T22:38:06.366" v="4189" actId="14100"/>
          <ac:cxnSpMkLst>
            <pc:docMk/>
            <pc:sldMk cId="817571316" sldId="261"/>
            <ac:cxnSpMk id="12" creationId="{96C11F28-D894-AE26-A814-5D79F2CAFA38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03T22:37:50.683" v="4187" actId="14100"/>
        <pc:sldMkLst>
          <pc:docMk/>
          <pc:sldMk cId="1656861398" sldId="262"/>
        </pc:sldMkLst>
        <pc:spChg chg="mod">
          <ac:chgData name="Toby Donaldson" userId="2e6e5431-bb17-4c41-9985-d39c50d83c73" providerId="ADAL" clId="{7F9681A8-EEE2-56F4-9B39-ECCBEE0471AC}" dt="2026-01-03T22:37:42.848" v="4186" actId="115"/>
          <ac:spMkLst>
            <pc:docMk/>
            <pc:sldMk cId="1656861398" sldId="262"/>
            <ac:spMk id="3" creationId="{09CFFC69-C77E-917E-3172-98EB5D91512B}"/>
          </ac:spMkLst>
        </pc:spChg>
        <pc:spChg chg="mod">
          <ac:chgData name="Toby Donaldson" userId="2e6e5431-bb17-4c41-9985-d39c50d83c73" providerId="ADAL" clId="{7F9681A8-EEE2-56F4-9B39-ECCBEE0471AC}" dt="2026-01-03T20:04:31.880" v="1052" actId="1076"/>
          <ac:spMkLst>
            <pc:docMk/>
            <pc:sldMk cId="1656861398" sldId="262"/>
            <ac:spMk id="4" creationId="{1EE933BA-B982-1CBE-F13A-E825C3F21E11}"/>
          </ac:spMkLst>
        </pc:spChg>
        <pc:spChg chg="add mod">
          <ac:chgData name="Toby Donaldson" userId="2e6e5431-bb17-4c41-9985-d39c50d83c73" providerId="ADAL" clId="{7F9681A8-EEE2-56F4-9B39-ECCBEE0471AC}" dt="2026-01-03T20:03:32.913" v="1040" actId="14100"/>
          <ac:spMkLst>
            <pc:docMk/>
            <pc:sldMk cId="1656861398" sldId="262"/>
            <ac:spMk id="9" creationId="{4E42BC21-19A0-1AD8-1B4D-312C7D66FC1A}"/>
          </ac:spMkLst>
        </pc:spChg>
        <pc:spChg chg="add mod">
          <ac:chgData name="Toby Donaldson" userId="2e6e5431-bb17-4c41-9985-d39c50d83c73" providerId="ADAL" clId="{7F9681A8-EEE2-56F4-9B39-ECCBEE0471AC}" dt="2026-01-03T20:03:52.064" v="1045" actId="14100"/>
          <ac:spMkLst>
            <pc:docMk/>
            <pc:sldMk cId="1656861398" sldId="262"/>
            <ac:spMk id="10" creationId="{61DB39B7-EC00-85BD-E331-D03DB66C7BD3}"/>
          </ac:spMkLst>
        </pc:spChg>
        <pc:spChg chg="mod">
          <ac:chgData name="Toby Donaldson" userId="2e6e5431-bb17-4c41-9985-d39c50d83c73" providerId="ADAL" clId="{7F9681A8-EEE2-56F4-9B39-ECCBEE0471AC}" dt="2026-01-03T22:37:50.683" v="4187" actId="14100"/>
          <ac:spMkLst>
            <pc:docMk/>
            <pc:sldMk cId="1656861398" sldId="262"/>
            <ac:spMk id="11" creationId="{97B3C268-8186-2478-608D-105963CB74FF}"/>
          </ac:spMkLst>
        </pc:spChg>
        <pc:spChg chg="add mod">
          <ac:chgData name="Toby Donaldson" userId="2e6e5431-bb17-4c41-9985-d39c50d83c73" providerId="ADAL" clId="{7F9681A8-EEE2-56F4-9B39-ECCBEE0471AC}" dt="2026-01-03T20:04:03.413" v="1048" actId="14100"/>
          <ac:spMkLst>
            <pc:docMk/>
            <pc:sldMk cId="1656861398" sldId="262"/>
            <ac:spMk id="13" creationId="{A1DFB2E7-5F42-3C2B-BABE-D8934EE2A71E}"/>
          </ac:spMkLst>
        </pc:spChg>
        <pc:spChg chg="add mod">
          <ac:chgData name="Toby Donaldson" userId="2e6e5431-bb17-4c41-9985-d39c50d83c73" providerId="ADAL" clId="{7F9681A8-EEE2-56F4-9B39-ECCBEE0471AC}" dt="2026-01-03T20:04:14.691" v="1051" actId="14100"/>
          <ac:spMkLst>
            <pc:docMk/>
            <pc:sldMk cId="1656861398" sldId="262"/>
            <ac:spMk id="14" creationId="{25597840-936F-9249-60AE-937E26E3F71C}"/>
          </ac:spMkLst>
        </pc:spChg>
        <pc:spChg chg="add mod">
          <ac:chgData name="Toby Donaldson" userId="2e6e5431-bb17-4c41-9985-d39c50d83c73" providerId="ADAL" clId="{7F9681A8-EEE2-56F4-9B39-ECCBEE0471AC}" dt="2026-01-03T20:06:26.579" v="1215" actId="1076"/>
          <ac:spMkLst>
            <pc:docMk/>
            <pc:sldMk cId="1656861398" sldId="262"/>
            <ac:spMk id="16" creationId="{052C3042-DD0C-F2CB-5F33-4E4F3E6A1F51}"/>
          </ac:spMkLst>
        </pc:spChg>
        <pc:spChg chg="add mod">
          <ac:chgData name="Toby Donaldson" userId="2e6e5431-bb17-4c41-9985-d39c50d83c73" providerId="ADAL" clId="{7F9681A8-EEE2-56F4-9B39-ECCBEE0471AC}" dt="2026-01-03T20:06:29.212" v="1216" actId="1076"/>
          <ac:spMkLst>
            <pc:docMk/>
            <pc:sldMk cId="1656861398" sldId="262"/>
            <ac:spMk id="17" creationId="{83DE32CC-4299-A9AF-1FF9-289435A8EBEA}"/>
          </ac:spMkLst>
        </pc:spChg>
        <pc:spChg chg="add mod">
          <ac:chgData name="Toby Donaldson" userId="2e6e5431-bb17-4c41-9985-d39c50d83c73" providerId="ADAL" clId="{7F9681A8-EEE2-56F4-9B39-ECCBEE0471AC}" dt="2026-01-03T20:06:21.913" v="1214" actId="1076"/>
          <ac:spMkLst>
            <pc:docMk/>
            <pc:sldMk cId="1656861398" sldId="262"/>
            <ac:spMk id="20" creationId="{5D3F3F64-DAA1-D4B8-4CC0-E3476AA3AA43}"/>
          </ac:spMkLst>
        </pc:spChg>
        <pc:cxnChg chg="mod">
          <ac:chgData name="Toby Donaldson" userId="2e6e5431-bb17-4c41-9985-d39c50d83c73" providerId="ADAL" clId="{7F9681A8-EEE2-56F4-9B39-ECCBEE0471AC}" dt="2026-01-03T22:37:50.683" v="4187" actId="14100"/>
          <ac:cxnSpMkLst>
            <pc:docMk/>
            <pc:sldMk cId="1656861398" sldId="262"/>
            <ac:cxnSpMk id="12" creationId="{5CA016D9-092F-14DE-9F31-15246D27539E}"/>
          </ac:cxnSpMkLst>
        </pc:cxnChg>
        <pc:cxnChg chg="add mod">
          <ac:chgData name="Toby Donaldson" userId="2e6e5431-bb17-4c41-9985-d39c50d83c73" providerId="ADAL" clId="{7F9681A8-EEE2-56F4-9B39-ECCBEE0471AC}" dt="2026-01-03T20:07:21.897" v="1228" actId="14100"/>
          <ac:cxnSpMkLst>
            <pc:docMk/>
            <pc:sldMk cId="1656861398" sldId="262"/>
            <ac:cxnSpMk id="21" creationId="{C61298A1-F41E-4E19-0C6B-129F42A4A1E4}"/>
          </ac:cxnSpMkLst>
        </pc:cxnChg>
        <pc:cxnChg chg="add mod">
          <ac:chgData name="Toby Donaldson" userId="2e6e5431-bb17-4c41-9985-d39c50d83c73" providerId="ADAL" clId="{7F9681A8-EEE2-56F4-9B39-ECCBEE0471AC}" dt="2026-01-03T20:07:14.913" v="1227" actId="14100"/>
          <ac:cxnSpMkLst>
            <pc:docMk/>
            <pc:sldMk cId="1656861398" sldId="262"/>
            <ac:cxnSpMk id="25" creationId="{774A94D0-2C76-7A0C-DC93-A24D8BA3C61A}"/>
          </ac:cxnSpMkLst>
        </pc:cxnChg>
        <pc:cxnChg chg="add mod">
          <ac:chgData name="Toby Donaldson" userId="2e6e5431-bb17-4c41-9985-d39c50d83c73" providerId="ADAL" clId="{7F9681A8-EEE2-56F4-9B39-ECCBEE0471AC}" dt="2026-01-03T20:07:43.915" v="1230" actId="14100"/>
          <ac:cxnSpMkLst>
            <pc:docMk/>
            <pc:sldMk cId="1656861398" sldId="262"/>
            <ac:cxnSpMk id="28" creationId="{C0216FA5-ED48-F2F9-AA71-FBF28073BB7D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03T22:37:36.848" v="4185" actId="115"/>
        <pc:sldMkLst>
          <pc:docMk/>
          <pc:sldMk cId="1244327712" sldId="263"/>
        </pc:sldMkLst>
        <pc:spChg chg="mod">
          <ac:chgData name="Toby Donaldson" userId="2e6e5431-bb17-4c41-9985-d39c50d83c73" providerId="ADAL" clId="{7F9681A8-EEE2-56F4-9B39-ECCBEE0471AC}" dt="2026-01-03T22:37:36.848" v="4185" actId="115"/>
          <ac:spMkLst>
            <pc:docMk/>
            <pc:sldMk cId="1244327712" sldId="263"/>
            <ac:spMk id="3" creationId="{85DD11E1-D5A1-9087-93DF-3CF43CEE4209}"/>
          </ac:spMkLst>
        </pc:spChg>
        <pc:spChg chg="mod">
          <ac:chgData name="Toby Donaldson" userId="2e6e5431-bb17-4c41-9985-d39c50d83c73" providerId="ADAL" clId="{7F9681A8-EEE2-56F4-9B39-ECCBEE0471AC}" dt="2026-01-03T20:12:33.276" v="1337" actId="1076"/>
          <ac:spMkLst>
            <pc:docMk/>
            <pc:sldMk cId="1244327712" sldId="263"/>
            <ac:spMk id="4" creationId="{F6D1D991-2EEA-B8FC-905C-2FA3786B6AD1}"/>
          </ac:spMkLst>
        </pc:spChg>
        <pc:spChg chg="mod">
          <ac:chgData name="Toby Donaldson" userId="2e6e5431-bb17-4c41-9985-d39c50d83c73" providerId="ADAL" clId="{7F9681A8-EEE2-56F4-9B39-ECCBEE0471AC}" dt="2026-01-03T20:12:19.063" v="1334" actId="1076"/>
          <ac:spMkLst>
            <pc:docMk/>
            <pc:sldMk cId="1244327712" sldId="263"/>
            <ac:spMk id="9" creationId="{5A9D13A9-6811-735D-320A-2F9E32AC9BB8}"/>
          </ac:spMkLst>
        </pc:spChg>
        <pc:spChg chg="mod">
          <ac:chgData name="Toby Donaldson" userId="2e6e5431-bb17-4c41-9985-d39c50d83c73" providerId="ADAL" clId="{7F9681A8-EEE2-56F4-9B39-ECCBEE0471AC}" dt="2026-01-03T20:08:24.697" v="1233" actId="14100"/>
          <ac:spMkLst>
            <pc:docMk/>
            <pc:sldMk cId="1244327712" sldId="263"/>
            <ac:spMk id="11" creationId="{16B673B5-E9DA-1428-AD16-1BB715994ACA}"/>
          </ac:spMkLst>
        </pc:spChg>
        <pc:spChg chg="add mod">
          <ac:chgData name="Toby Donaldson" userId="2e6e5431-bb17-4c41-9985-d39c50d83c73" providerId="ADAL" clId="{7F9681A8-EEE2-56F4-9B39-ECCBEE0471AC}" dt="2026-01-03T20:13:59.816" v="1409" actId="1076"/>
          <ac:spMkLst>
            <pc:docMk/>
            <pc:sldMk cId="1244327712" sldId="263"/>
            <ac:spMk id="24" creationId="{6104A2A8-9D38-0C5D-F732-1DF8DA435445}"/>
          </ac:spMkLst>
        </pc:spChg>
        <pc:spChg chg="add mod">
          <ac:chgData name="Toby Donaldson" userId="2e6e5431-bb17-4c41-9985-d39c50d83c73" providerId="ADAL" clId="{7F9681A8-EEE2-56F4-9B39-ECCBEE0471AC}" dt="2026-01-03T20:13:47.230" v="1406" actId="1076"/>
          <ac:spMkLst>
            <pc:docMk/>
            <pc:sldMk cId="1244327712" sldId="263"/>
            <ac:spMk id="26" creationId="{479BFB32-82BB-A273-A180-40E923E0E7A9}"/>
          </ac:spMkLst>
        </pc:spChg>
        <pc:spChg chg="add mod">
          <ac:chgData name="Toby Donaldson" userId="2e6e5431-bb17-4c41-9985-d39c50d83c73" providerId="ADAL" clId="{7F9681A8-EEE2-56F4-9B39-ECCBEE0471AC}" dt="2026-01-03T20:14:15.263" v="1412" actId="14100"/>
          <ac:spMkLst>
            <pc:docMk/>
            <pc:sldMk cId="1244327712" sldId="263"/>
            <ac:spMk id="27" creationId="{4FE450B3-144F-D841-E59B-D0BF0586F7FC}"/>
          </ac:spMkLst>
        </pc:spChg>
        <pc:spChg chg="add mod">
          <ac:chgData name="Toby Donaldson" userId="2e6e5431-bb17-4c41-9985-d39c50d83c73" providerId="ADAL" clId="{7F9681A8-EEE2-56F4-9B39-ECCBEE0471AC}" dt="2026-01-03T20:14:25.167" v="1414" actId="1076"/>
          <ac:spMkLst>
            <pc:docMk/>
            <pc:sldMk cId="1244327712" sldId="263"/>
            <ac:spMk id="29" creationId="{A9D409C5-BF1A-979B-2AFD-E5679C3AE720}"/>
          </ac:spMkLst>
        </pc:spChg>
        <pc:spChg chg="add mod">
          <ac:chgData name="Toby Donaldson" userId="2e6e5431-bb17-4c41-9985-d39c50d83c73" providerId="ADAL" clId="{7F9681A8-EEE2-56F4-9B39-ECCBEE0471AC}" dt="2026-01-03T20:16:42.848" v="1575" actId="12"/>
          <ac:spMkLst>
            <pc:docMk/>
            <pc:sldMk cId="1244327712" sldId="263"/>
            <ac:spMk id="37" creationId="{CC5F7D4E-40D5-6914-5CE6-3473A981819C}"/>
          </ac:spMkLst>
        </pc:spChg>
        <pc:cxnChg chg="mod">
          <ac:chgData name="Toby Donaldson" userId="2e6e5431-bb17-4c41-9985-d39c50d83c73" providerId="ADAL" clId="{7F9681A8-EEE2-56F4-9B39-ECCBEE0471AC}" dt="2026-01-03T20:12:33.276" v="1337" actId="1076"/>
          <ac:cxnSpMkLst>
            <pc:docMk/>
            <pc:sldMk cId="1244327712" sldId="263"/>
            <ac:cxnSpMk id="12" creationId="{671FC8DA-F56D-5BD1-3C66-DF95C8B8998E}"/>
          </ac:cxnSpMkLst>
        </pc:cxnChg>
        <pc:cxnChg chg="add mod">
          <ac:chgData name="Toby Donaldson" userId="2e6e5431-bb17-4c41-9985-d39c50d83c73" providerId="ADAL" clId="{7F9681A8-EEE2-56F4-9B39-ECCBEE0471AC}" dt="2026-01-03T20:14:54.566" v="1421" actId="14100"/>
          <ac:cxnSpMkLst>
            <pc:docMk/>
            <pc:sldMk cId="1244327712" sldId="263"/>
            <ac:cxnSpMk id="30" creationId="{8E9F1B72-B946-956A-407B-EA961B40200A}"/>
          </ac:cxnSpMkLst>
        </pc:cxnChg>
        <pc:cxnChg chg="add mod">
          <ac:chgData name="Toby Donaldson" userId="2e6e5431-bb17-4c41-9985-d39c50d83c73" providerId="ADAL" clId="{7F9681A8-EEE2-56F4-9B39-ECCBEE0471AC}" dt="2026-01-03T20:14:47.545" v="1420" actId="14100"/>
          <ac:cxnSpMkLst>
            <pc:docMk/>
            <pc:sldMk cId="1244327712" sldId="263"/>
            <ac:cxnSpMk id="33" creationId="{AA9E5AA4-6B34-2BBA-6EC6-A81D1E523347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03T22:38:26.466" v="4192" actId="115"/>
        <pc:sldMkLst>
          <pc:docMk/>
          <pc:sldMk cId="3066385368" sldId="264"/>
        </pc:sldMkLst>
        <pc:spChg chg="mod">
          <ac:chgData name="Toby Donaldson" userId="2e6e5431-bb17-4c41-9985-d39c50d83c73" providerId="ADAL" clId="{7F9681A8-EEE2-56F4-9B39-ECCBEE0471AC}" dt="2026-01-03T22:38:26.466" v="4192" actId="115"/>
          <ac:spMkLst>
            <pc:docMk/>
            <pc:sldMk cId="3066385368" sldId="264"/>
            <ac:spMk id="3" creationId="{BD168681-4616-E8A6-3D8D-72108940792C}"/>
          </ac:spMkLst>
        </pc:spChg>
      </pc:sldChg>
      <pc:sldChg chg="modSp add mod">
        <pc:chgData name="Toby Donaldson" userId="2e6e5431-bb17-4c41-9985-d39c50d83c73" providerId="ADAL" clId="{7F9681A8-EEE2-56F4-9B39-ECCBEE0471AC}" dt="2026-01-03T22:38:19.799" v="4191" actId="115"/>
        <pc:sldMkLst>
          <pc:docMk/>
          <pc:sldMk cId="4261020775" sldId="265"/>
        </pc:sldMkLst>
        <pc:spChg chg="mod">
          <ac:chgData name="Toby Donaldson" userId="2e6e5431-bb17-4c41-9985-d39c50d83c73" providerId="ADAL" clId="{7F9681A8-EEE2-56F4-9B39-ECCBEE0471AC}" dt="2026-01-03T22:38:19.799" v="4191" actId="115"/>
          <ac:spMkLst>
            <pc:docMk/>
            <pc:sldMk cId="4261020775" sldId="265"/>
            <ac:spMk id="3" creationId="{5599AE86-A8BC-3929-2268-9EAC6FC257FE}"/>
          </ac:spMkLst>
        </pc:spChg>
      </pc:sldChg>
      <pc:sldChg chg="delSp modSp add mod ord">
        <pc:chgData name="Toby Donaldson" userId="2e6e5431-bb17-4c41-9985-d39c50d83c73" providerId="ADAL" clId="{7F9681A8-EEE2-56F4-9B39-ECCBEE0471AC}" dt="2026-01-03T22:37:22.748" v="4182" actId="115"/>
        <pc:sldMkLst>
          <pc:docMk/>
          <pc:sldMk cId="162377793" sldId="266"/>
        </pc:sldMkLst>
        <pc:spChg chg="mod">
          <ac:chgData name="Toby Donaldson" userId="2e6e5431-bb17-4c41-9985-d39c50d83c73" providerId="ADAL" clId="{7F9681A8-EEE2-56F4-9B39-ECCBEE0471AC}" dt="2026-01-03T22:37:22.748" v="4182" actId="115"/>
          <ac:spMkLst>
            <pc:docMk/>
            <pc:sldMk cId="162377793" sldId="266"/>
            <ac:spMk id="3" creationId="{FC2590D9-84BC-2EEC-4548-C728C2F6CB9D}"/>
          </ac:spMkLst>
        </pc:spChg>
        <pc:spChg chg="mod">
          <ac:chgData name="Toby Donaldson" userId="2e6e5431-bb17-4c41-9985-d39c50d83c73" providerId="ADAL" clId="{7F9681A8-EEE2-56F4-9B39-ECCBEE0471AC}" dt="2026-01-03T21:40:18.016" v="1766" actId="14100"/>
          <ac:spMkLst>
            <pc:docMk/>
            <pc:sldMk cId="162377793" sldId="266"/>
            <ac:spMk id="11" creationId="{B6483928-2BA3-3AA6-60AD-9DDD70585CBA}"/>
          </ac:spMkLst>
        </pc:spChg>
        <pc:spChg chg="mod">
          <ac:chgData name="Toby Donaldson" userId="2e6e5431-bb17-4c41-9985-d39c50d83c73" providerId="ADAL" clId="{7F9681A8-EEE2-56F4-9B39-ECCBEE0471AC}" dt="2026-01-03T21:39:55.653" v="1763" actId="113"/>
          <ac:spMkLst>
            <pc:docMk/>
            <pc:sldMk cId="162377793" sldId="266"/>
            <ac:spMk id="26" creationId="{8EBE4846-0844-EEE5-680F-6ECC81D671B9}"/>
          </ac:spMkLst>
        </pc:spChg>
        <pc:spChg chg="mod">
          <ac:chgData name="Toby Donaldson" userId="2e6e5431-bb17-4c41-9985-d39c50d83c73" providerId="ADAL" clId="{7F9681A8-EEE2-56F4-9B39-ECCBEE0471AC}" dt="2026-01-03T21:37:56.949" v="1587" actId="14100"/>
          <ac:spMkLst>
            <pc:docMk/>
            <pc:sldMk cId="162377793" sldId="266"/>
            <ac:spMk id="29" creationId="{47F1D35B-7225-C218-1157-E330EA9CB384}"/>
          </ac:spMkLst>
        </pc:spChg>
        <pc:cxnChg chg="mod">
          <ac:chgData name="Toby Donaldson" userId="2e6e5431-bb17-4c41-9985-d39c50d83c73" providerId="ADAL" clId="{7F9681A8-EEE2-56F4-9B39-ECCBEE0471AC}" dt="2026-01-03T21:41:46.104" v="1768" actId="14100"/>
          <ac:cxnSpMkLst>
            <pc:docMk/>
            <pc:sldMk cId="162377793" sldId="266"/>
            <ac:cxnSpMk id="12" creationId="{73AF7AF5-CF98-7850-A89D-282B8F830D34}"/>
          </ac:cxnSpMkLst>
        </pc:cxnChg>
        <pc:cxnChg chg="mod">
          <ac:chgData name="Toby Donaldson" userId="2e6e5431-bb17-4c41-9985-d39c50d83c73" providerId="ADAL" clId="{7F9681A8-EEE2-56F4-9B39-ECCBEE0471AC}" dt="2026-01-03T21:39:47.239" v="1754" actId="20577"/>
          <ac:cxnSpMkLst>
            <pc:docMk/>
            <pc:sldMk cId="162377793" sldId="266"/>
            <ac:cxnSpMk id="33" creationId="{9A1A4743-EA1F-DC71-1733-FB7752E824E8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03T22:37:32.448" v="4184" actId="115"/>
        <pc:sldMkLst>
          <pc:docMk/>
          <pc:sldMk cId="3764613447" sldId="267"/>
        </pc:sldMkLst>
        <pc:spChg chg="mod">
          <ac:chgData name="Toby Donaldson" userId="2e6e5431-bb17-4c41-9985-d39c50d83c73" providerId="ADAL" clId="{7F9681A8-EEE2-56F4-9B39-ECCBEE0471AC}" dt="2026-01-03T22:37:32.448" v="4184" actId="115"/>
          <ac:spMkLst>
            <pc:docMk/>
            <pc:sldMk cId="3764613447" sldId="267"/>
            <ac:spMk id="3" creationId="{5EC6AD8E-40C1-0B14-1DCE-36891BD57714}"/>
          </ac:spMkLst>
        </pc:spChg>
        <pc:spChg chg="add mod">
          <ac:chgData name="Toby Donaldson" userId="2e6e5431-bb17-4c41-9985-d39c50d83c73" providerId="ADAL" clId="{7F9681A8-EEE2-56F4-9B39-ECCBEE0471AC}" dt="2026-01-03T21:44:15.336" v="1780" actId="14100"/>
          <ac:spMkLst>
            <pc:docMk/>
            <pc:sldMk cId="3764613447" sldId="267"/>
            <ac:spMk id="14" creationId="{43C21D1E-CC05-8976-27C5-8484A0EC38DB}"/>
          </ac:spMkLst>
        </pc:spChg>
        <pc:spChg chg="mod">
          <ac:chgData name="Toby Donaldson" userId="2e6e5431-bb17-4c41-9985-d39c50d83c73" providerId="ADAL" clId="{7F9681A8-EEE2-56F4-9B39-ECCBEE0471AC}" dt="2026-01-03T21:45:13.438" v="1843" actId="14100"/>
          <ac:spMkLst>
            <pc:docMk/>
            <pc:sldMk cId="3764613447" sldId="267"/>
            <ac:spMk id="26" creationId="{55D05307-CBB1-42A2-0BB0-7D82DC8EB0D2}"/>
          </ac:spMkLst>
        </pc:spChg>
        <pc:spChg chg="mod">
          <ac:chgData name="Toby Donaldson" userId="2e6e5431-bb17-4c41-9985-d39c50d83c73" providerId="ADAL" clId="{7F9681A8-EEE2-56F4-9B39-ECCBEE0471AC}" dt="2026-01-03T21:43:22.162" v="1774" actId="14100"/>
          <ac:spMkLst>
            <pc:docMk/>
            <pc:sldMk cId="3764613447" sldId="267"/>
            <ac:spMk id="29" creationId="{5CAC6653-C80E-A48F-35C4-0D5E39040373}"/>
          </ac:spMkLst>
        </pc:spChg>
        <pc:cxnChg chg="mod">
          <ac:chgData name="Toby Donaldson" userId="2e6e5431-bb17-4c41-9985-d39c50d83c73" providerId="ADAL" clId="{7F9681A8-EEE2-56F4-9B39-ECCBEE0471AC}" dt="2026-01-03T21:45:13.438" v="1843" actId="14100"/>
          <ac:cxnSpMkLst>
            <pc:docMk/>
            <pc:sldMk cId="3764613447" sldId="267"/>
            <ac:cxnSpMk id="12" creationId="{D74DE87F-FE5F-7B3F-AF77-BE7ACAC26B23}"/>
          </ac:cxnSpMkLst>
        </pc:cxnChg>
        <pc:cxnChg chg="mod">
          <ac:chgData name="Toby Donaldson" userId="2e6e5431-bb17-4c41-9985-d39c50d83c73" providerId="ADAL" clId="{7F9681A8-EEE2-56F4-9B39-ECCBEE0471AC}" dt="2026-01-03T21:45:13.438" v="1843" actId="14100"/>
          <ac:cxnSpMkLst>
            <pc:docMk/>
            <pc:sldMk cId="3764613447" sldId="267"/>
            <ac:cxnSpMk id="33" creationId="{7DCFB6AB-CC1B-11B9-8F18-F49CCFF5A90E}"/>
          </ac:cxnSpMkLst>
        </pc:cxnChg>
      </pc:sldChg>
      <pc:sldChg chg="addSp delSp modSp add mod ord">
        <pc:chgData name="Toby Donaldson" userId="2e6e5431-bb17-4c41-9985-d39c50d83c73" providerId="ADAL" clId="{7F9681A8-EEE2-56F4-9B39-ECCBEE0471AC}" dt="2026-01-03T22:37:26.381" v="4183" actId="115"/>
        <pc:sldMkLst>
          <pc:docMk/>
          <pc:sldMk cId="3355010534" sldId="268"/>
        </pc:sldMkLst>
        <pc:spChg chg="mod">
          <ac:chgData name="Toby Donaldson" userId="2e6e5431-bb17-4c41-9985-d39c50d83c73" providerId="ADAL" clId="{7F9681A8-EEE2-56F4-9B39-ECCBEE0471AC}" dt="2026-01-03T22:37:26.381" v="4183" actId="115"/>
          <ac:spMkLst>
            <pc:docMk/>
            <pc:sldMk cId="3355010534" sldId="268"/>
            <ac:spMk id="3" creationId="{3BECE0E7-C902-22B9-9B1C-4369577A7E73}"/>
          </ac:spMkLst>
        </pc:spChg>
        <pc:spChg chg="add mod">
          <ac:chgData name="Toby Donaldson" userId="2e6e5431-bb17-4c41-9985-d39c50d83c73" providerId="ADAL" clId="{7F9681A8-EEE2-56F4-9B39-ECCBEE0471AC}" dt="2026-01-03T21:51:54.064" v="2105" actId="2711"/>
          <ac:spMkLst>
            <pc:docMk/>
            <pc:sldMk cId="3355010534" sldId="268"/>
            <ac:spMk id="15" creationId="{594ECE01-2502-0EF5-2DE5-710743212A91}"/>
          </ac:spMkLst>
        </pc:spChg>
        <pc:spChg chg="mod">
          <ac:chgData name="Toby Donaldson" userId="2e6e5431-bb17-4c41-9985-d39c50d83c73" providerId="ADAL" clId="{7F9681A8-EEE2-56F4-9B39-ECCBEE0471AC}" dt="2026-01-03T21:48:22.106" v="1885" actId="1076"/>
          <ac:spMkLst>
            <pc:docMk/>
            <pc:sldMk cId="3355010534" sldId="268"/>
            <ac:spMk id="26" creationId="{7D8048CE-8675-EA82-B82F-84232096C47D}"/>
          </ac:spMkLst>
        </pc:spChg>
        <pc:spChg chg="mod">
          <ac:chgData name="Toby Donaldson" userId="2e6e5431-bb17-4c41-9985-d39c50d83c73" providerId="ADAL" clId="{7F9681A8-EEE2-56F4-9B39-ECCBEE0471AC}" dt="2026-01-03T21:46:57.505" v="1851" actId="14100"/>
          <ac:spMkLst>
            <pc:docMk/>
            <pc:sldMk cId="3355010534" sldId="268"/>
            <ac:spMk id="29" creationId="{FEA33144-153E-B481-C913-47D67A939498}"/>
          </ac:spMkLst>
        </pc:spChg>
        <pc:cxnChg chg="mod">
          <ac:chgData name="Toby Donaldson" userId="2e6e5431-bb17-4c41-9985-d39c50d83c73" providerId="ADAL" clId="{7F9681A8-EEE2-56F4-9B39-ECCBEE0471AC}" dt="2026-01-03T21:48:22.106" v="1885" actId="1076"/>
          <ac:cxnSpMkLst>
            <pc:docMk/>
            <pc:sldMk cId="3355010534" sldId="268"/>
            <ac:cxnSpMk id="33" creationId="{47305C1B-6CEA-BAAA-8E29-18A661FDA33B}"/>
          </ac:cxnSpMkLst>
        </pc:cxnChg>
      </pc:sldChg>
      <pc:sldChg chg="modSp add mod">
        <pc:chgData name="Toby Donaldson" userId="2e6e5431-bb17-4c41-9985-d39c50d83c73" providerId="ADAL" clId="{7F9681A8-EEE2-56F4-9B39-ECCBEE0471AC}" dt="2026-01-03T22:37:17.313" v="4181" actId="115"/>
        <pc:sldMkLst>
          <pc:docMk/>
          <pc:sldMk cId="2668741065" sldId="269"/>
        </pc:sldMkLst>
        <pc:spChg chg="mod">
          <ac:chgData name="Toby Donaldson" userId="2e6e5431-bb17-4c41-9985-d39c50d83c73" providerId="ADAL" clId="{7F9681A8-EEE2-56F4-9B39-ECCBEE0471AC}" dt="2026-01-03T22:37:17.313" v="4181" actId="115"/>
          <ac:spMkLst>
            <pc:docMk/>
            <pc:sldMk cId="2668741065" sldId="269"/>
            <ac:spMk id="3" creationId="{6A190098-766B-3B66-3427-CC5CA78658AD}"/>
          </ac:spMkLst>
        </pc:spChg>
        <pc:spChg chg="mod">
          <ac:chgData name="Toby Donaldson" userId="2e6e5431-bb17-4c41-9985-d39c50d83c73" providerId="ADAL" clId="{7F9681A8-EEE2-56F4-9B39-ECCBEE0471AC}" dt="2026-01-03T21:55:28.271" v="2428" actId="1076"/>
          <ac:spMkLst>
            <pc:docMk/>
            <pc:sldMk cId="2668741065" sldId="269"/>
            <ac:spMk id="26" creationId="{07F10750-2036-11CC-68AC-756ED2C7CCEA}"/>
          </ac:spMkLst>
        </pc:spChg>
        <pc:cxnChg chg="mod">
          <ac:chgData name="Toby Donaldson" userId="2e6e5431-bb17-4c41-9985-d39c50d83c73" providerId="ADAL" clId="{7F9681A8-EEE2-56F4-9B39-ECCBEE0471AC}" dt="2026-01-03T21:55:28.271" v="2428" actId="1076"/>
          <ac:cxnSpMkLst>
            <pc:docMk/>
            <pc:sldMk cId="2668741065" sldId="269"/>
            <ac:cxnSpMk id="12" creationId="{1E751D2A-191A-3A38-2DA5-4965F29A80A4}"/>
          </ac:cxnSpMkLst>
        </pc:cxnChg>
        <pc:cxnChg chg="mod">
          <ac:chgData name="Toby Donaldson" userId="2e6e5431-bb17-4c41-9985-d39c50d83c73" providerId="ADAL" clId="{7F9681A8-EEE2-56F4-9B39-ECCBEE0471AC}" dt="2026-01-03T21:55:28.271" v="2428" actId="1076"/>
          <ac:cxnSpMkLst>
            <pc:docMk/>
            <pc:sldMk cId="2668741065" sldId="269"/>
            <ac:cxnSpMk id="33" creationId="{16CC49AC-0E9B-0E80-5D54-1BA2E9CE1582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03T22:37:12.948" v="4180" actId="115"/>
        <pc:sldMkLst>
          <pc:docMk/>
          <pc:sldMk cId="2661177635" sldId="270"/>
        </pc:sldMkLst>
        <pc:spChg chg="mod">
          <ac:chgData name="Toby Donaldson" userId="2e6e5431-bb17-4c41-9985-d39c50d83c73" providerId="ADAL" clId="{7F9681A8-EEE2-56F4-9B39-ECCBEE0471AC}" dt="2026-01-03T22:37:12.948" v="4180" actId="115"/>
          <ac:spMkLst>
            <pc:docMk/>
            <pc:sldMk cId="2661177635" sldId="270"/>
            <ac:spMk id="3" creationId="{AB767288-9568-AF39-BAB8-9B9606546AFD}"/>
          </ac:spMkLst>
        </pc:spChg>
        <pc:spChg chg="add mod">
          <ac:chgData name="Toby Donaldson" userId="2e6e5431-bb17-4c41-9985-d39c50d83c73" providerId="ADAL" clId="{7F9681A8-EEE2-56F4-9B39-ECCBEE0471AC}" dt="2026-01-03T21:56:37.410" v="2498" actId="20577"/>
          <ac:spMkLst>
            <pc:docMk/>
            <pc:sldMk cId="2661177635" sldId="270"/>
            <ac:spMk id="5" creationId="{E841697A-155D-9951-069F-B826C7491165}"/>
          </ac:spMkLst>
        </pc:spChg>
      </pc:sldChg>
      <pc:sldChg chg="addSp modSp add mod">
        <pc:chgData name="Toby Donaldson" userId="2e6e5431-bb17-4c41-9985-d39c50d83c73" providerId="ADAL" clId="{7F9681A8-EEE2-56F4-9B39-ECCBEE0471AC}" dt="2026-01-03T22:37:07.581" v="4179" actId="115"/>
        <pc:sldMkLst>
          <pc:docMk/>
          <pc:sldMk cId="1692629137" sldId="271"/>
        </pc:sldMkLst>
        <pc:spChg chg="mod">
          <ac:chgData name="Toby Donaldson" userId="2e6e5431-bb17-4c41-9985-d39c50d83c73" providerId="ADAL" clId="{7F9681A8-EEE2-56F4-9B39-ECCBEE0471AC}" dt="2026-01-03T22:37:07.581" v="4179" actId="115"/>
          <ac:spMkLst>
            <pc:docMk/>
            <pc:sldMk cId="1692629137" sldId="271"/>
            <ac:spMk id="3" creationId="{A9F9795F-A72E-394B-B99F-79E104F12295}"/>
          </ac:spMkLst>
        </pc:spChg>
        <pc:spChg chg="add mod">
          <ac:chgData name="Toby Donaldson" userId="2e6e5431-bb17-4c41-9985-d39c50d83c73" providerId="ADAL" clId="{7F9681A8-EEE2-56F4-9B39-ECCBEE0471AC}" dt="2026-01-03T21:58:22.133" v="2749" actId="207"/>
          <ac:spMkLst>
            <pc:docMk/>
            <pc:sldMk cId="1692629137" sldId="271"/>
            <ac:spMk id="6" creationId="{E81BF951-B8C7-3177-543F-15D768C8175D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03T22:13:00.419" v="3307" actId="21"/>
        <pc:sldMkLst>
          <pc:docMk/>
          <pc:sldMk cId="1823350384" sldId="272"/>
        </pc:sldMkLst>
        <pc:spChg chg="mod">
          <ac:chgData name="Toby Donaldson" userId="2e6e5431-bb17-4c41-9985-d39c50d83c73" providerId="ADAL" clId="{7F9681A8-EEE2-56F4-9B39-ECCBEE0471AC}" dt="2026-01-03T22:09:19.667" v="3132" actId="1076"/>
          <ac:spMkLst>
            <pc:docMk/>
            <pc:sldMk cId="1823350384" sldId="272"/>
            <ac:spMk id="2" creationId="{52EF83D2-1A6A-1A39-249C-E7F467DF0DED}"/>
          </ac:spMkLst>
        </pc:spChg>
        <pc:spChg chg="add mod">
          <ac:chgData name="Toby Donaldson" userId="2e6e5431-bb17-4c41-9985-d39c50d83c73" providerId="ADAL" clId="{7F9681A8-EEE2-56F4-9B39-ECCBEE0471AC}" dt="2026-01-03T22:00:57.452" v="2792" actId="164"/>
          <ac:spMkLst>
            <pc:docMk/>
            <pc:sldMk cId="1823350384" sldId="272"/>
            <ac:spMk id="10" creationId="{56EA01F0-6E35-1AA7-5491-D593DDB683C5}"/>
          </ac:spMkLst>
        </pc:spChg>
        <pc:spChg chg="add mod">
          <ac:chgData name="Toby Donaldson" userId="2e6e5431-bb17-4c41-9985-d39c50d83c73" providerId="ADAL" clId="{7F9681A8-EEE2-56F4-9B39-ECCBEE0471AC}" dt="2026-01-03T22:12:41.383" v="3304" actId="113"/>
          <ac:spMkLst>
            <pc:docMk/>
            <pc:sldMk cId="1823350384" sldId="272"/>
            <ac:spMk id="13" creationId="{538C0733-B0FA-D865-E860-72D4D2C84AA2}"/>
          </ac:spMkLst>
        </pc:spChg>
        <pc:spChg chg="add mod">
          <ac:chgData name="Toby Donaldson" userId="2e6e5431-bb17-4c41-9985-d39c50d83c73" providerId="ADAL" clId="{7F9681A8-EEE2-56F4-9B39-ECCBEE0471AC}" dt="2026-01-03T22:06:26.134" v="2872" actId="1076"/>
          <ac:spMkLst>
            <pc:docMk/>
            <pc:sldMk cId="1823350384" sldId="272"/>
            <ac:spMk id="15" creationId="{1A5F3F38-A131-3C7A-1ABC-346E0C1F91AD}"/>
          </ac:spMkLst>
        </pc:spChg>
        <pc:spChg chg="add mod">
          <ac:chgData name="Toby Donaldson" userId="2e6e5431-bb17-4c41-9985-d39c50d83c73" providerId="ADAL" clId="{7F9681A8-EEE2-56F4-9B39-ECCBEE0471AC}" dt="2026-01-03T22:06:26.134" v="2872" actId="1076"/>
          <ac:spMkLst>
            <pc:docMk/>
            <pc:sldMk cId="1823350384" sldId="272"/>
            <ac:spMk id="16" creationId="{33B9BD18-B8B4-1E22-F8AB-30A20A78D54C}"/>
          </ac:spMkLst>
        </pc:spChg>
        <pc:spChg chg="mod">
          <ac:chgData name="Toby Donaldson" userId="2e6e5431-bb17-4c41-9985-d39c50d83c73" providerId="ADAL" clId="{7F9681A8-EEE2-56F4-9B39-ECCBEE0471AC}" dt="2026-01-03T22:02:28.410" v="2813"/>
          <ac:spMkLst>
            <pc:docMk/>
            <pc:sldMk cId="1823350384" sldId="272"/>
            <ac:spMk id="20" creationId="{96B010A9-8035-D797-55E6-374724ACD030}"/>
          </ac:spMkLst>
        </pc:spChg>
        <pc:spChg chg="mod">
          <ac:chgData name="Toby Donaldson" userId="2e6e5431-bb17-4c41-9985-d39c50d83c73" providerId="ADAL" clId="{7F9681A8-EEE2-56F4-9B39-ECCBEE0471AC}" dt="2026-01-03T22:03:02.662" v="2823" actId="122"/>
          <ac:spMkLst>
            <pc:docMk/>
            <pc:sldMk cId="1823350384" sldId="272"/>
            <ac:spMk id="21" creationId="{0CD09226-4D0F-8B86-0ED7-30CE1D56A8D2}"/>
          </ac:spMkLst>
        </pc:spChg>
        <pc:spChg chg="add mod">
          <ac:chgData name="Toby Donaldson" userId="2e6e5431-bb17-4c41-9985-d39c50d83c73" providerId="ADAL" clId="{7F9681A8-EEE2-56F4-9B39-ECCBEE0471AC}" dt="2026-01-03T22:06:26.134" v="2872" actId="1076"/>
          <ac:spMkLst>
            <pc:docMk/>
            <pc:sldMk cId="1823350384" sldId="272"/>
            <ac:spMk id="25" creationId="{085F6DA4-C44B-0243-EAE8-E817111E5171}"/>
          </ac:spMkLst>
        </pc:spChg>
        <pc:spChg chg="add mod">
          <ac:chgData name="Toby Donaldson" userId="2e6e5431-bb17-4c41-9985-d39c50d83c73" providerId="ADAL" clId="{7F9681A8-EEE2-56F4-9B39-ECCBEE0471AC}" dt="2026-01-03T22:06:26.134" v="2872" actId="1076"/>
          <ac:spMkLst>
            <pc:docMk/>
            <pc:sldMk cId="1823350384" sldId="272"/>
            <ac:spMk id="27" creationId="{65F27A93-1651-BFDC-3E0B-5396780E2CF4}"/>
          </ac:spMkLst>
        </pc:spChg>
        <pc:spChg chg="add mod">
          <ac:chgData name="Toby Donaldson" userId="2e6e5431-bb17-4c41-9985-d39c50d83c73" providerId="ADAL" clId="{7F9681A8-EEE2-56F4-9B39-ECCBEE0471AC}" dt="2026-01-03T22:06:26.134" v="2872" actId="1076"/>
          <ac:spMkLst>
            <pc:docMk/>
            <pc:sldMk cId="1823350384" sldId="272"/>
            <ac:spMk id="32" creationId="{C5996382-F2D6-1283-829A-149F5DAE22F8}"/>
          </ac:spMkLst>
        </pc:spChg>
        <pc:spChg chg="add mod">
          <ac:chgData name="Toby Donaldson" userId="2e6e5431-bb17-4c41-9985-d39c50d83c73" providerId="ADAL" clId="{7F9681A8-EEE2-56F4-9B39-ECCBEE0471AC}" dt="2026-01-03T22:12:12.549" v="3301" actId="1076"/>
          <ac:spMkLst>
            <pc:docMk/>
            <pc:sldMk cId="1823350384" sldId="272"/>
            <ac:spMk id="40" creationId="{7A143286-D77F-6376-9C20-6B5FD973BFB8}"/>
          </ac:spMkLst>
        </pc:spChg>
        <pc:spChg chg="add mod">
          <ac:chgData name="Toby Donaldson" userId="2e6e5431-bb17-4c41-9985-d39c50d83c73" providerId="ADAL" clId="{7F9681A8-EEE2-56F4-9B39-ECCBEE0471AC}" dt="2026-01-03T22:12:07.005" v="3300" actId="1076"/>
          <ac:spMkLst>
            <pc:docMk/>
            <pc:sldMk cId="1823350384" sldId="272"/>
            <ac:spMk id="41" creationId="{BBB67889-0784-05E0-1DDA-03B939947D15}"/>
          </ac:spMkLst>
        </pc:spChg>
        <pc:grpChg chg="add mod">
          <ac:chgData name="Toby Donaldson" userId="2e6e5431-bb17-4c41-9985-d39c50d83c73" providerId="ADAL" clId="{7F9681A8-EEE2-56F4-9B39-ECCBEE0471AC}" dt="2026-01-03T22:06:26.134" v="2872" actId="1076"/>
          <ac:grpSpMkLst>
            <pc:docMk/>
            <pc:sldMk cId="1823350384" sldId="272"/>
            <ac:grpSpMk id="14" creationId="{069EAF30-83C3-5850-1F2D-6ADD59676C49}"/>
          </ac:grpSpMkLst>
        </pc:grpChg>
        <pc:grpChg chg="add mod">
          <ac:chgData name="Toby Donaldson" userId="2e6e5431-bb17-4c41-9985-d39c50d83c73" providerId="ADAL" clId="{7F9681A8-EEE2-56F4-9B39-ECCBEE0471AC}" dt="2026-01-03T22:06:26.134" v="2872" actId="1076"/>
          <ac:grpSpMkLst>
            <pc:docMk/>
            <pc:sldMk cId="1823350384" sldId="272"/>
            <ac:grpSpMk id="19" creationId="{A84B6A40-58DD-8EC5-11EC-97650ED64492}"/>
          </ac:grpSpMkLst>
        </pc:grpChg>
        <pc:cxnChg chg="add mod">
          <ac:chgData name="Toby Donaldson" userId="2e6e5431-bb17-4c41-9985-d39c50d83c73" providerId="ADAL" clId="{7F9681A8-EEE2-56F4-9B39-ECCBEE0471AC}" dt="2026-01-03T22:03:54.115" v="2830" actId="1076"/>
          <ac:cxnSpMkLst>
            <pc:docMk/>
            <pc:sldMk cId="1823350384" sldId="272"/>
            <ac:cxnSpMk id="18" creationId="{32D671D5-59AB-CC33-E7DB-76169CFF6749}"/>
          </ac:cxnSpMkLst>
        </pc:cxnChg>
        <pc:cxnChg chg="add mod">
          <ac:chgData name="Toby Donaldson" userId="2e6e5431-bb17-4c41-9985-d39c50d83c73" providerId="ADAL" clId="{7F9681A8-EEE2-56F4-9B39-ECCBEE0471AC}" dt="2026-01-03T22:06:26.134" v="2872" actId="1076"/>
          <ac:cxnSpMkLst>
            <pc:docMk/>
            <pc:sldMk cId="1823350384" sldId="272"/>
            <ac:cxnSpMk id="22" creationId="{75B1C775-AB4C-0CFF-F7EC-74118F6F94DC}"/>
          </ac:cxnSpMkLst>
        </pc:cxnChg>
        <pc:cxnChg chg="add mod">
          <ac:chgData name="Toby Donaldson" userId="2e6e5431-bb17-4c41-9985-d39c50d83c73" providerId="ADAL" clId="{7F9681A8-EEE2-56F4-9B39-ECCBEE0471AC}" dt="2026-01-03T22:06:26.134" v="2872" actId="1076"/>
          <ac:cxnSpMkLst>
            <pc:docMk/>
            <pc:sldMk cId="1823350384" sldId="272"/>
            <ac:cxnSpMk id="28" creationId="{0721076B-00BA-D3CE-B46F-68480AF16E01}"/>
          </ac:cxnSpMkLst>
        </pc:cxnChg>
        <pc:cxnChg chg="add mod">
          <ac:chgData name="Toby Donaldson" userId="2e6e5431-bb17-4c41-9985-d39c50d83c73" providerId="ADAL" clId="{7F9681A8-EEE2-56F4-9B39-ECCBEE0471AC}" dt="2026-01-03T22:06:26.134" v="2872" actId="1076"/>
          <ac:cxnSpMkLst>
            <pc:docMk/>
            <pc:sldMk cId="1823350384" sldId="272"/>
            <ac:cxnSpMk id="34" creationId="{5D3EE724-CE6A-5C12-0454-CF3202319D77}"/>
          </ac:cxnSpMkLst>
        </pc:cxnChg>
      </pc:sldChg>
      <pc:sldChg chg="add">
        <pc:chgData name="Toby Donaldson" userId="2e6e5431-bb17-4c41-9985-d39c50d83c73" providerId="ADAL" clId="{7F9681A8-EEE2-56F4-9B39-ECCBEE0471AC}" dt="2026-01-03T22:12:55.826" v="3306" actId="2890"/>
        <pc:sldMkLst>
          <pc:docMk/>
          <pc:sldMk cId="1281276086" sldId="273"/>
        </pc:sldMkLst>
      </pc:sldChg>
      <pc:sldChg chg="addSp delSp modSp add mod">
        <pc:chgData name="Toby Donaldson" userId="2e6e5431-bb17-4c41-9985-d39c50d83c73" providerId="ADAL" clId="{7F9681A8-EEE2-56F4-9B39-ECCBEE0471AC}" dt="2026-01-03T22:21:24.821" v="3641" actId="113"/>
        <pc:sldMkLst>
          <pc:docMk/>
          <pc:sldMk cId="4061947184" sldId="274"/>
        </pc:sldMkLst>
        <pc:spChg chg="add mod">
          <ac:chgData name="Toby Donaldson" userId="2e6e5431-bb17-4c41-9985-d39c50d83c73" providerId="ADAL" clId="{7F9681A8-EEE2-56F4-9B39-ECCBEE0471AC}" dt="2026-01-03T22:18:45.726" v="3476" actId="1076"/>
          <ac:spMkLst>
            <pc:docMk/>
            <pc:sldMk cId="4061947184" sldId="274"/>
            <ac:spMk id="3" creationId="{68D476D1-DA30-45B5-2A4C-6B880E957C16}"/>
          </ac:spMkLst>
        </pc:spChg>
        <pc:spChg chg="add mod">
          <ac:chgData name="Toby Donaldson" userId="2e6e5431-bb17-4c41-9985-d39c50d83c73" providerId="ADAL" clId="{7F9681A8-EEE2-56F4-9B39-ECCBEE0471AC}" dt="2026-01-03T22:21:24.821" v="3641" actId="113"/>
          <ac:spMkLst>
            <pc:docMk/>
            <pc:sldMk cId="4061947184" sldId="274"/>
            <ac:spMk id="4" creationId="{F0FEFB3C-3AA8-6819-7E7C-2B81C99F68DF}"/>
          </ac:spMkLst>
        </pc:spChg>
        <pc:spChg chg="add mod">
          <ac:chgData name="Toby Donaldson" userId="2e6e5431-bb17-4c41-9985-d39c50d83c73" providerId="ADAL" clId="{7F9681A8-EEE2-56F4-9B39-ECCBEE0471AC}" dt="2026-01-03T22:18:45.726" v="3476" actId="1076"/>
          <ac:spMkLst>
            <pc:docMk/>
            <pc:sldMk cId="4061947184" sldId="274"/>
            <ac:spMk id="5" creationId="{8E5A42A0-BB10-BB46-0B78-AC5BC80086C5}"/>
          </ac:spMkLst>
        </pc:spChg>
        <pc:spChg chg="add mod">
          <ac:chgData name="Toby Donaldson" userId="2e6e5431-bb17-4c41-9985-d39c50d83c73" providerId="ADAL" clId="{7F9681A8-EEE2-56F4-9B39-ECCBEE0471AC}" dt="2026-01-03T22:18:45.726" v="3476" actId="1076"/>
          <ac:spMkLst>
            <pc:docMk/>
            <pc:sldMk cId="4061947184" sldId="274"/>
            <ac:spMk id="6" creationId="{AEA41D3C-CBD5-D8D1-CB62-BDD3FDA5E680}"/>
          </ac:spMkLst>
        </pc:spChg>
        <pc:spChg chg="add mod">
          <ac:chgData name="Toby Donaldson" userId="2e6e5431-bb17-4c41-9985-d39c50d83c73" providerId="ADAL" clId="{7F9681A8-EEE2-56F4-9B39-ECCBEE0471AC}" dt="2026-01-03T22:18:45.726" v="3476" actId="1076"/>
          <ac:spMkLst>
            <pc:docMk/>
            <pc:sldMk cId="4061947184" sldId="274"/>
            <ac:spMk id="7" creationId="{60DF06A9-DB1F-F707-6245-BAAB7650AA46}"/>
          </ac:spMkLst>
        </pc:spChg>
        <pc:spChg chg="add mod">
          <ac:chgData name="Toby Donaldson" userId="2e6e5431-bb17-4c41-9985-d39c50d83c73" providerId="ADAL" clId="{7F9681A8-EEE2-56F4-9B39-ECCBEE0471AC}" dt="2026-01-03T22:20:58.818" v="3640" actId="113"/>
          <ac:spMkLst>
            <pc:docMk/>
            <pc:sldMk cId="4061947184" sldId="274"/>
            <ac:spMk id="8" creationId="{DE1FF66F-B66B-A13F-61C3-9944B0D1B443}"/>
          </ac:spMkLst>
        </pc:spChg>
        <pc:spChg chg="mod">
          <ac:chgData name="Toby Donaldson" userId="2e6e5431-bb17-4c41-9985-d39c50d83c73" providerId="ADAL" clId="{7F9681A8-EEE2-56F4-9B39-ECCBEE0471AC}" dt="2026-01-03T22:14:56.923" v="3314" actId="1076"/>
          <ac:spMkLst>
            <pc:docMk/>
            <pc:sldMk cId="4061947184" sldId="274"/>
            <ac:spMk id="15" creationId="{7C87165B-0FF0-A7A8-1DC5-BE392DA55B99}"/>
          </ac:spMkLst>
        </pc:spChg>
        <pc:spChg chg="mod">
          <ac:chgData name="Toby Donaldson" userId="2e6e5431-bb17-4c41-9985-d39c50d83c73" providerId="ADAL" clId="{7F9681A8-EEE2-56F4-9B39-ECCBEE0471AC}" dt="2026-01-03T22:14:56.923" v="3314" actId="1076"/>
          <ac:spMkLst>
            <pc:docMk/>
            <pc:sldMk cId="4061947184" sldId="274"/>
            <ac:spMk id="16" creationId="{966F7873-7CF4-232A-F504-FA0785E8FA56}"/>
          </ac:spMkLst>
        </pc:spChg>
        <pc:spChg chg="mod">
          <ac:chgData name="Toby Donaldson" userId="2e6e5431-bb17-4c41-9985-d39c50d83c73" providerId="ADAL" clId="{7F9681A8-EEE2-56F4-9B39-ECCBEE0471AC}" dt="2026-01-03T22:14:56.923" v="3314" actId="1076"/>
          <ac:spMkLst>
            <pc:docMk/>
            <pc:sldMk cId="4061947184" sldId="274"/>
            <ac:spMk id="25" creationId="{69ED06F8-9775-BE99-9983-1480F0983C45}"/>
          </ac:spMkLst>
        </pc:spChg>
        <pc:spChg chg="mod">
          <ac:chgData name="Toby Donaldson" userId="2e6e5431-bb17-4c41-9985-d39c50d83c73" providerId="ADAL" clId="{7F9681A8-EEE2-56F4-9B39-ECCBEE0471AC}" dt="2026-01-03T22:14:56.923" v="3314" actId="1076"/>
          <ac:spMkLst>
            <pc:docMk/>
            <pc:sldMk cId="4061947184" sldId="274"/>
            <ac:spMk id="27" creationId="{1881F8F1-7274-4A95-1CF0-BAEFB12FB02D}"/>
          </ac:spMkLst>
        </pc:spChg>
        <pc:spChg chg="mod">
          <ac:chgData name="Toby Donaldson" userId="2e6e5431-bb17-4c41-9985-d39c50d83c73" providerId="ADAL" clId="{7F9681A8-EEE2-56F4-9B39-ECCBEE0471AC}" dt="2026-01-03T22:14:56.923" v="3314" actId="1076"/>
          <ac:spMkLst>
            <pc:docMk/>
            <pc:sldMk cId="4061947184" sldId="274"/>
            <ac:spMk id="32" creationId="{7E1EB327-DCF3-46E2-B906-8C74F86817BF}"/>
          </ac:spMkLst>
        </pc:spChg>
        <pc:spChg chg="mod">
          <ac:chgData name="Toby Donaldson" userId="2e6e5431-bb17-4c41-9985-d39c50d83c73" providerId="ADAL" clId="{7F9681A8-EEE2-56F4-9B39-ECCBEE0471AC}" dt="2026-01-03T22:14:56.923" v="3314" actId="1076"/>
          <ac:spMkLst>
            <pc:docMk/>
            <pc:sldMk cId="4061947184" sldId="274"/>
            <ac:spMk id="40" creationId="{3264B074-1501-F9A0-443F-60268002C0D7}"/>
          </ac:spMkLst>
        </pc:spChg>
        <pc:spChg chg="mod">
          <ac:chgData name="Toby Donaldson" userId="2e6e5431-bb17-4c41-9985-d39c50d83c73" providerId="ADAL" clId="{7F9681A8-EEE2-56F4-9B39-ECCBEE0471AC}" dt="2026-01-03T22:14:56.923" v="3314" actId="1076"/>
          <ac:spMkLst>
            <pc:docMk/>
            <pc:sldMk cId="4061947184" sldId="274"/>
            <ac:spMk id="41" creationId="{AAB04031-5CCD-61D1-645E-36727D0E1A05}"/>
          </ac:spMkLst>
        </pc:spChg>
        <pc:grpChg chg="mod">
          <ac:chgData name="Toby Donaldson" userId="2e6e5431-bb17-4c41-9985-d39c50d83c73" providerId="ADAL" clId="{7F9681A8-EEE2-56F4-9B39-ECCBEE0471AC}" dt="2026-01-03T22:14:56.923" v="3314" actId="1076"/>
          <ac:grpSpMkLst>
            <pc:docMk/>
            <pc:sldMk cId="4061947184" sldId="274"/>
            <ac:grpSpMk id="14" creationId="{24BD36B5-B8A0-963B-4085-E431F3E372F2}"/>
          </ac:grpSpMkLst>
        </pc:grpChg>
        <pc:grpChg chg="mod">
          <ac:chgData name="Toby Donaldson" userId="2e6e5431-bb17-4c41-9985-d39c50d83c73" providerId="ADAL" clId="{7F9681A8-EEE2-56F4-9B39-ECCBEE0471AC}" dt="2026-01-03T22:14:56.923" v="3314" actId="1076"/>
          <ac:grpSpMkLst>
            <pc:docMk/>
            <pc:sldMk cId="4061947184" sldId="274"/>
            <ac:grpSpMk id="19" creationId="{54580F72-ABD7-174D-24AF-B3A8F13AFDBA}"/>
          </ac:grpSpMkLst>
        </pc:grpChg>
        <pc:cxnChg chg="add mod">
          <ac:chgData name="Toby Donaldson" userId="2e6e5431-bb17-4c41-9985-d39c50d83c73" providerId="ADAL" clId="{7F9681A8-EEE2-56F4-9B39-ECCBEE0471AC}" dt="2026-01-03T22:20:25.238" v="3633" actId="14100"/>
          <ac:cxnSpMkLst>
            <pc:docMk/>
            <pc:sldMk cId="4061947184" sldId="274"/>
            <ac:cxnSpMk id="9" creationId="{CA409B95-4DAF-FEDA-8B35-AA562FB1D56D}"/>
          </ac:cxnSpMkLst>
        </pc:cxnChg>
        <pc:cxnChg chg="add mod">
          <ac:chgData name="Toby Donaldson" userId="2e6e5431-bb17-4c41-9985-d39c50d83c73" providerId="ADAL" clId="{7F9681A8-EEE2-56F4-9B39-ECCBEE0471AC}" dt="2026-01-03T22:20:33.888" v="3636" actId="14100"/>
          <ac:cxnSpMkLst>
            <pc:docMk/>
            <pc:sldMk cId="4061947184" sldId="274"/>
            <ac:cxnSpMk id="17" creationId="{562E82B3-4ED6-AD60-BBE8-CB0046CC22DC}"/>
          </ac:cxnSpMkLst>
        </pc:cxnChg>
        <pc:cxnChg chg="mod">
          <ac:chgData name="Toby Donaldson" userId="2e6e5431-bb17-4c41-9985-d39c50d83c73" providerId="ADAL" clId="{7F9681A8-EEE2-56F4-9B39-ECCBEE0471AC}" dt="2026-01-03T22:14:56.923" v="3314" actId="1076"/>
          <ac:cxnSpMkLst>
            <pc:docMk/>
            <pc:sldMk cId="4061947184" sldId="274"/>
            <ac:cxnSpMk id="22" creationId="{422004E9-B219-8A84-5F14-6C7648A88F12}"/>
          </ac:cxnSpMkLst>
        </pc:cxnChg>
        <pc:cxnChg chg="add mod">
          <ac:chgData name="Toby Donaldson" userId="2e6e5431-bb17-4c41-9985-d39c50d83c73" providerId="ADAL" clId="{7F9681A8-EEE2-56F4-9B39-ECCBEE0471AC}" dt="2026-01-03T22:20:44.821" v="3639" actId="14100"/>
          <ac:cxnSpMkLst>
            <pc:docMk/>
            <pc:sldMk cId="4061947184" sldId="274"/>
            <ac:cxnSpMk id="26" creationId="{BAB441B9-705C-7A48-1016-0055A7DE2B24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03T22:23:34.407" v="3784" actId="1076"/>
        <pc:sldMkLst>
          <pc:docMk/>
          <pc:sldMk cId="3149743591" sldId="275"/>
        </pc:sldMkLst>
        <pc:spChg chg="mod">
          <ac:chgData name="Toby Donaldson" userId="2e6e5431-bb17-4c41-9985-d39c50d83c73" providerId="ADAL" clId="{7F9681A8-EEE2-56F4-9B39-ECCBEE0471AC}" dt="2026-01-03T22:22:02.271" v="3646" actId="14100"/>
          <ac:spMkLst>
            <pc:docMk/>
            <pc:sldMk cId="3149743591" sldId="275"/>
            <ac:spMk id="5" creationId="{89C5BBE5-36C9-A2E7-7DBD-7E9ED362D5CB}"/>
          </ac:spMkLst>
        </pc:spChg>
        <pc:spChg chg="mod">
          <ac:chgData name="Toby Donaldson" userId="2e6e5431-bb17-4c41-9985-d39c50d83c73" providerId="ADAL" clId="{7F9681A8-EEE2-56F4-9B39-ECCBEE0471AC}" dt="2026-01-03T22:23:34.407" v="3784" actId="1076"/>
          <ac:spMkLst>
            <pc:docMk/>
            <pc:sldMk cId="3149743591" sldId="275"/>
            <ac:spMk id="8" creationId="{222182C7-BEC4-0030-FA73-4152A930AAFA}"/>
          </ac:spMkLst>
        </pc:spChg>
        <pc:cxnChg chg="mod">
          <ac:chgData name="Toby Donaldson" userId="2e6e5431-bb17-4c41-9985-d39c50d83c73" providerId="ADAL" clId="{7F9681A8-EEE2-56F4-9B39-ECCBEE0471AC}" dt="2026-01-03T22:23:34.407" v="3784" actId="1076"/>
          <ac:cxnSpMkLst>
            <pc:docMk/>
            <pc:sldMk cId="3149743591" sldId="275"/>
            <ac:cxnSpMk id="9" creationId="{87ACC05E-A7AB-2A20-A5BC-D051B8FBF0CF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03T22:27:00.712" v="3803" actId="21"/>
        <pc:sldMkLst>
          <pc:docMk/>
          <pc:sldMk cId="1183768242" sldId="276"/>
        </pc:sldMkLst>
        <pc:spChg chg="add mod">
          <ac:chgData name="Toby Donaldson" userId="2e6e5431-bb17-4c41-9985-d39c50d83c73" providerId="ADAL" clId="{7F9681A8-EEE2-56F4-9B39-ECCBEE0471AC}" dt="2026-01-03T22:26:50.505" v="3802" actId="692"/>
          <ac:spMkLst>
            <pc:docMk/>
            <pc:sldMk cId="1183768242" sldId="276"/>
            <ac:spMk id="12" creationId="{15327CAD-1349-E760-D15A-0BC33B3E4F3D}"/>
          </ac:spMkLst>
        </pc:spChg>
        <pc:spChg chg="add mod">
          <ac:chgData name="Toby Donaldson" userId="2e6e5431-bb17-4c41-9985-d39c50d83c73" providerId="ADAL" clId="{7F9681A8-EEE2-56F4-9B39-ECCBEE0471AC}" dt="2026-01-03T22:26:40.675" v="3800" actId="692"/>
          <ac:spMkLst>
            <pc:docMk/>
            <pc:sldMk cId="1183768242" sldId="276"/>
            <ac:spMk id="23" creationId="{C16B054E-99AF-48A7-A708-DBE377C48FEC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03T22:31:11.511" v="3996" actId="20577"/>
        <pc:sldMkLst>
          <pc:docMk/>
          <pc:sldMk cId="2761827346" sldId="277"/>
        </pc:sldMkLst>
        <pc:spChg chg="add mod">
          <ac:chgData name="Toby Donaldson" userId="2e6e5431-bb17-4c41-9985-d39c50d83c73" providerId="ADAL" clId="{7F9681A8-EEE2-56F4-9B39-ECCBEE0471AC}" dt="2026-01-03T22:29:19.009" v="3813" actId="14100"/>
          <ac:spMkLst>
            <pc:docMk/>
            <pc:sldMk cId="2761827346" sldId="277"/>
            <ac:spMk id="5" creationId="{F7EBD1F6-F97E-BA18-1000-EC9ED912AF7E}"/>
          </ac:spMkLst>
        </pc:spChg>
        <pc:spChg chg="add mod">
          <ac:chgData name="Toby Donaldson" userId="2e6e5431-bb17-4c41-9985-d39c50d83c73" providerId="ADAL" clId="{7F9681A8-EEE2-56F4-9B39-ECCBEE0471AC}" dt="2026-01-03T22:31:11.511" v="3996" actId="20577"/>
          <ac:spMkLst>
            <pc:docMk/>
            <pc:sldMk cId="2761827346" sldId="277"/>
            <ac:spMk id="6" creationId="{A0F58EB8-6EF0-BEC6-B44C-8F43846B657E}"/>
          </ac:spMkLst>
        </pc:spChg>
        <pc:cxnChg chg="add mod">
          <ac:chgData name="Toby Donaldson" userId="2e6e5431-bb17-4c41-9985-d39c50d83c73" providerId="ADAL" clId="{7F9681A8-EEE2-56F4-9B39-ECCBEE0471AC}" dt="2026-01-03T22:31:08.597" v="3981" actId="20577"/>
          <ac:cxnSpMkLst>
            <pc:docMk/>
            <pc:sldMk cId="2761827346" sldId="277"/>
            <ac:cxnSpMk id="7" creationId="{44474F4C-A93F-49DC-017E-B5D969828333}"/>
          </ac:cxnSpMkLst>
        </pc:cxnChg>
      </pc:sldChg>
      <pc:sldChg chg="modSp add mod">
        <pc:chgData name="Toby Donaldson" userId="2e6e5431-bb17-4c41-9985-d39c50d83c73" providerId="ADAL" clId="{7F9681A8-EEE2-56F4-9B39-ECCBEE0471AC}" dt="2026-01-03T22:32:31.495" v="4042" actId="14100"/>
        <pc:sldMkLst>
          <pc:docMk/>
          <pc:sldMk cId="2366475457" sldId="278"/>
        </pc:sldMkLst>
        <pc:spChg chg="mod">
          <ac:chgData name="Toby Donaldson" userId="2e6e5431-bb17-4c41-9985-d39c50d83c73" providerId="ADAL" clId="{7F9681A8-EEE2-56F4-9B39-ECCBEE0471AC}" dt="2026-01-03T22:31:45.442" v="4000" actId="14100"/>
          <ac:spMkLst>
            <pc:docMk/>
            <pc:sldMk cId="2366475457" sldId="278"/>
            <ac:spMk id="5" creationId="{1616D70A-882E-9C7C-5B0C-D486915541FB}"/>
          </ac:spMkLst>
        </pc:spChg>
        <pc:spChg chg="mod">
          <ac:chgData name="Toby Donaldson" userId="2e6e5431-bb17-4c41-9985-d39c50d83c73" providerId="ADAL" clId="{7F9681A8-EEE2-56F4-9B39-ECCBEE0471AC}" dt="2026-01-03T22:32:31.495" v="4042" actId="14100"/>
          <ac:spMkLst>
            <pc:docMk/>
            <pc:sldMk cId="2366475457" sldId="278"/>
            <ac:spMk id="6" creationId="{B628BF44-84A3-11DC-A664-1DB048C8BC19}"/>
          </ac:spMkLst>
        </pc:spChg>
        <pc:cxnChg chg="mod">
          <ac:chgData name="Toby Donaldson" userId="2e6e5431-bb17-4c41-9985-d39c50d83c73" providerId="ADAL" clId="{7F9681A8-EEE2-56F4-9B39-ECCBEE0471AC}" dt="2026-01-03T22:32:31.495" v="4042" actId="14100"/>
          <ac:cxnSpMkLst>
            <pc:docMk/>
            <pc:sldMk cId="2366475457" sldId="278"/>
            <ac:cxnSpMk id="7" creationId="{2E4A2939-0B13-5A26-9A5C-2C3E2DD39171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03T22:47:15.072" v="4614" actId="20577"/>
        <pc:sldMkLst>
          <pc:docMk/>
          <pc:sldMk cId="2110710900" sldId="279"/>
        </pc:sldMkLst>
        <pc:spChg chg="mod">
          <ac:chgData name="Toby Donaldson" userId="2e6e5431-bb17-4c41-9985-d39c50d83c73" providerId="ADAL" clId="{7F9681A8-EEE2-56F4-9B39-ECCBEE0471AC}" dt="2026-01-03T22:36:59.647" v="4178" actId="115"/>
          <ac:spMkLst>
            <pc:docMk/>
            <pc:sldMk cId="2110710900" sldId="279"/>
            <ac:spMk id="3" creationId="{A58E5080-CA93-0B29-0512-60E837C908CC}"/>
          </ac:spMkLst>
        </pc:spChg>
        <pc:spChg chg="add mod">
          <ac:chgData name="Toby Donaldson" userId="2e6e5431-bb17-4c41-9985-d39c50d83c73" providerId="ADAL" clId="{7F9681A8-EEE2-56F4-9B39-ECCBEE0471AC}" dt="2026-01-03T22:34:58.178" v="4050" actId="1076"/>
          <ac:spMkLst>
            <pc:docMk/>
            <pc:sldMk cId="2110710900" sldId="279"/>
            <ac:spMk id="10" creationId="{04D6FF8A-2965-728C-7AA8-30EC7D7B23E2}"/>
          </ac:spMkLst>
        </pc:spChg>
        <pc:spChg chg="add mod">
          <ac:chgData name="Toby Donaldson" userId="2e6e5431-bb17-4c41-9985-d39c50d83c73" providerId="ADAL" clId="{7F9681A8-EEE2-56F4-9B39-ECCBEE0471AC}" dt="2026-01-03T22:42:19.668" v="4383" actId="692"/>
          <ac:spMkLst>
            <pc:docMk/>
            <pc:sldMk cId="2110710900" sldId="279"/>
            <ac:spMk id="13" creationId="{B3CABDE0-ACF4-8B2B-37E3-ED4EF7E7530C}"/>
          </ac:spMkLst>
        </pc:spChg>
        <pc:spChg chg="add mod">
          <ac:chgData name="Toby Donaldson" userId="2e6e5431-bb17-4c41-9985-d39c50d83c73" providerId="ADAL" clId="{7F9681A8-EEE2-56F4-9B39-ECCBEE0471AC}" dt="2026-01-03T22:47:15.072" v="4614" actId="20577"/>
          <ac:spMkLst>
            <pc:docMk/>
            <pc:sldMk cId="2110710900" sldId="279"/>
            <ac:spMk id="14" creationId="{4025A4A6-4C8F-B690-4B1E-F6A1D0F91286}"/>
          </ac:spMkLst>
        </pc:spChg>
        <pc:spChg chg="add mod">
          <ac:chgData name="Toby Donaldson" userId="2e6e5431-bb17-4c41-9985-d39c50d83c73" providerId="ADAL" clId="{7F9681A8-EEE2-56F4-9B39-ECCBEE0471AC}" dt="2026-01-03T22:36:06.180" v="4120" actId="14100"/>
          <ac:spMkLst>
            <pc:docMk/>
            <pc:sldMk cId="2110710900" sldId="279"/>
            <ac:spMk id="15" creationId="{B44A7073-25AA-8655-1D6B-43C44769512F}"/>
          </ac:spMkLst>
        </pc:spChg>
        <pc:spChg chg="add mod">
          <ac:chgData name="Toby Donaldson" userId="2e6e5431-bb17-4c41-9985-d39c50d83c73" providerId="ADAL" clId="{7F9681A8-EEE2-56F4-9B39-ECCBEE0471AC}" dt="2026-01-03T22:46:26.940" v="4608" actId="14100"/>
          <ac:spMkLst>
            <pc:docMk/>
            <pc:sldMk cId="2110710900" sldId="279"/>
            <ac:spMk id="22" creationId="{E81DDA6A-9BB1-2C26-624E-9C0B3BDBCE0E}"/>
          </ac:spMkLst>
        </pc:spChg>
        <pc:cxnChg chg="add mod">
          <ac:chgData name="Toby Donaldson" userId="2e6e5431-bb17-4c41-9985-d39c50d83c73" providerId="ADAL" clId="{7F9681A8-EEE2-56F4-9B39-ECCBEE0471AC}" dt="2026-01-03T22:41:45.135" v="4377" actId="14100"/>
          <ac:cxnSpMkLst>
            <pc:docMk/>
            <pc:sldMk cId="2110710900" sldId="279"/>
            <ac:cxnSpMk id="17" creationId="{672B9BE3-ACA2-263A-0453-8AD61A7F0F8F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03T22:40:10.546" v="4368" actId="20577"/>
        <pc:sldMkLst>
          <pc:docMk/>
          <pc:sldMk cId="2810547189" sldId="280"/>
        </pc:sldMkLst>
        <pc:spChg chg="mod">
          <ac:chgData name="Toby Donaldson" userId="2e6e5431-bb17-4c41-9985-d39c50d83c73" providerId="ADAL" clId="{7F9681A8-EEE2-56F4-9B39-ECCBEE0471AC}" dt="2026-01-03T22:40:10.546" v="4368" actId="20577"/>
          <ac:spMkLst>
            <pc:docMk/>
            <pc:sldMk cId="2810547189" sldId="280"/>
            <ac:spMk id="4" creationId="{5D8C4CDC-FFD7-D8FA-3386-1D60A7FC707B}"/>
          </ac:spMkLst>
        </pc:spChg>
      </pc:sldChg>
      <pc:sldChg chg="delSp modSp add mod ord">
        <pc:chgData name="Toby Donaldson" userId="2e6e5431-bb17-4c41-9985-d39c50d83c73" providerId="ADAL" clId="{7F9681A8-EEE2-56F4-9B39-ECCBEE0471AC}" dt="2026-01-03T22:47:19.674" v="4617" actId="20577"/>
        <pc:sldMkLst>
          <pc:docMk/>
          <pc:sldMk cId="961211696" sldId="281"/>
        </pc:sldMkLst>
        <pc:spChg chg="mod">
          <ac:chgData name="Toby Donaldson" userId="2e6e5431-bb17-4c41-9985-d39c50d83c73" providerId="ADAL" clId="{7F9681A8-EEE2-56F4-9B39-ECCBEE0471AC}" dt="2026-01-03T22:47:19.674" v="4617" actId="20577"/>
          <ac:spMkLst>
            <pc:docMk/>
            <pc:sldMk cId="961211696" sldId="281"/>
            <ac:spMk id="14" creationId="{937250CD-CE62-D87C-E8C4-496C6D2DDA3F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03T22:54:56.381" v="4937" actId="1076"/>
        <pc:sldMkLst>
          <pc:docMk/>
          <pc:sldMk cId="4141438254" sldId="282"/>
        </pc:sldMkLst>
        <pc:spChg chg="mod">
          <ac:chgData name="Toby Donaldson" userId="2e6e5431-bb17-4c41-9985-d39c50d83c73" providerId="ADAL" clId="{7F9681A8-EEE2-56F4-9B39-ECCBEE0471AC}" dt="2026-01-03T22:49:01.981" v="4632"/>
          <ac:spMkLst>
            <pc:docMk/>
            <pc:sldMk cId="4141438254" sldId="282"/>
            <ac:spMk id="6" creationId="{8465F53D-4136-C8C5-E13D-AFB5441E81D2}"/>
          </ac:spMkLst>
        </pc:spChg>
        <pc:spChg chg="mod">
          <ac:chgData name="Toby Donaldson" userId="2e6e5431-bb17-4c41-9985-d39c50d83c73" providerId="ADAL" clId="{7F9681A8-EEE2-56F4-9B39-ECCBEE0471AC}" dt="2026-01-03T22:49:01.981" v="4632"/>
          <ac:spMkLst>
            <pc:docMk/>
            <pc:sldMk cId="4141438254" sldId="282"/>
            <ac:spMk id="7" creationId="{B5C4DD96-7C37-F636-FE21-1DFCABB32556}"/>
          </ac:spMkLst>
        </pc:spChg>
        <pc:spChg chg="add mod">
          <ac:chgData name="Toby Donaldson" userId="2e6e5431-bb17-4c41-9985-d39c50d83c73" providerId="ADAL" clId="{7F9681A8-EEE2-56F4-9B39-ECCBEE0471AC}" dt="2026-01-03T22:49:35.749" v="4638" actId="1076"/>
          <ac:spMkLst>
            <pc:docMk/>
            <pc:sldMk cId="4141438254" sldId="282"/>
            <ac:spMk id="8" creationId="{060FFAF3-BFBA-CFC2-D406-AC4288ECBDA3}"/>
          </ac:spMkLst>
        </pc:spChg>
        <pc:spChg chg="add mod">
          <ac:chgData name="Toby Donaldson" userId="2e6e5431-bb17-4c41-9985-d39c50d83c73" providerId="ADAL" clId="{7F9681A8-EEE2-56F4-9B39-ECCBEE0471AC}" dt="2026-01-03T22:49:35.749" v="4638" actId="1076"/>
          <ac:spMkLst>
            <pc:docMk/>
            <pc:sldMk cId="4141438254" sldId="282"/>
            <ac:spMk id="9" creationId="{D437551C-AB9C-9B90-A7F5-454A14A8FD0D}"/>
          </ac:spMkLst>
        </pc:spChg>
        <pc:spChg chg="mod">
          <ac:chgData name="Toby Donaldson" userId="2e6e5431-bb17-4c41-9985-d39c50d83c73" providerId="ADAL" clId="{7F9681A8-EEE2-56F4-9B39-ECCBEE0471AC}" dt="2026-01-03T22:47:40.491" v="4628" actId="1076"/>
          <ac:spMkLst>
            <pc:docMk/>
            <pc:sldMk cId="4141438254" sldId="282"/>
            <ac:spMk id="10" creationId="{BBD6C560-C40E-A188-3B4B-EC5C9D6F8BB3}"/>
          </ac:spMkLst>
        </pc:spChg>
        <pc:spChg chg="mod">
          <ac:chgData name="Toby Donaldson" userId="2e6e5431-bb17-4c41-9985-d39c50d83c73" providerId="ADAL" clId="{7F9681A8-EEE2-56F4-9B39-ECCBEE0471AC}" dt="2026-01-03T22:49:01.981" v="4632"/>
          <ac:spMkLst>
            <pc:docMk/>
            <pc:sldMk cId="4141438254" sldId="282"/>
            <ac:spMk id="16" creationId="{CA86840C-8B4F-F381-943F-26CFAC6FDF21}"/>
          </ac:spMkLst>
        </pc:spChg>
        <pc:spChg chg="mod">
          <ac:chgData name="Toby Donaldson" userId="2e6e5431-bb17-4c41-9985-d39c50d83c73" providerId="ADAL" clId="{7F9681A8-EEE2-56F4-9B39-ECCBEE0471AC}" dt="2026-01-03T22:49:01.981" v="4632"/>
          <ac:spMkLst>
            <pc:docMk/>
            <pc:sldMk cId="4141438254" sldId="282"/>
            <ac:spMk id="18" creationId="{1CAB363C-E8F7-69FF-1818-FAC0E35DE6A2}"/>
          </ac:spMkLst>
        </pc:spChg>
        <pc:spChg chg="add mod">
          <ac:chgData name="Toby Donaldson" userId="2e6e5431-bb17-4c41-9985-d39c50d83c73" providerId="ADAL" clId="{7F9681A8-EEE2-56F4-9B39-ECCBEE0471AC}" dt="2026-01-03T22:49:35.749" v="4638" actId="1076"/>
          <ac:spMkLst>
            <pc:docMk/>
            <pc:sldMk cId="4141438254" sldId="282"/>
            <ac:spMk id="20" creationId="{92BB635B-9018-0E7B-CEA9-EDE523C49650}"/>
          </ac:spMkLst>
        </pc:spChg>
        <pc:spChg chg="mod">
          <ac:chgData name="Toby Donaldson" userId="2e6e5431-bb17-4c41-9985-d39c50d83c73" providerId="ADAL" clId="{7F9681A8-EEE2-56F4-9B39-ECCBEE0471AC}" dt="2026-01-03T22:49:35.749" v="4638" actId="1076"/>
          <ac:spMkLst>
            <pc:docMk/>
            <pc:sldMk cId="4141438254" sldId="282"/>
            <ac:spMk id="21" creationId="{93F4B458-A93F-781A-D2E4-937E62E50D99}"/>
          </ac:spMkLst>
        </pc:spChg>
        <pc:spChg chg="mod">
          <ac:chgData name="Toby Donaldson" userId="2e6e5431-bb17-4c41-9985-d39c50d83c73" providerId="ADAL" clId="{7F9681A8-EEE2-56F4-9B39-ECCBEE0471AC}" dt="2026-01-03T22:49:35.749" v="4638" actId="1076"/>
          <ac:spMkLst>
            <pc:docMk/>
            <pc:sldMk cId="4141438254" sldId="282"/>
            <ac:spMk id="24" creationId="{D28DFE32-E8D9-6481-FAC4-078C1C305496}"/>
          </ac:spMkLst>
        </pc:spChg>
        <pc:spChg chg="mod">
          <ac:chgData name="Toby Donaldson" userId="2e6e5431-bb17-4c41-9985-d39c50d83c73" providerId="ADAL" clId="{7F9681A8-EEE2-56F4-9B39-ECCBEE0471AC}" dt="2026-01-03T22:49:35.749" v="4638" actId="1076"/>
          <ac:spMkLst>
            <pc:docMk/>
            <pc:sldMk cId="4141438254" sldId="282"/>
            <ac:spMk id="26" creationId="{CFBA79D0-B70C-8CED-E574-153E8DF43D78}"/>
          </ac:spMkLst>
        </pc:spChg>
        <pc:spChg chg="add mod">
          <ac:chgData name="Toby Donaldson" userId="2e6e5431-bb17-4c41-9985-d39c50d83c73" providerId="ADAL" clId="{7F9681A8-EEE2-56F4-9B39-ECCBEE0471AC}" dt="2026-01-03T22:49:35.749" v="4638" actId="1076"/>
          <ac:spMkLst>
            <pc:docMk/>
            <pc:sldMk cId="4141438254" sldId="282"/>
            <ac:spMk id="27" creationId="{A525FFBC-7B41-9DC2-25FD-6545CAE846C7}"/>
          </ac:spMkLst>
        </pc:spChg>
        <pc:spChg chg="add del mod">
          <ac:chgData name="Toby Donaldson" userId="2e6e5431-bb17-4c41-9985-d39c50d83c73" providerId="ADAL" clId="{7F9681A8-EEE2-56F4-9B39-ECCBEE0471AC}" dt="2026-01-03T22:50:33.045" v="4699" actId="1076"/>
          <ac:spMkLst>
            <pc:docMk/>
            <pc:sldMk cId="4141438254" sldId="282"/>
            <ac:spMk id="28" creationId="{1BBEA674-986D-BF63-C379-5C4E4802C08B}"/>
          </ac:spMkLst>
        </pc:spChg>
        <pc:spChg chg="add mod">
          <ac:chgData name="Toby Donaldson" userId="2e6e5431-bb17-4c41-9985-d39c50d83c73" providerId="ADAL" clId="{7F9681A8-EEE2-56F4-9B39-ECCBEE0471AC}" dt="2026-01-03T22:52:03.909" v="4798" actId="14100"/>
          <ac:spMkLst>
            <pc:docMk/>
            <pc:sldMk cId="4141438254" sldId="282"/>
            <ac:spMk id="29" creationId="{3CDD95EB-88E9-98FA-099C-F15E2F01178D}"/>
          </ac:spMkLst>
        </pc:spChg>
        <pc:spChg chg="add mod">
          <ac:chgData name="Toby Donaldson" userId="2e6e5431-bb17-4c41-9985-d39c50d83c73" providerId="ADAL" clId="{7F9681A8-EEE2-56F4-9B39-ECCBEE0471AC}" dt="2026-01-03T22:54:10.450" v="4809" actId="1076"/>
          <ac:spMkLst>
            <pc:docMk/>
            <pc:sldMk cId="4141438254" sldId="282"/>
            <ac:spMk id="32" creationId="{E819A7A4-0CFF-0CE5-884C-4629E3B4564D}"/>
          </ac:spMkLst>
        </pc:spChg>
        <pc:spChg chg="add mod">
          <ac:chgData name="Toby Donaldson" userId="2e6e5431-bb17-4c41-9985-d39c50d83c73" providerId="ADAL" clId="{7F9681A8-EEE2-56F4-9B39-ECCBEE0471AC}" dt="2026-01-03T22:52:33.469" v="4802" actId="14100"/>
          <ac:spMkLst>
            <pc:docMk/>
            <pc:sldMk cId="4141438254" sldId="282"/>
            <ac:spMk id="33" creationId="{E722136D-E460-7AF6-8C09-5823EB1CA654}"/>
          </ac:spMkLst>
        </pc:spChg>
        <pc:spChg chg="add mod">
          <ac:chgData name="Toby Donaldson" userId="2e6e5431-bb17-4c41-9985-d39c50d83c73" providerId="ADAL" clId="{7F9681A8-EEE2-56F4-9B39-ECCBEE0471AC}" dt="2026-01-03T22:52:47.611" v="4805" actId="14100"/>
          <ac:spMkLst>
            <pc:docMk/>
            <pc:sldMk cId="4141438254" sldId="282"/>
            <ac:spMk id="34" creationId="{264716A5-2832-466F-5C0E-1470EE194FD6}"/>
          </ac:spMkLst>
        </pc:spChg>
        <pc:spChg chg="add mod">
          <ac:chgData name="Toby Donaldson" userId="2e6e5431-bb17-4c41-9985-d39c50d83c73" providerId="ADAL" clId="{7F9681A8-EEE2-56F4-9B39-ECCBEE0471AC}" dt="2026-01-03T22:54:56.381" v="4937" actId="1076"/>
          <ac:spMkLst>
            <pc:docMk/>
            <pc:sldMk cId="4141438254" sldId="282"/>
            <ac:spMk id="39" creationId="{15D73C88-DB82-73C1-C761-AE827BA06B82}"/>
          </ac:spMkLst>
        </pc:spChg>
        <pc:grpChg chg="mod">
          <ac:chgData name="Toby Donaldson" userId="2e6e5431-bb17-4c41-9985-d39c50d83c73" providerId="ADAL" clId="{7F9681A8-EEE2-56F4-9B39-ECCBEE0471AC}" dt="2026-01-03T22:49:35.749" v="4638" actId="1076"/>
          <ac:grpSpMkLst>
            <pc:docMk/>
            <pc:sldMk cId="4141438254" sldId="282"/>
            <ac:grpSpMk id="5" creationId="{3FB3C1EA-E249-F0B7-8A55-0C89CDCBFB26}"/>
          </ac:grpSpMkLst>
        </pc:grpChg>
        <pc:grpChg chg="mod">
          <ac:chgData name="Toby Donaldson" userId="2e6e5431-bb17-4c41-9985-d39c50d83c73" providerId="ADAL" clId="{7F9681A8-EEE2-56F4-9B39-ECCBEE0471AC}" dt="2026-01-03T22:49:35.749" v="4638" actId="1076"/>
          <ac:grpSpMkLst>
            <pc:docMk/>
            <pc:sldMk cId="4141438254" sldId="282"/>
            <ac:grpSpMk id="12" creationId="{CF00AF35-2AA1-BBCD-99B2-04CEE67E3B68}"/>
          </ac:grpSpMkLst>
        </pc:grpChg>
        <pc:cxnChg chg="mod">
          <ac:chgData name="Toby Donaldson" userId="2e6e5431-bb17-4c41-9985-d39c50d83c73" providerId="ADAL" clId="{7F9681A8-EEE2-56F4-9B39-ECCBEE0471AC}" dt="2026-01-03T22:49:35.749" v="4638" actId="1076"/>
          <ac:cxnSpMkLst>
            <pc:docMk/>
            <pc:sldMk cId="4141438254" sldId="282"/>
            <ac:cxnSpMk id="23" creationId="{1352D6F2-4728-700C-3B29-545058DF7B20}"/>
          </ac:cxnSpMkLst>
        </pc:cxnChg>
        <pc:cxnChg chg="add mod">
          <ac:chgData name="Toby Donaldson" userId="2e6e5431-bb17-4c41-9985-d39c50d83c73" providerId="ADAL" clId="{7F9681A8-EEE2-56F4-9B39-ECCBEE0471AC}" dt="2026-01-03T22:54:10.450" v="4809" actId="1076"/>
          <ac:cxnSpMkLst>
            <pc:docMk/>
            <pc:sldMk cId="4141438254" sldId="282"/>
            <ac:cxnSpMk id="36" creationId="{A075FCFD-8EC2-B360-1356-8047C1B7F00C}"/>
          </ac:cxnSpMkLst>
        </pc:cxnChg>
      </pc:sldChg>
      <pc:sldChg chg="delSp modSp add mod">
        <pc:chgData name="Toby Donaldson" userId="2e6e5431-bb17-4c41-9985-d39c50d83c73" providerId="ADAL" clId="{7F9681A8-EEE2-56F4-9B39-ECCBEE0471AC}" dt="2026-01-03T23:06:29.702" v="5359" actId="1076"/>
        <pc:sldMkLst>
          <pc:docMk/>
          <pc:sldMk cId="3189966817" sldId="283"/>
        </pc:sldMkLst>
        <pc:spChg chg="mod">
          <ac:chgData name="Toby Donaldson" userId="2e6e5431-bb17-4c41-9985-d39c50d83c73" providerId="ADAL" clId="{7F9681A8-EEE2-56F4-9B39-ECCBEE0471AC}" dt="2026-01-03T23:06:14.041" v="5357" actId="20577"/>
          <ac:spMkLst>
            <pc:docMk/>
            <pc:sldMk cId="3189966817" sldId="283"/>
            <ac:spMk id="28" creationId="{C5B7B647-234D-A7EF-80FC-AA844EF55E95}"/>
          </ac:spMkLst>
        </pc:spChg>
        <pc:spChg chg="mod">
          <ac:chgData name="Toby Donaldson" userId="2e6e5431-bb17-4c41-9985-d39c50d83c73" providerId="ADAL" clId="{7F9681A8-EEE2-56F4-9B39-ECCBEE0471AC}" dt="2026-01-03T23:06:21.423" v="5358" actId="14100"/>
          <ac:spMkLst>
            <pc:docMk/>
            <pc:sldMk cId="3189966817" sldId="283"/>
            <ac:spMk id="29" creationId="{5263EBFB-D3B9-7966-7CE7-CD4FCFB94A38}"/>
          </ac:spMkLst>
        </pc:spChg>
        <pc:spChg chg="mod">
          <ac:chgData name="Toby Donaldson" userId="2e6e5431-bb17-4c41-9985-d39c50d83c73" providerId="ADAL" clId="{7F9681A8-EEE2-56F4-9B39-ECCBEE0471AC}" dt="2026-01-03T23:06:29.702" v="5359" actId="1076"/>
          <ac:spMkLst>
            <pc:docMk/>
            <pc:sldMk cId="3189966817" sldId="283"/>
            <ac:spMk id="32" creationId="{BE77D8D1-51FA-40B7-B49C-3F69A521CD6C}"/>
          </ac:spMkLst>
        </pc:spChg>
        <pc:cxnChg chg="mod">
          <ac:chgData name="Toby Donaldson" userId="2e6e5431-bb17-4c41-9985-d39c50d83c73" providerId="ADAL" clId="{7F9681A8-EEE2-56F4-9B39-ECCBEE0471AC}" dt="2026-01-03T23:06:29.702" v="5359" actId="1076"/>
          <ac:cxnSpMkLst>
            <pc:docMk/>
            <pc:sldMk cId="3189966817" sldId="283"/>
            <ac:cxnSpMk id="36" creationId="{44E1E191-5A52-02BB-E9FB-DB01640F2190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03T23:09:55.655" v="5510" actId="1076"/>
        <pc:sldMkLst>
          <pc:docMk/>
          <pc:sldMk cId="2977647719" sldId="284"/>
        </pc:sldMkLst>
        <pc:spChg chg="add mod">
          <ac:chgData name="Toby Donaldson" userId="2e6e5431-bb17-4c41-9985-d39c50d83c73" providerId="ADAL" clId="{7F9681A8-EEE2-56F4-9B39-ECCBEE0471AC}" dt="2026-01-03T23:03:55.521" v="5203" actId="164"/>
          <ac:spMkLst>
            <pc:docMk/>
            <pc:sldMk cId="2977647719" sldId="284"/>
            <ac:spMk id="2" creationId="{2EA06944-94ED-8707-383F-BC61D883BF29}"/>
          </ac:spMkLst>
        </pc:spChg>
        <pc:spChg chg="add mod">
          <ac:chgData name="Toby Donaldson" userId="2e6e5431-bb17-4c41-9985-d39c50d83c73" providerId="ADAL" clId="{7F9681A8-EEE2-56F4-9B39-ECCBEE0471AC}" dt="2026-01-03T23:05:48.092" v="5353" actId="2711"/>
          <ac:spMkLst>
            <pc:docMk/>
            <pc:sldMk cId="2977647719" sldId="284"/>
            <ac:spMk id="3" creationId="{4A4EFF72-074F-2BB5-1E48-8DDE1F1F1F92}"/>
          </ac:spMkLst>
        </pc:spChg>
        <pc:spChg chg="add mod">
          <ac:chgData name="Toby Donaldson" userId="2e6e5431-bb17-4c41-9985-d39c50d83c73" providerId="ADAL" clId="{7F9681A8-EEE2-56F4-9B39-ECCBEE0471AC}" dt="2026-01-03T23:05:36.347" v="5352" actId="2711"/>
          <ac:spMkLst>
            <pc:docMk/>
            <pc:sldMk cId="2977647719" sldId="284"/>
            <ac:spMk id="13" creationId="{E103C3F6-4830-F047-9727-BD1E02D2485D}"/>
          </ac:spMkLst>
        </pc:spChg>
        <pc:spChg chg="add mod">
          <ac:chgData name="Toby Donaldson" userId="2e6e5431-bb17-4c41-9985-d39c50d83c73" providerId="ADAL" clId="{7F9681A8-EEE2-56F4-9B39-ECCBEE0471AC}" dt="2026-01-03T23:09:55.655" v="5510" actId="1076"/>
          <ac:spMkLst>
            <pc:docMk/>
            <pc:sldMk cId="2977647719" sldId="284"/>
            <ac:spMk id="22" creationId="{16845817-3019-C2EE-E366-F494A49D0064}"/>
          </ac:spMkLst>
        </pc:spChg>
        <pc:spChg chg="mod">
          <ac:chgData name="Toby Donaldson" userId="2e6e5431-bb17-4c41-9985-d39c50d83c73" providerId="ADAL" clId="{7F9681A8-EEE2-56F4-9B39-ECCBEE0471AC}" dt="2026-01-03T23:08:06.570" v="5382" actId="1076"/>
          <ac:spMkLst>
            <pc:docMk/>
            <pc:sldMk cId="2977647719" sldId="284"/>
            <ac:spMk id="28" creationId="{85CB46DD-CCC7-EB46-1A41-79DC9B8731A1}"/>
          </ac:spMkLst>
        </pc:spChg>
        <pc:spChg chg="mod">
          <ac:chgData name="Toby Donaldson" userId="2e6e5431-bb17-4c41-9985-d39c50d83c73" providerId="ADAL" clId="{7F9681A8-EEE2-56F4-9B39-ECCBEE0471AC}" dt="2026-01-03T23:08:26.845" v="5385" actId="14100"/>
          <ac:spMkLst>
            <pc:docMk/>
            <pc:sldMk cId="2977647719" sldId="284"/>
            <ac:spMk id="29" creationId="{02B25F59-2271-572A-17A1-4EB826D5F46B}"/>
          </ac:spMkLst>
        </pc:spChg>
        <pc:grpChg chg="add mod">
          <ac:chgData name="Toby Donaldson" userId="2e6e5431-bb17-4c41-9985-d39c50d83c73" providerId="ADAL" clId="{7F9681A8-EEE2-56F4-9B39-ECCBEE0471AC}" dt="2026-01-03T23:05:31.569" v="5351" actId="1076"/>
          <ac:grpSpMkLst>
            <pc:docMk/>
            <pc:sldMk cId="2977647719" sldId="284"/>
            <ac:grpSpMk id="4" creationId="{0135F1F0-6FDF-E3D3-FE1F-F7A5A27E45B9}"/>
          </ac:grpSpMkLst>
        </pc:grpChg>
        <pc:cxnChg chg="add">
          <ac:chgData name="Toby Donaldson" userId="2e6e5431-bb17-4c41-9985-d39c50d83c73" providerId="ADAL" clId="{7F9681A8-EEE2-56F4-9B39-ECCBEE0471AC}" dt="2026-01-03T23:08:41.238" v="5386" actId="11529"/>
          <ac:cxnSpMkLst>
            <pc:docMk/>
            <pc:sldMk cId="2977647719" sldId="284"/>
            <ac:cxnSpMk id="17" creationId="{BB6B6FA4-16C6-7398-5844-264483FB4C51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1-03T23:16:48.976" v="6353" actId="2711"/>
        <pc:sldMkLst>
          <pc:docMk/>
          <pc:sldMk cId="2809488330" sldId="285"/>
        </pc:sldMkLst>
        <pc:spChg chg="add mod">
          <ac:chgData name="Toby Donaldson" userId="2e6e5431-bb17-4c41-9985-d39c50d83c73" providerId="ADAL" clId="{7F9681A8-EEE2-56F4-9B39-ECCBEE0471AC}" dt="2026-01-03T23:14:14.816" v="6003" actId="1076"/>
          <ac:spMkLst>
            <pc:docMk/>
            <pc:sldMk cId="2809488330" sldId="285"/>
            <ac:spMk id="5" creationId="{DFA7D723-65BB-6D29-6651-6E7E5D7CAD68}"/>
          </ac:spMkLst>
        </pc:spChg>
        <pc:spChg chg="add mod">
          <ac:chgData name="Toby Donaldson" userId="2e6e5431-bb17-4c41-9985-d39c50d83c73" providerId="ADAL" clId="{7F9681A8-EEE2-56F4-9B39-ECCBEE0471AC}" dt="2026-01-03T23:15:38.265" v="6203" actId="1076"/>
          <ac:spMkLst>
            <pc:docMk/>
            <pc:sldMk cId="2809488330" sldId="285"/>
            <ac:spMk id="6" creationId="{F494FD78-B7FC-92DD-7528-EA62D06F0617}"/>
          </ac:spMkLst>
        </pc:spChg>
        <pc:spChg chg="add mod">
          <ac:chgData name="Toby Donaldson" userId="2e6e5431-bb17-4c41-9985-d39c50d83c73" providerId="ADAL" clId="{7F9681A8-EEE2-56F4-9B39-ECCBEE0471AC}" dt="2026-01-03T23:16:48.976" v="6353" actId="2711"/>
          <ac:spMkLst>
            <pc:docMk/>
            <pc:sldMk cId="2809488330" sldId="285"/>
            <ac:spMk id="7" creationId="{3E54AF0E-32F4-33CB-5CBA-C302B51CC884}"/>
          </ac:spMkLst>
        </pc:spChg>
        <pc:grpChg chg="mod">
          <ac:chgData name="Toby Donaldson" userId="2e6e5431-bb17-4c41-9985-d39c50d83c73" providerId="ADAL" clId="{7F9681A8-EEE2-56F4-9B39-ECCBEE0471AC}" dt="2026-01-03T23:14:20.121" v="6004" actId="1076"/>
          <ac:grpSpMkLst>
            <pc:docMk/>
            <pc:sldMk cId="2809488330" sldId="285"/>
            <ac:grpSpMk id="4" creationId="{E75CD39C-1957-E0D9-6126-8976D0AEA001}"/>
          </ac:grpSpMkLst>
        </pc:grpChg>
      </pc:sldChg>
      <pc:sldChg chg="addSp delSp modSp add mod">
        <pc:chgData name="Toby Donaldson" userId="2e6e5431-bb17-4c41-9985-d39c50d83c73" providerId="ADAL" clId="{7F9681A8-EEE2-56F4-9B39-ECCBEE0471AC}" dt="2026-01-03T23:25:15.724" v="6563" actId="14100"/>
        <pc:sldMkLst>
          <pc:docMk/>
          <pc:sldMk cId="2005933008" sldId="286"/>
        </pc:sldMkLst>
        <pc:spChg chg="add mod">
          <ac:chgData name="Toby Donaldson" userId="2e6e5431-bb17-4c41-9985-d39c50d83c73" providerId="ADAL" clId="{7F9681A8-EEE2-56F4-9B39-ECCBEE0471AC}" dt="2026-01-03T23:25:15.724" v="6563" actId="14100"/>
          <ac:spMkLst>
            <pc:docMk/>
            <pc:sldMk cId="2005933008" sldId="286"/>
            <ac:spMk id="2" creationId="{F3CD89ED-03A3-2CBA-0A91-6D569906E8EC}"/>
          </ac:spMkLst>
        </pc:spChg>
        <pc:spChg chg="mod">
          <ac:chgData name="Toby Donaldson" userId="2e6e5431-bb17-4c41-9985-d39c50d83c73" providerId="ADAL" clId="{7F9681A8-EEE2-56F4-9B39-ECCBEE0471AC}" dt="2026-01-03T23:23:45.226" v="6558" actId="20577"/>
          <ac:spMkLst>
            <pc:docMk/>
            <pc:sldMk cId="2005933008" sldId="286"/>
            <ac:spMk id="28" creationId="{43203C93-99C2-A021-DDCC-B51B956D5FB7}"/>
          </ac:spMkLst>
        </pc:spChg>
        <pc:spChg chg="mod">
          <ac:chgData name="Toby Donaldson" userId="2e6e5431-bb17-4c41-9985-d39c50d83c73" providerId="ADAL" clId="{7F9681A8-EEE2-56F4-9B39-ECCBEE0471AC}" dt="2026-01-03T23:24:07.576" v="6560" actId="1076"/>
          <ac:spMkLst>
            <pc:docMk/>
            <pc:sldMk cId="2005933008" sldId="286"/>
            <ac:spMk id="32" creationId="{5CC34E17-91A3-276D-C98F-B4BF5185606E}"/>
          </ac:spMkLst>
        </pc:spChg>
      </pc:sldChg>
      <pc:sldChg chg="addSp modSp add mod">
        <pc:chgData name="Toby Donaldson" userId="2e6e5431-bb17-4c41-9985-d39c50d83c73" providerId="ADAL" clId="{7F9681A8-EEE2-56F4-9B39-ECCBEE0471AC}" dt="2026-01-03T23:30:16.961" v="6751" actId="14100"/>
        <pc:sldMkLst>
          <pc:docMk/>
          <pc:sldMk cId="3145596808" sldId="287"/>
        </pc:sldMkLst>
        <pc:spChg chg="mod">
          <ac:chgData name="Toby Donaldson" userId="2e6e5431-bb17-4c41-9985-d39c50d83c73" providerId="ADAL" clId="{7F9681A8-EEE2-56F4-9B39-ECCBEE0471AC}" dt="2026-01-03T23:30:04.495" v="6750" actId="14100"/>
          <ac:spMkLst>
            <pc:docMk/>
            <pc:sldMk cId="3145596808" sldId="287"/>
            <ac:spMk id="2" creationId="{1292DFEE-74E9-76F5-31D0-DEE1E384F445}"/>
          </ac:spMkLst>
        </pc:spChg>
        <pc:spChg chg="mod">
          <ac:chgData name="Toby Donaldson" userId="2e6e5431-bb17-4c41-9985-d39c50d83c73" providerId="ADAL" clId="{7F9681A8-EEE2-56F4-9B39-ECCBEE0471AC}" dt="2026-01-03T23:25:55.069" v="6569"/>
          <ac:spMkLst>
            <pc:docMk/>
            <pc:sldMk cId="3145596808" sldId="287"/>
            <ac:spMk id="28" creationId="{15BE75E6-8F3D-6B8B-D1CA-4BCADB1ECEEC}"/>
          </ac:spMkLst>
        </pc:spChg>
        <pc:spChg chg="mod">
          <ac:chgData name="Toby Donaldson" userId="2e6e5431-bb17-4c41-9985-d39c50d83c73" providerId="ADAL" clId="{7F9681A8-EEE2-56F4-9B39-ECCBEE0471AC}" dt="2026-01-03T23:28:46.210" v="6747" actId="1076"/>
          <ac:spMkLst>
            <pc:docMk/>
            <pc:sldMk cId="3145596808" sldId="287"/>
            <ac:spMk id="32" creationId="{60864160-B2EF-9E99-27B9-9B1127A46E0F}"/>
          </ac:spMkLst>
        </pc:spChg>
        <pc:cxnChg chg="add mod">
          <ac:chgData name="Toby Donaldson" userId="2e6e5431-bb17-4c41-9985-d39c50d83c73" providerId="ADAL" clId="{7F9681A8-EEE2-56F4-9B39-ECCBEE0471AC}" dt="2026-01-03T23:30:16.961" v="6751" actId="14100"/>
          <ac:cxnSpMkLst>
            <pc:docMk/>
            <pc:sldMk cId="3145596808" sldId="287"/>
            <ac:cxnSpMk id="3" creationId="{7ADD620D-64A4-58EB-813C-1E2FA5D826BD}"/>
          </ac:cxnSpMkLst>
        </pc:cxnChg>
      </pc:sldChg>
      <pc:sldChg chg="addSp modSp new mod">
        <pc:chgData name="Toby Donaldson" userId="2e6e5431-bb17-4c41-9985-d39c50d83c73" providerId="ADAL" clId="{7F9681A8-EEE2-56F4-9B39-ECCBEE0471AC}" dt="2026-01-04T04:57:06.423" v="7926" actId="113"/>
        <pc:sldMkLst>
          <pc:docMk/>
          <pc:sldMk cId="3692508109" sldId="288"/>
        </pc:sldMkLst>
        <pc:spChg chg="mod">
          <ac:chgData name="Toby Donaldson" userId="2e6e5431-bb17-4c41-9985-d39c50d83c73" providerId="ADAL" clId="{7F9681A8-EEE2-56F4-9B39-ECCBEE0471AC}" dt="2026-01-04T04:45:51.721" v="6755" actId="20577"/>
          <ac:spMkLst>
            <pc:docMk/>
            <pc:sldMk cId="3692508109" sldId="288"/>
            <ac:spMk id="2" creationId="{E9A00E15-1345-5306-E4F0-309FB9A1B492}"/>
          </ac:spMkLst>
        </pc:spChg>
        <pc:spChg chg="mod">
          <ac:chgData name="Toby Donaldson" userId="2e6e5431-bb17-4c41-9985-d39c50d83c73" providerId="ADAL" clId="{7F9681A8-EEE2-56F4-9B39-ECCBEE0471AC}" dt="2026-01-04T04:57:06.423" v="7926" actId="113"/>
          <ac:spMkLst>
            <pc:docMk/>
            <pc:sldMk cId="3692508109" sldId="288"/>
            <ac:spMk id="3" creationId="{8C1032B4-718B-6809-EEC3-29B6462B4C53}"/>
          </ac:spMkLst>
        </pc:spChg>
        <pc:picChg chg="add mod">
          <ac:chgData name="Toby Donaldson" userId="2e6e5431-bb17-4c41-9985-d39c50d83c73" providerId="ADAL" clId="{7F9681A8-EEE2-56F4-9B39-ECCBEE0471AC}" dt="2026-01-04T04:56:17.153" v="7911" actId="1076"/>
          <ac:picMkLst>
            <pc:docMk/>
            <pc:sldMk cId="3692508109" sldId="288"/>
            <ac:picMk id="1026" creationId="{43349090-82E6-E26F-1C13-354FADB45F56}"/>
          </ac:picMkLst>
        </pc:picChg>
      </pc:sldChg>
      <pc:sldChg chg="modSp add mod">
        <pc:chgData name="Toby Donaldson" userId="2e6e5431-bb17-4c41-9985-d39c50d83c73" providerId="ADAL" clId="{7F9681A8-EEE2-56F4-9B39-ECCBEE0471AC}" dt="2026-01-04T05:02:20.882" v="8441" actId="113"/>
        <pc:sldMkLst>
          <pc:docMk/>
          <pc:sldMk cId="1294630660" sldId="289"/>
        </pc:sldMkLst>
        <pc:spChg chg="mod">
          <ac:chgData name="Toby Donaldson" userId="2e6e5431-bb17-4c41-9985-d39c50d83c73" providerId="ADAL" clId="{7F9681A8-EEE2-56F4-9B39-ECCBEE0471AC}" dt="2026-01-04T04:57:44.755" v="7948" actId="20577"/>
          <ac:spMkLst>
            <pc:docMk/>
            <pc:sldMk cId="1294630660" sldId="289"/>
            <ac:spMk id="2" creationId="{BB438FB6-0144-FCC6-1F13-3C2C941D5471}"/>
          </ac:spMkLst>
        </pc:spChg>
        <pc:spChg chg="mod">
          <ac:chgData name="Toby Donaldson" userId="2e6e5431-bb17-4c41-9985-d39c50d83c73" providerId="ADAL" clId="{7F9681A8-EEE2-56F4-9B39-ECCBEE0471AC}" dt="2026-01-04T05:02:20.882" v="8441" actId="113"/>
          <ac:spMkLst>
            <pc:docMk/>
            <pc:sldMk cId="1294630660" sldId="289"/>
            <ac:spMk id="3" creationId="{FB200552-919E-526C-6252-43022B54937B}"/>
          </ac:spMkLst>
        </pc:spChg>
      </pc:sldChg>
      <pc:sldChg chg="modSp add mod">
        <pc:chgData name="Toby Donaldson" userId="2e6e5431-bb17-4c41-9985-d39c50d83c73" providerId="ADAL" clId="{7F9681A8-EEE2-56F4-9B39-ECCBEE0471AC}" dt="2026-01-04T05:12:05.665" v="8791" actId="20577"/>
        <pc:sldMkLst>
          <pc:docMk/>
          <pc:sldMk cId="4031001884" sldId="290"/>
        </pc:sldMkLst>
        <pc:spChg chg="mod">
          <ac:chgData name="Toby Donaldson" userId="2e6e5431-bb17-4c41-9985-d39c50d83c73" providerId="ADAL" clId="{7F9681A8-EEE2-56F4-9B39-ECCBEE0471AC}" dt="2026-01-04T05:12:05.665" v="8791" actId="20577"/>
          <ac:spMkLst>
            <pc:docMk/>
            <pc:sldMk cId="4031001884" sldId="290"/>
            <ac:spMk id="3" creationId="{2ED0B267-4736-D0C4-0CFC-A1D682D2D43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693B-B54A-FB4B-6EC7-953239DD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7A95D-1D0C-D780-2D1A-E47B84D39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3E244-328F-31AF-AAD9-5708E4CE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4D83C-6A18-5C4C-CE2C-4CA9C86F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C8DC-6465-E180-030D-D8350DC1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9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1A5C-B8FA-0036-118C-15968D63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926E-41D9-3434-A925-09F95F50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48096-9067-B680-57E3-356722FE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7A65-6C5B-BE68-E09E-0D35E7D0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D3053-442F-0CC5-1E8D-064506BB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1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CFFD-1729-A7FC-BF93-AA6C50CC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22C75-A012-3A3D-7C00-01338FFF3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F7050-D5C7-E6F2-1660-387BB2A57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8CBF4-1FA8-63B3-0A03-95A1D9CC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663B-EEEB-8217-1C51-6DF46F9F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8772-2F5A-F349-3750-9F42244D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90C5-D36C-A7C1-D70B-187BF565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75813-7964-167E-2699-B5C2D236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719A2-D7FB-CC9B-1322-79059BF3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6EB3D-B949-4375-09DD-B48F9477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41877-2E38-856E-6ED2-BB434572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30C1-CF65-1F4E-62A4-8A267B4F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8DD89-A9BD-5A57-CCE8-19DD489A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C458-7330-D04D-F9F2-7D1987EF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F7821-D00A-CE8D-8EEA-217BD2657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AF7A-FB79-797C-54E0-2E6F228DB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28ED9-755F-63D2-728E-4E8E10DE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3508A-6563-84B4-15B3-5F772E7A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56A40-C8F2-FEE2-44BD-7F1C7E6A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E70F-A2C9-CA1E-5EA7-F2DCF631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240F6-F282-949A-9C97-AF366DAD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4A81E-B830-2343-C925-DA0D1234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D7C86-5AD2-1955-140C-0742BC02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214CF-D0A7-FF95-52B1-614170CD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9B845-F2AE-B8A1-CF7C-9FFBF349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3606E-8D2F-7901-820A-7C33D372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6DD1-FCA5-F5DA-BD35-9746F3AF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BC1F-E81B-CC4D-DC4C-FE2CD7E5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CC53-6868-A490-D8C2-0CACD49C0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3745-42F8-8C0C-3A79-4A3F68AC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FCC9E-FC77-541B-C2D9-075E8AF7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22C65-7714-4DB1-44ED-9223360E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8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CCD9-E4C6-6962-B2FE-6F4D50B0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559F1-3560-2B7B-0961-1B12846E5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A246-DEAE-F413-7601-9F6C7D0E5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B5172-7CEF-F8B3-AD57-399A9646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03944-5759-EA95-455D-0DFAFBB8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1D3E-D83A-3035-1494-CEFA8340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262-78EC-3BB3-F7B7-9C593899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8B63C-F4AF-FB61-B4C9-28210DE5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5A544-98CB-6877-CA8C-483E22F1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86F01-CCC1-8CC0-619A-B49294B9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1B96D-297C-FEA8-716E-61D6837D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903BE-3057-0B24-84CF-48FC011FD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1AC69-023D-6415-1FD6-8F9246558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05223-9301-1F7D-53FB-81DA4CAA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C2D39-8526-CD27-4DC1-A59696E9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2349E-39FB-E1B5-2272-65D67BD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8FFE2-83AC-9C12-C7C0-B5568690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96B9-60CE-E4DD-26C3-E868ADC22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A305-BC6D-9691-BE5B-3C57B7E7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424796-D03B-5E41-81B6-00E7B73B0CFA}" type="datetimeFigureOut">
              <a:rPr lang="en-US" smtClean="0"/>
              <a:t>1/5/26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C8E59-6D69-29F0-83AE-27F8589A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A18C-424A-C1AB-CEDE-834BA0871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8CB0B-4803-44BC-000B-BAB5ABBDE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1: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3C373-5F3F-7832-0AE2-DDDB2F4181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CMPT 125-D100</a:t>
            </a:r>
            <a:br>
              <a:rPr lang="en-US" dirty="0"/>
            </a:br>
            <a:r>
              <a:rPr lang="en-US" dirty="0"/>
              <a:t>Spring 2026</a:t>
            </a:r>
          </a:p>
          <a:p>
            <a:r>
              <a:rPr lang="en-US" dirty="0"/>
              <a:t>SFU Burnaby</a:t>
            </a:r>
          </a:p>
        </p:txBody>
      </p:sp>
    </p:spTree>
    <p:extLst>
      <p:ext uri="{BB962C8B-B14F-4D97-AF65-F5344CB8AC3E}">
        <p14:creationId xmlns:p14="http://schemas.microsoft.com/office/powerpoint/2010/main" val="2354529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F823B-6C97-2FA6-0857-0318CFD2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CMPT 125: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2D0EA-48E1-F5DA-D40C-A66CE7EC3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 second course in programming and computer science</a:t>
            </a:r>
          </a:p>
          <a:p>
            <a:pPr lvl="1"/>
            <a:r>
              <a:rPr lang="en-US" dirty="0"/>
              <a:t>We assume you have already taken a course like CMPT 120, and know the basics of programming</a:t>
            </a:r>
          </a:p>
          <a:p>
            <a:pPr lvl="1"/>
            <a:r>
              <a:rPr lang="en-US" dirty="0"/>
              <a:t>You don’t need to know C++</a:t>
            </a:r>
          </a:p>
          <a:p>
            <a:pPr marL="0" indent="0">
              <a:buNone/>
            </a:pPr>
            <a:r>
              <a:rPr lang="en-US" b="1" dirty="0"/>
              <a:t>Canvas</a:t>
            </a:r>
          </a:p>
          <a:p>
            <a:pPr lvl="1"/>
            <a:r>
              <a:rPr lang="en-US" dirty="0"/>
              <a:t>Stores grades, has discussion groups, announcements, TA schedules, …</a:t>
            </a:r>
          </a:p>
          <a:p>
            <a:pPr lvl="1"/>
            <a:r>
              <a:rPr lang="en-US" dirty="0"/>
              <a:t>Has links to course notes, assignments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930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A387E-8D14-782E-14FF-02C5FF66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64AE-A1EB-9ADB-C554-85DDF2A3B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CMPT 125: Course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0C340-43BE-7C37-C6F6-FCD618E5F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Weekly lectures</a:t>
            </a:r>
          </a:p>
          <a:p>
            <a:pPr lvl="1"/>
            <a:r>
              <a:rPr lang="en-US" dirty="0"/>
              <a:t>Except Reading Week Feb 16 – 20: no lectures, labs, office hours, etc. that week</a:t>
            </a:r>
          </a:p>
          <a:p>
            <a:pPr marL="0" indent="0">
              <a:buNone/>
            </a:pPr>
            <a:r>
              <a:rPr lang="en-US" b="1" dirty="0"/>
              <a:t>Drop-in labs</a:t>
            </a:r>
          </a:p>
          <a:p>
            <a:pPr lvl="1"/>
            <a:r>
              <a:rPr lang="en-US" dirty="0"/>
              <a:t>You can attend any</a:t>
            </a:r>
          </a:p>
          <a:p>
            <a:pPr lvl="1"/>
            <a:r>
              <a:rPr lang="en-US" dirty="0"/>
              <a:t>TAs will be there --- good time to get help on assignments</a:t>
            </a:r>
          </a:p>
          <a:p>
            <a:pPr marL="0" indent="0">
              <a:buNone/>
            </a:pPr>
            <a:r>
              <a:rPr lang="en-US" b="1" dirty="0"/>
              <a:t>5 C++ programming assignments</a:t>
            </a:r>
          </a:p>
          <a:p>
            <a:pPr marL="0" indent="0">
              <a:buNone/>
            </a:pPr>
            <a:r>
              <a:rPr lang="en-US" b="1" dirty="0"/>
              <a:t>Weekly online quizzes</a:t>
            </a:r>
          </a:p>
          <a:p>
            <a:pPr marL="0" indent="0">
              <a:buNone/>
            </a:pPr>
            <a:r>
              <a:rPr lang="en-US" b="1" dirty="0"/>
              <a:t>Midterm exam</a:t>
            </a:r>
          </a:p>
          <a:p>
            <a:pPr lvl="1"/>
            <a:r>
              <a:rPr lang="en-US" dirty="0"/>
              <a:t>Written on paper by hand in the lecture room (closed-book)</a:t>
            </a:r>
          </a:p>
          <a:p>
            <a:pPr marL="0" indent="0">
              <a:buNone/>
            </a:pPr>
            <a:r>
              <a:rPr lang="en-US" b="1" dirty="0"/>
              <a:t>Final exam</a:t>
            </a:r>
          </a:p>
          <a:p>
            <a:pPr lvl="1"/>
            <a:r>
              <a:rPr lang="en-US" dirty="0"/>
              <a:t>Written on paper by hand at a place/time to be scheduled by the university (closed-book)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All due dates, weights, etc. are on Canvas --- check there!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8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0E15-1345-5306-E4F0-309FB9A1B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032B4-718B-6809-EEC3-29B6462B4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8227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Started in 1979 by </a:t>
            </a:r>
            <a:r>
              <a:rPr lang="en-US" b="1" dirty="0"/>
              <a:t>Bjarne Stroustrup</a:t>
            </a:r>
          </a:p>
          <a:p>
            <a:r>
              <a:rPr lang="en-US" b="1" dirty="0"/>
              <a:t>Basic idea</a:t>
            </a:r>
            <a:r>
              <a:rPr lang="en-US" dirty="0"/>
              <a:t>: add </a:t>
            </a:r>
            <a:r>
              <a:rPr lang="en-US" b="1" dirty="0"/>
              <a:t>object-oriented programming </a:t>
            </a:r>
            <a:r>
              <a:rPr lang="en-US" dirty="0"/>
              <a:t>(</a:t>
            </a:r>
            <a:r>
              <a:rPr lang="en-US" b="1" dirty="0"/>
              <a:t>OOP</a:t>
            </a:r>
            <a:r>
              <a:rPr lang="en-US" dirty="0"/>
              <a:t>) to </a:t>
            </a:r>
            <a:r>
              <a:rPr lang="en-US" b="1" dirty="0"/>
              <a:t>C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: fast and low-level, but hard to write big programs in</a:t>
            </a:r>
          </a:p>
          <a:p>
            <a:pPr lvl="1"/>
            <a:r>
              <a:rPr lang="en-US" b="1" dirty="0"/>
              <a:t>C++ goal</a:t>
            </a:r>
            <a:r>
              <a:rPr lang="en-US" dirty="0"/>
              <a:t>: remain fast and low-level, but support writing big programs through object-oriented programming</a:t>
            </a:r>
          </a:p>
          <a:p>
            <a:r>
              <a:rPr lang="en-US" b="1" dirty="0"/>
              <a:t>Much of C is in C++</a:t>
            </a:r>
            <a:r>
              <a:rPr lang="en-US" dirty="0"/>
              <a:t>, i.e. you can program C++ in a C-style and ignore all the extra C++ features</a:t>
            </a:r>
          </a:p>
          <a:p>
            <a:r>
              <a:rPr lang="en-US" b="1" dirty="0"/>
              <a:t>C itself is still quite popular</a:t>
            </a:r>
            <a:r>
              <a:rPr lang="en-US" dirty="0"/>
              <a:t>, especially for embedded systems (i.e. programs in special-purpose hardware)</a:t>
            </a:r>
          </a:p>
          <a:p>
            <a:r>
              <a:rPr lang="en-US" b="1" dirty="0"/>
              <a:t>C++ is still adding features!</a:t>
            </a:r>
          </a:p>
          <a:p>
            <a:pPr lvl="1"/>
            <a:r>
              <a:rPr lang="en-US" dirty="0"/>
              <a:t>Enormous size and complexity are a common critique</a:t>
            </a:r>
          </a:p>
          <a:p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3349090-82E6-E26F-1C13-354FADB45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565" y="1825625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508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A9B7-CDC7-B9F4-0FFD-B34709CEC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38FB6-0144-FCC6-1F13-3C2C941D5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C++: Some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0552-919E-526C-6252-43022B549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822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Pointers</a:t>
            </a:r>
            <a:r>
              <a:rPr lang="en-US" dirty="0"/>
              <a:t>: memory addresses can be explicitly used; smart pointers simplify memory management</a:t>
            </a:r>
          </a:p>
          <a:p>
            <a:r>
              <a:rPr lang="en-US" b="1" dirty="0"/>
              <a:t>Classes</a:t>
            </a:r>
            <a:r>
              <a:rPr lang="en-US" dirty="0"/>
              <a:t>: support object-oriented program, which helps when writing large programs</a:t>
            </a:r>
          </a:p>
          <a:p>
            <a:r>
              <a:rPr lang="en-US" b="1" dirty="0"/>
              <a:t>Static typing</a:t>
            </a:r>
            <a:r>
              <a:rPr lang="en-US" dirty="0"/>
              <a:t>: types of values are known at compile-time</a:t>
            </a:r>
          </a:p>
          <a:p>
            <a:r>
              <a:rPr lang="en-US" b="1" dirty="0"/>
              <a:t>Templates</a:t>
            </a:r>
            <a:r>
              <a:rPr lang="en-US" dirty="0"/>
              <a:t>: allows types to be passed like parameters, resulting in code that is flexible and high-performance</a:t>
            </a:r>
          </a:p>
          <a:p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11CC1924-DD1E-9B5C-A082-4D36240B3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565" y="1825625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630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CDC7B-458F-4F82-C11E-594079DF6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164CC-E59E-4226-019B-9E92782C6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C++: Some 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0B267-4736-D0C4-0CFC-A1D682D2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8227" cy="4351338"/>
          </a:xfrm>
        </p:spPr>
        <p:txBody>
          <a:bodyPr>
            <a:normAutofit/>
          </a:bodyPr>
          <a:lstStyle/>
          <a:p>
            <a:r>
              <a:rPr lang="en-US" dirty="0"/>
              <a:t>C++ tends to be harder to program than languages like Python, but you tend to get much </a:t>
            </a:r>
            <a:r>
              <a:rPr lang="en-US"/>
              <a:t>better performance</a:t>
            </a:r>
            <a:endParaRPr lang="en-US" dirty="0"/>
          </a:p>
          <a:p>
            <a:r>
              <a:rPr lang="en-US" dirty="0"/>
              <a:t>In general, C++ is good for writing complex and high-performance programs, ranging from low-level systems to large applications</a:t>
            </a:r>
          </a:p>
          <a:p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42056F52-4432-2B7F-7728-17626F68F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565" y="1825625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1001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AFE4-55A7-C918-E54A-5DF2445D9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F80FE-3170-FFE6-4950-C6317BC3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E5FA28-1CDC-82E9-206C-02C35DDFBDCD}"/>
              </a:ext>
            </a:extLst>
          </p:cNvPr>
          <p:cNvSpPr txBox="1"/>
          <p:nvPr/>
        </p:nvSpPr>
        <p:spPr>
          <a:xfrm>
            <a:off x="6818244" y="1825625"/>
            <a:ext cx="2888976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Writing a program that prints “Hello, World!” on the screen is a traditional first C/C++ program. It’s a good test program.</a:t>
            </a:r>
          </a:p>
        </p:txBody>
      </p:sp>
    </p:spTree>
    <p:extLst>
      <p:ext uri="{BB962C8B-B14F-4D97-AF65-F5344CB8AC3E}">
        <p14:creationId xmlns:p14="http://schemas.microsoft.com/office/powerpoint/2010/main" val="857739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F2DA0-1F0D-63BA-12A2-C18ECA24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EFAB0-9FC9-4AC2-D8B1-079D7D7EF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AC9949-FD99-46A2-6F45-5DDE6E935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69D4C-DA26-A54D-3F69-5D656D490CE5}"/>
              </a:ext>
            </a:extLst>
          </p:cNvPr>
          <p:cNvSpPr txBox="1"/>
          <p:nvPr/>
        </p:nvSpPr>
        <p:spPr>
          <a:xfrm>
            <a:off x="5145248" y="902295"/>
            <a:ext cx="299158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Source code comment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dirty="0"/>
              <a:t> to the end of the line is ignored by C++.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8691E5-E1AB-D73B-C6D4-BBDE3861A73F}"/>
              </a:ext>
            </a:extLst>
          </p:cNvPr>
          <p:cNvSpPr/>
          <p:nvPr/>
        </p:nvSpPr>
        <p:spPr>
          <a:xfrm>
            <a:off x="838200" y="1690688"/>
            <a:ext cx="3216965" cy="5582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FD9D4B-B92D-6BB2-8777-395016623585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>
            <a:off x="4055165" y="1363960"/>
            <a:ext cx="1090083" cy="605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740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7C2E-EB79-A802-0718-C753C37EA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58009-F9AE-EDC5-2F97-CA3315B0D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A1051-7B07-BCF7-50F6-861F46E5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8C4CDC-FFD7-D8FA-3386-1D60A7FC707B}"/>
              </a:ext>
            </a:extLst>
          </p:cNvPr>
          <p:cNvSpPr txBox="1"/>
          <p:nvPr/>
        </p:nvSpPr>
        <p:spPr>
          <a:xfrm>
            <a:off x="5433482" y="1502459"/>
            <a:ext cx="2991589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Hello, World! </a:t>
            </a:r>
            <a:r>
              <a:rPr lang="en-US" dirty="0"/>
              <a:t>is a classic first program for C/C++. It just prints a message on the screen, and shows the basic structure of C++ programs.</a:t>
            </a:r>
          </a:p>
        </p:txBody>
      </p:sp>
    </p:spTree>
    <p:extLst>
      <p:ext uri="{BB962C8B-B14F-4D97-AF65-F5344CB8AC3E}">
        <p14:creationId xmlns:p14="http://schemas.microsoft.com/office/powerpoint/2010/main" val="2810547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378EE-BA14-3D9B-8D90-58FFC5188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68681-4616-E8A6-3D8D-721089407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6BE03-9DA8-8F48-F74E-4DE36DCD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360AA-1D71-3BE2-8631-5099267C9414}"/>
              </a:ext>
            </a:extLst>
          </p:cNvPr>
          <p:cNvSpPr txBox="1"/>
          <p:nvPr/>
        </p:nvSpPr>
        <p:spPr>
          <a:xfrm>
            <a:off x="5145248" y="902295"/>
            <a:ext cx="299158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Source code comment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dirty="0"/>
              <a:t> to the end of the line is ignored by C++.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D1608A-4002-8EBE-F97D-8946A9C2007A}"/>
              </a:ext>
            </a:extLst>
          </p:cNvPr>
          <p:cNvSpPr/>
          <p:nvPr/>
        </p:nvSpPr>
        <p:spPr>
          <a:xfrm>
            <a:off x="838200" y="1690688"/>
            <a:ext cx="3216965" cy="5582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F30132-CC53-785F-8C39-58267B7E3470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>
            <a:off x="4055165" y="1363960"/>
            <a:ext cx="1090083" cy="605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B84BB9F-D3D3-933E-8DB7-F6A6E320DA14}"/>
              </a:ext>
            </a:extLst>
          </p:cNvPr>
          <p:cNvSpPr txBox="1"/>
          <p:nvPr/>
        </p:nvSpPr>
        <p:spPr>
          <a:xfrm>
            <a:off x="5145248" y="2104746"/>
            <a:ext cx="265186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Include statement</a:t>
            </a:r>
            <a:br>
              <a:rPr lang="en-US" dirty="0"/>
            </a:br>
            <a:r>
              <a:rPr lang="en-US" dirty="0"/>
              <a:t>Allows C++ to use library code, e.g.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/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FE05E6-1C16-6F1E-1610-01AA308D1EBB}"/>
              </a:ext>
            </a:extLst>
          </p:cNvPr>
          <p:cNvSpPr/>
          <p:nvPr/>
        </p:nvSpPr>
        <p:spPr>
          <a:xfrm>
            <a:off x="838200" y="2479081"/>
            <a:ext cx="3343846" cy="5582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AAFE43-A7A5-3E20-5920-B562ECB77892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>
            <a:off x="4182046" y="2566411"/>
            <a:ext cx="963202" cy="191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385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4D71A-867A-A4AE-ACC6-BA3DC9C3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9AE86-A8BC-3929-2268-9EAC6FC25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64BB4-5C2C-8F06-C3A9-F0137D5A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D1C4B2-8BFB-1AE6-8D25-5155CFB8C133}"/>
              </a:ext>
            </a:extLst>
          </p:cNvPr>
          <p:cNvSpPr txBox="1"/>
          <p:nvPr/>
        </p:nvSpPr>
        <p:spPr>
          <a:xfrm>
            <a:off x="5145248" y="902295"/>
            <a:ext cx="299158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Source code comment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</a:t>
            </a:r>
            <a:r>
              <a:rPr lang="en-US" dirty="0"/>
              <a:t> to the end of the line is ignored by C++.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4522CA-7C07-FF60-BF0C-12661E06FE23}"/>
              </a:ext>
            </a:extLst>
          </p:cNvPr>
          <p:cNvSpPr/>
          <p:nvPr/>
        </p:nvSpPr>
        <p:spPr>
          <a:xfrm>
            <a:off x="838200" y="1690688"/>
            <a:ext cx="3216965" cy="5582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B23E7E-A0A5-D8F2-CED2-9BCBC8BF1FE3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>
            <a:off x="4055165" y="1363960"/>
            <a:ext cx="1090083" cy="605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5BD2F7F-79E7-0EA4-A196-3F901C6F18F6}"/>
              </a:ext>
            </a:extLst>
          </p:cNvPr>
          <p:cNvSpPr txBox="1"/>
          <p:nvPr/>
        </p:nvSpPr>
        <p:spPr>
          <a:xfrm>
            <a:off x="5145248" y="2104746"/>
            <a:ext cx="265186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Include statement</a:t>
            </a:r>
            <a:br>
              <a:rPr lang="en-US" dirty="0"/>
            </a:br>
            <a:r>
              <a:rPr lang="en-US" dirty="0"/>
              <a:t>Allows C++ to use library code, e.g.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/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384D82-863E-1B2C-CAF7-CDE5E88528C7}"/>
              </a:ext>
            </a:extLst>
          </p:cNvPr>
          <p:cNvSpPr/>
          <p:nvPr/>
        </p:nvSpPr>
        <p:spPr>
          <a:xfrm>
            <a:off x="838200" y="2479081"/>
            <a:ext cx="3343846" cy="5582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8A0EB3-F03E-A9C7-2DA4-935E007E6273}"/>
              </a:ext>
            </a:extLst>
          </p:cNvPr>
          <p:cNvCxnSpPr>
            <a:cxnSpLocks/>
            <a:stCxn id="10" idx="1"/>
            <a:endCxn id="11" idx="3"/>
          </p:cNvCxnSpPr>
          <p:nvPr/>
        </p:nvCxnSpPr>
        <p:spPr>
          <a:xfrm flipH="1">
            <a:off x="4182046" y="2566411"/>
            <a:ext cx="963202" cy="191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BD06E8-60F1-0EE6-7080-96F12668A7DF}"/>
              </a:ext>
            </a:extLst>
          </p:cNvPr>
          <p:cNvSpPr txBox="1"/>
          <p:nvPr/>
        </p:nvSpPr>
        <p:spPr>
          <a:xfrm>
            <a:off x="5145248" y="3163013"/>
            <a:ext cx="265186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Using statement</a:t>
            </a:r>
            <a:br>
              <a:rPr lang="en-US" dirty="0"/>
            </a:br>
            <a:r>
              <a:rPr lang="en-US" dirty="0"/>
              <a:t>To avoid writing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dirty="0"/>
              <a:t> in front of included code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851BD9-779E-2A47-B43F-DF383A306E5A}"/>
              </a:ext>
            </a:extLst>
          </p:cNvPr>
          <p:cNvSpPr/>
          <p:nvPr/>
        </p:nvSpPr>
        <p:spPr>
          <a:xfrm>
            <a:off x="838199" y="3219867"/>
            <a:ext cx="3461951" cy="5582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335A67-3CAB-1289-6A45-64655FA9DF3A}"/>
              </a:ext>
            </a:extLst>
          </p:cNvPr>
          <p:cNvCxnSpPr>
            <a:cxnSpLocks/>
            <a:stCxn id="17" idx="1"/>
            <a:endCxn id="18" idx="3"/>
          </p:cNvCxnSpPr>
          <p:nvPr/>
        </p:nvCxnSpPr>
        <p:spPr>
          <a:xfrm flipH="1" flipV="1">
            <a:off x="4300150" y="3498988"/>
            <a:ext cx="845098" cy="125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02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4DF2B-8ADC-DD6A-A02D-2CD5F0BB7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61132-2265-6606-7046-875B6929A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E5435-83F4-B4B3-8BA8-10D00E261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8E8B0-EAA1-E3CE-10F0-F850F572B884}"/>
              </a:ext>
            </a:extLst>
          </p:cNvPr>
          <p:cNvSpPr txBox="1"/>
          <p:nvPr/>
        </p:nvSpPr>
        <p:spPr>
          <a:xfrm>
            <a:off x="7516400" y="4015945"/>
            <a:ext cx="299158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 main function</a:t>
            </a:r>
            <a:br>
              <a:rPr lang="en-US" dirty="0"/>
            </a:br>
            <a:r>
              <a:rPr lang="en-US" dirty="0"/>
              <a:t>All C++ programs need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/>
              <a:t> function. The program starts executing here.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B9CBAD-AC46-9F66-D445-63A15127608E}"/>
              </a:ext>
            </a:extLst>
          </p:cNvPr>
          <p:cNvSpPr/>
          <p:nvPr/>
        </p:nvSpPr>
        <p:spPr>
          <a:xfrm>
            <a:off x="838200" y="4015945"/>
            <a:ext cx="5145961" cy="21610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2162EA-6CF4-5665-D42D-D811577F8563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>
            <a:off x="5984161" y="4616110"/>
            <a:ext cx="1532239" cy="480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405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AF0A6-77D8-F8C6-8DD3-80DC3A66E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EF012-14DC-FF5D-CBA0-3CFD3F711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00A33C-3629-AA15-A02B-98EBCB83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0638B-9A1B-7E8D-7F02-F920F510E307}"/>
              </a:ext>
            </a:extLst>
          </p:cNvPr>
          <p:cNvSpPr txBox="1"/>
          <p:nvPr/>
        </p:nvSpPr>
        <p:spPr>
          <a:xfrm>
            <a:off x="8764432" y="3755325"/>
            <a:ext cx="299158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Function definition</a:t>
            </a:r>
            <a:br>
              <a:rPr lang="en-US" dirty="0"/>
            </a:br>
            <a:r>
              <a:rPr lang="en-US" dirty="0"/>
              <a:t>Every function definition has a header and a body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BE819-777A-9B11-2F76-A52EED6FAE05}"/>
              </a:ext>
            </a:extLst>
          </p:cNvPr>
          <p:cNvSpPr/>
          <p:nvPr/>
        </p:nvSpPr>
        <p:spPr>
          <a:xfrm>
            <a:off x="838200" y="4485503"/>
            <a:ext cx="5145961" cy="1532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A808EA6-9200-DF59-E0A4-B0723AD97C3E}"/>
              </a:ext>
            </a:extLst>
          </p:cNvPr>
          <p:cNvCxnSpPr>
            <a:cxnSpLocks/>
            <a:stCxn id="4" idx="1"/>
            <a:endCxn id="5" idx="3"/>
          </p:cNvCxnSpPr>
          <p:nvPr/>
        </p:nvCxnSpPr>
        <p:spPr>
          <a:xfrm flipH="1">
            <a:off x="5984161" y="4216990"/>
            <a:ext cx="2780271" cy="10346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80E9131-BD32-4249-1CCF-D565C2D5C2BE}"/>
              </a:ext>
            </a:extLst>
          </p:cNvPr>
          <p:cNvSpPr/>
          <p:nvPr/>
        </p:nvSpPr>
        <p:spPr>
          <a:xfrm>
            <a:off x="838200" y="4082053"/>
            <a:ext cx="5145961" cy="335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C11F28-D894-AE26-A814-5D79F2CAFA38}"/>
              </a:ext>
            </a:extLst>
          </p:cNvPr>
          <p:cNvCxnSpPr>
            <a:cxnSpLocks/>
            <a:stCxn id="4" idx="1"/>
            <a:endCxn id="11" idx="3"/>
          </p:cNvCxnSpPr>
          <p:nvPr/>
        </p:nvCxnSpPr>
        <p:spPr>
          <a:xfrm flipH="1">
            <a:off x="5984161" y="4216990"/>
            <a:ext cx="2780271" cy="33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65B3C4F-4AAE-B7BB-04D4-C15389EB51AD}"/>
              </a:ext>
            </a:extLst>
          </p:cNvPr>
          <p:cNvSpPr txBox="1"/>
          <p:nvPr/>
        </p:nvSpPr>
        <p:spPr>
          <a:xfrm>
            <a:off x="6078367" y="3570658"/>
            <a:ext cx="1795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function </a:t>
            </a:r>
            <a:r>
              <a:rPr lang="en-US" b="1" dirty="0"/>
              <a:t>header</a:t>
            </a:r>
            <a:br>
              <a:rPr lang="en-US" dirty="0"/>
            </a:br>
            <a:r>
              <a:rPr lang="en-US" dirty="0"/>
              <a:t>(or </a:t>
            </a:r>
            <a:r>
              <a:rPr lang="en-US" b="1" dirty="0"/>
              <a:t>signature</a:t>
            </a:r>
            <a:r>
              <a:rPr lang="en-US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30D409-8945-F876-D83F-5C0951622726}"/>
              </a:ext>
            </a:extLst>
          </p:cNvPr>
          <p:cNvSpPr txBox="1"/>
          <p:nvPr/>
        </p:nvSpPr>
        <p:spPr>
          <a:xfrm>
            <a:off x="6002439" y="5122606"/>
            <a:ext cx="2252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function </a:t>
            </a:r>
            <a:r>
              <a:rPr lang="en-US" b="1" dirty="0"/>
              <a:t>body</a:t>
            </a:r>
            <a:br>
              <a:rPr lang="en-US" dirty="0"/>
            </a:br>
            <a:r>
              <a:rPr lang="en-US" dirty="0"/>
              <a:t>(or </a:t>
            </a:r>
            <a:r>
              <a:rPr lang="en-US" b="1" dirty="0"/>
              <a:t>implementation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7571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721D7-95DB-735B-54E1-7865AD50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FFC69-C77E-917E-3172-98EB5D915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B0782-B372-007F-0DC2-040617377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E933BA-B982-1CBE-F13A-E825C3F21E11}"/>
              </a:ext>
            </a:extLst>
          </p:cNvPr>
          <p:cNvSpPr txBox="1"/>
          <p:nvPr/>
        </p:nvSpPr>
        <p:spPr>
          <a:xfrm>
            <a:off x="8104664" y="1587574"/>
            <a:ext cx="299158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Header structure</a:t>
            </a:r>
            <a:br>
              <a:rPr lang="en-US" dirty="0"/>
            </a:br>
            <a:r>
              <a:rPr lang="en-US" dirty="0"/>
              <a:t>Function headers have a return type, a name, and a parameter list.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B3C268-8186-2478-608D-105963CB74FF}"/>
              </a:ext>
            </a:extLst>
          </p:cNvPr>
          <p:cNvSpPr/>
          <p:nvPr/>
        </p:nvSpPr>
        <p:spPr>
          <a:xfrm>
            <a:off x="838200" y="4084983"/>
            <a:ext cx="5145961" cy="3330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A016D9-092F-14DE-9F31-15246D27539E}"/>
              </a:ext>
            </a:extLst>
          </p:cNvPr>
          <p:cNvCxnSpPr>
            <a:cxnSpLocks/>
            <a:stCxn id="4" idx="1"/>
            <a:endCxn id="11" idx="3"/>
          </p:cNvCxnSpPr>
          <p:nvPr/>
        </p:nvCxnSpPr>
        <p:spPr>
          <a:xfrm flipH="1">
            <a:off x="5984161" y="2187739"/>
            <a:ext cx="2120503" cy="2063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42BC21-19A0-1AD8-1B4D-312C7D66FC1A}"/>
              </a:ext>
            </a:extLst>
          </p:cNvPr>
          <p:cNvSpPr txBox="1"/>
          <p:nvPr/>
        </p:nvSpPr>
        <p:spPr>
          <a:xfrm>
            <a:off x="7920007" y="2899978"/>
            <a:ext cx="33609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4000" dirty="0">
                <a:latin typeface="Consolas" panose="020B0609020204030204" pitchFamily="49" charset="0"/>
                <a:cs typeface="Consolas" panose="020B0609020204030204" pitchFamily="49" charset="0"/>
              </a:rPr>
              <a:t>int main ()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B39B7-EC00-85BD-E331-D03DB66C7BD3}"/>
              </a:ext>
            </a:extLst>
          </p:cNvPr>
          <p:cNvSpPr/>
          <p:nvPr/>
        </p:nvSpPr>
        <p:spPr>
          <a:xfrm>
            <a:off x="8007627" y="3026909"/>
            <a:ext cx="907774" cy="501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DFB2E7-5F42-3C2B-BABE-D8934EE2A71E}"/>
              </a:ext>
            </a:extLst>
          </p:cNvPr>
          <p:cNvSpPr/>
          <p:nvPr/>
        </p:nvSpPr>
        <p:spPr>
          <a:xfrm>
            <a:off x="9003020" y="3026908"/>
            <a:ext cx="1283979" cy="501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597840-936F-9249-60AE-937E26E3F71C}"/>
              </a:ext>
            </a:extLst>
          </p:cNvPr>
          <p:cNvSpPr/>
          <p:nvPr/>
        </p:nvSpPr>
        <p:spPr>
          <a:xfrm>
            <a:off x="10374619" y="3026907"/>
            <a:ext cx="906294" cy="5014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2C3042-DD0C-F2CB-5F33-4E4F3E6A1F51}"/>
              </a:ext>
            </a:extLst>
          </p:cNvPr>
          <p:cNvSpPr txBox="1"/>
          <p:nvPr/>
        </p:nvSpPr>
        <p:spPr>
          <a:xfrm>
            <a:off x="7101469" y="3893824"/>
            <a:ext cx="17749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type of value</a:t>
            </a:r>
            <a:br>
              <a:rPr lang="en-US" dirty="0"/>
            </a:br>
            <a:r>
              <a:rPr lang="en-US" dirty="0"/>
              <a:t>function returns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DE32CC-4299-A9AF-1FF9-289435A8EBEA}"/>
              </a:ext>
            </a:extLst>
          </p:cNvPr>
          <p:cNvSpPr txBox="1"/>
          <p:nvPr/>
        </p:nvSpPr>
        <p:spPr>
          <a:xfrm>
            <a:off x="8693901" y="4821618"/>
            <a:ext cx="1680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function name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3F3F64-DAA1-D4B8-4CC0-E3476AA3AA43}"/>
              </a:ext>
            </a:extLst>
          </p:cNvPr>
          <p:cNvSpPr txBox="1"/>
          <p:nvPr/>
        </p:nvSpPr>
        <p:spPr>
          <a:xfrm>
            <a:off x="9770296" y="5270426"/>
            <a:ext cx="2114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parameter list</a:t>
            </a:r>
            <a:br>
              <a:rPr lang="en-US" dirty="0"/>
            </a:br>
            <a:r>
              <a:rPr lang="en-US" dirty="0"/>
              <a:t>(in this case empty)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61298A1-F41E-4E19-0C6B-129F42A4A1E4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7988924" y="3607864"/>
            <a:ext cx="472590" cy="285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74A94D0-2C76-7A0C-DC93-A24D8BA3C61A}"/>
              </a:ext>
            </a:extLst>
          </p:cNvPr>
          <p:cNvCxnSpPr>
            <a:cxnSpLocks/>
            <a:stCxn id="17" idx="0"/>
            <a:endCxn id="9" idx="2"/>
          </p:cNvCxnSpPr>
          <p:nvPr/>
        </p:nvCxnSpPr>
        <p:spPr>
          <a:xfrm flipV="1">
            <a:off x="9534260" y="3607864"/>
            <a:ext cx="66200" cy="1213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216FA5-ED48-F2F9-AA71-FBF28073BB7D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10827765" y="3607864"/>
            <a:ext cx="1" cy="1662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861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2B1EC-11AA-C39E-1130-234419177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D11E1-D5A1-9087-93DF-3CF43CEE4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D5AB7-A533-B4CB-33AB-E7324F511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1D991-2EEA-B8FC-905C-2FA3786B6AD1}"/>
              </a:ext>
            </a:extLst>
          </p:cNvPr>
          <p:cNvSpPr txBox="1"/>
          <p:nvPr/>
        </p:nvSpPr>
        <p:spPr>
          <a:xfrm>
            <a:off x="4600205" y="1213466"/>
            <a:ext cx="23969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Function Body</a:t>
            </a:r>
            <a:br>
              <a:rPr lang="en-US" dirty="0"/>
            </a:br>
            <a:r>
              <a:rPr lang="en-US" dirty="0"/>
              <a:t>A block of statements executed in order.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673B5-E9DA-1428-AD16-1BB715994ACA}"/>
              </a:ext>
            </a:extLst>
          </p:cNvPr>
          <p:cNvSpPr/>
          <p:nvPr/>
        </p:nvSpPr>
        <p:spPr>
          <a:xfrm>
            <a:off x="838200" y="4444205"/>
            <a:ext cx="5205800" cy="15987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1FC8DA-F56D-5BD1-3C66-DF95C8B8998E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5645426" y="2136796"/>
            <a:ext cx="153251" cy="2259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A9D13A9-6811-735D-320A-2F9E32AC9BB8}"/>
              </a:ext>
            </a:extLst>
          </p:cNvPr>
          <p:cNvSpPr txBox="1"/>
          <p:nvPr/>
        </p:nvSpPr>
        <p:spPr>
          <a:xfrm>
            <a:off x="6851373" y="2874545"/>
            <a:ext cx="53406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4A2A8-9D38-0C5D-F732-1DF8DA435445}"/>
              </a:ext>
            </a:extLst>
          </p:cNvPr>
          <p:cNvSpPr txBox="1"/>
          <p:nvPr/>
        </p:nvSpPr>
        <p:spPr>
          <a:xfrm>
            <a:off x="8073977" y="2228214"/>
            <a:ext cx="196454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block of code starts with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dirty="0"/>
              <a:t> …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9BFB32-82BB-A273-A180-40E923E0E7A9}"/>
              </a:ext>
            </a:extLst>
          </p:cNvPr>
          <p:cNvSpPr txBox="1"/>
          <p:nvPr/>
        </p:nvSpPr>
        <p:spPr>
          <a:xfrm>
            <a:off x="8073977" y="4597266"/>
            <a:ext cx="1348320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 and ends with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E450B3-144F-D841-E59B-D0BF0586F7FC}"/>
              </a:ext>
            </a:extLst>
          </p:cNvPr>
          <p:cNvSpPr/>
          <p:nvPr/>
        </p:nvSpPr>
        <p:spPr>
          <a:xfrm>
            <a:off x="6918786" y="2874546"/>
            <a:ext cx="257266" cy="474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D409C5-BF1A-979B-2AFD-E5679C3AE720}"/>
              </a:ext>
            </a:extLst>
          </p:cNvPr>
          <p:cNvSpPr/>
          <p:nvPr/>
        </p:nvSpPr>
        <p:spPr>
          <a:xfrm>
            <a:off x="6918786" y="3961539"/>
            <a:ext cx="257266" cy="474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9F1B72-B946-956A-407B-EA961B40200A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7243465" y="2551380"/>
            <a:ext cx="830512" cy="5606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A9E5AA4-6B34-2BBA-6EC6-A81D1E523347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7243465" y="4199010"/>
            <a:ext cx="830512" cy="721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C5F7D4E-40D5-6914-5CE6-3473A981819C}"/>
              </a:ext>
            </a:extLst>
          </p:cNvPr>
          <p:cNvSpPr txBox="1"/>
          <p:nvPr/>
        </p:nvSpPr>
        <p:spPr>
          <a:xfrm>
            <a:off x="7527326" y="5715298"/>
            <a:ext cx="40809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 }</a:t>
            </a:r>
            <a:r>
              <a:rPr lang="en-US" dirty="0"/>
              <a:t> are called </a:t>
            </a:r>
            <a:r>
              <a:rPr lang="en-US" b="1" dirty="0"/>
              <a:t>braces</a:t>
            </a:r>
            <a:r>
              <a:rPr lang="en-US" dirty="0"/>
              <a:t>, or </a:t>
            </a:r>
            <a:r>
              <a:rPr lang="en-US" b="1" dirty="0"/>
              <a:t>curly braces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dirty="0"/>
              <a:t> is an </a:t>
            </a:r>
            <a:r>
              <a:rPr lang="en-US" b="1" dirty="0"/>
              <a:t>open</a:t>
            </a:r>
            <a:r>
              <a:rPr lang="en-US" dirty="0"/>
              <a:t> brace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/>
              <a:t> is a </a:t>
            </a:r>
            <a:r>
              <a:rPr lang="en-US" b="1" dirty="0"/>
              <a:t>close</a:t>
            </a:r>
            <a:r>
              <a:rPr lang="en-US" dirty="0"/>
              <a:t> (or </a:t>
            </a:r>
            <a:r>
              <a:rPr lang="en-US" b="1" dirty="0"/>
              <a:t>closed</a:t>
            </a:r>
            <a:r>
              <a:rPr lang="en-US" dirty="0"/>
              <a:t>) brace</a:t>
            </a:r>
          </a:p>
        </p:txBody>
      </p:sp>
    </p:spTree>
    <p:extLst>
      <p:ext uri="{BB962C8B-B14F-4D97-AF65-F5344CB8AC3E}">
        <p14:creationId xmlns:p14="http://schemas.microsoft.com/office/powerpoint/2010/main" val="1244327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4B5D3-6755-E0CD-2031-CFA2BE88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6AD8E-40C1-0B14-1DCE-36891BD57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D84BE-1B88-C22D-7A31-2E4E6114E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7461D8-9549-9B79-0AFC-084D33474B70}"/>
              </a:ext>
            </a:extLst>
          </p:cNvPr>
          <p:cNvSpPr txBox="1"/>
          <p:nvPr/>
        </p:nvSpPr>
        <p:spPr>
          <a:xfrm>
            <a:off x="4600205" y="1213466"/>
            <a:ext cx="23969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Function Body</a:t>
            </a:r>
            <a:br>
              <a:rPr lang="en-US" dirty="0"/>
            </a:br>
            <a:r>
              <a:rPr lang="en-US" dirty="0"/>
              <a:t>A block of statements executed in order.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4DE87F-FE5F-7B3F-AF77-BE7ACAC26B23}"/>
              </a:ext>
            </a:extLst>
          </p:cNvPr>
          <p:cNvCxnSpPr>
            <a:cxnSpLocks/>
            <a:stCxn id="26" idx="0"/>
          </p:cNvCxnSpPr>
          <p:nvPr/>
        </p:nvCxnSpPr>
        <p:spPr>
          <a:xfrm flipH="1" flipV="1">
            <a:off x="9064487" y="4045948"/>
            <a:ext cx="810040" cy="800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E4CA75-FBB4-30B1-4AD3-94A8B8AABB4B}"/>
              </a:ext>
            </a:extLst>
          </p:cNvPr>
          <p:cNvSpPr txBox="1"/>
          <p:nvPr/>
        </p:nvSpPr>
        <p:spPr>
          <a:xfrm>
            <a:off x="6851373" y="2874545"/>
            <a:ext cx="53406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D05307-CBB1-42A2-0BB0-7D82DC8EB0D2}"/>
              </a:ext>
            </a:extLst>
          </p:cNvPr>
          <p:cNvSpPr txBox="1"/>
          <p:nvPr/>
        </p:nvSpPr>
        <p:spPr>
          <a:xfrm>
            <a:off x="8766314" y="4846327"/>
            <a:ext cx="2216426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Statements must end with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/>
              <a:t> token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AC6653-C80E-A48F-35C4-0D5E39040373}"/>
              </a:ext>
            </a:extLst>
          </p:cNvPr>
          <p:cNvSpPr/>
          <p:nvPr/>
        </p:nvSpPr>
        <p:spPr>
          <a:xfrm>
            <a:off x="11803914" y="3349487"/>
            <a:ext cx="212495" cy="322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DCFB6AB-CC1B-11B9-8F18-F49CCFF5A90E}"/>
              </a:ext>
            </a:extLst>
          </p:cNvPr>
          <p:cNvCxnSpPr>
            <a:cxnSpLocks/>
            <a:stCxn id="26" idx="0"/>
            <a:endCxn id="29" idx="2"/>
          </p:cNvCxnSpPr>
          <p:nvPr/>
        </p:nvCxnSpPr>
        <p:spPr>
          <a:xfrm flipV="1">
            <a:off x="9874527" y="3672239"/>
            <a:ext cx="2035635" cy="11740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3C21D1E-CC05-8976-27C5-8484A0EC38DB}"/>
              </a:ext>
            </a:extLst>
          </p:cNvPr>
          <p:cNvSpPr/>
          <p:nvPr/>
        </p:nvSpPr>
        <p:spPr>
          <a:xfrm>
            <a:off x="8975036" y="3723196"/>
            <a:ext cx="178903" cy="322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13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9B0DF-2FF5-CBCB-8A1C-A1A5362ED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CE0E7-C902-22B9-9B1C-4369577A7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FCB79-B614-278E-33DA-A4020D30F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B882A-22FE-E059-9FE8-D2E1BD142CDE}"/>
              </a:ext>
            </a:extLst>
          </p:cNvPr>
          <p:cNvSpPr txBox="1"/>
          <p:nvPr/>
        </p:nvSpPr>
        <p:spPr>
          <a:xfrm>
            <a:off x="4600205" y="1213466"/>
            <a:ext cx="23969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Function Body</a:t>
            </a:r>
            <a:br>
              <a:rPr lang="en-US" dirty="0"/>
            </a:br>
            <a:r>
              <a:rPr lang="en-US" dirty="0"/>
              <a:t>A block of statements executed in order.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F424E-E455-5097-56CB-967173B20A2E}"/>
              </a:ext>
            </a:extLst>
          </p:cNvPr>
          <p:cNvSpPr txBox="1"/>
          <p:nvPr/>
        </p:nvSpPr>
        <p:spPr>
          <a:xfrm>
            <a:off x="6851373" y="2874545"/>
            <a:ext cx="53406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8048CE-8675-EA82-B82F-84232096C47D}"/>
              </a:ext>
            </a:extLst>
          </p:cNvPr>
          <p:cNvSpPr txBox="1"/>
          <p:nvPr/>
        </p:nvSpPr>
        <p:spPr>
          <a:xfrm>
            <a:off x="10048462" y="4444205"/>
            <a:ext cx="1928190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\n </a:t>
            </a:r>
            <a:r>
              <a:rPr lang="en-US" dirty="0"/>
              <a:t>is the newline character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A33144-153E-B481-C913-47D67A939498}"/>
              </a:ext>
            </a:extLst>
          </p:cNvPr>
          <p:cNvSpPr/>
          <p:nvPr/>
        </p:nvSpPr>
        <p:spPr>
          <a:xfrm>
            <a:off x="11277602" y="3267624"/>
            <a:ext cx="390937" cy="4555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305C1B-6CEA-BAAA-8E29-18A661FDA33B}"/>
              </a:ext>
            </a:extLst>
          </p:cNvPr>
          <p:cNvCxnSpPr>
            <a:cxnSpLocks/>
            <a:stCxn id="26" idx="0"/>
            <a:endCxn id="29" idx="2"/>
          </p:cNvCxnSpPr>
          <p:nvPr/>
        </p:nvCxnSpPr>
        <p:spPr>
          <a:xfrm flipV="1">
            <a:off x="11012557" y="3723196"/>
            <a:ext cx="460514" cy="721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94ECE01-2502-0EF5-2DE5-710743212A91}"/>
              </a:ext>
            </a:extLst>
          </p:cNvPr>
          <p:cNvSpPr txBox="1"/>
          <p:nvPr/>
        </p:nvSpPr>
        <p:spPr>
          <a:xfrm>
            <a:off x="7176052" y="5292856"/>
            <a:ext cx="46515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dirty="0">
                <a:cs typeface="Times New Roman" panose="02020603050405020304" pitchFamily="18" charset="0"/>
              </a:rPr>
              <a:t> is an example of an </a:t>
            </a:r>
            <a:r>
              <a:rPr lang="en-US" b="1" dirty="0">
                <a:cs typeface="Times New Roman" panose="02020603050405020304" pitchFamily="18" charset="0"/>
              </a:rPr>
              <a:t>escape character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onsolas" panose="020B0609020204030204" pitchFamily="49" charset="0"/>
              </a:rPr>
              <a:t>escape characters occur in strings and begin with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dirty="0"/>
              <a:t> makes the cursor go to the next line when printed to the terminal window</a:t>
            </a:r>
          </a:p>
        </p:txBody>
      </p:sp>
    </p:spTree>
    <p:extLst>
      <p:ext uri="{BB962C8B-B14F-4D97-AF65-F5344CB8AC3E}">
        <p14:creationId xmlns:p14="http://schemas.microsoft.com/office/powerpoint/2010/main" val="3355010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D6276-E047-BD46-4B90-45706A3F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590D9-84BC-2EEC-4548-C728C2F6C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E9324C-9CB3-0DC8-2FC5-B6B0F9B5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12DFD8-3A66-7A0B-5A6E-B5E900E995C3}"/>
              </a:ext>
            </a:extLst>
          </p:cNvPr>
          <p:cNvSpPr txBox="1"/>
          <p:nvPr/>
        </p:nvSpPr>
        <p:spPr>
          <a:xfrm>
            <a:off x="4600205" y="1213466"/>
            <a:ext cx="23969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Function Body</a:t>
            </a:r>
            <a:br>
              <a:rPr lang="en-US" dirty="0"/>
            </a:br>
            <a:r>
              <a:rPr lang="en-US" dirty="0"/>
              <a:t>A block of statements executed in order.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483928-2BA3-3AA6-60AD-9DDD70585CBA}"/>
              </a:ext>
            </a:extLst>
          </p:cNvPr>
          <p:cNvSpPr/>
          <p:nvPr/>
        </p:nvSpPr>
        <p:spPr>
          <a:xfrm>
            <a:off x="885344" y="4045948"/>
            <a:ext cx="575708" cy="398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AF7AF5-CF98-7850-A89D-282B8F830D34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1461052" y="4444205"/>
            <a:ext cx="5746429" cy="8435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7D41CC-AE40-8383-18BB-70A9FA562C9C}"/>
              </a:ext>
            </a:extLst>
          </p:cNvPr>
          <p:cNvSpPr txBox="1"/>
          <p:nvPr/>
        </p:nvSpPr>
        <p:spPr>
          <a:xfrm>
            <a:off x="6851373" y="2874545"/>
            <a:ext cx="53406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BE4846-0844-EEE5-680F-6ECC81D671B9}"/>
              </a:ext>
            </a:extLst>
          </p:cNvPr>
          <p:cNvSpPr txBox="1"/>
          <p:nvPr/>
        </p:nvSpPr>
        <p:spPr>
          <a:xfrm>
            <a:off x="7207481" y="4549077"/>
            <a:ext cx="2650345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last statement of a function is a </a:t>
            </a:r>
            <a:r>
              <a:rPr lang="en-US" b="1" dirty="0"/>
              <a:t>return statemen</a:t>
            </a:r>
            <a:r>
              <a:rPr lang="en-US" dirty="0"/>
              <a:t>t. It returns a value of the type from the header.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F1D35B-7225-C218-1157-E330EA9CB384}"/>
              </a:ext>
            </a:extLst>
          </p:cNvPr>
          <p:cNvSpPr/>
          <p:nvPr/>
        </p:nvSpPr>
        <p:spPr>
          <a:xfrm>
            <a:off x="7530088" y="3669412"/>
            <a:ext cx="1683486" cy="376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A1A4743-EA1F-DC71-1733-FB7752E824E8}"/>
              </a:ext>
            </a:extLst>
          </p:cNvPr>
          <p:cNvCxnSpPr>
            <a:cxnSpLocks/>
            <a:stCxn id="26" idx="0"/>
            <a:endCxn id="29" idx="2"/>
          </p:cNvCxnSpPr>
          <p:nvPr/>
        </p:nvCxnSpPr>
        <p:spPr>
          <a:xfrm flipH="1" flipV="1">
            <a:off x="8371831" y="4045949"/>
            <a:ext cx="160823" cy="503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77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7CDCD-904F-CEBB-9FA8-342B7F6A4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90098-766B-3B66-3427-CC5CA7865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31E38-10AA-A436-7788-A5411E4DC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B81D3-C319-5C44-546D-8D98300F209D}"/>
              </a:ext>
            </a:extLst>
          </p:cNvPr>
          <p:cNvSpPr txBox="1"/>
          <p:nvPr/>
        </p:nvSpPr>
        <p:spPr>
          <a:xfrm>
            <a:off x="4600205" y="1213466"/>
            <a:ext cx="23969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Function Body</a:t>
            </a:r>
            <a:br>
              <a:rPr lang="en-US" dirty="0"/>
            </a:br>
            <a:r>
              <a:rPr lang="en-US" dirty="0"/>
              <a:t>A block of statements executed in order.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D446F-576C-2D4A-891E-D39E9E6272F9}"/>
              </a:ext>
            </a:extLst>
          </p:cNvPr>
          <p:cNvSpPr/>
          <p:nvPr/>
        </p:nvSpPr>
        <p:spPr>
          <a:xfrm>
            <a:off x="885344" y="4045948"/>
            <a:ext cx="575708" cy="398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751D2A-191A-3A38-2DA5-4965F29A80A4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1461052" y="4444205"/>
            <a:ext cx="5645427" cy="705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F7603A9-A3BC-9CA0-725A-DE7EC124AAD1}"/>
              </a:ext>
            </a:extLst>
          </p:cNvPr>
          <p:cNvSpPr txBox="1"/>
          <p:nvPr/>
        </p:nvSpPr>
        <p:spPr>
          <a:xfrm>
            <a:off x="6851373" y="2874545"/>
            <a:ext cx="53406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F10750-2036-11CC-68AC-756ED2C7CCEA}"/>
              </a:ext>
            </a:extLst>
          </p:cNvPr>
          <p:cNvSpPr txBox="1"/>
          <p:nvPr/>
        </p:nvSpPr>
        <p:spPr>
          <a:xfrm>
            <a:off x="7106479" y="4549077"/>
            <a:ext cx="275134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program ends 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/>
              <a:t> ends, so the value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/>
              <a:t> returns is sent to the terminal command line.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BA8EA7-92C5-C9D8-AEA3-A9B7C340CCC3}"/>
              </a:ext>
            </a:extLst>
          </p:cNvPr>
          <p:cNvSpPr/>
          <p:nvPr/>
        </p:nvSpPr>
        <p:spPr>
          <a:xfrm>
            <a:off x="7530088" y="3669412"/>
            <a:ext cx="1683486" cy="376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CC49AC-0E9B-0E80-5D54-1BA2E9CE1582}"/>
              </a:ext>
            </a:extLst>
          </p:cNvPr>
          <p:cNvCxnSpPr>
            <a:cxnSpLocks/>
            <a:stCxn id="26" idx="0"/>
            <a:endCxn id="29" idx="2"/>
          </p:cNvCxnSpPr>
          <p:nvPr/>
        </p:nvCxnSpPr>
        <p:spPr>
          <a:xfrm flipH="1" flipV="1">
            <a:off x="8371831" y="4045949"/>
            <a:ext cx="110322" cy="503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741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79CBD-D87F-9BE8-692D-CCF6F77A0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67288-9568-AF39-BAB8-9B9606546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FC366-AE26-E652-3E01-37CFA651C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15F04-C3DA-761F-855F-BF105EFBCCFB}"/>
              </a:ext>
            </a:extLst>
          </p:cNvPr>
          <p:cNvSpPr txBox="1"/>
          <p:nvPr/>
        </p:nvSpPr>
        <p:spPr>
          <a:xfrm>
            <a:off x="4600205" y="1213466"/>
            <a:ext cx="23969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Function Body</a:t>
            </a:r>
            <a:br>
              <a:rPr lang="en-US" dirty="0"/>
            </a:br>
            <a:r>
              <a:rPr lang="en-US" dirty="0"/>
              <a:t>A block of statements executed in order.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E80CE1-6131-D999-4FC2-6E84453BE107}"/>
              </a:ext>
            </a:extLst>
          </p:cNvPr>
          <p:cNvSpPr/>
          <p:nvPr/>
        </p:nvSpPr>
        <p:spPr>
          <a:xfrm>
            <a:off x="885344" y="4045948"/>
            <a:ext cx="575708" cy="398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46E199-9085-3624-4524-5AD0BFF72DAF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1461052" y="4444205"/>
            <a:ext cx="5645427" cy="705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CBD604A-4619-02F8-F306-B2878059D19F}"/>
              </a:ext>
            </a:extLst>
          </p:cNvPr>
          <p:cNvSpPr txBox="1"/>
          <p:nvPr/>
        </p:nvSpPr>
        <p:spPr>
          <a:xfrm>
            <a:off x="6851373" y="2874545"/>
            <a:ext cx="53406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3C765B-5D8F-7381-798C-459ADCD7F689}"/>
              </a:ext>
            </a:extLst>
          </p:cNvPr>
          <p:cNvSpPr txBox="1"/>
          <p:nvPr/>
        </p:nvSpPr>
        <p:spPr>
          <a:xfrm>
            <a:off x="7106479" y="4549077"/>
            <a:ext cx="275134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program ends 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/>
              <a:t> ends, so the value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/>
              <a:t> returns is sent to the terminal command line.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5A6903-34A1-945B-96A0-0F0AD7798428}"/>
              </a:ext>
            </a:extLst>
          </p:cNvPr>
          <p:cNvSpPr/>
          <p:nvPr/>
        </p:nvSpPr>
        <p:spPr>
          <a:xfrm>
            <a:off x="7530088" y="3669412"/>
            <a:ext cx="1683486" cy="376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6B29A1-CE48-68E2-9764-BF89EB6828A0}"/>
              </a:ext>
            </a:extLst>
          </p:cNvPr>
          <p:cNvCxnSpPr>
            <a:cxnSpLocks/>
            <a:stCxn id="26" idx="0"/>
            <a:endCxn id="29" idx="2"/>
          </p:cNvCxnSpPr>
          <p:nvPr/>
        </p:nvCxnSpPr>
        <p:spPr>
          <a:xfrm flipH="1" flipV="1">
            <a:off x="8371831" y="4045949"/>
            <a:ext cx="110322" cy="503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841697A-155D-9951-069F-B826C7491165}"/>
              </a:ext>
            </a:extLst>
          </p:cNvPr>
          <p:cNvSpPr txBox="1"/>
          <p:nvPr/>
        </p:nvSpPr>
        <p:spPr>
          <a:xfrm>
            <a:off x="9978126" y="4549076"/>
            <a:ext cx="2117796" cy="181588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Returning 0 from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sz="1600" dirty="0"/>
              <a:t> is a convention that means the program ended “normally”. Returning any other value means an error.</a:t>
            </a:r>
          </a:p>
        </p:txBody>
      </p:sp>
    </p:spTree>
    <p:extLst>
      <p:ext uri="{BB962C8B-B14F-4D97-AF65-F5344CB8AC3E}">
        <p14:creationId xmlns:p14="http://schemas.microsoft.com/office/powerpoint/2010/main" val="2661177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51D38-268C-0331-F0EA-DCFD1278E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9795F-A72E-394B-B99F-79E104F12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DFE84-D98F-706B-B8CE-678C473D0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6965" cy="1325563"/>
          </a:xfrm>
        </p:spPr>
        <p:txBody>
          <a:bodyPr/>
          <a:lstStyle/>
          <a:p>
            <a:r>
              <a:rPr lang="en-US" dirty="0"/>
              <a:t>Hello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B1D47-C4B5-82B0-0110-1D2FE24FD0DD}"/>
              </a:ext>
            </a:extLst>
          </p:cNvPr>
          <p:cNvSpPr txBox="1"/>
          <p:nvPr/>
        </p:nvSpPr>
        <p:spPr>
          <a:xfrm>
            <a:off x="4600205" y="1213466"/>
            <a:ext cx="239694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Function Body</a:t>
            </a:r>
            <a:br>
              <a:rPr lang="en-US" dirty="0"/>
            </a:br>
            <a:r>
              <a:rPr lang="en-US" dirty="0"/>
              <a:t>A block of statements executed in order.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3186B4-B75A-4C7F-D8F7-5E1D39300EE3}"/>
              </a:ext>
            </a:extLst>
          </p:cNvPr>
          <p:cNvSpPr/>
          <p:nvPr/>
        </p:nvSpPr>
        <p:spPr>
          <a:xfrm>
            <a:off x="885344" y="4045948"/>
            <a:ext cx="575708" cy="398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82CD80-4C4D-8A5C-0DF7-D9B0A471E20E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1461052" y="4444205"/>
            <a:ext cx="5645427" cy="705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E70A7E8-830F-D242-C010-1B335D17DC1F}"/>
              </a:ext>
            </a:extLst>
          </p:cNvPr>
          <p:cNvSpPr txBox="1"/>
          <p:nvPr/>
        </p:nvSpPr>
        <p:spPr>
          <a:xfrm>
            <a:off x="6851373" y="2874545"/>
            <a:ext cx="534062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r>
              <a:rPr lang="en-CA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9C4ACD-C438-DB7C-1F47-D1D84BE049A8}"/>
              </a:ext>
            </a:extLst>
          </p:cNvPr>
          <p:cNvSpPr txBox="1"/>
          <p:nvPr/>
        </p:nvSpPr>
        <p:spPr>
          <a:xfrm>
            <a:off x="7106479" y="4549077"/>
            <a:ext cx="275134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program ends when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/>
              <a:t> ends, so the value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/>
              <a:t> returns is sent to the terminal command line.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2F3BD6-01B7-26D8-A170-A2D545B106E4}"/>
              </a:ext>
            </a:extLst>
          </p:cNvPr>
          <p:cNvSpPr/>
          <p:nvPr/>
        </p:nvSpPr>
        <p:spPr>
          <a:xfrm>
            <a:off x="7530088" y="3669412"/>
            <a:ext cx="1683486" cy="376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5D62D9C-9038-24F2-4A8A-60C69E01BA54}"/>
              </a:ext>
            </a:extLst>
          </p:cNvPr>
          <p:cNvCxnSpPr>
            <a:cxnSpLocks/>
            <a:stCxn id="26" idx="0"/>
            <a:endCxn id="29" idx="2"/>
          </p:cNvCxnSpPr>
          <p:nvPr/>
        </p:nvCxnSpPr>
        <p:spPr>
          <a:xfrm flipH="1" flipV="1">
            <a:off x="8371831" y="4045949"/>
            <a:ext cx="110322" cy="5031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6FD471-E525-F78B-79D7-26788C37101A}"/>
              </a:ext>
            </a:extLst>
          </p:cNvPr>
          <p:cNvSpPr txBox="1"/>
          <p:nvPr/>
        </p:nvSpPr>
        <p:spPr>
          <a:xfrm>
            <a:off x="9978126" y="4549076"/>
            <a:ext cx="2117796" cy="181588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Returning 0 from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sz="1600" dirty="0"/>
              <a:t> is a convention that means the program ended “normally”. Returning any other value means an error.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1BF951-B8C7-3177-543F-15D768C8175D}"/>
              </a:ext>
            </a:extLst>
          </p:cNvPr>
          <p:cNvSpPr txBox="1"/>
          <p:nvPr/>
        </p:nvSpPr>
        <p:spPr>
          <a:xfrm>
            <a:off x="8285675" y="1305341"/>
            <a:ext cx="2945541" cy="1200329"/>
          </a:xfrm>
          <a:prstGeom prst="rect">
            <a:avLst/>
          </a:prstGeom>
          <a:solidFill>
            <a:srgbClr val="FFC0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will often </a:t>
            </a:r>
            <a:r>
              <a:rPr lang="en-US" b="1" dirty="0"/>
              <a:t>not</a:t>
            </a:r>
            <a:r>
              <a:rPr lang="en-US" dirty="0"/>
              <a:t> write the final return 0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en-US" dirty="0"/>
              <a:t>, since in this course we will not care about this value.</a:t>
            </a:r>
          </a:p>
        </p:txBody>
      </p:sp>
    </p:spTree>
    <p:extLst>
      <p:ext uri="{BB962C8B-B14F-4D97-AF65-F5344CB8AC3E}">
        <p14:creationId xmlns:p14="http://schemas.microsoft.com/office/powerpoint/2010/main" val="1692629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78781-46F9-0E34-C1FE-74340951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83D2-1A6A-1A39-249C-E7F467DF0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-92075"/>
            <a:ext cx="3216965" cy="1325563"/>
          </a:xfrm>
        </p:spPr>
        <p:txBody>
          <a:bodyPr/>
          <a:lstStyle/>
          <a:p>
            <a:r>
              <a:rPr lang="en-US" dirty="0"/>
              <a:t>Compiling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9EAF30-83C3-5850-1F2D-6ADD59676C49}"/>
              </a:ext>
            </a:extLst>
          </p:cNvPr>
          <p:cNvGrpSpPr/>
          <p:nvPr/>
        </p:nvGrpSpPr>
        <p:grpSpPr>
          <a:xfrm>
            <a:off x="6294289" y="1496356"/>
            <a:ext cx="1250920" cy="993914"/>
            <a:chOff x="1401417" y="1789043"/>
            <a:chExt cx="1250920" cy="993914"/>
          </a:xfrm>
        </p:grpSpPr>
        <p:sp>
          <p:nvSpPr>
            <p:cNvPr id="10" name="Document 9">
              <a:extLst>
                <a:ext uri="{FF2B5EF4-FFF2-40B4-BE49-F238E27FC236}">
                  <a16:creationId xmlns:a16="http://schemas.microsoft.com/office/drawing/2014/main" id="{56EA01F0-6E35-1AA7-5491-D593DDB683C5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38C0733-B0FA-D865-E860-72D4D2C84AA2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15" name="Process 14">
            <a:extLst>
              <a:ext uri="{FF2B5EF4-FFF2-40B4-BE49-F238E27FC236}">
                <a16:creationId xmlns:a16="http://schemas.microsoft.com/office/drawing/2014/main" id="{1A5F3F38-A131-3C7A-1ABC-346E0C1F91AD}"/>
              </a:ext>
            </a:extLst>
          </p:cNvPr>
          <p:cNvSpPr/>
          <p:nvPr/>
        </p:nvSpPr>
        <p:spPr>
          <a:xfrm>
            <a:off x="6248858" y="3359426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B9BD18-B8B4-1E22-F8AB-30A20A78D54C}"/>
              </a:ext>
            </a:extLst>
          </p:cNvPr>
          <p:cNvSpPr txBox="1"/>
          <p:nvPr/>
        </p:nvSpPr>
        <p:spPr>
          <a:xfrm>
            <a:off x="6364148" y="3533217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2D671D5-59AB-CC33-E7DB-76169CFF6749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6919749" y="2424561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4B6A40-58DD-8EC5-11EC-97650ED64492}"/>
              </a:ext>
            </a:extLst>
          </p:cNvPr>
          <p:cNvGrpSpPr/>
          <p:nvPr/>
        </p:nvGrpSpPr>
        <p:grpSpPr>
          <a:xfrm>
            <a:off x="6294289" y="5222496"/>
            <a:ext cx="1250920" cy="993914"/>
            <a:chOff x="1401417" y="1789043"/>
            <a:chExt cx="1250920" cy="993914"/>
          </a:xfrm>
        </p:grpSpPr>
        <p:sp>
          <p:nvSpPr>
            <p:cNvPr id="20" name="Document 19">
              <a:extLst>
                <a:ext uri="{FF2B5EF4-FFF2-40B4-BE49-F238E27FC236}">
                  <a16:creationId xmlns:a16="http://schemas.microsoft.com/office/drawing/2014/main" id="{96B010A9-8035-D797-55E6-374724ACD030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CD09226-4D0F-8B86-0ED7-30CE1D56A8D2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5B1C775-AB4C-0CFF-F7EC-74118F6F94DC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6919749" y="4440642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rocess 24">
            <a:extLst>
              <a:ext uri="{FF2B5EF4-FFF2-40B4-BE49-F238E27FC236}">
                <a16:creationId xmlns:a16="http://schemas.microsoft.com/office/drawing/2014/main" id="{085F6DA4-C44B-0243-EAE8-E817111E5171}"/>
              </a:ext>
            </a:extLst>
          </p:cNvPr>
          <p:cNvSpPr/>
          <p:nvPr/>
        </p:nvSpPr>
        <p:spPr>
          <a:xfrm>
            <a:off x="4055165" y="1510115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F27A93-1651-BFDC-3E0B-5396780E2CF4}"/>
              </a:ext>
            </a:extLst>
          </p:cNvPr>
          <p:cNvSpPr txBox="1"/>
          <p:nvPr/>
        </p:nvSpPr>
        <p:spPr>
          <a:xfrm>
            <a:off x="4341752" y="1660208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721076B-00BA-D3CE-B46F-68480AF16E01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 flipV="1">
            <a:off x="5396948" y="1993313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5996382-F2D6-1283-829A-149F5DAE22F8}"/>
              </a:ext>
            </a:extLst>
          </p:cNvPr>
          <p:cNvSpPr txBox="1"/>
          <p:nvPr/>
        </p:nvSpPr>
        <p:spPr>
          <a:xfrm>
            <a:off x="4170454" y="3576868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D3EE724-CE6A-5C12-0454-CF3202319D77}"/>
              </a:ext>
            </a:extLst>
          </p:cNvPr>
          <p:cNvCxnSpPr>
            <a:cxnSpLocks/>
            <a:stCxn id="15" idx="1"/>
            <a:endCxn id="32" idx="3"/>
          </p:cNvCxnSpPr>
          <p:nvPr/>
        </p:nvCxnSpPr>
        <p:spPr>
          <a:xfrm flipH="1">
            <a:off x="5281657" y="3900034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7A143286-D77F-6376-9C20-6B5FD973BFB8}"/>
              </a:ext>
            </a:extLst>
          </p:cNvPr>
          <p:cNvSpPr txBox="1"/>
          <p:nvPr/>
        </p:nvSpPr>
        <p:spPr>
          <a:xfrm>
            <a:off x="6122704" y="1180404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B67889-0784-05E0-1DDA-03B939947D15}"/>
              </a:ext>
            </a:extLst>
          </p:cNvPr>
          <p:cNvSpPr txBox="1"/>
          <p:nvPr/>
        </p:nvSpPr>
        <p:spPr>
          <a:xfrm>
            <a:off x="6184227" y="6171206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</p:spTree>
    <p:extLst>
      <p:ext uri="{BB962C8B-B14F-4D97-AF65-F5344CB8AC3E}">
        <p14:creationId xmlns:p14="http://schemas.microsoft.com/office/powerpoint/2010/main" val="1823350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7030-2D93-20E2-6AF2-97E50948F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700D-5E8D-5C9B-0582-25F7D94FA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-92075"/>
            <a:ext cx="3216965" cy="1325563"/>
          </a:xfrm>
        </p:spPr>
        <p:txBody>
          <a:bodyPr/>
          <a:lstStyle/>
          <a:p>
            <a:r>
              <a:rPr lang="en-US" dirty="0"/>
              <a:t>Compiling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B552527-1FBE-FEA5-D92F-8F31BC6C3944}"/>
              </a:ext>
            </a:extLst>
          </p:cNvPr>
          <p:cNvGrpSpPr/>
          <p:nvPr/>
        </p:nvGrpSpPr>
        <p:grpSpPr>
          <a:xfrm>
            <a:off x="6294289" y="1496356"/>
            <a:ext cx="1250920" cy="993914"/>
            <a:chOff x="1401417" y="1789043"/>
            <a:chExt cx="1250920" cy="993914"/>
          </a:xfrm>
        </p:grpSpPr>
        <p:sp>
          <p:nvSpPr>
            <p:cNvPr id="10" name="Document 9">
              <a:extLst>
                <a:ext uri="{FF2B5EF4-FFF2-40B4-BE49-F238E27FC236}">
                  <a16:creationId xmlns:a16="http://schemas.microsoft.com/office/drawing/2014/main" id="{DD9088D5-69AE-BBF3-CF75-D1B22CFCAB3C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513015A-19B7-1E1A-424F-C5DCE4F6A42F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15" name="Process 14">
            <a:extLst>
              <a:ext uri="{FF2B5EF4-FFF2-40B4-BE49-F238E27FC236}">
                <a16:creationId xmlns:a16="http://schemas.microsoft.com/office/drawing/2014/main" id="{F3543967-DFE2-699E-F565-D679BA0FEDCC}"/>
              </a:ext>
            </a:extLst>
          </p:cNvPr>
          <p:cNvSpPr/>
          <p:nvPr/>
        </p:nvSpPr>
        <p:spPr>
          <a:xfrm>
            <a:off x="6248858" y="3359426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E615C1-08BF-C046-B948-F1B6A27B84FE}"/>
              </a:ext>
            </a:extLst>
          </p:cNvPr>
          <p:cNvSpPr txBox="1"/>
          <p:nvPr/>
        </p:nvSpPr>
        <p:spPr>
          <a:xfrm>
            <a:off x="6364148" y="3533217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7ACF756-F0E3-AE73-036D-007DF193A554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6919749" y="2424561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3942D85-B0F8-6CAF-1424-5120977840C5}"/>
              </a:ext>
            </a:extLst>
          </p:cNvPr>
          <p:cNvGrpSpPr/>
          <p:nvPr/>
        </p:nvGrpSpPr>
        <p:grpSpPr>
          <a:xfrm>
            <a:off x="6294289" y="5222496"/>
            <a:ext cx="1250920" cy="993914"/>
            <a:chOff x="1401417" y="1789043"/>
            <a:chExt cx="1250920" cy="993914"/>
          </a:xfrm>
        </p:grpSpPr>
        <p:sp>
          <p:nvSpPr>
            <p:cNvPr id="20" name="Document 19">
              <a:extLst>
                <a:ext uri="{FF2B5EF4-FFF2-40B4-BE49-F238E27FC236}">
                  <a16:creationId xmlns:a16="http://schemas.microsoft.com/office/drawing/2014/main" id="{FB356369-2E27-84EB-7DEC-B802A06DF998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6A61533-BBBF-917E-A41E-DA29521597F8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15472E-84B4-D319-2818-152F1B13892F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6919749" y="4440642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rocess 24">
            <a:extLst>
              <a:ext uri="{FF2B5EF4-FFF2-40B4-BE49-F238E27FC236}">
                <a16:creationId xmlns:a16="http://schemas.microsoft.com/office/drawing/2014/main" id="{EFA5FDE0-EFC4-F835-28F9-4CE227EDC88D}"/>
              </a:ext>
            </a:extLst>
          </p:cNvPr>
          <p:cNvSpPr/>
          <p:nvPr/>
        </p:nvSpPr>
        <p:spPr>
          <a:xfrm>
            <a:off x="4055165" y="1510115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487730-D129-E07E-AE4D-83C419B425E9}"/>
              </a:ext>
            </a:extLst>
          </p:cNvPr>
          <p:cNvSpPr txBox="1"/>
          <p:nvPr/>
        </p:nvSpPr>
        <p:spPr>
          <a:xfrm>
            <a:off x="4341752" y="1660208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EF263CB-0732-4BC0-1763-47A53B16690E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 flipV="1">
            <a:off x="5396948" y="1993313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4AACE8E-6FF7-BB5B-9C43-03EC1EB06AF9}"/>
              </a:ext>
            </a:extLst>
          </p:cNvPr>
          <p:cNvSpPr txBox="1"/>
          <p:nvPr/>
        </p:nvSpPr>
        <p:spPr>
          <a:xfrm>
            <a:off x="4170454" y="3576868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41DBF7-A887-6CE9-6E4E-F280185C2001}"/>
              </a:ext>
            </a:extLst>
          </p:cNvPr>
          <p:cNvCxnSpPr>
            <a:cxnSpLocks/>
            <a:stCxn id="15" idx="1"/>
            <a:endCxn id="32" idx="3"/>
          </p:cNvCxnSpPr>
          <p:nvPr/>
        </p:nvCxnSpPr>
        <p:spPr>
          <a:xfrm flipH="1">
            <a:off x="5281657" y="3900034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8102A23-6CAC-E166-E494-9A638D43CCB8}"/>
              </a:ext>
            </a:extLst>
          </p:cNvPr>
          <p:cNvSpPr txBox="1"/>
          <p:nvPr/>
        </p:nvSpPr>
        <p:spPr>
          <a:xfrm>
            <a:off x="6122704" y="1180404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9D3590-FD5E-AD20-53FF-0B616C0FA2E6}"/>
              </a:ext>
            </a:extLst>
          </p:cNvPr>
          <p:cNvSpPr txBox="1"/>
          <p:nvPr/>
        </p:nvSpPr>
        <p:spPr>
          <a:xfrm>
            <a:off x="6184227" y="6171206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F8A6CA-24A3-91C0-B331-50638D8DD56E}"/>
              </a:ext>
            </a:extLst>
          </p:cNvPr>
          <p:cNvSpPr txBox="1"/>
          <p:nvPr/>
        </p:nvSpPr>
        <p:spPr>
          <a:xfrm>
            <a:off x="1207663" y="1411047"/>
            <a:ext cx="258437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use any text editor for writing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cpp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files, but you should use programmer editors to get extra help.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94AC51-C0A6-5D6C-3A33-33ED632003E0}"/>
              </a:ext>
            </a:extLst>
          </p:cNvPr>
          <p:cNvSpPr txBox="1"/>
          <p:nvPr/>
        </p:nvSpPr>
        <p:spPr>
          <a:xfrm>
            <a:off x="3145961" y="4763807"/>
            <a:ext cx="269965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output of the compiler is (basically) either an </a:t>
            </a:r>
            <a:r>
              <a:rPr lang="en-US" b="1" dirty="0"/>
              <a:t>executable file</a:t>
            </a:r>
            <a:r>
              <a:rPr lang="en-US" dirty="0"/>
              <a:t>, or an </a:t>
            </a:r>
            <a:r>
              <a:rPr lang="en-US" b="1" dirty="0"/>
              <a:t>error</a:t>
            </a:r>
            <a:r>
              <a:rPr lang="en-US" dirty="0"/>
              <a:t> </a:t>
            </a:r>
            <a:r>
              <a:rPr lang="en-US" b="1" dirty="0"/>
              <a:t>message</a:t>
            </a:r>
            <a:r>
              <a:rPr lang="en-US" dirty="0"/>
              <a:t>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D6169D-7F08-D536-F10A-96FB94C23EEF}"/>
              </a:ext>
            </a:extLst>
          </p:cNvPr>
          <p:cNvSpPr txBox="1"/>
          <p:nvPr/>
        </p:nvSpPr>
        <p:spPr>
          <a:xfrm>
            <a:off x="8442551" y="3227854"/>
            <a:ext cx="269965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compilers are very complex, typically with </a:t>
            </a:r>
            <a:r>
              <a:rPr lang="en-US" i="1" dirty="0"/>
              <a:t>hundreds</a:t>
            </a:r>
            <a:r>
              <a:rPr lang="en-US" dirty="0"/>
              <a:t> of options that you can pass into it.</a:t>
            </a:r>
          </a:p>
        </p:txBody>
      </p:sp>
    </p:spTree>
    <p:extLst>
      <p:ext uri="{BB962C8B-B14F-4D97-AF65-F5344CB8AC3E}">
        <p14:creationId xmlns:p14="http://schemas.microsoft.com/office/powerpoint/2010/main" val="1281276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9CF4-1571-35AB-FBA0-D3D185454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99E3-DD9C-D634-9E4D-57D8FF73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-92075"/>
            <a:ext cx="3216965" cy="1325563"/>
          </a:xfrm>
        </p:spPr>
        <p:txBody>
          <a:bodyPr/>
          <a:lstStyle/>
          <a:p>
            <a:r>
              <a:rPr lang="en-US" dirty="0"/>
              <a:t>Compiling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4BD36B5-B8A0-963B-4085-E431F3E372F2}"/>
              </a:ext>
            </a:extLst>
          </p:cNvPr>
          <p:cNvGrpSpPr/>
          <p:nvPr/>
        </p:nvGrpSpPr>
        <p:grpSpPr>
          <a:xfrm>
            <a:off x="2775836" y="1415231"/>
            <a:ext cx="1250920" cy="993914"/>
            <a:chOff x="1401417" y="1789043"/>
            <a:chExt cx="1250920" cy="993914"/>
          </a:xfrm>
        </p:grpSpPr>
        <p:sp>
          <p:nvSpPr>
            <p:cNvPr id="10" name="Document 9">
              <a:extLst>
                <a:ext uri="{FF2B5EF4-FFF2-40B4-BE49-F238E27FC236}">
                  <a16:creationId xmlns:a16="http://schemas.microsoft.com/office/drawing/2014/main" id="{D94A75FD-9D5C-6659-BBBC-CC22DF5991F9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EB101C-DA25-1504-0AC0-8E56FC500749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15" name="Process 14">
            <a:extLst>
              <a:ext uri="{FF2B5EF4-FFF2-40B4-BE49-F238E27FC236}">
                <a16:creationId xmlns:a16="http://schemas.microsoft.com/office/drawing/2014/main" id="{7C87165B-0FF0-A7A8-1DC5-BE392DA55B99}"/>
              </a:ext>
            </a:extLst>
          </p:cNvPr>
          <p:cNvSpPr/>
          <p:nvPr/>
        </p:nvSpPr>
        <p:spPr>
          <a:xfrm>
            <a:off x="2730405" y="3278301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6F7873-7CF4-232A-F504-FA0785E8FA56}"/>
              </a:ext>
            </a:extLst>
          </p:cNvPr>
          <p:cNvSpPr txBox="1"/>
          <p:nvPr/>
        </p:nvSpPr>
        <p:spPr>
          <a:xfrm>
            <a:off x="2845695" y="3452092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87265D9-ACF4-3537-C062-47173942942F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3401296" y="2343436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580F72-ABD7-174D-24AF-B3A8F13AFDBA}"/>
              </a:ext>
            </a:extLst>
          </p:cNvPr>
          <p:cNvGrpSpPr/>
          <p:nvPr/>
        </p:nvGrpSpPr>
        <p:grpSpPr>
          <a:xfrm>
            <a:off x="2775836" y="5141371"/>
            <a:ext cx="1250920" cy="993914"/>
            <a:chOff x="1401417" y="1789043"/>
            <a:chExt cx="1250920" cy="993914"/>
          </a:xfrm>
        </p:grpSpPr>
        <p:sp>
          <p:nvSpPr>
            <p:cNvPr id="20" name="Document 19">
              <a:extLst>
                <a:ext uri="{FF2B5EF4-FFF2-40B4-BE49-F238E27FC236}">
                  <a16:creationId xmlns:a16="http://schemas.microsoft.com/office/drawing/2014/main" id="{7B3E4292-20F4-F4BB-E9DD-F951A48DF319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9679332-B5BC-7CB2-13BA-BEB721617430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22004E9-B219-8A84-5F14-6C7648A88F12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3401296" y="4359517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rocess 24">
            <a:extLst>
              <a:ext uri="{FF2B5EF4-FFF2-40B4-BE49-F238E27FC236}">
                <a16:creationId xmlns:a16="http://schemas.microsoft.com/office/drawing/2014/main" id="{69ED06F8-9775-BE99-9983-1480F0983C45}"/>
              </a:ext>
            </a:extLst>
          </p:cNvPr>
          <p:cNvSpPr/>
          <p:nvPr/>
        </p:nvSpPr>
        <p:spPr>
          <a:xfrm>
            <a:off x="536712" y="1428990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81F8F1-7274-4A95-1CF0-BAEFB12FB02D}"/>
              </a:ext>
            </a:extLst>
          </p:cNvPr>
          <p:cNvSpPr txBox="1"/>
          <p:nvPr/>
        </p:nvSpPr>
        <p:spPr>
          <a:xfrm>
            <a:off x="823299" y="1579083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318E15-49CA-AA49-9CA2-821ADFA49218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 flipV="1">
            <a:off x="1878495" y="1912188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E1EB327-DCF3-46E2-B906-8C74F86817BF}"/>
              </a:ext>
            </a:extLst>
          </p:cNvPr>
          <p:cNvSpPr txBox="1"/>
          <p:nvPr/>
        </p:nvSpPr>
        <p:spPr>
          <a:xfrm>
            <a:off x="652001" y="3495743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3695471-A570-5CAD-E251-F218EC911C80}"/>
              </a:ext>
            </a:extLst>
          </p:cNvPr>
          <p:cNvCxnSpPr>
            <a:cxnSpLocks/>
            <a:stCxn id="15" idx="1"/>
            <a:endCxn id="32" idx="3"/>
          </p:cNvCxnSpPr>
          <p:nvPr/>
        </p:nvCxnSpPr>
        <p:spPr>
          <a:xfrm flipH="1">
            <a:off x="1763204" y="3818909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264B074-1501-F9A0-443F-60268002C0D7}"/>
              </a:ext>
            </a:extLst>
          </p:cNvPr>
          <p:cNvSpPr txBox="1"/>
          <p:nvPr/>
        </p:nvSpPr>
        <p:spPr>
          <a:xfrm>
            <a:off x="2604251" y="1099279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B04031-5CCD-61D1-645E-36727D0E1A05}"/>
              </a:ext>
            </a:extLst>
          </p:cNvPr>
          <p:cNvSpPr txBox="1"/>
          <p:nvPr/>
        </p:nvSpPr>
        <p:spPr>
          <a:xfrm>
            <a:off x="2665774" y="6090081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D476D1-DA30-45B5-2A4C-6B880E957C16}"/>
              </a:ext>
            </a:extLst>
          </p:cNvPr>
          <p:cNvSpPr txBox="1"/>
          <p:nvPr/>
        </p:nvSpPr>
        <p:spPr>
          <a:xfrm>
            <a:off x="6695307" y="2049193"/>
            <a:ext cx="59003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ls</a:t>
            </a:r>
          </a:p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* 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$./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EFB3C-3AA8-6819-7E7C-2B81C99F68DF}"/>
              </a:ext>
            </a:extLst>
          </p:cNvPr>
          <p:cNvSpPr txBox="1"/>
          <p:nvPr/>
        </p:nvSpPr>
        <p:spPr>
          <a:xfrm>
            <a:off x="7993661" y="310158"/>
            <a:ext cx="275805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Here is the basic way to compile a program at the </a:t>
            </a:r>
            <a:r>
              <a:rPr lang="en-US" b="1" dirty="0"/>
              <a:t>terminal command-line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5A42A0-BB10-BB46-0B78-AC5BC80086C5}"/>
              </a:ext>
            </a:extLst>
          </p:cNvPr>
          <p:cNvSpPr/>
          <p:nvPr/>
        </p:nvSpPr>
        <p:spPr>
          <a:xfrm>
            <a:off x="6695306" y="2131090"/>
            <a:ext cx="381349" cy="448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41D3C-CBD5-D8D1-CB62-BDD3FDA5E680}"/>
              </a:ext>
            </a:extLst>
          </p:cNvPr>
          <p:cNvSpPr/>
          <p:nvPr/>
        </p:nvSpPr>
        <p:spPr>
          <a:xfrm>
            <a:off x="6695306" y="3105081"/>
            <a:ext cx="381349" cy="448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DF06A9-DB1F-F707-6245-BAAB7650AA46}"/>
              </a:ext>
            </a:extLst>
          </p:cNvPr>
          <p:cNvSpPr/>
          <p:nvPr/>
        </p:nvSpPr>
        <p:spPr>
          <a:xfrm>
            <a:off x="6695305" y="4527957"/>
            <a:ext cx="381349" cy="518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1FF66F-B66B-A13F-61C3-9944B0D1B443}"/>
              </a:ext>
            </a:extLst>
          </p:cNvPr>
          <p:cNvSpPr txBox="1"/>
          <p:nvPr/>
        </p:nvSpPr>
        <p:spPr>
          <a:xfrm>
            <a:off x="4187478" y="2849988"/>
            <a:ext cx="2239734" cy="181588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$</a:t>
            </a:r>
            <a:r>
              <a:rPr lang="en-US" sz="1600" dirty="0"/>
              <a:t> symbols are the </a:t>
            </a:r>
            <a:r>
              <a:rPr lang="en-US" sz="1600" b="1" dirty="0"/>
              <a:t>command-line prompt</a:t>
            </a:r>
            <a:r>
              <a:rPr lang="en-US" sz="1600" dirty="0"/>
              <a:t>, and mean the terminal is waiting for a command. Your command prompt might be different.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A409B95-4DAF-FEDA-8B35-AA562FB1D56D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427212" y="2579975"/>
            <a:ext cx="268093" cy="11779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2E82B3-4ED6-AD60-BBE8-CB0046CC22DC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427212" y="3553966"/>
            <a:ext cx="268093" cy="203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AB441B9-705C-7A48-1016-0055A7DE2B2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6427212" y="3757929"/>
            <a:ext cx="268093" cy="787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947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FF52-7A93-523D-24F7-5D387DAD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9CB3-F9B1-3D97-0403-62693410C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-92075"/>
            <a:ext cx="3216965" cy="1325563"/>
          </a:xfrm>
        </p:spPr>
        <p:txBody>
          <a:bodyPr/>
          <a:lstStyle/>
          <a:p>
            <a:r>
              <a:rPr lang="en-US" dirty="0"/>
              <a:t>Compiling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8BB86A-DACC-E5BC-1A12-C6FB326695FC}"/>
              </a:ext>
            </a:extLst>
          </p:cNvPr>
          <p:cNvGrpSpPr/>
          <p:nvPr/>
        </p:nvGrpSpPr>
        <p:grpSpPr>
          <a:xfrm>
            <a:off x="2775836" y="1415231"/>
            <a:ext cx="1250920" cy="993914"/>
            <a:chOff x="1401417" y="1789043"/>
            <a:chExt cx="1250920" cy="993914"/>
          </a:xfrm>
        </p:grpSpPr>
        <p:sp>
          <p:nvSpPr>
            <p:cNvPr id="10" name="Document 9">
              <a:extLst>
                <a:ext uri="{FF2B5EF4-FFF2-40B4-BE49-F238E27FC236}">
                  <a16:creationId xmlns:a16="http://schemas.microsoft.com/office/drawing/2014/main" id="{E8448B96-A9BF-72E4-1D32-148EECFFB5D4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4E19896-0D07-FF6A-3B08-40EF6AD56E13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15" name="Process 14">
            <a:extLst>
              <a:ext uri="{FF2B5EF4-FFF2-40B4-BE49-F238E27FC236}">
                <a16:creationId xmlns:a16="http://schemas.microsoft.com/office/drawing/2014/main" id="{08DCE6EF-D41D-2D1A-283F-F2A1966FB20A}"/>
              </a:ext>
            </a:extLst>
          </p:cNvPr>
          <p:cNvSpPr/>
          <p:nvPr/>
        </p:nvSpPr>
        <p:spPr>
          <a:xfrm>
            <a:off x="2730405" y="3278301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96070D-0AA7-E029-74B9-93100C2A4E80}"/>
              </a:ext>
            </a:extLst>
          </p:cNvPr>
          <p:cNvSpPr txBox="1"/>
          <p:nvPr/>
        </p:nvSpPr>
        <p:spPr>
          <a:xfrm>
            <a:off x="2845695" y="3452092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289F97-31E8-5377-7450-868D0824AEEC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3401296" y="2343436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E72713-DDBA-5929-E776-D36C6DC97EC3}"/>
              </a:ext>
            </a:extLst>
          </p:cNvPr>
          <p:cNvGrpSpPr/>
          <p:nvPr/>
        </p:nvGrpSpPr>
        <p:grpSpPr>
          <a:xfrm>
            <a:off x="2775836" y="5141371"/>
            <a:ext cx="1250920" cy="993914"/>
            <a:chOff x="1401417" y="1789043"/>
            <a:chExt cx="1250920" cy="993914"/>
          </a:xfrm>
        </p:grpSpPr>
        <p:sp>
          <p:nvSpPr>
            <p:cNvPr id="20" name="Document 19">
              <a:extLst>
                <a:ext uri="{FF2B5EF4-FFF2-40B4-BE49-F238E27FC236}">
                  <a16:creationId xmlns:a16="http://schemas.microsoft.com/office/drawing/2014/main" id="{50523D84-A874-3DEE-71D3-1F339708BA0C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9208440-C2D2-2731-E866-297499AE04AB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A9D8EE-BBF1-26E8-79AF-5E89DA456E4C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3401296" y="4359517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rocess 24">
            <a:extLst>
              <a:ext uri="{FF2B5EF4-FFF2-40B4-BE49-F238E27FC236}">
                <a16:creationId xmlns:a16="http://schemas.microsoft.com/office/drawing/2014/main" id="{921260C5-D8C7-C403-AC95-66FFDD88B591}"/>
              </a:ext>
            </a:extLst>
          </p:cNvPr>
          <p:cNvSpPr/>
          <p:nvPr/>
        </p:nvSpPr>
        <p:spPr>
          <a:xfrm>
            <a:off x="536712" y="1428990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78D959-1C21-9831-383A-8B5FD7D231C2}"/>
              </a:ext>
            </a:extLst>
          </p:cNvPr>
          <p:cNvSpPr txBox="1"/>
          <p:nvPr/>
        </p:nvSpPr>
        <p:spPr>
          <a:xfrm>
            <a:off x="823299" y="1579083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33BAAE-0507-1597-1285-ED99A21CE81E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 flipV="1">
            <a:off x="1878495" y="1912188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7654F4E-545E-804B-01E2-DC2E27D01249}"/>
              </a:ext>
            </a:extLst>
          </p:cNvPr>
          <p:cNvSpPr txBox="1"/>
          <p:nvPr/>
        </p:nvSpPr>
        <p:spPr>
          <a:xfrm>
            <a:off x="652001" y="3495743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61B79DE-879C-D0E7-147F-89424E2F434B}"/>
              </a:ext>
            </a:extLst>
          </p:cNvPr>
          <p:cNvCxnSpPr>
            <a:cxnSpLocks/>
            <a:stCxn id="15" idx="1"/>
            <a:endCxn id="32" idx="3"/>
          </p:cNvCxnSpPr>
          <p:nvPr/>
        </p:nvCxnSpPr>
        <p:spPr>
          <a:xfrm flipH="1">
            <a:off x="1763204" y="3818909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15DB603-6AC9-B3FE-54B5-E0DC670A42E8}"/>
              </a:ext>
            </a:extLst>
          </p:cNvPr>
          <p:cNvSpPr txBox="1"/>
          <p:nvPr/>
        </p:nvSpPr>
        <p:spPr>
          <a:xfrm>
            <a:off x="2604251" y="1099279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E21375-1A50-9234-387E-DCA837746A20}"/>
              </a:ext>
            </a:extLst>
          </p:cNvPr>
          <p:cNvSpPr txBox="1"/>
          <p:nvPr/>
        </p:nvSpPr>
        <p:spPr>
          <a:xfrm>
            <a:off x="2665774" y="6090081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FFD4D-E34E-3319-94C9-DFC77FFD2D3D}"/>
              </a:ext>
            </a:extLst>
          </p:cNvPr>
          <p:cNvSpPr txBox="1"/>
          <p:nvPr/>
        </p:nvSpPr>
        <p:spPr>
          <a:xfrm>
            <a:off x="6695307" y="2049193"/>
            <a:ext cx="59003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ls</a:t>
            </a:r>
          </a:p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* 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$./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26A42D-DE10-5F12-CE82-4247490B0FF8}"/>
              </a:ext>
            </a:extLst>
          </p:cNvPr>
          <p:cNvSpPr txBox="1"/>
          <p:nvPr/>
        </p:nvSpPr>
        <p:spPr>
          <a:xfrm>
            <a:off x="7993661" y="310158"/>
            <a:ext cx="275805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Here is the basic way to compile a program at the </a:t>
            </a:r>
            <a:r>
              <a:rPr lang="en-US" b="1" dirty="0"/>
              <a:t>terminal command-line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C5BBE5-36C9-A2E7-7DBD-7E9ED362D5CB}"/>
              </a:ext>
            </a:extLst>
          </p:cNvPr>
          <p:cNvSpPr/>
          <p:nvPr/>
        </p:nvSpPr>
        <p:spPr>
          <a:xfrm>
            <a:off x="7130091" y="2150017"/>
            <a:ext cx="863570" cy="448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2182C7-BEC4-0030-FA73-4152A930AAFA}"/>
              </a:ext>
            </a:extLst>
          </p:cNvPr>
          <p:cNvSpPr txBox="1"/>
          <p:nvPr/>
        </p:nvSpPr>
        <p:spPr>
          <a:xfrm>
            <a:off x="4369926" y="899224"/>
            <a:ext cx="2451534" cy="107721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1600" dirty="0"/>
              <a:t> is the name of the C++ compiler on my Mac. </a:t>
            </a:r>
            <a:br>
              <a:rPr lang="en-US" sz="1600" dirty="0"/>
            </a:br>
            <a:r>
              <a:rPr lang="en-US" sz="1600" dirty="0"/>
              <a:t>On Linux/Windows, it may be called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g++</a:t>
            </a:r>
            <a:endParaRPr lang="en-US" sz="16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7ACC05E-A7AB-2A20-A5BC-D051B8FBF0CF}"/>
              </a:ext>
            </a:extLst>
          </p:cNvPr>
          <p:cNvCxnSpPr>
            <a:cxnSpLocks/>
            <a:stCxn id="8" idx="3"/>
            <a:endCxn id="5" idx="0"/>
          </p:cNvCxnSpPr>
          <p:nvPr/>
        </p:nvCxnSpPr>
        <p:spPr>
          <a:xfrm>
            <a:off x="6821460" y="1437833"/>
            <a:ext cx="740416" cy="712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743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0D3CA-516B-084E-7560-581594CE2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B4340-B03C-C080-8CE2-71B4B98F9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-92075"/>
            <a:ext cx="3216965" cy="1325563"/>
          </a:xfrm>
        </p:spPr>
        <p:txBody>
          <a:bodyPr/>
          <a:lstStyle/>
          <a:p>
            <a:r>
              <a:rPr lang="en-US" dirty="0"/>
              <a:t>Compiling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152734-9897-BF55-A389-8033185A3485}"/>
              </a:ext>
            </a:extLst>
          </p:cNvPr>
          <p:cNvGrpSpPr/>
          <p:nvPr/>
        </p:nvGrpSpPr>
        <p:grpSpPr>
          <a:xfrm>
            <a:off x="2775836" y="1415231"/>
            <a:ext cx="1250920" cy="993914"/>
            <a:chOff x="1401417" y="1789043"/>
            <a:chExt cx="1250920" cy="993914"/>
          </a:xfrm>
        </p:grpSpPr>
        <p:sp>
          <p:nvSpPr>
            <p:cNvPr id="10" name="Document 9">
              <a:extLst>
                <a:ext uri="{FF2B5EF4-FFF2-40B4-BE49-F238E27FC236}">
                  <a16:creationId xmlns:a16="http://schemas.microsoft.com/office/drawing/2014/main" id="{49CDD737-2287-AC68-FDFC-DE52AE68645B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D5774B-7016-1858-9590-EEA99F1678CD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15" name="Process 14">
            <a:extLst>
              <a:ext uri="{FF2B5EF4-FFF2-40B4-BE49-F238E27FC236}">
                <a16:creationId xmlns:a16="http://schemas.microsoft.com/office/drawing/2014/main" id="{34220B34-C8B6-75FD-BC67-8A5A7875BBC6}"/>
              </a:ext>
            </a:extLst>
          </p:cNvPr>
          <p:cNvSpPr/>
          <p:nvPr/>
        </p:nvSpPr>
        <p:spPr>
          <a:xfrm>
            <a:off x="2730405" y="3278301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C3C24A-C703-D949-650E-2BE86B26D0DB}"/>
              </a:ext>
            </a:extLst>
          </p:cNvPr>
          <p:cNvSpPr txBox="1"/>
          <p:nvPr/>
        </p:nvSpPr>
        <p:spPr>
          <a:xfrm>
            <a:off x="2845695" y="3452092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9F29B5-3C28-D13C-6C55-A0ACB13DFC47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3401296" y="2343436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BCF4AF6-1B0C-412D-5BF0-7493C9EB5F98}"/>
              </a:ext>
            </a:extLst>
          </p:cNvPr>
          <p:cNvGrpSpPr/>
          <p:nvPr/>
        </p:nvGrpSpPr>
        <p:grpSpPr>
          <a:xfrm>
            <a:off x="2775836" y="5141371"/>
            <a:ext cx="1250920" cy="993914"/>
            <a:chOff x="1401417" y="1789043"/>
            <a:chExt cx="1250920" cy="993914"/>
          </a:xfrm>
        </p:grpSpPr>
        <p:sp>
          <p:nvSpPr>
            <p:cNvPr id="20" name="Document 19">
              <a:extLst>
                <a:ext uri="{FF2B5EF4-FFF2-40B4-BE49-F238E27FC236}">
                  <a16:creationId xmlns:a16="http://schemas.microsoft.com/office/drawing/2014/main" id="{F862CADA-CE6B-3396-5AEE-6559A39F3615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1121B42-379F-0ADE-2B5D-235B04F862DC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0823EAC-FC39-8A83-7BA5-B5E4207B1042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3401296" y="4359517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rocess 24">
            <a:extLst>
              <a:ext uri="{FF2B5EF4-FFF2-40B4-BE49-F238E27FC236}">
                <a16:creationId xmlns:a16="http://schemas.microsoft.com/office/drawing/2014/main" id="{3AFAE5D6-E4A5-5628-F091-33241C824881}"/>
              </a:ext>
            </a:extLst>
          </p:cNvPr>
          <p:cNvSpPr/>
          <p:nvPr/>
        </p:nvSpPr>
        <p:spPr>
          <a:xfrm>
            <a:off x="536712" y="1428990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6135CE-A452-4747-B2F8-830FC3DAE64B}"/>
              </a:ext>
            </a:extLst>
          </p:cNvPr>
          <p:cNvSpPr txBox="1"/>
          <p:nvPr/>
        </p:nvSpPr>
        <p:spPr>
          <a:xfrm>
            <a:off x="823299" y="1579083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4FAE06E-35C6-77BD-4735-B785EDEE0710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 flipV="1">
            <a:off x="1878495" y="1912188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D15A87E-859C-E776-3340-030F2E5134E2}"/>
              </a:ext>
            </a:extLst>
          </p:cNvPr>
          <p:cNvSpPr txBox="1"/>
          <p:nvPr/>
        </p:nvSpPr>
        <p:spPr>
          <a:xfrm>
            <a:off x="652001" y="3495743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8F4C127-E97B-2629-C574-6215353421A0}"/>
              </a:ext>
            </a:extLst>
          </p:cNvPr>
          <p:cNvCxnSpPr>
            <a:cxnSpLocks/>
            <a:stCxn id="15" idx="1"/>
            <a:endCxn id="32" idx="3"/>
          </p:cNvCxnSpPr>
          <p:nvPr/>
        </p:nvCxnSpPr>
        <p:spPr>
          <a:xfrm flipH="1">
            <a:off x="1763204" y="3818909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228D65F-BCBF-EEED-DF71-D4911FC87657}"/>
              </a:ext>
            </a:extLst>
          </p:cNvPr>
          <p:cNvSpPr txBox="1"/>
          <p:nvPr/>
        </p:nvSpPr>
        <p:spPr>
          <a:xfrm>
            <a:off x="2604251" y="1099279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EB2DAA-C8D5-1656-A08E-67F22EEAD723}"/>
              </a:ext>
            </a:extLst>
          </p:cNvPr>
          <p:cNvSpPr txBox="1"/>
          <p:nvPr/>
        </p:nvSpPr>
        <p:spPr>
          <a:xfrm>
            <a:off x="2665774" y="6090081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67E5B-95C3-85BD-10E8-E28122765498}"/>
              </a:ext>
            </a:extLst>
          </p:cNvPr>
          <p:cNvSpPr txBox="1"/>
          <p:nvPr/>
        </p:nvSpPr>
        <p:spPr>
          <a:xfrm>
            <a:off x="6695307" y="2049193"/>
            <a:ext cx="59003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ls</a:t>
            </a:r>
          </a:p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* 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$./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E6984-B1ED-6412-807E-3053463BC224}"/>
              </a:ext>
            </a:extLst>
          </p:cNvPr>
          <p:cNvSpPr txBox="1"/>
          <p:nvPr/>
        </p:nvSpPr>
        <p:spPr>
          <a:xfrm>
            <a:off x="7993661" y="310158"/>
            <a:ext cx="275805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Here is the basic way to compile a program at the </a:t>
            </a:r>
            <a:r>
              <a:rPr lang="en-US" b="1" dirty="0"/>
              <a:t>terminal command-line</a:t>
            </a:r>
            <a:r>
              <a:rPr lang="en-US" dirty="0"/>
              <a:t>.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5327CAD-1349-E760-D15A-0BC33B3E4F3D}"/>
              </a:ext>
            </a:extLst>
          </p:cNvPr>
          <p:cNvSpPr/>
          <p:nvPr/>
        </p:nvSpPr>
        <p:spPr>
          <a:xfrm>
            <a:off x="2146852" y="2901679"/>
            <a:ext cx="6539948" cy="1888982"/>
          </a:xfrm>
          <a:custGeom>
            <a:avLst/>
            <a:gdLst>
              <a:gd name="csX0" fmla="*/ 2057400 w 6539948"/>
              <a:gd name="csY0" fmla="*/ 80060 h 1888982"/>
              <a:gd name="csX1" fmla="*/ 1709531 w 6539948"/>
              <a:gd name="csY1" fmla="*/ 80060 h 1888982"/>
              <a:gd name="csX2" fmla="*/ 1649896 w 6539948"/>
              <a:gd name="csY2" fmla="*/ 70121 h 1888982"/>
              <a:gd name="csX3" fmla="*/ 1560444 w 6539948"/>
              <a:gd name="csY3" fmla="*/ 60182 h 1888982"/>
              <a:gd name="csX4" fmla="*/ 1222513 w 6539948"/>
              <a:gd name="csY4" fmla="*/ 70121 h 1888982"/>
              <a:gd name="csX5" fmla="*/ 1133061 w 6539948"/>
              <a:gd name="csY5" fmla="*/ 99938 h 1888982"/>
              <a:gd name="csX6" fmla="*/ 1013791 w 6539948"/>
              <a:gd name="csY6" fmla="*/ 119817 h 1888982"/>
              <a:gd name="csX7" fmla="*/ 805070 w 6539948"/>
              <a:gd name="csY7" fmla="*/ 169512 h 1888982"/>
              <a:gd name="csX8" fmla="*/ 705678 w 6539948"/>
              <a:gd name="csY8" fmla="*/ 189391 h 1888982"/>
              <a:gd name="csX9" fmla="*/ 616226 w 6539948"/>
              <a:gd name="csY9" fmla="*/ 219208 h 1888982"/>
              <a:gd name="csX10" fmla="*/ 576470 w 6539948"/>
              <a:gd name="csY10" fmla="*/ 239086 h 1888982"/>
              <a:gd name="csX11" fmla="*/ 546652 w 6539948"/>
              <a:gd name="csY11" fmla="*/ 258964 h 1888982"/>
              <a:gd name="csX12" fmla="*/ 397565 w 6539948"/>
              <a:gd name="csY12" fmla="*/ 338478 h 1888982"/>
              <a:gd name="csX13" fmla="*/ 327991 w 6539948"/>
              <a:gd name="csY13" fmla="*/ 398112 h 1888982"/>
              <a:gd name="csX14" fmla="*/ 228600 w 6539948"/>
              <a:gd name="csY14" fmla="*/ 517382 h 1888982"/>
              <a:gd name="csX15" fmla="*/ 109331 w 6539948"/>
              <a:gd name="csY15" fmla="*/ 666469 h 1888982"/>
              <a:gd name="csX16" fmla="*/ 69574 w 6539948"/>
              <a:gd name="csY16" fmla="*/ 745982 h 1888982"/>
              <a:gd name="csX17" fmla="*/ 29818 w 6539948"/>
              <a:gd name="csY17" fmla="*/ 875191 h 1888982"/>
              <a:gd name="csX18" fmla="*/ 19878 w 6539948"/>
              <a:gd name="csY18" fmla="*/ 984521 h 1888982"/>
              <a:gd name="csX19" fmla="*/ 9939 w 6539948"/>
              <a:gd name="csY19" fmla="*/ 1044156 h 1888982"/>
              <a:gd name="csX20" fmla="*/ 0 w 6539948"/>
              <a:gd name="csY20" fmla="*/ 1163425 h 1888982"/>
              <a:gd name="csX21" fmla="*/ 9939 w 6539948"/>
              <a:gd name="csY21" fmla="*/ 1392025 h 1888982"/>
              <a:gd name="csX22" fmla="*/ 49696 w 6539948"/>
              <a:gd name="csY22" fmla="*/ 1481478 h 1888982"/>
              <a:gd name="csX23" fmla="*/ 119270 w 6539948"/>
              <a:gd name="csY23" fmla="*/ 1590808 h 1888982"/>
              <a:gd name="csX24" fmla="*/ 168965 w 6539948"/>
              <a:gd name="csY24" fmla="*/ 1630564 h 1888982"/>
              <a:gd name="csX25" fmla="*/ 228600 w 6539948"/>
              <a:gd name="csY25" fmla="*/ 1680260 h 1888982"/>
              <a:gd name="csX26" fmla="*/ 397565 w 6539948"/>
              <a:gd name="csY26" fmla="*/ 1769712 h 1888982"/>
              <a:gd name="csX27" fmla="*/ 487018 w 6539948"/>
              <a:gd name="csY27" fmla="*/ 1799530 h 1888982"/>
              <a:gd name="csX28" fmla="*/ 526774 w 6539948"/>
              <a:gd name="csY28" fmla="*/ 1809469 h 1888982"/>
              <a:gd name="csX29" fmla="*/ 576470 w 6539948"/>
              <a:gd name="csY29" fmla="*/ 1829347 h 1888982"/>
              <a:gd name="csX30" fmla="*/ 824948 w 6539948"/>
              <a:gd name="csY30" fmla="*/ 1869104 h 1888982"/>
              <a:gd name="csX31" fmla="*/ 983974 w 6539948"/>
              <a:gd name="csY31" fmla="*/ 1888982 h 1888982"/>
              <a:gd name="csX32" fmla="*/ 1997765 w 6539948"/>
              <a:gd name="csY32" fmla="*/ 1809469 h 1888982"/>
              <a:gd name="csX33" fmla="*/ 2335696 w 6539948"/>
              <a:gd name="csY33" fmla="*/ 1710078 h 1888982"/>
              <a:gd name="csX34" fmla="*/ 2743200 w 6539948"/>
              <a:gd name="csY34" fmla="*/ 1382086 h 1888982"/>
              <a:gd name="csX35" fmla="*/ 2981739 w 6539948"/>
              <a:gd name="csY35" fmla="*/ 1133608 h 1888982"/>
              <a:gd name="csX36" fmla="*/ 3190461 w 6539948"/>
              <a:gd name="csY36" fmla="*/ 855312 h 1888982"/>
              <a:gd name="csX37" fmla="*/ 3240157 w 6539948"/>
              <a:gd name="csY37" fmla="*/ 765860 h 1888982"/>
              <a:gd name="csX38" fmla="*/ 3329609 w 6539948"/>
              <a:gd name="csY38" fmla="*/ 626712 h 1888982"/>
              <a:gd name="csX39" fmla="*/ 3419061 w 6539948"/>
              <a:gd name="csY39" fmla="*/ 457747 h 1888982"/>
              <a:gd name="csX40" fmla="*/ 3438939 w 6539948"/>
              <a:gd name="csY40" fmla="*/ 417991 h 1888982"/>
              <a:gd name="csX41" fmla="*/ 3597965 w 6539948"/>
              <a:gd name="csY41" fmla="*/ 298721 h 1888982"/>
              <a:gd name="csX42" fmla="*/ 3647661 w 6539948"/>
              <a:gd name="csY42" fmla="*/ 278843 h 1888982"/>
              <a:gd name="csX43" fmla="*/ 3697357 w 6539948"/>
              <a:gd name="csY43" fmla="*/ 268904 h 1888982"/>
              <a:gd name="csX44" fmla="*/ 3916018 w 6539948"/>
              <a:gd name="csY44" fmla="*/ 199330 h 1888982"/>
              <a:gd name="csX45" fmla="*/ 4005470 w 6539948"/>
              <a:gd name="csY45" fmla="*/ 179451 h 1888982"/>
              <a:gd name="csX46" fmla="*/ 4323522 w 6539948"/>
              <a:gd name="csY46" fmla="*/ 109878 h 1888982"/>
              <a:gd name="csX47" fmla="*/ 4850296 w 6539948"/>
              <a:gd name="csY47" fmla="*/ 40304 h 1888982"/>
              <a:gd name="csX48" fmla="*/ 5088835 w 6539948"/>
              <a:gd name="csY48" fmla="*/ 20425 h 1888982"/>
              <a:gd name="csX49" fmla="*/ 6052931 w 6539948"/>
              <a:gd name="csY49" fmla="*/ 10486 h 1888982"/>
              <a:gd name="csX50" fmla="*/ 6539948 w 6539948"/>
              <a:gd name="csY50" fmla="*/ 547 h 18889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6539948" h="1888982">
                <a:moveTo>
                  <a:pt x="2057400" y="80060"/>
                </a:moveTo>
                <a:cubicBezTo>
                  <a:pt x="1904660" y="101880"/>
                  <a:pt x="1976667" y="95774"/>
                  <a:pt x="1709531" y="80060"/>
                </a:cubicBezTo>
                <a:cubicBezTo>
                  <a:pt x="1689413" y="78877"/>
                  <a:pt x="1669872" y="72784"/>
                  <a:pt x="1649896" y="70121"/>
                </a:cubicBezTo>
                <a:cubicBezTo>
                  <a:pt x="1620158" y="66156"/>
                  <a:pt x="1590261" y="63495"/>
                  <a:pt x="1560444" y="60182"/>
                </a:cubicBezTo>
                <a:cubicBezTo>
                  <a:pt x="1447800" y="63495"/>
                  <a:pt x="1335050" y="64198"/>
                  <a:pt x="1222513" y="70121"/>
                </a:cubicBezTo>
                <a:cubicBezTo>
                  <a:pt x="1191674" y="71744"/>
                  <a:pt x="1161186" y="91500"/>
                  <a:pt x="1133061" y="99938"/>
                </a:cubicBezTo>
                <a:cubicBezTo>
                  <a:pt x="1106629" y="107868"/>
                  <a:pt x="1035972" y="116648"/>
                  <a:pt x="1013791" y="119817"/>
                </a:cubicBezTo>
                <a:cubicBezTo>
                  <a:pt x="906078" y="155721"/>
                  <a:pt x="974703" y="135586"/>
                  <a:pt x="805070" y="169512"/>
                </a:cubicBezTo>
                <a:cubicBezTo>
                  <a:pt x="805063" y="169513"/>
                  <a:pt x="705685" y="189388"/>
                  <a:pt x="705678" y="189391"/>
                </a:cubicBezTo>
                <a:cubicBezTo>
                  <a:pt x="643300" y="214342"/>
                  <a:pt x="673291" y="204942"/>
                  <a:pt x="616226" y="219208"/>
                </a:cubicBezTo>
                <a:cubicBezTo>
                  <a:pt x="602974" y="225834"/>
                  <a:pt x="589334" y="231735"/>
                  <a:pt x="576470" y="239086"/>
                </a:cubicBezTo>
                <a:cubicBezTo>
                  <a:pt x="566098" y="245013"/>
                  <a:pt x="557336" y="253622"/>
                  <a:pt x="546652" y="258964"/>
                </a:cubicBezTo>
                <a:cubicBezTo>
                  <a:pt x="495404" y="284588"/>
                  <a:pt x="440187" y="295856"/>
                  <a:pt x="397565" y="338478"/>
                </a:cubicBezTo>
                <a:cubicBezTo>
                  <a:pt x="349362" y="386681"/>
                  <a:pt x="373403" y="367839"/>
                  <a:pt x="327991" y="398112"/>
                </a:cubicBezTo>
                <a:cubicBezTo>
                  <a:pt x="288166" y="457852"/>
                  <a:pt x="308763" y="429932"/>
                  <a:pt x="228600" y="517382"/>
                </a:cubicBezTo>
                <a:cubicBezTo>
                  <a:pt x="177449" y="573183"/>
                  <a:pt x="158402" y="568328"/>
                  <a:pt x="109331" y="666469"/>
                </a:cubicBezTo>
                <a:cubicBezTo>
                  <a:pt x="96079" y="692973"/>
                  <a:pt x="78945" y="717870"/>
                  <a:pt x="69574" y="745982"/>
                </a:cubicBezTo>
                <a:cubicBezTo>
                  <a:pt x="35437" y="848393"/>
                  <a:pt x="47380" y="804942"/>
                  <a:pt x="29818" y="875191"/>
                </a:cubicBezTo>
                <a:cubicBezTo>
                  <a:pt x="26505" y="911634"/>
                  <a:pt x="24154" y="948178"/>
                  <a:pt x="19878" y="984521"/>
                </a:cubicBezTo>
                <a:cubicBezTo>
                  <a:pt x="17523" y="1004535"/>
                  <a:pt x="12164" y="1024127"/>
                  <a:pt x="9939" y="1044156"/>
                </a:cubicBezTo>
                <a:cubicBezTo>
                  <a:pt x="5533" y="1083806"/>
                  <a:pt x="3313" y="1123669"/>
                  <a:pt x="0" y="1163425"/>
                </a:cubicBezTo>
                <a:cubicBezTo>
                  <a:pt x="3313" y="1239625"/>
                  <a:pt x="2091" y="1316158"/>
                  <a:pt x="9939" y="1392025"/>
                </a:cubicBezTo>
                <a:cubicBezTo>
                  <a:pt x="15419" y="1444995"/>
                  <a:pt x="28558" y="1444485"/>
                  <a:pt x="49696" y="1481478"/>
                </a:cubicBezTo>
                <a:cubicBezTo>
                  <a:pt x="80876" y="1536044"/>
                  <a:pt x="63739" y="1529724"/>
                  <a:pt x="119270" y="1590808"/>
                </a:cubicBezTo>
                <a:cubicBezTo>
                  <a:pt x="133540" y="1606505"/>
                  <a:pt x="152858" y="1616758"/>
                  <a:pt x="168965" y="1630564"/>
                </a:cubicBezTo>
                <a:cubicBezTo>
                  <a:pt x="207240" y="1663372"/>
                  <a:pt x="169533" y="1642672"/>
                  <a:pt x="228600" y="1680260"/>
                </a:cubicBezTo>
                <a:cubicBezTo>
                  <a:pt x="255715" y="1697515"/>
                  <a:pt x="377761" y="1764761"/>
                  <a:pt x="397565" y="1769712"/>
                </a:cubicBezTo>
                <a:cubicBezTo>
                  <a:pt x="492835" y="1793529"/>
                  <a:pt x="374740" y="1762103"/>
                  <a:pt x="487018" y="1799530"/>
                </a:cubicBezTo>
                <a:cubicBezTo>
                  <a:pt x="499977" y="1803850"/>
                  <a:pt x="513815" y="1805149"/>
                  <a:pt x="526774" y="1809469"/>
                </a:cubicBezTo>
                <a:cubicBezTo>
                  <a:pt x="543700" y="1815111"/>
                  <a:pt x="559036" y="1825557"/>
                  <a:pt x="576470" y="1829347"/>
                </a:cubicBezTo>
                <a:cubicBezTo>
                  <a:pt x="612882" y="1837263"/>
                  <a:pt x="759694" y="1860592"/>
                  <a:pt x="824948" y="1869104"/>
                </a:cubicBezTo>
                <a:lnTo>
                  <a:pt x="983974" y="1888982"/>
                </a:lnTo>
                <a:cubicBezTo>
                  <a:pt x="1570466" y="1871475"/>
                  <a:pt x="1535395" y="1903511"/>
                  <a:pt x="1997765" y="1809469"/>
                </a:cubicBezTo>
                <a:cubicBezTo>
                  <a:pt x="2035549" y="1801784"/>
                  <a:pt x="2262679" y="1753888"/>
                  <a:pt x="2335696" y="1710078"/>
                </a:cubicBezTo>
                <a:cubicBezTo>
                  <a:pt x="2487280" y="1619127"/>
                  <a:pt x="2618416" y="1506870"/>
                  <a:pt x="2743200" y="1382086"/>
                </a:cubicBezTo>
                <a:cubicBezTo>
                  <a:pt x="2821902" y="1303385"/>
                  <a:pt x="2912387" y="1224299"/>
                  <a:pt x="2981739" y="1133608"/>
                </a:cubicBezTo>
                <a:cubicBezTo>
                  <a:pt x="3052177" y="1041497"/>
                  <a:pt x="3134147" y="956676"/>
                  <a:pt x="3190461" y="855312"/>
                </a:cubicBezTo>
                <a:cubicBezTo>
                  <a:pt x="3207026" y="825495"/>
                  <a:pt x="3222422" y="794997"/>
                  <a:pt x="3240157" y="765860"/>
                </a:cubicBezTo>
                <a:cubicBezTo>
                  <a:pt x="3268827" y="718759"/>
                  <a:pt x="3304949" y="676031"/>
                  <a:pt x="3329609" y="626712"/>
                </a:cubicBezTo>
                <a:cubicBezTo>
                  <a:pt x="3478706" y="328521"/>
                  <a:pt x="3331249" y="615811"/>
                  <a:pt x="3419061" y="457747"/>
                </a:cubicBezTo>
                <a:cubicBezTo>
                  <a:pt x="3426256" y="444795"/>
                  <a:pt x="3429683" y="429560"/>
                  <a:pt x="3438939" y="417991"/>
                </a:cubicBezTo>
                <a:cubicBezTo>
                  <a:pt x="3479175" y="367696"/>
                  <a:pt x="3538676" y="322436"/>
                  <a:pt x="3597965" y="298721"/>
                </a:cubicBezTo>
                <a:cubicBezTo>
                  <a:pt x="3614530" y="292095"/>
                  <a:pt x="3630572" y="283970"/>
                  <a:pt x="3647661" y="278843"/>
                </a:cubicBezTo>
                <a:cubicBezTo>
                  <a:pt x="3663842" y="273989"/>
                  <a:pt x="3680792" y="272217"/>
                  <a:pt x="3697357" y="268904"/>
                </a:cubicBezTo>
                <a:cubicBezTo>
                  <a:pt x="3778696" y="236367"/>
                  <a:pt x="3805170" y="223964"/>
                  <a:pt x="3916018" y="199330"/>
                </a:cubicBezTo>
                <a:cubicBezTo>
                  <a:pt x="3945835" y="192704"/>
                  <a:pt x="3975837" y="186859"/>
                  <a:pt x="4005470" y="179451"/>
                </a:cubicBezTo>
                <a:cubicBezTo>
                  <a:pt x="4183592" y="134920"/>
                  <a:pt x="4076825" y="149350"/>
                  <a:pt x="4323522" y="109878"/>
                </a:cubicBezTo>
                <a:cubicBezTo>
                  <a:pt x="4608166" y="64334"/>
                  <a:pt x="4550839" y="69098"/>
                  <a:pt x="4850296" y="40304"/>
                </a:cubicBezTo>
                <a:cubicBezTo>
                  <a:pt x="4929718" y="32667"/>
                  <a:pt x="5009051" y="21248"/>
                  <a:pt x="5088835" y="20425"/>
                </a:cubicBezTo>
                <a:lnTo>
                  <a:pt x="6052931" y="10486"/>
                </a:lnTo>
                <a:cubicBezTo>
                  <a:pt x="6360951" y="-3515"/>
                  <a:pt x="6198629" y="547"/>
                  <a:pt x="6539948" y="547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16B054E-99AF-48A7-A708-DBE377C48FEC}"/>
              </a:ext>
            </a:extLst>
          </p:cNvPr>
          <p:cNvSpPr/>
          <p:nvPr/>
        </p:nvSpPr>
        <p:spPr>
          <a:xfrm>
            <a:off x="4204252" y="1639957"/>
            <a:ext cx="7365560" cy="1351721"/>
          </a:xfrm>
          <a:custGeom>
            <a:avLst/>
            <a:gdLst>
              <a:gd name="csX0" fmla="*/ 0 w 7365560"/>
              <a:gd name="csY0" fmla="*/ 1351721 h 1351721"/>
              <a:gd name="csX1" fmla="*/ 168965 w 7365560"/>
              <a:gd name="csY1" fmla="*/ 1272208 h 1351721"/>
              <a:gd name="csX2" fmla="*/ 397565 w 7365560"/>
              <a:gd name="csY2" fmla="*/ 1113182 h 1351721"/>
              <a:gd name="csX3" fmla="*/ 536713 w 7365560"/>
              <a:gd name="csY3" fmla="*/ 1023730 h 1351721"/>
              <a:gd name="csX4" fmla="*/ 655983 w 7365560"/>
              <a:gd name="csY4" fmla="*/ 934278 h 1351721"/>
              <a:gd name="csX5" fmla="*/ 1123122 w 7365560"/>
              <a:gd name="csY5" fmla="*/ 596347 h 1351721"/>
              <a:gd name="csX6" fmla="*/ 1321905 w 7365560"/>
              <a:gd name="csY6" fmla="*/ 427382 h 1351721"/>
              <a:gd name="csX7" fmla="*/ 1401418 w 7365560"/>
              <a:gd name="csY7" fmla="*/ 347869 h 1351721"/>
              <a:gd name="csX8" fmla="*/ 1540565 w 7365560"/>
              <a:gd name="csY8" fmla="*/ 248478 h 1351721"/>
              <a:gd name="csX9" fmla="*/ 1709531 w 7365560"/>
              <a:gd name="csY9" fmla="*/ 129208 h 1351721"/>
              <a:gd name="csX10" fmla="*/ 1838739 w 7365560"/>
              <a:gd name="csY10" fmla="*/ 89452 h 1351721"/>
              <a:gd name="csX11" fmla="*/ 1928191 w 7365560"/>
              <a:gd name="csY11" fmla="*/ 59634 h 1351721"/>
              <a:gd name="csX12" fmla="*/ 2007705 w 7365560"/>
              <a:gd name="csY12" fmla="*/ 49695 h 1351721"/>
              <a:gd name="csX13" fmla="*/ 2107096 w 7365560"/>
              <a:gd name="csY13" fmla="*/ 29817 h 1351721"/>
              <a:gd name="csX14" fmla="*/ 2206487 w 7365560"/>
              <a:gd name="csY14" fmla="*/ 19878 h 1351721"/>
              <a:gd name="csX15" fmla="*/ 2474844 w 7365560"/>
              <a:gd name="csY15" fmla="*/ 0 h 1351721"/>
              <a:gd name="csX16" fmla="*/ 4631635 w 7365560"/>
              <a:gd name="csY16" fmla="*/ 9939 h 1351721"/>
              <a:gd name="csX17" fmla="*/ 5029200 w 7365560"/>
              <a:gd name="csY17" fmla="*/ 29817 h 1351721"/>
              <a:gd name="csX18" fmla="*/ 5277678 w 7365560"/>
              <a:gd name="csY18" fmla="*/ 39756 h 1351721"/>
              <a:gd name="csX19" fmla="*/ 5933661 w 7365560"/>
              <a:gd name="csY19" fmla="*/ 49695 h 1351721"/>
              <a:gd name="csX20" fmla="*/ 6271591 w 7365560"/>
              <a:gd name="csY20" fmla="*/ 69573 h 1351721"/>
              <a:gd name="csX21" fmla="*/ 6400800 w 7365560"/>
              <a:gd name="csY21" fmla="*/ 89452 h 1351721"/>
              <a:gd name="csX22" fmla="*/ 6520070 w 7365560"/>
              <a:gd name="csY22" fmla="*/ 99391 h 1351721"/>
              <a:gd name="csX23" fmla="*/ 6619461 w 7365560"/>
              <a:gd name="csY23" fmla="*/ 119269 h 1351721"/>
              <a:gd name="csX24" fmla="*/ 6748670 w 7365560"/>
              <a:gd name="csY24" fmla="*/ 139147 h 1351721"/>
              <a:gd name="csX25" fmla="*/ 6967331 w 7365560"/>
              <a:gd name="csY25" fmla="*/ 218660 h 1351721"/>
              <a:gd name="csX26" fmla="*/ 7116418 w 7365560"/>
              <a:gd name="csY26" fmla="*/ 268356 h 1351721"/>
              <a:gd name="csX27" fmla="*/ 7245626 w 7365560"/>
              <a:gd name="csY27" fmla="*/ 347869 h 1351721"/>
              <a:gd name="csX28" fmla="*/ 7265505 w 7365560"/>
              <a:gd name="csY28" fmla="*/ 377686 h 1351721"/>
              <a:gd name="csX29" fmla="*/ 7335078 w 7365560"/>
              <a:gd name="csY29" fmla="*/ 447260 h 1351721"/>
              <a:gd name="csX30" fmla="*/ 7345018 w 7365560"/>
              <a:gd name="csY30" fmla="*/ 487017 h 1351721"/>
              <a:gd name="csX31" fmla="*/ 7364896 w 7365560"/>
              <a:gd name="csY31" fmla="*/ 546652 h 1351721"/>
              <a:gd name="csX32" fmla="*/ 7354957 w 7365560"/>
              <a:gd name="csY32" fmla="*/ 884582 h 1351721"/>
              <a:gd name="csX33" fmla="*/ 7345018 w 7365560"/>
              <a:gd name="csY33" fmla="*/ 914400 h 1351721"/>
              <a:gd name="csX34" fmla="*/ 7325139 w 7365560"/>
              <a:gd name="csY34" fmla="*/ 944217 h 1351721"/>
              <a:gd name="csX35" fmla="*/ 7285383 w 7365560"/>
              <a:gd name="csY35" fmla="*/ 964095 h 1351721"/>
              <a:gd name="csX36" fmla="*/ 7255565 w 7365560"/>
              <a:gd name="csY36" fmla="*/ 983973 h 1351721"/>
              <a:gd name="csX37" fmla="*/ 7195931 w 7365560"/>
              <a:gd name="csY37" fmla="*/ 1013791 h 1351721"/>
              <a:gd name="csX38" fmla="*/ 7156174 w 7365560"/>
              <a:gd name="csY38" fmla="*/ 1033669 h 1351721"/>
              <a:gd name="csX39" fmla="*/ 7126357 w 7365560"/>
              <a:gd name="csY39" fmla="*/ 1043608 h 1351721"/>
              <a:gd name="csX40" fmla="*/ 7056783 w 7365560"/>
              <a:gd name="csY40" fmla="*/ 1073426 h 1351721"/>
              <a:gd name="csX41" fmla="*/ 6897757 w 7365560"/>
              <a:gd name="csY41" fmla="*/ 1083365 h 1351721"/>
              <a:gd name="csX42" fmla="*/ 5297557 w 7365560"/>
              <a:gd name="csY42" fmla="*/ 1093304 h 1351721"/>
              <a:gd name="csX43" fmla="*/ 5059018 w 7365560"/>
              <a:gd name="csY43" fmla="*/ 1113182 h 1351721"/>
              <a:gd name="csX44" fmla="*/ 5019261 w 7365560"/>
              <a:gd name="csY44" fmla="*/ 1123121 h 1351721"/>
              <a:gd name="csX45" fmla="*/ 4899991 w 7365560"/>
              <a:gd name="csY45" fmla="*/ 1133060 h 1351721"/>
              <a:gd name="csX46" fmla="*/ 4840357 w 7365560"/>
              <a:gd name="csY46" fmla="*/ 1143000 h 1351721"/>
              <a:gd name="csX47" fmla="*/ 4810539 w 7365560"/>
              <a:gd name="csY47" fmla="*/ 1152939 h 1351721"/>
              <a:gd name="csX48" fmla="*/ 4740965 w 7365560"/>
              <a:gd name="csY48" fmla="*/ 1172817 h 1351721"/>
              <a:gd name="csX49" fmla="*/ 4671391 w 7365560"/>
              <a:gd name="csY49" fmla="*/ 1212573 h 1351721"/>
              <a:gd name="csX50" fmla="*/ 4611757 w 7365560"/>
              <a:gd name="csY50" fmla="*/ 1232452 h 1351721"/>
              <a:gd name="csX51" fmla="*/ 4581939 w 7365560"/>
              <a:gd name="csY51" fmla="*/ 1242391 h 1351721"/>
              <a:gd name="csX52" fmla="*/ 4522305 w 7365560"/>
              <a:gd name="csY52" fmla="*/ 1272208 h 1351721"/>
              <a:gd name="csX53" fmla="*/ 4462670 w 7365560"/>
              <a:gd name="csY53" fmla="*/ 1262269 h 13517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7365560" h="1351721">
                <a:moveTo>
                  <a:pt x="0" y="1351721"/>
                </a:moveTo>
                <a:cubicBezTo>
                  <a:pt x="29975" y="1338399"/>
                  <a:pt x="138874" y="1291622"/>
                  <a:pt x="168965" y="1272208"/>
                </a:cubicBezTo>
                <a:cubicBezTo>
                  <a:pt x="246965" y="1221885"/>
                  <a:pt x="320652" y="1165150"/>
                  <a:pt x="397565" y="1113182"/>
                </a:cubicBezTo>
                <a:cubicBezTo>
                  <a:pt x="443253" y="1082311"/>
                  <a:pt x="492601" y="1056814"/>
                  <a:pt x="536713" y="1023730"/>
                </a:cubicBezTo>
                <a:cubicBezTo>
                  <a:pt x="576470" y="993913"/>
                  <a:pt x="615032" y="962432"/>
                  <a:pt x="655983" y="934278"/>
                </a:cubicBezTo>
                <a:cubicBezTo>
                  <a:pt x="915068" y="756157"/>
                  <a:pt x="842160" y="835164"/>
                  <a:pt x="1123122" y="596347"/>
                </a:cubicBezTo>
                <a:cubicBezTo>
                  <a:pt x="1189383" y="540025"/>
                  <a:pt x="1260413" y="488874"/>
                  <a:pt x="1321905" y="427382"/>
                </a:cubicBezTo>
                <a:cubicBezTo>
                  <a:pt x="1348409" y="400878"/>
                  <a:pt x="1372408" y="371605"/>
                  <a:pt x="1401418" y="347869"/>
                </a:cubicBezTo>
                <a:cubicBezTo>
                  <a:pt x="1445533" y="311775"/>
                  <a:pt x="1496056" y="284085"/>
                  <a:pt x="1540565" y="248478"/>
                </a:cubicBezTo>
                <a:cubicBezTo>
                  <a:pt x="1599941" y="200977"/>
                  <a:pt x="1634844" y="170701"/>
                  <a:pt x="1709531" y="129208"/>
                </a:cubicBezTo>
                <a:cubicBezTo>
                  <a:pt x="1725195" y="120506"/>
                  <a:pt x="1825971" y="93442"/>
                  <a:pt x="1838739" y="89452"/>
                </a:cubicBezTo>
                <a:cubicBezTo>
                  <a:pt x="1868739" y="80077"/>
                  <a:pt x="1897596" y="66833"/>
                  <a:pt x="1928191" y="59634"/>
                </a:cubicBezTo>
                <a:cubicBezTo>
                  <a:pt x="1954192" y="53516"/>
                  <a:pt x="1981357" y="54086"/>
                  <a:pt x="2007705" y="49695"/>
                </a:cubicBezTo>
                <a:cubicBezTo>
                  <a:pt x="2041032" y="44141"/>
                  <a:pt x="2073683" y="34829"/>
                  <a:pt x="2107096" y="29817"/>
                </a:cubicBezTo>
                <a:cubicBezTo>
                  <a:pt x="2140023" y="24878"/>
                  <a:pt x="2173300" y="22569"/>
                  <a:pt x="2206487" y="19878"/>
                </a:cubicBezTo>
                <a:lnTo>
                  <a:pt x="2474844" y="0"/>
                </a:lnTo>
                <a:lnTo>
                  <a:pt x="4631635" y="9939"/>
                </a:lnTo>
                <a:cubicBezTo>
                  <a:pt x="4988440" y="12864"/>
                  <a:pt x="4788890" y="17169"/>
                  <a:pt x="5029200" y="29817"/>
                </a:cubicBezTo>
                <a:cubicBezTo>
                  <a:pt x="5111978" y="34174"/>
                  <a:pt x="5194806" y="37935"/>
                  <a:pt x="5277678" y="39756"/>
                </a:cubicBezTo>
                <a:lnTo>
                  <a:pt x="5933661" y="49695"/>
                </a:lnTo>
                <a:lnTo>
                  <a:pt x="6271591" y="69573"/>
                </a:lnTo>
                <a:cubicBezTo>
                  <a:pt x="6314919" y="74215"/>
                  <a:pt x="6357534" y="84260"/>
                  <a:pt x="6400800" y="89452"/>
                </a:cubicBezTo>
                <a:cubicBezTo>
                  <a:pt x="6440410" y="94205"/>
                  <a:pt x="6480420" y="94985"/>
                  <a:pt x="6520070" y="99391"/>
                </a:cubicBezTo>
                <a:cubicBezTo>
                  <a:pt x="6629473" y="111547"/>
                  <a:pt x="6535553" y="104462"/>
                  <a:pt x="6619461" y="119269"/>
                </a:cubicBezTo>
                <a:cubicBezTo>
                  <a:pt x="6662374" y="126842"/>
                  <a:pt x="6705940" y="130601"/>
                  <a:pt x="6748670" y="139147"/>
                </a:cubicBezTo>
                <a:cubicBezTo>
                  <a:pt x="6826291" y="154671"/>
                  <a:pt x="6892197" y="192363"/>
                  <a:pt x="6967331" y="218660"/>
                </a:cubicBezTo>
                <a:cubicBezTo>
                  <a:pt x="7046244" y="246280"/>
                  <a:pt x="7013532" y="199765"/>
                  <a:pt x="7116418" y="268356"/>
                </a:cubicBezTo>
                <a:cubicBezTo>
                  <a:pt x="7218198" y="336210"/>
                  <a:pt x="7173817" y="311965"/>
                  <a:pt x="7245626" y="347869"/>
                </a:cubicBezTo>
                <a:cubicBezTo>
                  <a:pt x="7252252" y="357808"/>
                  <a:pt x="7257514" y="368807"/>
                  <a:pt x="7265505" y="377686"/>
                </a:cubicBezTo>
                <a:cubicBezTo>
                  <a:pt x="7287445" y="402064"/>
                  <a:pt x="7335078" y="447260"/>
                  <a:pt x="7335078" y="447260"/>
                </a:cubicBezTo>
                <a:cubicBezTo>
                  <a:pt x="7338391" y="460512"/>
                  <a:pt x="7341093" y="473933"/>
                  <a:pt x="7345018" y="487017"/>
                </a:cubicBezTo>
                <a:cubicBezTo>
                  <a:pt x="7351039" y="507087"/>
                  <a:pt x="7364372" y="525705"/>
                  <a:pt x="7364896" y="546652"/>
                </a:cubicBezTo>
                <a:cubicBezTo>
                  <a:pt x="7367712" y="659309"/>
                  <a:pt x="7361039" y="772054"/>
                  <a:pt x="7354957" y="884582"/>
                </a:cubicBezTo>
                <a:cubicBezTo>
                  <a:pt x="7354392" y="895044"/>
                  <a:pt x="7349703" y="905029"/>
                  <a:pt x="7345018" y="914400"/>
                </a:cubicBezTo>
                <a:cubicBezTo>
                  <a:pt x="7339676" y="925084"/>
                  <a:pt x="7334316" y="936570"/>
                  <a:pt x="7325139" y="944217"/>
                </a:cubicBezTo>
                <a:cubicBezTo>
                  <a:pt x="7313757" y="953702"/>
                  <a:pt x="7298247" y="956744"/>
                  <a:pt x="7285383" y="964095"/>
                </a:cubicBezTo>
                <a:cubicBezTo>
                  <a:pt x="7275011" y="970022"/>
                  <a:pt x="7264893" y="976511"/>
                  <a:pt x="7255565" y="983973"/>
                </a:cubicBezTo>
                <a:cubicBezTo>
                  <a:pt x="7202271" y="1026609"/>
                  <a:pt x="7279410" y="982487"/>
                  <a:pt x="7195931" y="1013791"/>
                </a:cubicBezTo>
                <a:cubicBezTo>
                  <a:pt x="7182058" y="1018993"/>
                  <a:pt x="7169793" y="1027833"/>
                  <a:pt x="7156174" y="1033669"/>
                </a:cubicBezTo>
                <a:cubicBezTo>
                  <a:pt x="7146544" y="1037796"/>
                  <a:pt x="7135987" y="1039481"/>
                  <a:pt x="7126357" y="1043608"/>
                </a:cubicBezTo>
                <a:cubicBezTo>
                  <a:pt x="7110152" y="1050553"/>
                  <a:pt x="7077376" y="1071258"/>
                  <a:pt x="7056783" y="1073426"/>
                </a:cubicBezTo>
                <a:cubicBezTo>
                  <a:pt x="7003963" y="1078986"/>
                  <a:pt x="6950866" y="1082765"/>
                  <a:pt x="6897757" y="1083365"/>
                </a:cubicBezTo>
                <a:lnTo>
                  <a:pt x="5297557" y="1093304"/>
                </a:lnTo>
                <a:cubicBezTo>
                  <a:pt x="5231615" y="1097700"/>
                  <a:pt x="5129858" y="1102284"/>
                  <a:pt x="5059018" y="1113182"/>
                </a:cubicBezTo>
                <a:cubicBezTo>
                  <a:pt x="5045517" y="1115259"/>
                  <a:pt x="5032816" y="1121427"/>
                  <a:pt x="5019261" y="1123121"/>
                </a:cubicBezTo>
                <a:cubicBezTo>
                  <a:pt x="4979675" y="1128069"/>
                  <a:pt x="4939748" y="1129747"/>
                  <a:pt x="4899991" y="1133060"/>
                </a:cubicBezTo>
                <a:cubicBezTo>
                  <a:pt x="4880113" y="1136373"/>
                  <a:pt x="4860029" y="1138628"/>
                  <a:pt x="4840357" y="1143000"/>
                </a:cubicBezTo>
                <a:cubicBezTo>
                  <a:pt x="4830130" y="1145273"/>
                  <a:pt x="4820613" y="1150061"/>
                  <a:pt x="4810539" y="1152939"/>
                </a:cubicBezTo>
                <a:cubicBezTo>
                  <a:pt x="4723178" y="1177899"/>
                  <a:pt x="4812459" y="1148986"/>
                  <a:pt x="4740965" y="1172817"/>
                </a:cubicBezTo>
                <a:cubicBezTo>
                  <a:pt x="4714067" y="1190749"/>
                  <a:pt x="4702920" y="1199961"/>
                  <a:pt x="4671391" y="1212573"/>
                </a:cubicBezTo>
                <a:cubicBezTo>
                  <a:pt x="4651936" y="1220355"/>
                  <a:pt x="4631635" y="1225826"/>
                  <a:pt x="4611757" y="1232452"/>
                </a:cubicBezTo>
                <a:lnTo>
                  <a:pt x="4581939" y="1242391"/>
                </a:lnTo>
                <a:cubicBezTo>
                  <a:pt x="4566864" y="1252441"/>
                  <a:pt x="4542880" y="1272208"/>
                  <a:pt x="4522305" y="1272208"/>
                </a:cubicBezTo>
                <a:cubicBezTo>
                  <a:pt x="4502152" y="1272208"/>
                  <a:pt x="4462670" y="1262269"/>
                  <a:pt x="4462670" y="1262269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68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19E94-232C-B340-793C-DEA0E1E97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ED945-2AB2-8652-9AB2-336CB2CE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-92075"/>
            <a:ext cx="3216965" cy="1325563"/>
          </a:xfrm>
        </p:spPr>
        <p:txBody>
          <a:bodyPr/>
          <a:lstStyle/>
          <a:p>
            <a:r>
              <a:rPr lang="en-US" dirty="0"/>
              <a:t>Compiling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4F4B479-89A8-447A-5544-85534AC3BCAA}"/>
              </a:ext>
            </a:extLst>
          </p:cNvPr>
          <p:cNvGrpSpPr/>
          <p:nvPr/>
        </p:nvGrpSpPr>
        <p:grpSpPr>
          <a:xfrm>
            <a:off x="2775836" y="1415231"/>
            <a:ext cx="1250920" cy="993914"/>
            <a:chOff x="1401417" y="1789043"/>
            <a:chExt cx="1250920" cy="993914"/>
          </a:xfrm>
        </p:grpSpPr>
        <p:sp>
          <p:nvSpPr>
            <p:cNvPr id="10" name="Document 9">
              <a:extLst>
                <a:ext uri="{FF2B5EF4-FFF2-40B4-BE49-F238E27FC236}">
                  <a16:creationId xmlns:a16="http://schemas.microsoft.com/office/drawing/2014/main" id="{D0013A47-DBC2-1F7E-5A93-807E0828D578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C4AD10A-0F5B-8752-A64A-9727D593DE6A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15" name="Process 14">
            <a:extLst>
              <a:ext uri="{FF2B5EF4-FFF2-40B4-BE49-F238E27FC236}">
                <a16:creationId xmlns:a16="http://schemas.microsoft.com/office/drawing/2014/main" id="{F8B7C2A7-56BA-90F6-0B07-886F5CD20BC7}"/>
              </a:ext>
            </a:extLst>
          </p:cNvPr>
          <p:cNvSpPr/>
          <p:nvPr/>
        </p:nvSpPr>
        <p:spPr>
          <a:xfrm>
            <a:off x="2730405" y="3278301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35D7BA-FA63-2EFA-3244-95B35FFA4B4D}"/>
              </a:ext>
            </a:extLst>
          </p:cNvPr>
          <p:cNvSpPr txBox="1"/>
          <p:nvPr/>
        </p:nvSpPr>
        <p:spPr>
          <a:xfrm>
            <a:off x="2845695" y="3452092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AAB3CF7-B773-3832-2C45-8F6C8E57DADE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3401296" y="2343436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BEBDECC-422A-D116-95DF-5D27BE968601}"/>
              </a:ext>
            </a:extLst>
          </p:cNvPr>
          <p:cNvGrpSpPr/>
          <p:nvPr/>
        </p:nvGrpSpPr>
        <p:grpSpPr>
          <a:xfrm>
            <a:off x="2775836" y="5141371"/>
            <a:ext cx="1250920" cy="993914"/>
            <a:chOff x="1401417" y="1789043"/>
            <a:chExt cx="1250920" cy="993914"/>
          </a:xfrm>
        </p:grpSpPr>
        <p:sp>
          <p:nvSpPr>
            <p:cNvPr id="20" name="Document 19">
              <a:extLst>
                <a:ext uri="{FF2B5EF4-FFF2-40B4-BE49-F238E27FC236}">
                  <a16:creationId xmlns:a16="http://schemas.microsoft.com/office/drawing/2014/main" id="{81085013-532D-31BD-EDAC-070F4C2EA87F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D4A679-914E-58D4-04FF-4E5658A5D6CB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7EBBF1-394F-98BB-3D79-7F13AEDAAE40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3401296" y="4359517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rocess 24">
            <a:extLst>
              <a:ext uri="{FF2B5EF4-FFF2-40B4-BE49-F238E27FC236}">
                <a16:creationId xmlns:a16="http://schemas.microsoft.com/office/drawing/2014/main" id="{3FD9A745-1D6B-F909-491B-09EC043BF42D}"/>
              </a:ext>
            </a:extLst>
          </p:cNvPr>
          <p:cNvSpPr/>
          <p:nvPr/>
        </p:nvSpPr>
        <p:spPr>
          <a:xfrm>
            <a:off x="536712" y="1428990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34B200-471A-A688-9FEF-F149077545A0}"/>
              </a:ext>
            </a:extLst>
          </p:cNvPr>
          <p:cNvSpPr txBox="1"/>
          <p:nvPr/>
        </p:nvSpPr>
        <p:spPr>
          <a:xfrm>
            <a:off x="823299" y="1579083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9061A8C-80A2-0B08-203A-3C719B2CC2A5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 flipV="1">
            <a:off x="1878495" y="1912188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5F56605-2507-D50A-7EFE-63525FAADD51}"/>
              </a:ext>
            </a:extLst>
          </p:cNvPr>
          <p:cNvSpPr txBox="1"/>
          <p:nvPr/>
        </p:nvSpPr>
        <p:spPr>
          <a:xfrm>
            <a:off x="652001" y="3495743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E47F52-7DA4-E5B8-7903-5F26448AC7DD}"/>
              </a:ext>
            </a:extLst>
          </p:cNvPr>
          <p:cNvCxnSpPr>
            <a:cxnSpLocks/>
            <a:stCxn id="15" idx="1"/>
            <a:endCxn id="32" idx="3"/>
          </p:cNvCxnSpPr>
          <p:nvPr/>
        </p:nvCxnSpPr>
        <p:spPr>
          <a:xfrm flipH="1">
            <a:off x="1763204" y="3818909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7875C22-C5B7-0C15-1FD9-8EB7DF540EC5}"/>
              </a:ext>
            </a:extLst>
          </p:cNvPr>
          <p:cNvSpPr txBox="1"/>
          <p:nvPr/>
        </p:nvSpPr>
        <p:spPr>
          <a:xfrm>
            <a:off x="2604251" y="1099279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2B2C97-FD43-9820-BCCD-654E9873C344}"/>
              </a:ext>
            </a:extLst>
          </p:cNvPr>
          <p:cNvSpPr txBox="1"/>
          <p:nvPr/>
        </p:nvSpPr>
        <p:spPr>
          <a:xfrm>
            <a:off x="2665774" y="6090081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A841C-759E-0111-E74D-7D9ECE04FB48}"/>
              </a:ext>
            </a:extLst>
          </p:cNvPr>
          <p:cNvSpPr txBox="1"/>
          <p:nvPr/>
        </p:nvSpPr>
        <p:spPr>
          <a:xfrm>
            <a:off x="6695307" y="2049193"/>
            <a:ext cx="59003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ls</a:t>
            </a:r>
          </a:p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* 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$./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83FB85-0873-6611-907D-8BBC9DAAC37C}"/>
              </a:ext>
            </a:extLst>
          </p:cNvPr>
          <p:cNvSpPr txBox="1"/>
          <p:nvPr/>
        </p:nvSpPr>
        <p:spPr>
          <a:xfrm>
            <a:off x="7993661" y="310158"/>
            <a:ext cx="275805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Here is the basic way to compile a program at the </a:t>
            </a:r>
            <a:r>
              <a:rPr lang="en-US" b="1" dirty="0"/>
              <a:t>terminal command-line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EBD1F6-F97E-BA18-1000-EC9ED912AF7E}"/>
              </a:ext>
            </a:extLst>
          </p:cNvPr>
          <p:cNvSpPr/>
          <p:nvPr/>
        </p:nvSpPr>
        <p:spPr>
          <a:xfrm>
            <a:off x="7166113" y="3053858"/>
            <a:ext cx="586409" cy="5242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F58EB8-6EF0-BEC6-B44C-8F43846B657E}"/>
              </a:ext>
            </a:extLst>
          </p:cNvPr>
          <p:cNvSpPr txBox="1"/>
          <p:nvPr/>
        </p:nvSpPr>
        <p:spPr>
          <a:xfrm>
            <a:off x="4260458" y="1919067"/>
            <a:ext cx="2199975" cy="156966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en-US" sz="1600" dirty="0">
                <a:cs typeface="Consolas" panose="020B0609020204030204" pitchFamily="49" charset="0"/>
              </a:rPr>
              <a:t> is a Linux terminal command that lists all files/folders in a directory.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r>
              <a:rPr lang="en-US" sz="1600" dirty="0">
                <a:cs typeface="Consolas" panose="020B0609020204030204" pitchFamily="49" charset="0"/>
              </a:rPr>
              <a:t> is executable created by the compiler.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16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474F4C-A93F-49DC-017E-B5D969828333}"/>
              </a:ext>
            </a:extLst>
          </p:cNvPr>
          <p:cNvCxnSpPr>
            <a:cxnSpLocks/>
            <a:stCxn id="6" idx="3"/>
            <a:endCxn id="5" idx="0"/>
          </p:cNvCxnSpPr>
          <p:nvPr/>
        </p:nvCxnSpPr>
        <p:spPr>
          <a:xfrm>
            <a:off x="6460433" y="2703897"/>
            <a:ext cx="998885" cy="349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827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D301A-6868-BB2D-92E7-DD22203A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E7E57-B26A-9F77-0869-FA0E4280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-92075"/>
            <a:ext cx="3216965" cy="1325563"/>
          </a:xfrm>
        </p:spPr>
        <p:txBody>
          <a:bodyPr/>
          <a:lstStyle/>
          <a:p>
            <a:r>
              <a:rPr lang="en-US" dirty="0"/>
              <a:t>Compiling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363AFB-3CF3-938C-1EED-8D24B20424C1}"/>
              </a:ext>
            </a:extLst>
          </p:cNvPr>
          <p:cNvGrpSpPr/>
          <p:nvPr/>
        </p:nvGrpSpPr>
        <p:grpSpPr>
          <a:xfrm>
            <a:off x="2775836" y="1415231"/>
            <a:ext cx="1250920" cy="993914"/>
            <a:chOff x="1401417" y="1789043"/>
            <a:chExt cx="1250920" cy="993914"/>
          </a:xfrm>
        </p:grpSpPr>
        <p:sp>
          <p:nvSpPr>
            <p:cNvPr id="10" name="Document 9">
              <a:extLst>
                <a:ext uri="{FF2B5EF4-FFF2-40B4-BE49-F238E27FC236}">
                  <a16:creationId xmlns:a16="http://schemas.microsoft.com/office/drawing/2014/main" id="{ACF7946B-0692-95A9-B01C-CEC03F9739EB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415ACB-422B-C961-CC91-4475F0006E3F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15" name="Process 14">
            <a:extLst>
              <a:ext uri="{FF2B5EF4-FFF2-40B4-BE49-F238E27FC236}">
                <a16:creationId xmlns:a16="http://schemas.microsoft.com/office/drawing/2014/main" id="{5FA38BB7-F887-2609-695F-14605A4E3F4A}"/>
              </a:ext>
            </a:extLst>
          </p:cNvPr>
          <p:cNvSpPr/>
          <p:nvPr/>
        </p:nvSpPr>
        <p:spPr>
          <a:xfrm>
            <a:off x="2730405" y="3278301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56511D-53F3-8450-253C-CC2A67373F38}"/>
              </a:ext>
            </a:extLst>
          </p:cNvPr>
          <p:cNvSpPr txBox="1"/>
          <p:nvPr/>
        </p:nvSpPr>
        <p:spPr>
          <a:xfrm>
            <a:off x="2845695" y="3452092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D1AED2B-0C15-DD35-23A4-3BE144BE09C8}"/>
              </a:ext>
            </a:extLst>
          </p:cNvPr>
          <p:cNvCxnSpPr>
            <a:stCxn id="10" idx="2"/>
            <a:endCxn id="15" idx="0"/>
          </p:cNvCxnSpPr>
          <p:nvPr/>
        </p:nvCxnSpPr>
        <p:spPr>
          <a:xfrm>
            <a:off x="3401296" y="2343436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72A0A0-3B92-C655-2783-9D4E04B8F69A}"/>
              </a:ext>
            </a:extLst>
          </p:cNvPr>
          <p:cNvGrpSpPr/>
          <p:nvPr/>
        </p:nvGrpSpPr>
        <p:grpSpPr>
          <a:xfrm>
            <a:off x="2775836" y="5141371"/>
            <a:ext cx="1250920" cy="993914"/>
            <a:chOff x="1401417" y="1789043"/>
            <a:chExt cx="1250920" cy="993914"/>
          </a:xfrm>
        </p:grpSpPr>
        <p:sp>
          <p:nvSpPr>
            <p:cNvPr id="20" name="Document 19">
              <a:extLst>
                <a:ext uri="{FF2B5EF4-FFF2-40B4-BE49-F238E27FC236}">
                  <a16:creationId xmlns:a16="http://schemas.microsoft.com/office/drawing/2014/main" id="{BBC3BB0B-A742-B31F-8E86-286CBB253F7C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7CF0B1B-1EDA-775E-9465-9E102B2B97D5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62E6D50-CE8A-68F2-0369-845E9CAF2221}"/>
              </a:ext>
            </a:extLst>
          </p:cNvPr>
          <p:cNvCxnSpPr>
            <a:cxnSpLocks/>
            <a:stCxn id="15" idx="2"/>
            <a:endCxn id="20" idx="0"/>
          </p:cNvCxnSpPr>
          <p:nvPr/>
        </p:nvCxnSpPr>
        <p:spPr>
          <a:xfrm flipH="1">
            <a:off x="3401296" y="4359517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rocess 24">
            <a:extLst>
              <a:ext uri="{FF2B5EF4-FFF2-40B4-BE49-F238E27FC236}">
                <a16:creationId xmlns:a16="http://schemas.microsoft.com/office/drawing/2014/main" id="{96BCB791-C1F4-111C-71FC-BB1C0AAA7382}"/>
              </a:ext>
            </a:extLst>
          </p:cNvPr>
          <p:cNvSpPr/>
          <p:nvPr/>
        </p:nvSpPr>
        <p:spPr>
          <a:xfrm>
            <a:off x="536712" y="1428990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0FFC3F-944A-DE2D-A138-83F62A8CCDD3}"/>
              </a:ext>
            </a:extLst>
          </p:cNvPr>
          <p:cNvSpPr txBox="1"/>
          <p:nvPr/>
        </p:nvSpPr>
        <p:spPr>
          <a:xfrm>
            <a:off x="823299" y="1579083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02B3F5-8659-CE78-5782-F3EFE594CB50}"/>
              </a:ext>
            </a:extLst>
          </p:cNvPr>
          <p:cNvCxnSpPr>
            <a:cxnSpLocks/>
            <a:stCxn id="25" idx="3"/>
            <a:endCxn id="10" idx="1"/>
          </p:cNvCxnSpPr>
          <p:nvPr/>
        </p:nvCxnSpPr>
        <p:spPr>
          <a:xfrm flipV="1">
            <a:off x="1878495" y="1912188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5D189AC-928B-57C1-F964-4E2CBDF5C903}"/>
              </a:ext>
            </a:extLst>
          </p:cNvPr>
          <p:cNvSpPr txBox="1"/>
          <p:nvPr/>
        </p:nvSpPr>
        <p:spPr>
          <a:xfrm>
            <a:off x="652001" y="3495743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04EBCF7-CCF9-EDBD-F480-8443B929F276}"/>
              </a:ext>
            </a:extLst>
          </p:cNvPr>
          <p:cNvCxnSpPr>
            <a:cxnSpLocks/>
            <a:stCxn id="15" idx="1"/>
            <a:endCxn id="32" idx="3"/>
          </p:cNvCxnSpPr>
          <p:nvPr/>
        </p:nvCxnSpPr>
        <p:spPr>
          <a:xfrm flipH="1">
            <a:off x="1763204" y="3818909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E4C4BC7-328A-8762-1345-3CA87CD69EDF}"/>
              </a:ext>
            </a:extLst>
          </p:cNvPr>
          <p:cNvSpPr txBox="1"/>
          <p:nvPr/>
        </p:nvSpPr>
        <p:spPr>
          <a:xfrm>
            <a:off x="2604251" y="1099279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57C868-92AD-D395-5CF6-C5850243B652}"/>
              </a:ext>
            </a:extLst>
          </p:cNvPr>
          <p:cNvSpPr txBox="1"/>
          <p:nvPr/>
        </p:nvSpPr>
        <p:spPr>
          <a:xfrm>
            <a:off x="2665774" y="6090081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49264-E132-9140-A6A4-3A14CFE0DF2D}"/>
              </a:ext>
            </a:extLst>
          </p:cNvPr>
          <p:cNvSpPr txBox="1"/>
          <p:nvPr/>
        </p:nvSpPr>
        <p:spPr>
          <a:xfrm>
            <a:off x="6695307" y="2049193"/>
            <a:ext cx="59003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 ls</a:t>
            </a:r>
          </a:p>
          <a:p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*  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$./</a:t>
            </a:r>
            <a:r>
              <a:rPr lang="en-US" sz="32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lang="en-US" sz="3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648F07-A808-CCFE-2589-1AFC142CD49B}"/>
              </a:ext>
            </a:extLst>
          </p:cNvPr>
          <p:cNvSpPr txBox="1"/>
          <p:nvPr/>
        </p:nvSpPr>
        <p:spPr>
          <a:xfrm>
            <a:off x="7993661" y="310158"/>
            <a:ext cx="275805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Here is the basic way to compile a program at the </a:t>
            </a:r>
            <a:r>
              <a:rPr lang="en-US" b="1" dirty="0"/>
              <a:t>terminal command-line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6D70A-882E-9C7C-5B0C-D486915541FB}"/>
              </a:ext>
            </a:extLst>
          </p:cNvPr>
          <p:cNvSpPr/>
          <p:nvPr/>
        </p:nvSpPr>
        <p:spPr>
          <a:xfrm>
            <a:off x="7046843" y="4572000"/>
            <a:ext cx="1550505" cy="440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28BF44-84A3-11DC-A664-1DB048C8BC19}"/>
              </a:ext>
            </a:extLst>
          </p:cNvPr>
          <p:cNvSpPr txBox="1"/>
          <p:nvPr/>
        </p:nvSpPr>
        <p:spPr>
          <a:xfrm>
            <a:off x="4697648" y="3818908"/>
            <a:ext cx="1786087" cy="584775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cs typeface="Consolas" panose="020B0609020204030204" pitchFamily="49" charset="0"/>
              </a:rPr>
              <a:t>Typing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r>
              <a:rPr lang="en-US" sz="1600" dirty="0">
                <a:cs typeface="Consolas" panose="020B0609020204030204" pitchFamily="49" charset="0"/>
              </a:rPr>
              <a:t> runs the program.</a:t>
            </a:r>
            <a:endParaRPr lang="en-US" sz="16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E4A2939-0B13-5A26-9A5C-2C3E2DD39171}"/>
              </a:ext>
            </a:extLst>
          </p:cNvPr>
          <p:cNvCxnSpPr>
            <a:cxnSpLocks/>
            <a:stCxn id="6" idx="3"/>
            <a:endCxn id="5" idx="0"/>
          </p:cNvCxnSpPr>
          <p:nvPr/>
        </p:nvCxnSpPr>
        <p:spPr>
          <a:xfrm>
            <a:off x="6483735" y="4111296"/>
            <a:ext cx="1338361" cy="460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475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22312-073B-4611-EFA8-5C1065CB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CEB8C-3B1A-25C8-6689-927A5E415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C4586E8-D05A-0C3D-AC85-2ABADBFC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-92075"/>
            <a:ext cx="3216965" cy="1325563"/>
          </a:xfrm>
        </p:spPr>
        <p:txBody>
          <a:bodyPr/>
          <a:lstStyle/>
          <a:p>
            <a:r>
              <a:rPr lang="en-US" dirty="0"/>
              <a:t>Compiling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7250CD-CE62-D87C-E8C4-496C6D2DDA3F}"/>
              </a:ext>
            </a:extLst>
          </p:cNvPr>
          <p:cNvSpPr txBox="1"/>
          <p:nvPr/>
        </p:nvSpPr>
        <p:spPr>
          <a:xfrm>
            <a:off x="6854331" y="5428001"/>
            <a:ext cx="275805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intentionally add an error to see the output. The program has a missing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/>
              <a:t> character.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ED3B88-E2EF-D346-5F2C-4A266D319F9E}"/>
              </a:ext>
            </a:extLst>
          </p:cNvPr>
          <p:cNvSpPr/>
          <p:nvPr/>
        </p:nvSpPr>
        <p:spPr>
          <a:xfrm>
            <a:off x="5811962" y="4800599"/>
            <a:ext cx="211151" cy="440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25F0CE-2911-967E-FF56-0C6EA754358E}"/>
              </a:ext>
            </a:extLst>
          </p:cNvPr>
          <p:cNvCxnSpPr>
            <a:cxnSpLocks/>
            <a:stCxn id="14" idx="1"/>
            <a:endCxn id="15" idx="2"/>
          </p:cNvCxnSpPr>
          <p:nvPr/>
        </p:nvCxnSpPr>
        <p:spPr>
          <a:xfrm flipH="1" flipV="1">
            <a:off x="5917538" y="5241157"/>
            <a:ext cx="936793" cy="787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211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DCDFD-7A38-E1BB-21FB-1A1BA795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E5080-CA93-0B29-0512-60E837C90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D6FF8A-2965-728C-7AA8-30EC7D7B2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-92075"/>
            <a:ext cx="3216965" cy="1325563"/>
          </a:xfrm>
        </p:spPr>
        <p:txBody>
          <a:bodyPr/>
          <a:lstStyle/>
          <a:p>
            <a:r>
              <a:rPr lang="en-US" dirty="0"/>
              <a:t>Compiling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CABDE0-ACF4-8B2B-37E3-ED4EF7E7530C}"/>
              </a:ext>
            </a:extLst>
          </p:cNvPr>
          <p:cNvSpPr txBox="1"/>
          <p:nvPr/>
        </p:nvSpPr>
        <p:spPr>
          <a:xfrm>
            <a:off x="4684150" y="1051029"/>
            <a:ext cx="7507850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hello_world.cpp:9:30: error: expected ';' after expression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9 | 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"Hello, world!\n"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|                              ^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|                              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 error generated.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25A4A6-4C8F-B690-4B1E-F6A1D0F91286}"/>
              </a:ext>
            </a:extLst>
          </p:cNvPr>
          <p:cNvSpPr txBox="1"/>
          <p:nvPr/>
        </p:nvSpPr>
        <p:spPr>
          <a:xfrm>
            <a:off x="6854331" y="5428001"/>
            <a:ext cx="275805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Let’s intentionally add an error to see the output. The program has a missing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en-US" dirty="0"/>
              <a:t> character.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4A7073-25AA-8655-1D6B-43C44769512F}"/>
              </a:ext>
            </a:extLst>
          </p:cNvPr>
          <p:cNvSpPr/>
          <p:nvPr/>
        </p:nvSpPr>
        <p:spPr>
          <a:xfrm>
            <a:off x="5811962" y="4800599"/>
            <a:ext cx="211151" cy="440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2B9BE3-ACA2-263A-0453-8AD61A7F0F8F}"/>
              </a:ext>
            </a:extLst>
          </p:cNvPr>
          <p:cNvCxnSpPr>
            <a:cxnSpLocks/>
            <a:stCxn id="14" idx="1"/>
            <a:endCxn id="15" idx="2"/>
          </p:cNvCxnSpPr>
          <p:nvPr/>
        </p:nvCxnSpPr>
        <p:spPr>
          <a:xfrm flipH="1" flipV="1">
            <a:off x="5917538" y="5241157"/>
            <a:ext cx="936793" cy="787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1DDA6A-9BB1-2C26-624E-9C0B3BDBCE0E}"/>
              </a:ext>
            </a:extLst>
          </p:cNvPr>
          <p:cNvSpPr txBox="1"/>
          <p:nvPr/>
        </p:nvSpPr>
        <p:spPr>
          <a:xfrm>
            <a:off x="6538348" y="2916348"/>
            <a:ext cx="466922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This is a pretty clear error message for C++! </a:t>
            </a:r>
            <a:r>
              <a:rPr lang="en-US" dirty="0"/>
              <a:t>C++ errors can be much more complex and harder to understand. The precise message depends on your compiler.</a:t>
            </a:r>
          </a:p>
        </p:txBody>
      </p:sp>
    </p:spTree>
    <p:extLst>
      <p:ext uri="{BB962C8B-B14F-4D97-AF65-F5344CB8AC3E}">
        <p14:creationId xmlns:p14="http://schemas.microsoft.com/office/powerpoint/2010/main" val="21107109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EEEC1-D7C0-F3C3-B302-C2EDFA4A9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BD6C560-C40E-A188-3B4B-EC5C9D6F8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112764"/>
            <a:ext cx="3216965" cy="1325563"/>
          </a:xfrm>
        </p:spPr>
        <p:txBody>
          <a:bodyPr/>
          <a:lstStyle/>
          <a:p>
            <a:r>
              <a:rPr lang="en-US" dirty="0"/>
              <a:t>Compiling Improved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FB3C1EA-E249-F0B7-8A55-0C89CDCBFB26}"/>
              </a:ext>
            </a:extLst>
          </p:cNvPr>
          <p:cNvGrpSpPr/>
          <p:nvPr/>
        </p:nvGrpSpPr>
        <p:grpSpPr>
          <a:xfrm>
            <a:off x="2619765" y="1748863"/>
            <a:ext cx="1250920" cy="993914"/>
            <a:chOff x="1401417" y="1789043"/>
            <a:chExt cx="1250920" cy="993914"/>
          </a:xfrm>
        </p:grpSpPr>
        <p:sp>
          <p:nvSpPr>
            <p:cNvPr id="6" name="Document 5">
              <a:extLst>
                <a:ext uri="{FF2B5EF4-FFF2-40B4-BE49-F238E27FC236}">
                  <a16:creationId xmlns:a16="http://schemas.microsoft.com/office/drawing/2014/main" id="{8465F53D-4136-C8C5-E13D-AFB5441E81D2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C4DD96-7C37-F636-FE21-1DFCABB32556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8" name="Process 7">
            <a:extLst>
              <a:ext uri="{FF2B5EF4-FFF2-40B4-BE49-F238E27FC236}">
                <a16:creationId xmlns:a16="http://schemas.microsoft.com/office/drawing/2014/main" id="{060FFAF3-BFBA-CFC2-D406-AC4288ECBDA3}"/>
              </a:ext>
            </a:extLst>
          </p:cNvPr>
          <p:cNvSpPr/>
          <p:nvPr/>
        </p:nvSpPr>
        <p:spPr>
          <a:xfrm>
            <a:off x="2574334" y="3611933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7551C-AB9C-9B90-A7F5-454A14A8FD0D}"/>
              </a:ext>
            </a:extLst>
          </p:cNvPr>
          <p:cNvSpPr txBox="1"/>
          <p:nvPr/>
        </p:nvSpPr>
        <p:spPr>
          <a:xfrm>
            <a:off x="2689624" y="3785724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D091BE-0AB6-2B2E-82C8-08E660D25D15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245225" y="2677068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00AF35-2AA1-BBCD-99B2-04CEE67E3B68}"/>
              </a:ext>
            </a:extLst>
          </p:cNvPr>
          <p:cNvGrpSpPr/>
          <p:nvPr/>
        </p:nvGrpSpPr>
        <p:grpSpPr>
          <a:xfrm>
            <a:off x="2619765" y="5475003"/>
            <a:ext cx="1250920" cy="993914"/>
            <a:chOff x="1401417" y="1789043"/>
            <a:chExt cx="1250920" cy="993914"/>
          </a:xfrm>
        </p:grpSpPr>
        <p:sp>
          <p:nvSpPr>
            <p:cNvPr id="16" name="Document 15">
              <a:extLst>
                <a:ext uri="{FF2B5EF4-FFF2-40B4-BE49-F238E27FC236}">
                  <a16:creationId xmlns:a16="http://schemas.microsoft.com/office/drawing/2014/main" id="{CA86840C-8B4F-F381-943F-26CFAC6FDF21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CAB363C-E8F7-69FF-1818-FAC0E35DE6A2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368BBB-CEB2-144E-9703-069DB2D3C917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 flipH="1">
            <a:off x="3245225" y="4693149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cess 19">
            <a:extLst>
              <a:ext uri="{FF2B5EF4-FFF2-40B4-BE49-F238E27FC236}">
                <a16:creationId xmlns:a16="http://schemas.microsoft.com/office/drawing/2014/main" id="{92BB635B-9018-0E7B-CEA9-EDE523C49650}"/>
              </a:ext>
            </a:extLst>
          </p:cNvPr>
          <p:cNvSpPr/>
          <p:nvPr/>
        </p:nvSpPr>
        <p:spPr>
          <a:xfrm>
            <a:off x="380641" y="1762622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F4B458-A93F-781A-D2E4-937E62E50D99}"/>
              </a:ext>
            </a:extLst>
          </p:cNvPr>
          <p:cNvSpPr txBox="1"/>
          <p:nvPr/>
        </p:nvSpPr>
        <p:spPr>
          <a:xfrm>
            <a:off x="667228" y="1912715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52D6F2-4728-700C-3B29-545058DF7B20}"/>
              </a:ext>
            </a:extLst>
          </p:cNvPr>
          <p:cNvCxnSpPr>
            <a:cxnSpLocks/>
            <a:stCxn id="20" idx="3"/>
            <a:endCxn id="6" idx="1"/>
          </p:cNvCxnSpPr>
          <p:nvPr/>
        </p:nvCxnSpPr>
        <p:spPr>
          <a:xfrm flipV="1">
            <a:off x="1722424" y="2245820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28DFE32-E8D9-6481-FAC4-078C1C305496}"/>
              </a:ext>
            </a:extLst>
          </p:cNvPr>
          <p:cNvSpPr txBox="1"/>
          <p:nvPr/>
        </p:nvSpPr>
        <p:spPr>
          <a:xfrm>
            <a:off x="495930" y="3829375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3506E7-539D-8BD0-3D1C-FEB1030EC2EF}"/>
              </a:ext>
            </a:extLst>
          </p:cNvPr>
          <p:cNvCxnSpPr>
            <a:cxnSpLocks/>
            <a:stCxn id="8" idx="1"/>
            <a:endCxn id="24" idx="3"/>
          </p:cNvCxnSpPr>
          <p:nvPr/>
        </p:nvCxnSpPr>
        <p:spPr>
          <a:xfrm flipH="1">
            <a:off x="1607133" y="4152541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FBA79D0-B70C-8CED-E574-153E8DF43D78}"/>
              </a:ext>
            </a:extLst>
          </p:cNvPr>
          <p:cNvSpPr txBox="1"/>
          <p:nvPr/>
        </p:nvSpPr>
        <p:spPr>
          <a:xfrm>
            <a:off x="2448180" y="1432911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25FFBC-7B41-9DC2-25FD-6545CAE846C7}"/>
              </a:ext>
            </a:extLst>
          </p:cNvPr>
          <p:cNvSpPr txBox="1"/>
          <p:nvPr/>
        </p:nvSpPr>
        <p:spPr>
          <a:xfrm>
            <a:off x="2509703" y="6423713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BEA674-986D-BF63-C379-5C4E4802C08B}"/>
              </a:ext>
            </a:extLst>
          </p:cNvPr>
          <p:cNvSpPr txBox="1"/>
          <p:nvPr/>
        </p:nvSpPr>
        <p:spPr>
          <a:xfrm>
            <a:off x="4768026" y="2554617"/>
            <a:ext cx="722187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–o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ls</a:t>
            </a:r>
          </a:p>
          <a:p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* 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$./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DD95EB-88E9-98FA-099C-F15E2F01178D}"/>
              </a:ext>
            </a:extLst>
          </p:cNvPr>
          <p:cNvSpPr/>
          <p:nvPr/>
        </p:nvSpPr>
        <p:spPr>
          <a:xfrm>
            <a:off x="9064487" y="2554617"/>
            <a:ext cx="2925416" cy="543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19A7A4-0CFF-0CE5-884C-4629E3B4564D}"/>
              </a:ext>
            </a:extLst>
          </p:cNvPr>
          <p:cNvSpPr txBox="1"/>
          <p:nvPr/>
        </p:nvSpPr>
        <p:spPr>
          <a:xfrm>
            <a:off x="6613692" y="678858"/>
            <a:ext cx="275805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–o</a:t>
            </a:r>
            <a:r>
              <a:rPr lang="en-US" dirty="0"/>
              <a:t> option lets you give the output executable file a name other than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r>
              <a:rPr lang="en-US" dirty="0"/>
              <a:t>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722136D-E460-7AF6-8C09-5823EB1CA654}"/>
              </a:ext>
            </a:extLst>
          </p:cNvPr>
          <p:cNvSpPr/>
          <p:nvPr/>
        </p:nvSpPr>
        <p:spPr>
          <a:xfrm>
            <a:off x="4813458" y="3888665"/>
            <a:ext cx="2402351" cy="4547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4716A5-2832-466F-5C0E-1470EE194FD6}"/>
              </a:ext>
            </a:extLst>
          </p:cNvPr>
          <p:cNvSpPr/>
          <p:nvPr/>
        </p:nvSpPr>
        <p:spPr>
          <a:xfrm>
            <a:off x="5085127" y="4769070"/>
            <a:ext cx="2528247" cy="379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075FCFD-8EC2-B360-1356-8047C1B7F00C}"/>
              </a:ext>
            </a:extLst>
          </p:cNvPr>
          <p:cNvCxnSpPr>
            <a:stCxn id="32" idx="2"/>
            <a:endCxn id="29" idx="0"/>
          </p:cNvCxnSpPr>
          <p:nvPr/>
        </p:nvCxnSpPr>
        <p:spPr>
          <a:xfrm>
            <a:off x="7992717" y="1602188"/>
            <a:ext cx="2534478" cy="952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5D73C88-DB82-73C1-C761-AE827BA06B82}"/>
              </a:ext>
            </a:extLst>
          </p:cNvPr>
          <p:cNvSpPr txBox="1"/>
          <p:nvPr/>
        </p:nvSpPr>
        <p:spPr>
          <a:xfrm>
            <a:off x="8915677" y="5145242"/>
            <a:ext cx="275805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is nice, but typing a long command like that every time is tedious. So there is another way …</a:t>
            </a:r>
          </a:p>
        </p:txBody>
      </p:sp>
    </p:spTree>
    <p:extLst>
      <p:ext uri="{BB962C8B-B14F-4D97-AF65-F5344CB8AC3E}">
        <p14:creationId xmlns:p14="http://schemas.microsoft.com/office/powerpoint/2010/main" val="41414382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AA362-BDFD-E920-0FA7-E52412A4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17DE2BC-A709-258C-E475-C87EFA434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112764"/>
            <a:ext cx="3216965" cy="1325563"/>
          </a:xfrm>
        </p:spPr>
        <p:txBody>
          <a:bodyPr/>
          <a:lstStyle/>
          <a:p>
            <a:r>
              <a:rPr lang="en-US" dirty="0"/>
              <a:t>Compiling Improved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65F660-DE47-7451-0B73-0E84BB64C87A}"/>
              </a:ext>
            </a:extLst>
          </p:cNvPr>
          <p:cNvGrpSpPr/>
          <p:nvPr/>
        </p:nvGrpSpPr>
        <p:grpSpPr>
          <a:xfrm>
            <a:off x="2619765" y="1748863"/>
            <a:ext cx="1250920" cy="993914"/>
            <a:chOff x="1401417" y="1789043"/>
            <a:chExt cx="1250920" cy="993914"/>
          </a:xfrm>
        </p:grpSpPr>
        <p:sp>
          <p:nvSpPr>
            <p:cNvPr id="6" name="Document 5">
              <a:extLst>
                <a:ext uri="{FF2B5EF4-FFF2-40B4-BE49-F238E27FC236}">
                  <a16:creationId xmlns:a16="http://schemas.microsoft.com/office/drawing/2014/main" id="{08D2CCD5-09CC-126E-5235-1896D4D9C37E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6719DE2-11A9-19A3-2FB1-009083CA9A90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8" name="Process 7">
            <a:extLst>
              <a:ext uri="{FF2B5EF4-FFF2-40B4-BE49-F238E27FC236}">
                <a16:creationId xmlns:a16="http://schemas.microsoft.com/office/drawing/2014/main" id="{8D047CB9-A412-3578-8AE8-6EBFD9B2AE98}"/>
              </a:ext>
            </a:extLst>
          </p:cNvPr>
          <p:cNvSpPr/>
          <p:nvPr/>
        </p:nvSpPr>
        <p:spPr>
          <a:xfrm>
            <a:off x="2574334" y="3611933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5F1814-DF12-6EB7-C0BE-8C82188D8649}"/>
              </a:ext>
            </a:extLst>
          </p:cNvPr>
          <p:cNvSpPr txBox="1"/>
          <p:nvPr/>
        </p:nvSpPr>
        <p:spPr>
          <a:xfrm>
            <a:off x="2689624" y="3785724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C2CFDC-6FEE-5ED5-2D2E-DF89EB7C6FAF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245225" y="2677068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DC32E9-7A8D-11A9-F7FC-9533F3BF70F8}"/>
              </a:ext>
            </a:extLst>
          </p:cNvPr>
          <p:cNvGrpSpPr/>
          <p:nvPr/>
        </p:nvGrpSpPr>
        <p:grpSpPr>
          <a:xfrm>
            <a:off x="2619765" y="5475003"/>
            <a:ext cx="1250920" cy="993914"/>
            <a:chOff x="1401417" y="1789043"/>
            <a:chExt cx="1250920" cy="993914"/>
          </a:xfrm>
        </p:grpSpPr>
        <p:sp>
          <p:nvSpPr>
            <p:cNvPr id="16" name="Document 15">
              <a:extLst>
                <a:ext uri="{FF2B5EF4-FFF2-40B4-BE49-F238E27FC236}">
                  <a16:creationId xmlns:a16="http://schemas.microsoft.com/office/drawing/2014/main" id="{D148750A-4C6D-E904-316F-E99AB7DB8746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0C27A2-0640-8EA8-225F-A98087634ACD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7BF12F-7A49-946A-B479-D7E7B670A5AB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 flipH="1">
            <a:off x="3245225" y="4693149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cess 19">
            <a:extLst>
              <a:ext uri="{FF2B5EF4-FFF2-40B4-BE49-F238E27FC236}">
                <a16:creationId xmlns:a16="http://schemas.microsoft.com/office/drawing/2014/main" id="{53B7AE01-10EC-2FE3-F25B-0FD987B4C463}"/>
              </a:ext>
            </a:extLst>
          </p:cNvPr>
          <p:cNvSpPr/>
          <p:nvPr/>
        </p:nvSpPr>
        <p:spPr>
          <a:xfrm>
            <a:off x="380641" y="1762622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A025BB-AD1F-A9BD-8D98-B3D6F2719EA5}"/>
              </a:ext>
            </a:extLst>
          </p:cNvPr>
          <p:cNvSpPr txBox="1"/>
          <p:nvPr/>
        </p:nvSpPr>
        <p:spPr>
          <a:xfrm>
            <a:off x="667228" y="1912715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D4BF74B-B651-CBCA-91CB-E935CA7066B1}"/>
              </a:ext>
            </a:extLst>
          </p:cNvPr>
          <p:cNvCxnSpPr>
            <a:cxnSpLocks/>
            <a:stCxn id="20" idx="3"/>
            <a:endCxn id="6" idx="1"/>
          </p:cNvCxnSpPr>
          <p:nvPr/>
        </p:nvCxnSpPr>
        <p:spPr>
          <a:xfrm flipV="1">
            <a:off x="1722424" y="2245820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B935198-E1B3-B172-74DF-EAA8A25B5799}"/>
              </a:ext>
            </a:extLst>
          </p:cNvPr>
          <p:cNvSpPr txBox="1"/>
          <p:nvPr/>
        </p:nvSpPr>
        <p:spPr>
          <a:xfrm>
            <a:off x="495930" y="3829375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441170-FBFE-62FC-A4A7-1C9C3E49DB65}"/>
              </a:ext>
            </a:extLst>
          </p:cNvPr>
          <p:cNvCxnSpPr>
            <a:cxnSpLocks/>
            <a:stCxn id="8" idx="1"/>
            <a:endCxn id="24" idx="3"/>
          </p:cNvCxnSpPr>
          <p:nvPr/>
        </p:nvCxnSpPr>
        <p:spPr>
          <a:xfrm flipH="1">
            <a:off x="1607133" y="4152541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EEE04B7-8259-EC40-BD3E-0CB78DC22E57}"/>
              </a:ext>
            </a:extLst>
          </p:cNvPr>
          <p:cNvSpPr txBox="1"/>
          <p:nvPr/>
        </p:nvSpPr>
        <p:spPr>
          <a:xfrm>
            <a:off x="2448180" y="1432911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26B2E3-ED93-3841-3511-564E59C3ADE0}"/>
              </a:ext>
            </a:extLst>
          </p:cNvPr>
          <p:cNvSpPr txBox="1"/>
          <p:nvPr/>
        </p:nvSpPr>
        <p:spPr>
          <a:xfrm>
            <a:off x="2509703" y="6423713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B7B647-234D-A7EF-80FC-AA844EF55E95}"/>
              </a:ext>
            </a:extLst>
          </p:cNvPr>
          <p:cNvSpPr txBox="1"/>
          <p:nvPr/>
        </p:nvSpPr>
        <p:spPr>
          <a:xfrm>
            <a:off x="4768026" y="2554617"/>
            <a:ext cx="722187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make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-o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ls</a:t>
            </a:r>
          </a:p>
          <a:p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* 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$./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63EBFB-D3B9-7966-7CE7-CD4FCFB94A38}"/>
              </a:ext>
            </a:extLst>
          </p:cNvPr>
          <p:cNvSpPr/>
          <p:nvPr/>
        </p:nvSpPr>
        <p:spPr>
          <a:xfrm>
            <a:off x="5150984" y="2551616"/>
            <a:ext cx="3317156" cy="543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77D8D1-51FA-40B7-B49C-3F69A521CD6C}"/>
              </a:ext>
            </a:extLst>
          </p:cNvPr>
          <p:cNvSpPr txBox="1"/>
          <p:nvPr/>
        </p:nvSpPr>
        <p:spPr>
          <a:xfrm>
            <a:off x="5114772" y="416092"/>
            <a:ext cx="33895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make</a:t>
            </a:r>
            <a:r>
              <a:rPr lang="en-US" dirty="0"/>
              <a:t> is a standard program for “building” C/C++ programs. The command after is automatically generated and run.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4E1E191-5A52-02BB-E9FB-DB01640F2190}"/>
              </a:ext>
            </a:extLst>
          </p:cNvPr>
          <p:cNvCxnSpPr>
            <a:cxnSpLocks/>
            <a:stCxn id="32" idx="2"/>
            <a:endCxn id="29" idx="0"/>
          </p:cNvCxnSpPr>
          <p:nvPr/>
        </p:nvCxnSpPr>
        <p:spPr>
          <a:xfrm>
            <a:off x="6809562" y="1616421"/>
            <a:ext cx="0" cy="935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966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B389-EB76-21E9-31CC-94DF0B2F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25C8C95-49A5-1702-B153-92E199965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112764"/>
            <a:ext cx="3216965" cy="1325563"/>
          </a:xfrm>
        </p:spPr>
        <p:txBody>
          <a:bodyPr/>
          <a:lstStyle/>
          <a:p>
            <a:r>
              <a:rPr lang="en-US" dirty="0"/>
              <a:t>Compiling Improved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78D6879-FF64-4853-2447-588B32910399}"/>
              </a:ext>
            </a:extLst>
          </p:cNvPr>
          <p:cNvGrpSpPr/>
          <p:nvPr/>
        </p:nvGrpSpPr>
        <p:grpSpPr>
          <a:xfrm>
            <a:off x="2619765" y="1748863"/>
            <a:ext cx="1250920" cy="993914"/>
            <a:chOff x="1401417" y="1789043"/>
            <a:chExt cx="1250920" cy="993914"/>
          </a:xfrm>
        </p:grpSpPr>
        <p:sp>
          <p:nvSpPr>
            <p:cNvPr id="6" name="Document 5">
              <a:extLst>
                <a:ext uri="{FF2B5EF4-FFF2-40B4-BE49-F238E27FC236}">
                  <a16:creationId xmlns:a16="http://schemas.microsoft.com/office/drawing/2014/main" id="{D71F7738-3F9F-ABCF-D9B8-92166F097DEE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1BD3C0-F40A-45C5-231D-3BD57F7376A3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8" name="Process 7">
            <a:extLst>
              <a:ext uri="{FF2B5EF4-FFF2-40B4-BE49-F238E27FC236}">
                <a16:creationId xmlns:a16="http://schemas.microsoft.com/office/drawing/2014/main" id="{913E2D24-BF7D-EA13-0428-9B875AD5A346}"/>
              </a:ext>
            </a:extLst>
          </p:cNvPr>
          <p:cNvSpPr/>
          <p:nvPr/>
        </p:nvSpPr>
        <p:spPr>
          <a:xfrm>
            <a:off x="2574334" y="3611933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EDF49-B514-AF0A-E258-38AC6354BF16}"/>
              </a:ext>
            </a:extLst>
          </p:cNvPr>
          <p:cNvSpPr txBox="1"/>
          <p:nvPr/>
        </p:nvSpPr>
        <p:spPr>
          <a:xfrm>
            <a:off x="2689624" y="3785724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7C0CE9-771D-FA9A-2DB8-9279E0BC7552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245225" y="2677068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B0E47F-E82D-6B51-15EB-DE67057B26BC}"/>
              </a:ext>
            </a:extLst>
          </p:cNvPr>
          <p:cNvGrpSpPr/>
          <p:nvPr/>
        </p:nvGrpSpPr>
        <p:grpSpPr>
          <a:xfrm>
            <a:off x="2619765" y="5475003"/>
            <a:ext cx="1250920" cy="993914"/>
            <a:chOff x="1401417" y="1789043"/>
            <a:chExt cx="1250920" cy="993914"/>
          </a:xfrm>
        </p:grpSpPr>
        <p:sp>
          <p:nvSpPr>
            <p:cNvPr id="16" name="Document 15">
              <a:extLst>
                <a:ext uri="{FF2B5EF4-FFF2-40B4-BE49-F238E27FC236}">
                  <a16:creationId xmlns:a16="http://schemas.microsoft.com/office/drawing/2014/main" id="{F3EFA04D-FBD5-A758-D73A-E62D9DFFDA05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4D85C09-602D-CB41-FB7C-8B6F72D785ED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505617E-61E3-3AB7-0136-F0FB45D9A5F5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 flipH="1">
            <a:off x="3245225" y="4693149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cess 19">
            <a:extLst>
              <a:ext uri="{FF2B5EF4-FFF2-40B4-BE49-F238E27FC236}">
                <a16:creationId xmlns:a16="http://schemas.microsoft.com/office/drawing/2014/main" id="{C80F8F38-0611-C8F0-1068-FAB590BE9DC4}"/>
              </a:ext>
            </a:extLst>
          </p:cNvPr>
          <p:cNvSpPr/>
          <p:nvPr/>
        </p:nvSpPr>
        <p:spPr>
          <a:xfrm>
            <a:off x="380641" y="1762622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A2E893-864D-23DB-16E1-7E06871582CD}"/>
              </a:ext>
            </a:extLst>
          </p:cNvPr>
          <p:cNvSpPr txBox="1"/>
          <p:nvPr/>
        </p:nvSpPr>
        <p:spPr>
          <a:xfrm>
            <a:off x="667228" y="1912715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4BFDF1D-E2C9-2E9E-9635-0AF86C09A1AF}"/>
              </a:ext>
            </a:extLst>
          </p:cNvPr>
          <p:cNvCxnSpPr>
            <a:cxnSpLocks/>
            <a:stCxn id="20" idx="3"/>
            <a:endCxn id="6" idx="1"/>
          </p:cNvCxnSpPr>
          <p:nvPr/>
        </p:nvCxnSpPr>
        <p:spPr>
          <a:xfrm flipV="1">
            <a:off x="1722424" y="2245820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8DECD3-A36D-0683-857D-CD8698E77697}"/>
              </a:ext>
            </a:extLst>
          </p:cNvPr>
          <p:cNvSpPr txBox="1"/>
          <p:nvPr/>
        </p:nvSpPr>
        <p:spPr>
          <a:xfrm>
            <a:off x="495930" y="3829375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1843720-3B2A-8BCC-EA57-1EDDA17A063F}"/>
              </a:ext>
            </a:extLst>
          </p:cNvPr>
          <p:cNvCxnSpPr>
            <a:cxnSpLocks/>
            <a:stCxn id="8" idx="1"/>
            <a:endCxn id="24" idx="3"/>
          </p:cNvCxnSpPr>
          <p:nvPr/>
        </p:nvCxnSpPr>
        <p:spPr>
          <a:xfrm flipH="1">
            <a:off x="1607133" y="4152541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39B4FFA-9D78-B48E-0B68-93E407F730D4}"/>
              </a:ext>
            </a:extLst>
          </p:cNvPr>
          <p:cNvSpPr txBox="1"/>
          <p:nvPr/>
        </p:nvSpPr>
        <p:spPr>
          <a:xfrm>
            <a:off x="2448180" y="1432911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35B0D4-914D-B438-7ADF-1792CA0B3618}"/>
              </a:ext>
            </a:extLst>
          </p:cNvPr>
          <p:cNvSpPr txBox="1"/>
          <p:nvPr/>
        </p:nvSpPr>
        <p:spPr>
          <a:xfrm>
            <a:off x="2509703" y="6423713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203C93-99C2-A021-DDCC-B51B956D5FB7}"/>
              </a:ext>
            </a:extLst>
          </p:cNvPr>
          <p:cNvSpPr txBox="1"/>
          <p:nvPr/>
        </p:nvSpPr>
        <p:spPr>
          <a:xfrm>
            <a:off x="4768026" y="2554617"/>
            <a:ext cx="722187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make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-o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make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make: `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' is up to date.</a:t>
            </a:r>
          </a:p>
          <a:p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./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C34E17-91A3-276D-C98F-B4BF5185606E}"/>
              </a:ext>
            </a:extLst>
          </p:cNvPr>
          <p:cNvSpPr txBox="1"/>
          <p:nvPr/>
        </p:nvSpPr>
        <p:spPr>
          <a:xfrm>
            <a:off x="4939611" y="694247"/>
            <a:ext cx="3389580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make</a:t>
            </a:r>
            <a:r>
              <a:rPr lang="en-US" dirty="0"/>
              <a:t> is a little bit smart. If you’ve already compiled the file, it won’t compile it again. This speeds up compiling in multi-file programs.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CD89ED-03A3-2CBA-0A91-6D569906E8EC}"/>
              </a:ext>
            </a:extLst>
          </p:cNvPr>
          <p:cNvSpPr/>
          <p:nvPr/>
        </p:nvSpPr>
        <p:spPr>
          <a:xfrm>
            <a:off x="4768025" y="3829375"/>
            <a:ext cx="6830939" cy="10010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33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6A878-B3F2-E7C7-B60E-DD473AC57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DD620D-64A4-58EB-813C-1E2FA5D826BD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8686868" y="1592249"/>
            <a:ext cx="0" cy="2323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8E70AFE-8F26-9CF0-B682-040534BD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112764"/>
            <a:ext cx="3216965" cy="1325563"/>
          </a:xfrm>
        </p:spPr>
        <p:txBody>
          <a:bodyPr/>
          <a:lstStyle/>
          <a:p>
            <a:r>
              <a:rPr lang="en-US" dirty="0"/>
              <a:t>Compiling Improved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4B6373A-B082-C9C8-6521-17665A805D51}"/>
              </a:ext>
            </a:extLst>
          </p:cNvPr>
          <p:cNvGrpSpPr/>
          <p:nvPr/>
        </p:nvGrpSpPr>
        <p:grpSpPr>
          <a:xfrm>
            <a:off x="2619765" y="1748863"/>
            <a:ext cx="1250920" cy="993914"/>
            <a:chOff x="1401417" y="1789043"/>
            <a:chExt cx="1250920" cy="993914"/>
          </a:xfrm>
        </p:grpSpPr>
        <p:sp>
          <p:nvSpPr>
            <p:cNvPr id="6" name="Document 5">
              <a:extLst>
                <a:ext uri="{FF2B5EF4-FFF2-40B4-BE49-F238E27FC236}">
                  <a16:creationId xmlns:a16="http://schemas.microsoft.com/office/drawing/2014/main" id="{25A43051-3AA8-A1CF-7F86-5932478ACC4C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D2611F-1F09-354E-CA29-CAFDC40DCB94}"/>
                </a:ext>
              </a:extLst>
            </p:cNvPr>
            <p:cNvSpPr txBox="1"/>
            <p:nvPr/>
          </p:nvSpPr>
          <p:spPr>
            <a:xfrm>
              <a:off x="1401417" y="2009001"/>
              <a:ext cx="12509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hello_world.cpp</a:t>
              </a:r>
              <a:endParaRPr lang="en-US" sz="1200" dirty="0"/>
            </a:p>
          </p:txBody>
        </p:sp>
      </p:grpSp>
      <p:sp>
        <p:nvSpPr>
          <p:cNvPr id="8" name="Process 7">
            <a:extLst>
              <a:ext uri="{FF2B5EF4-FFF2-40B4-BE49-F238E27FC236}">
                <a16:creationId xmlns:a16="http://schemas.microsoft.com/office/drawing/2014/main" id="{B15F3005-6ED4-FB34-9EDA-B7382F6C138A}"/>
              </a:ext>
            </a:extLst>
          </p:cNvPr>
          <p:cNvSpPr/>
          <p:nvPr/>
        </p:nvSpPr>
        <p:spPr>
          <a:xfrm>
            <a:off x="2574334" y="3611933"/>
            <a:ext cx="1341783" cy="1081216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31840-5E77-1BBD-32F2-58F4948AF510}"/>
              </a:ext>
            </a:extLst>
          </p:cNvPr>
          <p:cNvSpPr txBox="1"/>
          <p:nvPr/>
        </p:nvSpPr>
        <p:spPr>
          <a:xfrm>
            <a:off x="2689624" y="3785724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C++</a:t>
            </a:r>
            <a:br>
              <a:rPr lang="en-US" dirty="0"/>
            </a:br>
            <a:r>
              <a:rPr lang="en-US" dirty="0"/>
              <a:t>Compiler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21965E-8A8D-3ADF-0349-6ECF35C8FED2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245225" y="2677068"/>
            <a:ext cx="1" cy="93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CA0FFA-FA07-A465-E043-527650776B16}"/>
              </a:ext>
            </a:extLst>
          </p:cNvPr>
          <p:cNvGrpSpPr/>
          <p:nvPr/>
        </p:nvGrpSpPr>
        <p:grpSpPr>
          <a:xfrm>
            <a:off x="2619765" y="5475003"/>
            <a:ext cx="1250920" cy="993914"/>
            <a:chOff x="1401417" y="1789043"/>
            <a:chExt cx="1250920" cy="993914"/>
          </a:xfrm>
        </p:grpSpPr>
        <p:sp>
          <p:nvSpPr>
            <p:cNvPr id="16" name="Document 15">
              <a:extLst>
                <a:ext uri="{FF2B5EF4-FFF2-40B4-BE49-F238E27FC236}">
                  <a16:creationId xmlns:a16="http://schemas.microsoft.com/office/drawing/2014/main" id="{0D3F7513-A9B3-501A-6012-8C21E3517400}"/>
                </a:ext>
              </a:extLst>
            </p:cNvPr>
            <p:cNvSpPr/>
            <p:nvPr/>
          </p:nvSpPr>
          <p:spPr>
            <a:xfrm>
              <a:off x="1401417" y="1789043"/>
              <a:ext cx="1250920" cy="993914"/>
            </a:xfrm>
            <a:prstGeom prst="flowChartDocumen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032938B-A67A-D4BB-A611-40AE60F0A509}"/>
                </a:ext>
              </a:extLst>
            </p:cNvPr>
            <p:cNvSpPr txBox="1"/>
            <p:nvPr/>
          </p:nvSpPr>
          <p:spPr>
            <a:xfrm>
              <a:off x="1401417" y="1983373"/>
              <a:ext cx="125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./</a:t>
              </a:r>
              <a:r>
                <a:rPr lang="en-US" sz="1200" dirty="0" err="1"/>
                <a:t>hello_world</a:t>
              </a:r>
              <a:endParaRPr lang="en-US" sz="1200" dirty="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A1F9F5-F30D-EE62-69C2-A1C94F53E215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 flipH="1">
            <a:off x="3245225" y="4693149"/>
            <a:ext cx="1" cy="7818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cess 19">
            <a:extLst>
              <a:ext uri="{FF2B5EF4-FFF2-40B4-BE49-F238E27FC236}">
                <a16:creationId xmlns:a16="http://schemas.microsoft.com/office/drawing/2014/main" id="{C2B35457-5445-BC3B-0D67-D501C728D396}"/>
              </a:ext>
            </a:extLst>
          </p:cNvPr>
          <p:cNvSpPr/>
          <p:nvPr/>
        </p:nvSpPr>
        <p:spPr>
          <a:xfrm>
            <a:off x="380641" y="1762622"/>
            <a:ext cx="1341783" cy="980155"/>
          </a:xfrm>
          <a:prstGeom prst="flowChart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BB39D1-A0DB-D21B-07E2-614693AE9796}"/>
              </a:ext>
            </a:extLst>
          </p:cNvPr>
          <p:cNvSpPr txBox="1"/>
          <p:nvPr/>
        </p:nvSpPr>
        <p:spPr>
          <a:xfrm>
            <a:off x="667228" y="1912715"/>
            <a:ext cx="76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Text</a:t>
            </a:r>
            <a:br>
              <a:rPr lang="en-US" dirty="0"/>
            </a:br>
            <a:r>
              <a:rPr lang="en-US" dirty="0"/>
              <a:t>editor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60A7984-378F-5C4F-31A7-65F1CDABADD9}"/>
              </a:ext>
            </a:extLst>
          </p:cNvPr>
          <p:cNvCxnSpPr>
            <a:cxnSpLocks/>
            <a:stCxn id="20" idx="3"/>
            <a:endCxn id="6" idx="1"/>
          </p:cNvCxnSpPr>
          <p:nvPr/>
        </p:nvCxnSpPr>
        <p:spPr>
          <a:xfrm flipV="1">
            <a:off x="1722424" y="2245820"/>
            <a:ext cx="897341" cy="6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5C64F15-FE3D-3332-6D03-2DC95CCAEABE}"/>
              </a:ext>
            </a:extLst>
          </p:cNvPr>
          <p:cNvSpPr txBox="1"/>
          <p:nvPr/>
        </p:nvSpPr>
        <p:spPr>
          <a:xfrm>
            <a:off x="495930" y="3829375"/>
            <a:ext cx="1111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Compiler</a:t>
            </a:r>
            <a:br>
              <a:rPr lang="en-US" dirty="0"/>
            </a:br>
            <a:r>
              <a:rPr lang="en-US" dirty="0"/>
              <a:t>error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9F9AA87-5C66-8A24-9A0F-73E95F79D5CB}"/>
              </a:ext>
            </a:extLst>
          </p:cNvPr>
          <p:cNvCxnSpPr>
            <a:cxnSpLocks/>
            <a:stCxn id="8" idx="1"/>
            <a:endCxn id="24" idx="3"/>
          </p:cNvCxnSpPr>
          <p:nvPr/>
        </p:nvCxnSpPr>
        <p:spPr>
          <a:xfrm flipH="1">
            <a:off x="1607133" y="4152541"/>
            <a:ext cx="967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BABD9E-4C10-6BA3-D218-6B556B0CFE20}"/>
              </a:ext>
            </a:extLst>
          </p:cNvPr>
          <p:cNvSpPr txBox="1"/>
          <p:nvPr/>
        </p:nvSpPr>
        <p:spPr>
          <a:xfrm>
            <a:off x="2448180" y="1432911"/>
            <a:ext cx="15940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source code file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7BCBE1-404C-9D03-D081-AEB2969424DC}"/>
              </a:ext>
            </a:extLst>
          </p:cNvPr>
          <p:cNvSpPr txBox="1"/>
          <p:nvPr/>
        </p:nvSpPr>
        <p:spPr>
          <a:xfrm>
            <a:off x="2509703" y="6423713"/>
            <a:ext cx="1471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executable 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BE75E6-8F3D-6B8B-D1CA-4BCADB1ECEEC}"/>
              </a:ext>
            </a:extLst>
          </p:cNvPr>
          <p:cNvSpPr txBox="1"/>
          <p:nvPr/>
        </p:nvSpPr>
        <p:spPr>
          <a:xfrm>
            <a:off x="4768026" y="2554617"/>
            <a:ext cx="722187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make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-o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make –B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-o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./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864160-B2EF-9E99-27B9-9B1127A46E0F}"/>
              </a:ext>
            </a:extLst>
          </p:cNvPr>
          <p:cNvSpPr txBox="1"/>
          <p:nvPr/>
        </p:nvSpPr>
        <p:spPr>
          <a:xfrm>
            <a:off x="7275443" y="668919"/>
            <a:ext cx="282285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make -B</a:t>
            </a:r>
            <a:r>
              <a:rPr lang="en-US" dirty="0">
                <a:cs typeface="Consolas" panose="020B0609020204030204" pitchFamily="49" charset="0"/>
              </a:rPr>
              <a:t> forces the program to be re-compiled even if it is already there.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92DFEE-74E9-76F5-31D0-DEE1E384F445}"/>
              </a:ext>
            </a:extLst>
          </p:cNvPr>
          <p:cNvSpPr/>
          <p:nvPr/>
        </p:nvSpPr>
        <p:spPr>
          <a:xfrm>
            <a:off x="5138530" y="3916017"/>
            <a:ext cx="3916018" cy="3876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96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CD940-30A3-8DB9-27A8-34803B5E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D0317D1-7347-78E5-E04F-3C57F948F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112764"/>
            <a:ext cx="3216965" cy="1325563"/>
          </a:xfrm>
        </p:spPr>
        <p:txBody>
          <a:bodyPr/>
          <a:lstStyle/>
          <a:p>
            <a:r>
              <a:rPr lang="en-US" dirty="0"/>
              <a:t>Compiling Improved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CB46DD-CCC7-EB46-1A41-79DC9B8731A1}"/>
              </a:ext>
            </a:extLst>
          </p:cNvPr>
          <p:cNvSpPr txBox="1"/>
          <p:nvPr/>
        </p:nvSpPr>
        <p:spPr>
          <a:xfrm>
            <a:off x="4816478" y="1615899"/>
            <a:ext cx="722187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make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-std=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17 –Wall -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Wextra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Werror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Wfatal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-errors -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Wno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-sign-compare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Wnon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-virtual-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dtor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-o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 ls</a:t>
            </a:r>
          </a:p>
          <a:p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*  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hello_world.cpp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$./</a:t>
            </a:r>
            <a:r>
              <a:rPr 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hello_world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B25F59-2271-572A-17A1-4EB826D5F46B}"/>
              </a:ext>
            </a:extLst>
          </p:cNvPr>
          <p:cNvSpPr/>
          <p:nvPr/>
        </p:nvSpPr>
        <p:spPr>
          <a:xfrm>
            <a:off x="4886051" y="2133675"/>
            <a:ext cx="7152303" cy="17028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35F1F0-6FDF-E3D3-FE1F-F7A5A27E45B9}"/>
              </a:ext>
            </a:extLst>
          </p:cNvPr>
          <p:cNvGrpSpPr/>
          <p:nvPr/>
        </p:nvGrpSpPr>
        <p:grpSpPr>
          <a:xfrm>
            <a:off x="634223" y="2873436"/>
            <a:ext cx="2871143" cy="1846660"/>
            <a:chOff x="202095" y="1698436"/>
            <a:chExt cx="2871143" cy="184666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EA06944-94ED-8707-383F-BC61D883BF29}"/>
                </a:ext>
              </a:extLst>
            </p:cNvPr>
            <p:cNvSpPr txBox="1"/>
            <p:nvPr/>
          </p:nvSpPr>
          <p:spPr>
            <a:xfrm>
              <a:off x="202096" y="2067768"/>
              <a:ext cx="2871142" cy="14773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CPPFLAGS = -std=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c++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17</a:t>
              </a:r>
              <a:b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-Wall -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Wextra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 –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Werror</a:t>
              </a:r>
              <a:b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Wfatal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-errors </a:t>
              </a:r>
              <a:b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Wno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-sign-compare </a:t>
              </a:r>
              <a:b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Wnon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-virtual-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dtor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endParaRPr lang="en-CA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A4EFF72-074F-2BB5-1E48-8DDE1F1F1F92}"/>
                </a:ext>
              </a:extLst>
            </p:cNvPr>
            <p:cNvSpPr txBox="1"/>
            <p:nvPr/>
          </p:nvSpPr>
          <p:spPr>
            <a:xfrm>
              <a:off x="202095" y="1698436"/>
              <a:ext cx="2871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makefile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103C3F6-4830-F047-9727-BD1E02D2485D}"/>
              </a:ext>
            </a:extLst>
          </p:cNvPr>
          <p:cNvSpPr txBox="1"/>
          <p:nvPr/>
        </p:nvSpPr>
        <p:spPr>
          <a:xfrm>
            <a:off x="375005" y="1476737"/>
            <a:ext cx="33895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make</a:t>
            </a:r>
            <a:r>
              <a:rPr lang="en-US" dirty="0"/>
              <a:t> can also read a file named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makefile</a:t>
            </a:r>
            <a:r>
              <a:rPr lang="en-US" dirty="0"/>
              <a:t> in the same folder as the program. We’ll use it to set various helpful options.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B6B6FA4-16C6-7398-5844-264483FB4C51}"/>
              </a:ext>
            </a:extLst>
          </p:cNvPr>
          <p:cNvCxnSpPr>
            <a:stCxn id="2" idx="3"/>
            <a:endCxn id="29" idx="1"/>
          </p:cNvCxnSpPr>
          <p:nvPr/>
        </p:nvCxnSpPr>
        <p:spPr>
          <a:xfrm flipV="1">
            <a:off x="3505366" y="2985090"/>
            <a:ext cx="1380685" cy="996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6845817-3019-C2EE-E366-F494A49D0064}"/>
              </a:ext>
            </a:extLst>
          </p:cNvPr>
          <p:cNvSpPr txBox="1"/>
          <p:nvPr/>
        </p:nvSpPr>
        <p:spPr>
          <a:xfrm>
            <a:off x="8600325" y="237998"/>
            <a:ext cx="3389580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makefile</a:t>
            </a:r>
            <a:r>
              <a:rPr lang="en-US" dirty="0"/>
              <a:t> is a common and convenient way to give options to the compiler without needing to type them all out each time.</a:t>
            </a:r>
          </a:p>
        </p:txBody>
      </p:sp>
    </p:spTree>
    <p:extLst>
      <p:ext uri="{BB962C8B-B14F-4D97-AF65-F5344CB8AC3E}">
        <p14:creationId xmlns:p14="http://schemas.microsoft.com/office/powerpoint/2010/main" val="29776477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925E5-8963-88A7-6AD6-836AEDDFF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1658C94-09B1-93A0-4E2F-303CA44D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95" y="112764"/>
            <a:ext cx="3216965" cy="1325563"/>
          </a:xfrm>
        </p:spPr>
        <p:txBody>
          <a:bodyPr/>
          <a:lstStyle/>
          <a:p>
            <a:r>
              <a:rPr lang="en-US" dirty="0"/>
              <a:t>Compiling Improved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75CD39C-1957-E0D9-6126-8976D0AEA001}"/>
              </a:ext>
            </a:extLst>
          </p:cNvPr>
          <p:cNvGrpSpPr/>
          <p:nvPr/>
        </p:nvGrpSpPr>
        <p:grpSpPr>
          <a:xfrm>
            <a:off x="445380" y="2505670"/>
            <a:ext cx="2871143" cy="1846660"/>
            <a:chOff x="202095" y="1698436"/>
            <a:chExt cx="2871143" cy="184666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01B37BF-F853-D688-6AFE-4CAC0E28F0D4}"/>
                </a:ext>
              </a:extLst>
            </p:cNvPr>
            <p:cNvSpPr txBox="1"/>
            <p:nvPr/>
          </p:nvSpPr>
          <p:spPr>
            <a:xfrm>
              <a:off x="202096" y="2067768"/>
              <a:ext cx="2871142" cy="14773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CPPFLAGS = -std=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c++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17</a:t>
              </a:r>
              <a:b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-Wall -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Wextra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 –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Werror</a:t>
              </a:r>
              <a:b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Wfatal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-errors </a:t>
              </a:r>
              <a:b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Wno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-sign-compare </a:t>
              </a:r>
              <a:b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Wnon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-virtual-</a:t>
              </a:r>
              <a:r>
                <a:rPr lang="en-CA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dtor</a:t>
              </a:r>
              <a:r>
                <a:rPr lang="en-CA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endParaRPr lang="en-CA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956E165-3A12-474E-F672-339445E401FD}"/>
                </a:ext>
              </a:extLst>
            </p:cNvPr>
            <p:cNvSpPr txBox="1"/>
            <p:nvPr/>
          </p:nvSpPr>
          <p:spPr>
            <a:xfrm>
              <a:off x="202095" y="1698436"/>
              <a:ext cx="28711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makefile</a:t>
              </a:r>
              <a:endParaRPr 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FA7D723-65BB-6D29-6651-6E7E5D7CAD68}"/>
              </a:ext>
            </a:extLst>
          </p:cNvPr>
          <p:cNvSpPr txBox="1"/>
          <p:nvPr/>
        </p:nvSpPr>
        <p:spPr>
          <a:xfrm>
            <a:off x="4343400" y="1438327"/>
            <a:ext cx="6844566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-std=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c++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17</a:t>
            </a:r>
            <a:br>
              <a:rPr lang="en-US" dirty="0"/>
            </a:br>
            <a:r>
              <a:rPr lang="en-US" dirty="0"/>
              <a:t>which version of C++ to use</a:t>
            </a:r>
            <a:br>
              <a:rPr lang="en-US" dirty="0"/>
            </a:br>
            <a:endParaRPr lang="en-US" dirty="0"/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-Wall –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Wextra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–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Werror</a:t>
            </a:r>
            <a:br>
              <a:rPr lang="en-US" dirty="0"/>
            </a:br>
            <a:r>
              <a:rPr lang="en-US" dirty="0"/>
              <a:t>check for as many errors as possible</a:t>
            </a:r>
            <a:br>
              <a:rPr lang="en-US" dirty="0"/>
            </a:br>
            <a:endParaRPr lang="en-US" dirty="0"/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Wfatal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-errors</a:t>
            </a:r>
            <a:br>
              <a:rPr lang="en-US" dirty="0"/>
            </a:br>
            <a:r>
              <a:rPr lang="en-US" dirty="0"/>
              <a:t>stop compiling after the first error</a:t>
            </a:r>
            <a:br>
              <a:rPr lang="en-US" dirty="0"/>
            </a:br>
            <a:r>
              <a:rPr lang="en-US" dirty="0"/>
              <a:t>(otherwise a single mistake could cause multiple error messages)</a:t>
            </a:r>
            <a:br>
              <a:rPr lang="en-US" dirty="0"/>
            </a:br>
            <a:endParaRPr lang="en-US" dirty="0"/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Wno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-sign-compare</a:t>
            </a:r>
            <a:br>
              <a:rPr lang="en-US" dirty="0"/>
            </a:br>
            <a:r>
              <a:rPr lang="en-US" dirty="0"/>
              <a:t>turn off warning about sign comparisons (for convenience)</a:t>
            </a:r>
            <a:br>
              <a:rPr lang="en-US" dirty="0"/>
            </a:br>
            <a:endParaRPr lang="en-US" dirty="0"/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Wnon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-virtual-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dtor</a:t>
            </a:r>
            <a:br>
              <a:rPr lang="en-US" dirty="0"/>
            </a:br>
            <a:r>
              <a:rPr lang="en-US" dirty="0"/>
              <a:t>check if a class has a non-virtual destructor (catches a subtle error)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94FD78-B7FC-92DD-7528-EA62D06F0617}"/>
              </a:ext>
            </a:extLst>
          </p:cNvPr>
          <p:cNvSpPr txBox="1"/>
          <p:nvPr/>
        </p:nvSpPr>
        <p:spPr>
          <a:xfrm>
            <a:off x="8809204" y="751344"/>
            <a:ext cx="3054627" cy="1754326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compilers typically have many, many other options. We may sometimes use other options such as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–O3</a:t>
            </a:r>
            <a:r>
              <a:rPr lang="en-US" dirty="0"/>
              <a:t> for optimization, 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–g</a:t>
            </a:r>
            <a:r>
              <a:rPr lang="en-US" dirty="0"/>
              <a:t> for debugging support.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54AF0E-32F4-33CB-5CBA-C302B51CC884}"/>
              </a:ext>
            </a:extLst>
          </p:cNvPr>
          <p:cNvSpPr txBox="1"/>
          <p:nvPr/>
        </p:nvSpPr>
        <p:spPr>
          <a:xfrm>
            <a:off x="445380" y="4721662"/>
            <a:ext cx="305462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Put a copy of this file in every folder where you have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cpp</a:t>
            </a:r>
            <a:r>
              <a:rPr lang="en-US" dirty="0"/>
              <a:t> file you want to compile.</a:t>
            </a:r>
          </a:p>
        </p:txBody>
      </p:sp>
    </p:spTree>
    <p:extLst>
      <p:ext uri="{BB962C8B-B14F-4D97-AF65-F5344CB8AC3E}">
        <p14:creationId xmlns:p14="http://schemas.microsoft.com/office/powerpoint/2010/main" val="280948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2991</Words>
  <Application>Microsoft Macintosh PowerPoint</Application>
  <PresentationFormat>Widescreen</PresentationFormat>
  <Paragraphs>511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Consolas</vt:lpstr>
      <vt:lpstr>Times New Roman</vt:lpstr>
      <vt:lpstr>Office Theme</vt:lpstr>
      <vt:lpstr>Week 1: Introduction</vt:lpstr>
      <vt:lpstr>CMPT 125: Introduction</vt:lpstr>
      <vt:lpstr>CMPT 125: Course Activities</vt:lpstr>
      <vt:lpstr>C++</vt:lpstr>
      <vt:lpstr>C++: Some Key Features</vt:lpstr>
      <vt:lpstr>C++: Some Key Features</vt:lpstr>
      <vt:lpstr>Hello World!</vt:lpstr>
      <vt:lpstr>Hello World!</vt:lpstr>
      <vt:lpstr>Hello World!</vt:lpstr>
      <vt:lpstr>Hello World!</vt:lpstr>
      <vt:lpstr>Hello World!</vt:lpstr>
      <vt:lpstr>Hello World!</vt:lpstr>
      <vt:lpstr>Hello World!</vt:lpstr>
      <vt:lpstr>Hello World!</vt:lpstr>
      <vt:lpstr>Hello World!</vt:lpstr>
      <vt:lpstr>Hello World!</vt:lpstr>
      <vt:lpstr>Hello World!</vt:lpstr>
      <vt:lpstr>Hello World!</vt:lpstr>
      <vt:lpstr>Hello World!</vt:lpstr>
      <vt:lpstr>Hello World!</vt:lpstr>
      <vt:lpstr>Hello World!</vt:lpstr>
      <vt:lpstr>Compiling</vt:lpstr>
      <vt:lpstr>Compiling</vt:lpstr>
      <vt:lpstr>Compiling</vt:lpstr>
      <vt:lpstr>Compiling</vt:lpstr>
      <vt:lpstr>Compiling</vt:lpstr>
      <vt:lpstr>Compiling</vt:lpstr>
      <vt:lpstr>Compiling</vt:lpstr>
      <vt:lpstr>Compiling</vt:lpstr>
      <vt:lpstr>Compiling</vt:lpstr>
      <vt:lpstr>Compiling Improved</vt:lpstr>
      <vt:lpstr>Compiling Improved</vt:lpstr>
      <vt:lpstr>Compiling Improved</vt:lpstr>
      <vt:lpstr>Compiling Improved</vt:lpstr>
      <vt:lpstr>Compiling Improved</vt:lpstr>
      <vt:lpstr>Compiling Improved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2026-01-03T19:29:34Z</dcterms:created>
  <dcterms:modified xsi:type="dcterms:W3CDTF">2026-01-05T19:37:48Z</dcterms:modified>
</cp:coreProperties>
</file>