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9:36:54.5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4498 15064 24575,'-29'0'0,"60"0"0,-7 0 0,5 0 0,13 0 0,8 0 0,1 0-820,-10 0 1,0 0 0,1 0 0,2 0 518,-2 0 0,0 0 0,1 0 0,2 0 0,-1 0-129,4 0 0,1 0 0,1 1 0,0-1 0,0-1 430,-8-1 0,1 0 0,0 0 0,0-1 0,-1-1 0,0 1 0,5-2 0,0 0 0,-1-1 0,1 0 0,-1 0-52,0 2 0,0 0 0,0 0 0,-1-1 0,-1 1 52,6-2 0,-1-1 0,-2 1 0,1 1 0,-1 4 0,-1 2 0,0 0 0,0-2-231,-4-2 0,1-1 1,-1-1-1,-1 2 231,-3 2 0,0 1 0,-1 0 0,1-3 0,3-5 0,1-4 0,-1 1 0,-2 3 0,-3 4 0,-2 4 0,2-2 348,0-3 0,3-1 1,0-1-1,-5 1-348,6-2 0,-1 1 0,-4 5 0,3 1 0,-1 0 0,11-7 0,0 0 0,-3 7 0,2 2 0,-12-1 0,1 0 0,-3 0 1332,0 0 0,-2 0-1332,4 0 0,-3 0 2144,5 0-2144,6 0 1385,0 0-1385,-6 0 0,3 0 0,-3 0 0,2 0 0,-1 0 0,3 0 0,0 0-202,0 1 1,0-1 0,0-1 201,1-4 0,1-1 0,0 1 0,2 3 0,2 2 0,0-2 0,1-3 0,1-1 0,1 2-398,-12 3 0,0 1 0,0 0 0,1 1 398,2-1 0,0 0 0,2 0 0,0 0-444,-3 0 1,1 1 0,0-1 0,1 0-1,0-1 444,0-3 0,0-1 0,1-1 0,0 1 0,3 1-547,-1 2 1,2 1 0,1 1 0,1 0 0,0-1 0,1-1 511,-4 0 1,1-2 0,0 0-1,1 0 1,1 0 0,0 1-1,0 1-375,-3 1 0,1 0 1,0 1-1,0 0 1,1 1-1,1-1 0,0 1 1,0-1 399,-5 0 0,0 0 0,1 0 1,1 0-1,0 0 0,0 0 1,0 0-1,0 0 0,0 0 1,0 0 9,0 0 0,0 0 0,0 0 0,-1 0 0,1 0 0,0 0 0,1 0 0,0 0 0,0 0 0,1 0-214,0 0 1,1 0 0,0 0 0,1 0-1,0 0 1,0 0 0,0 0 0,1 0 0,0 0-1,-1 0 1,1 0 213,-3 0 0,0 0 0,0 0 0,0 0 0,0 0 0,0 1 0,1-1 0,-1 0 0,2 0 0,-1 0 0,1-1 0,0 1-107,-3-1 1,0 1 0,1-1 0,0 0 0,0 0 0,0 1 0,1-1 0,0-1 0,0 1 0,0 0 0,0-1 0,0 1-1,0-1 1,0 0 106,-2 0 0,0 0 0,0 0 0,0-1 0,0 0 0,1 1 0,-1-1 0,0 0 0,1 0 0,-1 0 0,1 0 0,0-1 0,0 1 0,0-1 0,0 1-41,-2-1 0,1 1 0,0-1 1,1 0-1,-1 0 0,1 0 0,-1 0 1,1 0-1,0 0 0,-1 0 1,1-1-1,-1 1 0,0 0 0,1 0 1,-2-1-1,1 1 41,1 0 0,0 0 0,0-1 0,0 1 0,0 0 0,-1-1 0,1 1 0,-1 0 0,0-1 0,0 1 0,1 0 0,-1-1 0,0 1 0,0 0 0,0 0-5,2-1 0,0 1 1,0-1-1,0 1 0,0 0 1,-1-1-1,1 1 0,0 0 1,-1 0-1,0 0 0,0-1 1,0 1-1,0 1 0,-1-1 5,0 0 0,0 0 0,0 1 0,0-1 0,0 0 0,0 1 0,-1 0 0,0-1 0,-1 1 0,1 0 0,-1 0 0,0 0 0,-1 1 0,5-1 0,-2 1 0,1 0 0,-1 0 0,0 1 0,-1-1 0,1 1 0,-1-1 0,-1 0 0,1 0 0,0-1 0,2 0 0,0-1 0,-1 0 0,0 0 0,0-1 0,0 1 0,0 0 0,0 0 0,-1 0 0,0 1 0,4 0 0,-1 1 0,0 1 0,0-1 0,-1 1 0,1-1 0,0 0 0,-1-1 0,0-1 0,0 0 0,-1-2 0,0 0 0,0-1 0,0 0 0,1 0 0,-1 0 0,1-1 0,1 2 0,-3-1 0,2 1 0,-1 0 0,1 0 0,0 0 0,1 0 0,-1-1 0,0 0 0,0 0 0,0 0 0,-2-1 0,1 0 0,-1-1 0,1 0 0,-1 0 0,0-1 0,0 1 0,1 0 0,-1 0 0,1 1 0,1-1 0,1 1 0,-1 0 0,0-1 0,1 1 0,0 0 0,0 0 0,-1 1 0,1-1 0,0 0 0,-4 1 0,0 0 0,1 0 0,-1 0 0,0 1 0,1-1 0,-1 1 0,1-1 0,-1 1 0,0 1 0,0 0 12,3 0 1,1 0 0,-1 1-1,0 0 1,0 0 0,0 1-1,0 0 1,0 0 0,-1 0-1,1 0-12,-1 0 0,0 0 0,0 0 0,0 0 0,0 0 0,0 1 0,0 0 0,0 0 0,0 0 0,1 1 0,1 0 0,0 0 0,0 1 0,1 0 0,0 0 0,-1 1 0,1-1 0,0 1 0,-1-1 0,0 0 0,-2 0 0,-1 0 0,1 0 0,-1 0 0,0 0 0,1 0 0,-1 0 0,0 0 0,0 0 0,1 0 0,0 0 0,0 0 0,1 0 0,-1 0 0,0 0 0,1 0 0,-1 0 0,0 0 0,-1 0 0,0 0 49,3 0 0,0 0 0,-1 0 0,1 0 1,-1 0-1,-1 0 0,1 0 0,-1 0 1,0 0-50,2 0 0,0-1 0,-1 1 0,1-1 0,-2 1 0,1 0 0,0 1 0,0 0 0,-2 1 0,1 1 0,-1 0 0,0 0 0,0 1 0,0-1 0,0 0 0,-1 0 0,5-2 0,0 0 0,-1-1 0,0 1 0,0-1 0,1 1 0,0 0 0,-5 2 0,1 0 0,0 0 0,0 1 0,0-1 0,0 0 0,0 0 0,-1-1 0,1-1 0,0 0 0,-1-1 0,1-1 0,-1 1 0,1-1 0,-2 1 0,1 0 99,3 0 0,0 1 0,-1-1 1,1 0-1,-1 1 0,0-2 1,1 0-100,-4-1 0,0 0 0,1-1 0,0 0 0,0-1 0,-1 1 0,-1 0 0,0-1 129,8 1 1,-2-1 0,0 1-1,0-1 1,-1 1 0,2-1-130,-5 0 0,0 1 0,0 0 0,1 0 0,-1-1 0,0-1 0,0-1 0,4-1 0,-1-3 0,1 0 0,-1 0 0,0 0 0,2 3 0,-6 2 0,1 1 0,0 2 0,0-1 0,0 1 0,0-2 0,-1-2 0,-1-2 0,-1-1 0,0-2 0,0 0 0,0 0 0,0 2 0,1 1 0,2 3 0,0 1 0,0 2 0,1 0 0,-1 0 0,0 0 0,0-2 0,4-2 0,0-1 0,-1-1 0,0 1 0,1 0 0,0 3 0,0 1 0,1 2 0,-1 1 0,1 1 0,0-1 0,0-1 0,-2-1 0,1-1 0,0 0 0,-1 0 0,1 0 0,0 1 214,-1 1 0,1 1 0,-1 0 0,1 0 0,0 1 0,0-1-214,0 0 0,1 0 0,0 0 0,0 0 0,0 0 0,-2 0 0,-2 0 0,-1 0 0,0 0 0,-1 0 0,1 0 0,-1 0 0,-1 0 0,0 0 0,0 0 0,0 0 0,-1 0 0,-1 0 334,3 0 0,-1 0 1,-1 0-1,0 0 0,-2 0-334,4 0 0,-1-1 0,-1 1 0,-2 1 913,6 4 1,-2 1 0,-3-1-914,2-5 0,-5 4 1578,-8 15 1,-2 1-1579,16-14 3276,-23 17-3005,18-23 1671,-35-23-1942,12 1 0,-4-8 0,-1-6 0,1-10 0,-2-4-649,-1 7 1,1-2 0,-2-3 648,-2 5 0,-2-3 0,0-1 0,-2-1-595,-1 4 1,-1 0-1,0-2 1,-1 0-1,1-1 595,0 3 0,0-1 0,0-1 0,0 0 0,0 0 0,0-2-469,0 4 1,1-1 0,-1 0 0,0-1 0,0-1 0,0 1 0,-1 0 448,0-2 0,0 0 0,-1 0 0,0 0 0,-1 0 0,0-1 0,-1 1-351,0 3 0,0 1 0,-1-2 0,0 1 0,-1 0 0,0 0 0,0 0 0,-1 1 371,-1-5 0,0 0 0,-2 0 0,1 1 0,-1 0 0,0 0 0,1 0 0,0 3 0,-1 0 0,1 0 0,0 1 0,0-1 0,-1 1 0,1 0-96,-1 2 0,0-1 1,0 0-1,0 0 1,1 1-1,0 1 1,0 1 95,1-7 0,1 2 0,0 0 0,0 1 0,-1 0 132,-1 0 1,-2-1 0,1 1 0,-1 1-1,1 2-132,1-2 0,0 3 0,0 0 0,-1 2 791,-5-8 0,0 3 1,2 0-792,5 8 0,2 1 0,0 0 0,1 0 0,0 0 0,-1-2 780,-1-11 1,-1-2 0,0-2-781,2 9 0,1-1 0,0-1 0,-1 0 0,0-2 0,-1-1 0,0-1 0,0 1 0,-1-1 0,1-2 0,-1 3 0,0 2 0,-2 2 0,1 4 0,0 0 887,2 0 0,1 1 1,-2 5-888,-4 4 0,0 5 1736,-4-4-1736,12 13 328,-11 15-328,15 0 1867,-24 0-1867,18 0 0,-33 0 0,12 7 0,-5 1 0,-8-5 0,-7-4 0,-5 3-547,15 3 1,-3 1 0,-2 2 0,-2-1 0,-1 1 0,-2-2 290,5-3 0,-2 1 1,-2-2-1,0 0 0,-1 0 1,-1 0-1,-1 1 1,-1 0-73,4 1 0,-1 0 0,-1 0 1,-1 0-1,0 1 0,-1-1 1,0 1-1,-1 0 0,-1-1 1,0 0 192,7 0 1,0-1 0,-1 1 0,-1-1 0,0 1 0,0-1 0,-1 0-1,0 1 1,0-1 0,0 0 0,-1 0 0,0 0 0,1 0-101,0 0 1,0 0 0,0 0 0,-1-1 0,1 1 0,-1-1 0,0 1 0,0-1 0,0 1 0,-1-1 0,1 1 0,-1 0 0,0 0 0,0 0 228,4-1 1,0 2 0,-1-1 0,0 0 0,1 1 0,-1-1 0,0 1 0,-1-1 0,1 1 0,0-1 0,0 0 0,-1 1 0,1-1 0,0-1 0,0 1 0,0 0-145,-2-1 0,-1 0 0,0 0 1,0-1-1,0 1 0,1-1 1,-1 0-1,0 0 0,0 1 1,1-1-1,0 0 0,-1 0 1,1 0-1,0 1 0,0-1 150,-1 1 0,0-1 0,0 1 0,0 0 0,1 0 0,-1 0 0,1 0 0,0 0 0,-1 0 0,1 0 0,0-1 0,0 0 0,0 1 0,1-1-32,0-1 1,1 1 0,-1-1 0,1 0 0,-1 0 0,1 0-1,0 0 1,0 0 0,0 0 0,0-1 0,1 1 0,-1 0-1,2 0 1,-1 0 31,-3 0 0,0 0 0,0 0 0,1 0 0,0 0 0,0 0 0,0 0 0,1 0 0,-1 0 0,1 0 0,-1 0 0,1 0 0,0 0 0,0 0 0,1 0 0,-1 0 0,0 0 0,0 0 0,1 0 0,0 0 0,0 0 0,1 0 0,0 0 0,1 0 0,-3 0 0,0 0 0,0 0 0,1 0 0,1 0 0,0 0 0,0 0 0,0 0 0,0 0 0,0 0 49,-2 0 1,0 0 0,0 0 0,0 0 0,0 0 0,1 0 0,0 0 0,1 0 0,0 0-50,0 0 0,0 0 0,1 0 0,0 0 0,1 0 0,0 0 0,0 0 0,-1 0 98,-5 0 1,0 0 0,-1 0-1,1 0 1,0 0 0,0 0-1,1 0-98,3 0 0,0 0 0,0 0 0,1 0 0,0 0 0,-1 0 0,0 0 0,-3 0 0,0 0 0,-1 0 0,0 0 0,1 0 0,0 0 0,1 0 0,-4 0 0,2 0 0,0 0 0,1 0 0,-1 0 0,-1 0 0,3 0 0,0 0 0,0 0 0,-1 0 0,0 0 0,1 0 0,-1 0 0,3 0 0,-1 0 0,0 0 0,1 0 0,0 0 0,-1 0 0,0 0 0,-1 0 0,-1 0 0,0 0 0,0 0 0,0 0 0,0 0 0,0 0 0,4 0 0,1 0 0,-1 0 0,0 0 0,-1 0 0,1 0 0,1 0 0,-1 0 0,-5 0 0,1 0 0,0 0 0,-1 0 0,1 0 0,0 0 0,-1 0 0,5-1 0,0 1 0,0 0 0,-1-1 0,1 1 0,0 0 0,1 1 0,0 0 0,-2 0 0,1 1 0,0 1 0,0 0 0,1-1 0,1 1 0,0-2 381,-10 0 1,1 0-1,1-1 1,1 1-1,2 0-381,1 3 0,1 0 0,3 1 0,1-2 1092,-2-2 0,3-2 0,3 1-961,4 0 0,2 0 1507,-3 0 0,1 0-1420,6 0 0,1 0 1420,-1 0 0,-1 0-1130,-6 0 1,0 0 388,5 0 1,3 0-898,-11 0 0,13 0 0,8 0 0,-27 16 0,6-15 0,-6 1 0,10 6 0,-3 3 0,-2 0 0,-2-1-656,-2-4 1,-2-2-1,-2-1 1,-1 0 0,-1 2 540,1 1 0,0 1 0,-1 1 1,-2 0-1,-1-1 0,-2 0-250,8-2 1,0 0 0,-2 0 0,-1-1 0,-1 1 0,0 0 0,-1-1 0,0 1 0,0 0 164,5 0 1,1 1 0,-1-1-1,0 1 1,-1 0 0,0 0-1,0 0 1,-1-1 0,0 1-1,-1-1 1,-1 0-36,5-1 1,0 0 0,-1 0 0,-1 0 0,0-1 0,0 0 0,-1 1 0,0-1 0,-1 0 0,1 0 0,-1 1 0,1-1 0,-1 1 0,0-1 208,1 1 1,0 0-1,0 0 1,0 0 0,0 0-1,-1 0 1,0 0-1,0 0 1,0 0 0,0 0-1,0 0 1,-1 0-1,0 0 1,0 0 0,0-1-119,3 0 0,0 0 0,-1 0 0,0 0 0,0-1 0,0 1 0,-1-1 0,1 1 0,-1-1 1,1 1-1,-1-1 0,1 0 0,-1 1 0,1-1 0,-1 0 0,1 1 0,0-1 144,-1 1 0,-1-1 0,0 1 0,1-1 0,-1 0 0,1 1 0,-1-1 0,1 1 0,-1-1 0,1 0 0,0 1 0,-1-1 0,1 0 0,-1 0 0,1 0 0,-1 0-53,0 0 0,0 0 1,0 0-1,0 0 0,0 0 1,-1 0-1,1 0 0,0-1 1,-1 1-1,1 0 0,1-1 1,-1 1-1,1-1 1,0 1-1,0-1 0,1 1 53,-2-1 0,0 1 0,0-1 0,1 0 0,0 1 0,0-1 0,1 0 0,-1 0 0,1 0 0,0 0 0,0 0 0,0 0 0,0 0 0,0-1 0,-2 1 0,0-1 0,0 0 0,0 1 0,0-1 0,1-1 0,-1 1 0,1 0 0,0 0 0,0 0 0,0 0 0,0 0 0,1-1 0,-2 1 0,0 0 0,0 0 0,1 0 0,-1 0 0,1 0 0,0 0 0,0 0 0,1 0 0,-1 0 0,0 0 0,1 0 0,0 0 0,1 0 0,0 0 0,0 0 0,1 0 0,-1 0 0,0 0 0,0 0 0,1 0 0,-1 0 0,0 0 0,0 0 0,-1 1 0,0-1 0,1 0 0,-1 0 0,0 0 0,0 0 0,0 1 0,0-1 0,0 0 0,0-1 0,0 1 0,0-1 0,-3 1 0,0-2 0,1 1 0,-1-1 0,0 1 0,0-1 0,1 0 0,-1 1 0,0-1 0,1 1 0,0 0 0,0 0 0,0 1 0,0 0 0,0 0 0,1 0 0,-1 1 0,1-1 0,0-1 0,0 1 0,0-1 0,2-1 19,-2-1 1,0 0-1,1-1 1,1 0 0,0-1-1,-1 1 1,2-1-1,-1 1 1,0 0 0,0 1-20,-4 0 0,0 0 0,0 1 0,1-1 0,-1 1 0,1 0 0,1 0 0,0 0 0,1-1 91,1 0 0,0 0 0,1-1 0,0 0 0,1 0 0,0 1 0,1 0 0,-1 0-91,-2 0 0,0 0 0,0 1 0,1 0 0,-1 0 0,1 0 0,0 0 166,0 0 1,0-1 0,-1 1 0,1-1 0,1 1-1,1 0 1,1 0-167,-6 1 0,2 1 0,1-1 0,0 1 0,0-2 434,0 0 1,1-2-1,0 0 1,1 1-1,1 1-434,1 1 0,1 1 0,1 0 0,3 1 1092,-2-1 0,3 0 0,0 0-1037,0 0 1,1 0 0,1 0-56,-8 0 0,2 0 0,-5 0 0,-1 0 0,0 0 0,2 0 1638,9 0 0,3 0-1629,-12 0 3208,12 0-3217,4 0 0,-5 0 0,-1 0 0,-4 0 0,-1 0 349,-4 0 0,-1 0 1,-1 0-350,-5 0 0,-1 0 0,2 0 0,10 0 0,2 0 0,2 0 106,-8 0 0,4 0-106,-5 0 0,58 0 0,-7 0 0,24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2AD41-88CF-2C7B-2756-20E9A5BCF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52B7E-673F-2757-2803-6B95E2E85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2459D-960E-5C6A-6BA1-ABA1E0E3B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3C5E-E5C4-7F46-BF9E-DC0C2E3C212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7BB2C-2BA1-5E1D-B7F7-E6FC8E19B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C7571-BA00-80AB-145B-C68E98CA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872B-3A78-CA4D-8BCD-EE57E854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62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5E08-4346-7047-D5DC-09947BA8C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47445-6CFE-1E8B-FBED-73F947956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57962-3685-E4C6-AF7E-905EB1BBA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3C5E-E5C4-7F46-BF9E-DC0C2E3C212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4D4CF-877A-1F4F-0F9B-DD0A74A8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704A2-EF17-3D53-A651-2615D9B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872B-3A78-CA4D-8BCD-EE57E854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04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D969D-2644-1446-9016-300B65D3E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E3834-928F-A3FB-BF0D-E27FF74A6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91593-AFF7-3F3D-F60F-50407628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3C5E-E5C4-7F46-BF9E-DC0C2E3C212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C1910-59A4-399E-EE7A-36191D5F5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02EA9-57CB-CF96-FB37-8E36FB3D9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872B-3A78-CA4D-8BCD-EE57E854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6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9015-207A-F878-C001-630586FCE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6EDA4-DDAB-E972-8C7E-C0E728BE0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E6C2E-573F-E778-1CE3-C8B7285BD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97CE3-D7BF-C33A-A2F2-CDC7E2706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3C5E-E5C4-7F46-BF9E-DC0C2E3C212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DC468-745F-AAC9-1CA7-C33317B2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3731F-C118-7DAA-077A-767656BBA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872B-3A78-CA4D-8BCD-EE57E854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4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7519F-6759-3E76-52E3-D6AEA450E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426E3-9AA0-3575-46E6-0D1A5ACAD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16554-2673-D3C9-96B5-16EB1D741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1D4CD1-B31D-F7B8-0BDF-DC12D8FF3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6C70A-E6E9-DB26-7C94-3B6924E2D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8BB79-74B5-5FA8-6857-D34C618C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3C5E-E5C4-7F46-BF9E-DC0C2E3C212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A777CE-D7F7-0139-F1EE-24A0AE25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068CB-B016-A9C7-4DD1-8B349D46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872B-3A78-CA4D-8BCD-EE57E854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68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FFF8F-D262-F7DE-3A8F-B6FE86D8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56A0E6-5144-40BA-8BE6-432020DC5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3C5E-E5C4-7F46-BF9E-DC0C2E3C212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9DCD9-1BBC-7FF1-9946-63F5B23BE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84238-1E6F-0AD2-D805-2CDC801F3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872B-3A78-CA4D-8BCD-EE57E854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33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324437-0C84-7682-C3AE-78295FEF5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3C5E-E5C4-7F46-BF9E-DC0C2E3C212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6F0808-8FA4-6A64-677B-B8ED59B6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0F507-5449-2A89-A791-DC5BD7FB0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872B-3A78-CA4D-8BCD-EE57E854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2267-6FB4-A916-B5E6-8DE64C6F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F8201-599A-4FFD-1737-886857DB0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72939-5B6F-4C27-AE81-FB3C42F9E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6E7E4-2777-4462-FD67-743D8A4CA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3C5E-E5C4-7F46-BF9E-DC0C2E3C212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C1A0C-59FB-A212-4493-10E05E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85440-3B17-6814-4E70-75F4ED28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872B-3A78-CA4D-8BCD-EE57E854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00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FA42-5D8F-5841-A9EF-F1F255DE5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85D5D-8727-4574-526C-1FAD861B2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755A1-44F5-2D07-E7B4-E8F1E63D9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1B2A7-FAA1-DF31-3B76-964CED7C9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3C5E-E5C4-7F46-BF9E-DC0C2E3C212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7E975-5E94-2789-8F0A-610CB5DAA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9B0C3-967D-EE74-08F7-83B73698B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872B-3A78-CA4D-8BCD-EE57E854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5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B7D6B-A15E-09D0-553F-6E37E6A8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836CB-11EA-5229-48B1-4607CF7F6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CD29B-AA32-5AE6-2171-0A00AF06B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3C5E-E5C4-7F46-BF9E-DC0C2E3C212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8A9B9-A06E-70AA-D18C-DC464063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09EB2-5602-3F65-1F99-80245628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872B-3A78-CA4D-8BCD-EE57E854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21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E43077-9CDC-47F9-17B5-841807587A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4C168-ADE0-5666-E7B6-5871939AD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1E406-5B17-68A0-B5DC-9D946D4F2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3C5E-E5C4-7F46-BF9E-DC0C2E3C212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0D5CF-89C6-B36E-93C8-8B425CB4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89DCA-C349-2EEA-434D-42E0FEAD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872B-3A78-CA4D-8BCD-EE57E854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4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BE7C5A-BAB3-EB1C-1D72-3156705D7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72B52-9882-A1E5-C3BA-E881AB2E5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41A89-596C-3629-ABDE-F3CC511A7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83C5E-E5C4-7F46-BF9E-DC0C2E3C212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82543-FD90-8AE8-ECFC-5D32162FC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3B2C6-1460-3C35-E544-597AE84A4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6872B-3A78-CA4D-8BCD-EE57E854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30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F3CA-0AF2-9B61-EE35-1592DB1C1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Singly-Linked 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E443D9-8CD8-C726-8CE8-6313EAFBF5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CMPT 125</a:t>
            </a:r>
          </a:p>
          <a:p>
            <a:r>
              <a:rPr lang="en-US" dirty="0"/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1035835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F8C5-5579-A4C0-27D5-1C608EE7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pic>
        <p:nvPicPr>
          <p:cNvPr id="1026" name="Picture 2" descr="Singly Linked List">
            <a:extLst>
              <a:ext uri="{FF2B5EF4-FFF2-40B4-BE49-F238E27FC236}">
                <a16:creationId xmlns:a16="http://schemas.microsoft.com/office/drawing/2014/main" id="{AB64AD96-7A70-51A1-7040-601CE8921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944" y="2657780"/>
            <a:ext cx="10160000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92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4D48C-F879-FF01-11D0-3FE20BE4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782B-7C01-29D3-8FCC-DC6A4CA7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pic>
        <p:nvPicPr>
          <p:cNvPr id="1026" name="Picture 2" descr="Singly Linked List">
            <a:extLst>
              <a:ext uri="{FF2B5EF4-FFF2-40B4-BE49-F238E27FC236}">
                <a16:creationId xmlns:a16="http://schemas.microsoft.com/office/drawing/2014/main" id="{2E19E484-A54F-B544-3C43-49D141156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944" y="2657780"/>
            <a:ext cx="10160000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D6B9CC-3CD6-248A-6A57-3A172C9ECEBC}"/>
              </a:ext>
            </a:extLst>
          </p:cNvPr>
          <p:cNvSpPr txBox="1"/>
          <p:nvPr/>
        </p:nvSpPr>
        <p:spPr>
          <a:xfrm>
            <a:off x="6803258" y="365125"/>
            <a:ext cx="1996829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These are objects:</a:t>
            </a:r>
          </a:p>
          <a:p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data;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882FBC-B360-F171-53F2-2827AF2306D0}"/>
              </a:ext>
            </a:extLst>
          </p:cNvPr>
          <p:cNvCxnSpPr>
            <a:cxnSpLocks/>
          </p:cNvCxnSpPr>
          <p:nvPr/>
        </p:nvCxnSpPr>
        <p:spPr>
          <a:xfrm flipH="1">
            <a:off x="3426372" y="2298894"/>
            <a:ext cx="3079531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59C107-1A61-C271-B50B-84D01C9962EB}"/>
              </a:ext>
            </a:extLst>
          </p:cNvPr>
          <p:cNvCxnSpPr>
            <a:cxnSpLocks/>
          </p:cNvCxnSpPr>
          <p:nvPr/>
        </p:nvCxnSpPr>
        <p:spPr>
          <a:xfrm flipH="1">
            <a:off x="4782206" y="2298894"/>
            <a:ext cx="231227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356CF2-B8CD-9068-6029-5A438A3D9E50}"/>
              </a:ext>
            </a:extLst>
          </p:cNvPr>
          <p:cNvCxnSpPr>
            <a:cxnSpLocks/>
          </p:cNvCxnSpPr>
          <p:nvPr/>
        </p:nvCxnSpPr>
        <p:spPr>
          <a:xfrm flipH="1">
            <a:off x="7010399" y="2298894"/>
            <a:ext cx="791273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721B12-2B33-CB19-BEFC-F0A600282EA0}"/>
              </a:ext>
            </a:extLst>
          </p:cNvPr>
          <p:cNvCxnSpPr>
            <a:cxnSpLocks/>
          </p:cNvCxnSpPr>
          <p:nvPr/>
        </p:nvCxnSpPr>
        <p:spPr>
          <a:xfrm>
            <a:off x="8650013" y="2298894"/>
            <a:ext cx="62733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88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3BC12-5A35-4F3B-459D-642E0D95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74AB-A725-1D96-9EAD-E0D370CB2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pic>
        <p:nvPicPr>
          <p:cNvPr id="1026" name="Picture 2" descr="Singly Linked List">
            <a:extLst>
              <a:ext uri="{FF2B5EF4-FFF2-40B4-BE49-F238E27FC236}">
                <a16:creationId xmlns:a16="http://schemas.microsoft.com/office/drawing/2014/main" id="{83D4C593-68C5-AAE0-0BD8-3D59BE6AA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944" y="2657780"/>
            <a:ext cx="10160000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880442-4155-F6A2-AC4E-CFB635754E3D}"/>
              </a:ext>
            </a:extLst>
          </p:cNvPr>
          <p:cNvSpPr txBox="1"/>
          <p:nvPr/>
        </p:nvSpPr>
        <p:spPr>
          <a:xfrm>
            <a:off x="6803258" y="365125"/>
            <a:ext cx="1996829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These are objects:</a:t>
            </a:r>
          </a:p>
          <a:p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data;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470ACC-56A9-61CD-88B0-36D10965C7F0}"/>
              </a:ext>
            </a:extLst>
          </p:cNvPr>
          <p:cNvCxnSpPr>
            <a:cxnSpLocks/>
          </p:cNvCxnSpPr>
          <p:nvPr/>
        </p:nvCxnSpPr>
        <p:spPr>
          <a:xfrm flipH="1">
            <a:off x="3426372" y="2298894"/>
            <a:ext cx="3079531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7DCB64-2D6C-34CD-C0A9-4CC53580A923}"/>
              </a:ext>
            </a:extLst>
          </p:cNvPr>
          <p:cNvCxnSpPr>
            <a:cxnSpLocks/>
          </p:cNvCxnSpPr>
          <p:nvPr/>
        </p:nvCxnSpPr>
        <p:spPr>
          <a:xfrm flipH="1">
            <a:off x="4782206" y="2298894"/>
            <a:ext cx="231227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72694F-1BC1-1402-CE68-5A6638CF3763}"/>
              </a:ext>
            </a:extLst>
          </p:cNvPr>
          <p:cNvCxnSpPr>
            <a:cxnSpLocks/>
          </p:cNvCxnSpPr>
          <p:nvPr/>
        </p:nvCxnSpPr>
        <p:spPr>
          <a:xfrm flipH="1">
            <a:off x="7010399" y="2298894"/>
            <a:ext cx="791273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3DC414-B158-C53F-63C9-A2C8B82F3BC8}"/>
              </a:ext>
            </a:extLst>
          </p:cNvPr>
          <p:cNvCxnSpPr>
            <a:cxnSpLocks/>
          </p:cNvCxnSpPr>
          <p:nvPr/>
        </p:nvCxnSpPr>
        <p:spPr>
          <a:xfrm>
            <a:off x="8650013" y="2298894"/>
            <a:ext cx="62733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CD31006-6B8D-7692-879D-DA7C2C99028F}"/>
              </a:ext>
            </a:extLst>
          </p:cNvPr>
          <p:cNvSpPr txBox="1"/>
          <p:nvPr/>
        </p:nvSpPr>
        <p:spPr>
          <a:xfrm>
            <a:off x="1129449" y="2203950"/>
            <a:ext cx="235032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en-US" dirty="0"/>
              <a:t> is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Node*</a:t>
            </a:r>
          </a:p>
        </p:txBody>
      </p:sp>
    </p:spTree>
    <p:extLst>
      <p:ext uri="{BB962C8B-B14F-4D97-AF65-F5344CB8AC3E}">
        <p14:creationId xmlns:p14="http://schemas.microsoft.com/office/powerpoint/2010/main" val="382553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A5362-969D-B2DE-7396-3A4172F30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972B6-C4D6-1C8B-848F-27C222FC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pic>
        <p:nvPicPr>
          <p:cNvPr id="1026" name="Picture 2" descr="Singly Linked List">
            <a:extLst>
              <a:ext uri="{FF2B5EF4-FFF2-40B4-BE49-F238E27FC236}">
                <a16:creationId xmlns:a16="http://schemas.microsoft.com/office/drawing/2014/main" id="{C19875AC-DADA-60C0-D7EB-66BE06E1A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944" y="2657780"/>
            <a:ext cx="10160000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48463F-DE7C-89DE-66DE-3E0C7B7F13D6}"/>
              </a:ext>
            </a:extLst>
          </p:cNvPr>
          <p:cNvSpPr txBox="1"/>
          <p:nvPr/>
        </p:nvSpPr>
        <p:spPr>
          <a:xfrm>
            <a:off x="6803258" y="365125"/>
            <a:ext cx="1996829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These are objects:</a:t>
            </a:r>
          </a:p>
          <a:p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data;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1F6DDF-BEF5-2494-04EF-658554E96878}"/>
              </a:ext>
            </a:extLst>
          </p:cNvPr>
          <p:cNvCxnSpPr>
            <a:cxnSpLocks/>
          </p:cNvCxnSpPr>
          <p:nvPr/>
        </p:nvCxnSpPr>
        <p:spPr>
          <a:xfrm flipH="1">
            <a:off x="3426372" y="2298894"/>
            <a:ext cx="3079531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75B56A-A8E7-AA0A-19F7-ED2A16629D87}"/>
              </a:ext>
            </a:extLst>
          </p:cNvPr>
          <p:cNvCxnSpPr>
            <a:cxnSpLocks/>
          </p:cNvCxnSpPr>
          <p:nvPr/>
        </p:nvCxnSpPr>
        <p:spPr>
          <a:xfrm flipH="1">
            <a:off x="4782206" y="2298894"/>
            <a:ext cx="231227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06C967-A415-0FB2-44F4-3E9DAC09D636}"/>
              </a:ext>
            </a:extLst>
          </p:cNvPr>
          <p:cNvCxnSpPr>
            <a:cxnSpLocks/>
          </p:cNvCxnSpPr>
          <p:nvPr/>
        </p:nvCxnSpPr>
        <p:spPr>
          <a:xfrm flipH="1">
            <a:off x="7010399" y="2298894"/>
            <a:ext cx="791273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32D019-280A-4C25-C03F-F2D92A170B17}"/>
              </a:ext>
            </a:extLst>
          </p:cNvPr>
          <p:cNvCxnSpPr>
            <a:cxnSpLocks/>
          </p:cNvCxnSpPr>
          <p:nvPr/>
        </p:nvCxnSpPr>
        <p:spPr>
          <a:xfrm>
            <a:off x="8650013" y="2298894"/>
            <a:ext cx="62733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26AA1EB-6BA0-6EBA-10E7-B1D4200C86A8}"/>
              </a:ext>
            </a:extLst>
          </p:cNvPr>
          <p:cNvSpPr txBox="1"/>
          <p:nvPr/>
        </p:nvSpPr>
        <p:spPr>
          <a:xfrm>
            <a:off x="1129449" y="2203950"/>
            <a:ext cx="235032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en-US" dirty="0"/>
              <a:t> is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Node*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B03449-BC2D-D019-3BC4-EBBCF7770C97}"/>
              </a:ext>
            </a:extLst>
          </p:cNvPr>
          <p:cNvSpPr txBox="1"/>
          <p:nvPr/>
        </p:nvSpPr>
        <p:spPr>
          <a:xfrm>
            <a:off x="4582510" y="5175011"/>
            <a:ext cx="302697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Each node stores data, and a pointer to the next node.</a:t>
            </a:r>
          </a:p>
        </p:txBody>
      </p:sp>
    </p:spTree>
    <p:extLst>
      <p:ext uri="{BB962C8B-B14F-4D97-AF65-F5344CB8AC3E}">
        <p14:creationId xmlns:p14="http://schemas.microsoft.com/office/powerpoint/2010/main" val="313580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42A48-23E8-E22D-76BA-80B6C698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27F25-2D13-76A3-77A3-0221F3CD5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pic>
        <p:nvPicPr>
          <p:cNvPr id="1026" name="Picture 2" descr="Singly Linked List">
            <a:extLst>
              <a:ext uri="{FF2B5EF4-FFF2-40B4-BE49-F238E27FC236}">
                <a16:creationId xmlns:a16="http://schemas.microsoft.com/office/drawing/2014/main" id="{94529F0C-8809-6681-9730-4A99E1A50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944" y="2657780"/>
            <a:ext cx="10160000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A7E242-3E20-9F06-A865-291EC58B10C7}"/>
              </a:ext>
            </a:extLst>
          </p:cNvPr>
          <p:cNvSpPr txBox="1"/>
          <p:nvPr/>
        </p:nvSpPr>
        <p:spPr>
          <a:xfrm>
            <a:off x="6803258" y="365125"/>
            <a:ext cx="1996829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These are objects:</a:t>
            </a:r>
          </a:p>
          <a:p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data;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EC0E22-8103-5910-D76B-50B3C708E07E}"/>
              </a:ext>
            </a:extLst>
          </p:cNvPr>
          <p:cNvCxnSpPr>
            <a:cxnSpLocks/>
          </p:cNvCxnSpPr>
          <p:nvPr/>
        </p:nvCxnSpPr>
        <p:spPr>
          <a:xfrm flipH="1">
            <a:off x="3426372" y="2298894"/>
            <a:ext cx="3079531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0BE097-7DDC-6573-546C-95DA06134DF4}"/>
              </a:ext>
            </a:extLst>
          </p:cNvPr>
          <p:cNvCxnSpPr>
            <a:cxnSpLocks/>
          </p:cNvCxnSpPr>
          <p:nvPr/>
        </p:nvCxnSpPr>
        <p:spPr>
          <a:xfrm flipH="1">
            <a:off x="4782206" y="2298894"/>
            <a:ext cx="231227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321E64-A7D7-0199-85FF-187871D511F2}"/>
              </a:ext>
            </a:extLst>
          </p:cNvPr>
          <p:cNvCxnSpPr>
            <a:cxnSpLocks/>
          </p:cNvCxnSpPr>
          <p:nvPr/>
        </p:nvCxnSpPr>
        <p:spPr>
          <a:xfrm flipH="1">
            <a:off x="7010399" y="2298894"/>
            <a:ext cx="791273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479448-47BC-80C9-4AAE-454FFD0A315A}"/>
              </a:ext>
            </a:extLst>
          </p:cNvPr>
          <p:cNvCxnSpPr>
            <a:cxnSpLocks/>
          </p:cNvCxnSpPr>
          <p:nvPr/>
        </p:nvCxnSpPr>
        <p:spPr>
          <a:xfrm>
            <a:off x="8650013" y="2298894"/>
            <a:ext cx="62733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5FB39EB-13DB-D259-F114-BE47E041B28F}"/>
              </a:ext>
            </a:extLst>
          </p:cNvPr>
          <p:cNvSpPr txBox="1"/>
          <p:nvPr/>
        </p:nvSpPr>
        <p:spPr>
          <a:xfrm>
            <a:off x="1129449" y="2203950"/>
            <a:ext cx="235032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en-US" dirty="0"/>
              <a:t> is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Node*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6D343F-7BA1-0FB6-D1A0-8878F817D28A}"/>
              </a:ext>
            </a:extLst>
          </p:cNvPr>
          <p:cNvSpPr txBox="1"/>
          <p:nvPr/>
        </p:nvSpPr>
        <p:spPr>
          <a:xfrm>
            <a:off x="4582510" y="5175011"/>
            <a:ext cx="302697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Each node stores data, and a pointer to the next node.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EFDE78-9BBC-01B2-67D4-8BB6D78E159B}"/>
              </a:ext>
            </a:extLst>
          </p:cNvPr>
          <p:cNvSpPr txBox="1"/>
          <p:nvPr/>
        </p:nvSpPr>
        <p:spPr>
          <a:xfrm>
            <a:off x="8963681" y="5175012"/>
            <a:ext cx="302697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pointer for the last node has the value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7021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1312-FDA3-B11D-1775-5FF947A1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2E47B-5B3B-AC95-6B0F-901B1E97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pic>
        <p:nvPicPr>
          <p:cNvPr id="1026" name="Picture 2" descr="Singly Linked List">
            <a:extLst>
              <a:ext uri="{FF2B5EF4-FFF2-40B4-BE49-F238E27FC236}">
                <a16:creationId xmlns:a16="http://schemas.microsoft.com/office/drawing/2014/main" id="{FB1DD2EC-DD5B-CEF0-46AF-38D9143E5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944" y="2657780"/>
            <a:ext cx="10160000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429269-9CF6-F17D-E441-636417D909B7}"/>
              </a:ext>
            </a:extLst>
          </p:cNvPr>
          <p:cNvSpPr txBox="1"/>
          <p:nvPr/>
        </p:nvSpPr>
        <p:spPr>
          <a:xfrm>
            <a:off x="6803258" y="365125"/>
            <a:ext cx="1996829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These are objects:</a:t>
            </a:r>
          </a:p>
          <a:p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data;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899596E-83C2-8A9B-E633-59DDDE94E2A8}"/>
              </a:ext>
            </a:extLst>
          </p:cNvPr>
          <p:cNvCxnSpPr>
            <a:cxnSpLocks/>
          </p:cNvCxnSpPr>
          <p:nvPr/>
        </p:nvCxnSpPr>
        <p:spPr>
          <a:xfrm flipH="1">
            <a:off x="3426372" y="2298894"/>
            <a:ext cx="3079531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AC19FC-E099-4F38-E48E-9929E761696E}"/>
              </a:ext>
            </a:extLst>
          </p:cNvPr>
          <p:cNvCxnSpPr>
            <a:cxnSpLocks/>
          </p:cNvCxnSpPr>
          <p:nvPr/>
        </p:nvCxnSpPr>
        <p:spPr>
          <a:xfrm flipH="1">
            <a:off x="4782206" y="2298894"/>
            <a:ext cx="231227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602E32-1971-27DF-16D4-FABDA432C617}"/>
              </a:ext>
            </a:extLst>
          </p:cNvPr>
          <p:cNvCxnSpPr>
            <a:cxnSpLocks/>
          </p:cNvCxnSpPr>
          <p:nvPr/>
        </p:nvCxnSpPr>
        <p:spPr>
          <a:xfrm flipH="1">
            <a:off x="7010399" y="2298894"/>
            <a:ext cx="791273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FFCA8C-D6DE-B405-35F1-FD6400B3F956}"/>
              </a:ext>
            </a:extLst>
          </p:cNvPr>
          <p:cNvCxnSpPr>
            <a:cxnSpLocks/>
          </p:cNvCxnSpPr>
          <p:nvPr/>
        </p:nvCxnSpPr>
        <p:spPr>
          <a:xfrm>
            <a:off x="8650013" y="2298894"/>
            <a:ext cx="62733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A85158-9CED-C786-593A-1D9789F660E8}"/>
              </a:ext>
            </a:extLst>
          </p:cNvPr>
          <p:cNvSpPr txBox="1"/>
          <p:nvPr/>
        </p:nvSpPr>
        <p:spPr>
          <a:xfrm>
            <a:off x="1129449" y="2203950"/>
            <a:ext cx="235032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en-US" dirty="0"/>
              <a:t> is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Node*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8AADCB-C996-4997-0CEC-78BC77241B87}"/>
              </a:ext>
            </a:extLst>
          </p:cNvPr>
          <p:cNvSpPr txBox="1"/>
          <p:nvPr/>
        </p:nvSpPr>
        <p:spPr>
          <a:xfrm>
            <a:off x="4582510" y="5175011"/>
            <a:ext cx="3026979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To access a value, you must </a:t>
            </a:r>
            <a:r>
              <a:rPr lang="en-US" b="1" dirty="0">
                <a:cs typeface="Consolas" panose="020B0609020204030204" pitchFamily="49" charset="0"/>
              </a:rPr>
              <a:t>step through the list </a:t>
            </a:r>
            <a:r>
              <a:rPr lang="en-US" dirty="0">
                <a:cs typeface="Consolas" panose="020B0609020204030204" pitchFamily="49" charset="0"/>
              </a:rPr>
              <a:t>one value at a time.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B1CEDA-2DFB-8924-525B-E9815B3B03AA}"/>
              </a:ext>
            </a:extLst>
          </p:cNvPr>
          <p:cNvSpPr txBox="1"/>
          <p:nvPr/>
        </p:nvSpPr>
        <p:spPr>
          <a:xfrm>
            <a:off x="8800087" y="5175011"/>
            <a:ext cx="319057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In contrast, in an array/vector you can immediately jump to any index location.</a:t>
            </a:r>
          </a:p>
        </p:txBody>
      </p:sp>
    </p:spTree>
    <p:extLst>
      <p:ext uri="{BB962C8B-B14F-4D97-AF65-F5344CB8AC3E}">
        <p14:creationId xmlns:p14="http://schemas.microsoft.com/office/powerpoint/2010/main" val="1548423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3350D-8B00-2146-25FE-AD1A0315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4E6B-03AE-57C5-FFFA-949F510E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pic>
        <p:nvPicPr>
          <p:cNvPr id="1026" name="Picture 2" descr="Singly Linked List">
            <a:extLst>
              <a:ext uri="{FF2B5EF4-FFF2-40B4-BE49-F238E27FC236}">
                <a16:creationId xmlns:a16="http://schemas.microsoft.com/office/drawing/2014/main" id="{EC07B2B2-4664-823E-4C40-2A76F9590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944" y="2657780"/>
            <a:ext cx="10160000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3E3706-F970-1148-FA7D-FBCEF5D93A26}"/>
              </a:ext>
            </a:extLst>
          </p:cNvPr>
          <p:cNvSpPr txBox="1"/>
          <p:nvPr/>
        </p:nvSpPr>
        <p:spPr>
          <a:xfrm>
            <a:off x="6803258" y="365125"/>
            <a:ext cx="1996829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These are objects:</a:t>
            </a:r>
          </a:p>
          <a:p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data;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6B18F4-5560-92EB-721D-698BB33D803A}"/>
              </a:ext>
            </a:extLst>
          </p:cNvPr>
          <p:cNvCxnSpPr>
            <a:cxnSpLocks/>
          </p:cNvCxnSpPr>
          <p:nvPr/>
        </p:nvCxnSpPr>
        <p:spPr>
          <a:xfrm flipH="1">
            <a:off x="3426372" y="2298894"/>
            <a:ext cx="3079531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C7DEF1-0D13-3003-F160-67309C42E023}"/>
              </a:ext>
            </a:extLst>
          </p:cNvPr>
          <p:cNvCxnSpPr>
            <a:cxnSpLocks/>
          </p:cNvCxnSpPr>
          <p:nvPr/>
        </p:nvCxnSpPr>
        <p:spPr>
          <a:xfrm flipH="1">
            <a:off x="4782206" y="2298894"/>
            <a:ext cx="231227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30F97E-FB57-A564-ACB6-861AAD472717}"/>
              </a:ext>
            </a:extLst>
          </p:cNvPr>
          <p:cNvCxnSpPr>
            <a:cxnSpLocks/>
          </p:cNvCxnSpPr>
          <p:nvPr/>
        </p:nvCxnSpPr>
        <p:spPr>
          <a:xfrm flipH="1">
            <a:off x="7010399" y="2298894"/>
            <a:ext cx="791273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9F9D2E-352A-C5A8-12F0-03437F214966}"/>
              </a:ext>
            </a:extLst>
          </p:cNvPr>
          <p:cNvCxnSpPr>
            <a:cxnSpLocks/>
          </p:cNvCxnSpPr>
          <p:nvPr/>
        </p:nvCxnSpPr>
        <p:spPr>
          <a:xfrm>
            <a:off x="8650013" y="2298894"/>
            <a:ext cx="62733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9AD86FE-5978-5202-F8FD-2ED970FD744E}"/>
              </a:ext>
            </a:extLst>
          </p:cNvPr>
          <p:cNvSpPr txBox="1"/>
          <p:nvPr/>
        </p:nvSpPr>
        <p:spPr>
          <a:xfrm>
            <a:off x="1129449" y="2203950"/>
            <a:ext cx="235032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en-US" dirty="0"/>
              <a:t> is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Node*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1F6B32-23E2-7E6F-6174-40A0864AF448}"/>
              </a:ext>
            </a:extLst>
          </p:cNvPr>
          <p:cNvSpPr txBox="1"/>
          <p:nvPr/>
        </p:nvSpPr>
        <p:spPr>
          <a:xfrm>
            <a:off x="1129449" y="5628843"/>
            <a:ext cx="272743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Adding/removing the </a:t>
            </a:r>
            <a:r>
              <a:rPr lang="en-US" b="1" dirty="0">
                <a:cs typeface="Consolas" panose="020B0609020204030204" pitchFamily="49" charset="0"/>
              </a:rPr>
              <a:t>first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en-US" b="1" dirty="0">
                <a:cs typeface="Consolas" panose="020B0609020204030204" pitchFamily="49" charset="0"/>
              </a:rPr>
              <a:t>element</a:t>
            </a:r>
            <a:r>
              <a:rPr lang="en-US" dirty="0">
                <a:cs typeface="Consolas" panose="020B0609020204030204" pitchFamily="49" charset="0"/>
              </a:rPr>
              <a:t> is fast.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7C3E9EF-1AD2-6FAE-DE2C-7318295C136B}"/>
                  </a:ext>
                </a:extLst>
              </p14:cNvPr>
              <p14:cNvContentPartPr/>
              <p14:nvPr/>
            </p14:nvContentPartPr>
            <p14:xfrm>
              <a:off x="1428120" y="3187800"/>
              <a:ext cx="9526320" cy="2235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7C3E9EF-1AD2-6FAE-DE2C-7318295C13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8760" y="3178440"/>
                <a:ext cx="9545040" cy="225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6386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04543-8B5F-2194-DC83-5E8BD756F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5232-B403-6BBD-1C2E-F89CBB1F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pic>
        <p:nvPicPr>
          <p:cNvPr id="1026" name="Picture 2" descr="Singly Linked List">
            <a:extLst>
              <a:ext uri="{FF2B5EF4-FFF2-40B4-BE49-F238E27FC236}">
                <a16:creationId xmlns:a16="http://schemas.microsoft.com/office/drawing/2014/main" id="{FC7CF614-2176-10A5-99AF-CC72681F6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944" y="2657780"/>
            <a:ext cx="10160000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88138D-A1BE-B62E-13D9-7BE7DD5383CE}"/>
              </a:ext>
            </a:extLst>
          </p:cNvPr>
          <p:cNvSpPr txBox="1"/>
          <p:nvPr/>
        </p:nvSpPr>
        <p:spPr>
          <a:xfrm>
            <a:off x="6803258" y="365125"/>
            <a:ext cx="1996829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These are objects:</a:t>
            </a:r>
          </a:p>
          <a:p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data;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89BC7C-893C-F42B-32B9-D4FFC96C7CBF}"/>
              </a:ext>
            </a:extLst>
          </p:cNvPr>
          <p:cNvCxnSpPr>
            <a:cxnSpLocks/>
          </p:cNvCxnSpPr>
          <p:nvPr/>
        </p:nvCxnSpPr>
        <p:spPr>
          <a:xfrm flipH="1">
            <a:off x="3426372" y="2298894"/>
            <a:ext cx="3079531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D4A6F9-AD93-442F-F823-3F4B9F3C4921}"/>
              </a:ext>
            </a:extLst>
          </p:cNvPr>
          <p:cNvCxnSpPr>
            <a:cxnSpLocks/>
          </p:cNvCxnSpPr>
          <p:nvPr/>
        </p:nvCxnSpPr>
        <p:spPr>
          <a:xfrm flipH="1">
            <a:off x="4782206" y="2298894"/>
            <a:ext cx="231227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3F50A6-3273-7E1B-FC0B-7ED9AB248C20}"/>
              </a:ext>
            </a:extLst>
          </p:cNvPr>
          <p:cNvCxnSpPr>
            <a:cxnSpLocks/>
          </p:cNvCxnSpPr>
          <p:nvPr/>
        </p:nvCxnSpPr>
        <p:spPr>
          <a:xfrm flipH="1">
            <a:off x="7010399" y="2298894"/>
            <a:ext cx="791273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81DC5D-2DCB-DBC7-3A36-CC88047913A0}"/>
              </a:ext>
            </a:extLst>
          </p:cNvPr>
          <p:cNvCxnSpPr>
            <a:cxnSpLocks/>
          </p:cNvCxnSpPr>
          <p:nvPr/>
        </p:nvCxnSpPr>
        <p:spPr>
          <a:xfrm>
            <a:off x="8650013" y="2298894"/>
            <a:ext cx="627336" cy="1545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E913D80-4AD9-49A4-22AF-0A2478F3C75D}"/>
              </a:ext>
            </a:extLst>
          </p:cNvPr>
          <p:cNvSpPr txBox="1"/>
          <p:nvPr/>
        </p:nvSpPr>
        <p:spPr>
          <a:xfrm>
            <a:off x="1129449" y="2203950"/>
            <a:ext cx="235032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en-US" dirty="0"/>
              <a:t> is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Node*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D8DB28-487E-0E77-F5D4-9A81AC540DFE}"/>
              </a:ext>
            </a:extLst>
          </p:cNvPr>
          <p:cNvSpPr txBox="1"/>
          <p:nvPr/>
        </p:nvSpPr>
        <p:spPr>
          <a:xfrm>
            <a:off x="1129449" y="5628843"/>
            <a:ext cx="272743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Adding/removing the </a:t>
            </a:r>
            <a:r>
              <a:rPr lang="en-US" b="1" dirty="0">
                <a:cs typeface="Consolas" panose="020B0609020204030204" pitchFamily="49" charset="0"/>
              </a:rPr>
              <a:t>first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en-US" b="1" dirty="0">
                <a:cs typeface="Consolas" panose="020B0609020204030204" pitchFamily="49" charset="0"/>
              </a:rPr>
              <a:t>element</a:t>
            </a:r>
            <a:r>
              <a:rPr lang="en-US" dirty="0">
                <a:cs typeface="Consolas" panose="020B0609020204030204" pitchFamily="49" charset="0"/>
              </a:rPr>
              <a:t> is fast.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4FA9A-A3AC-FA68-1928-2FA0041BF471}"/>
              </a:ext>
            </a:extLst>
          </p:cNvPr>
          <p:cNvSpPr txBox="1"/>
          <p:nvPr/>
        </p:nvSpPr>
        <p:spPr>
          <a:xfrm>
            <a:off x="8650013" y="5541072"/>
            <a:ext cx="272743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Adding/removing the </a:t>
            </a:r>
            <a:r>
              <a:rPr lang="en-US" b="1" dirty="0">
                <a:cs typeface="Consolas" panose="020B0609020204030204" pitchFamily="49" charset="0"/>
              </a:rPr>
              <a:t>last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en-US" b="1" dirty="0">
                <a:cs typeface="Consolas" panose="020B0609020204030204" pitchFamily="49" charset="0"/>
              </a:rPr>
              <a:t>element</a:t>
            </a:r>
            <a:r>
              <a:rPr lang="en-US" dirty="0">
                <a:cs typeface="Consolas" panose="020B0609020204030204" pitchFamily="49" charset="0"/>
              </a:rPr>
              <a:t> is slow.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D6BA046-4605-A960-D475-9A2D2FF4F757}"/>
              </a:ext>
            </a:extLst>
          </p:cNvPr>
          <p:cNvCxnSpPr>
            <a:cxnSpLocks/>
          </p:cNvCxnSpPr>
          <p:nvPr/>
        </p:nvCxnSpPr>
        <p:spPr>
          <a:xfrm flipV="1">
            <a:off x="8486017" y="4740965"/>
            <a:ext cx="327992" cy="672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237E0E-4A22-3B0A-DD73-1219054CCD38}"/>
              </a:ext>
            </a:extLst>
          </p:cNvPr>
          <p:cNvSpPr txBox="1"/>
          <p:nvPr/>
        </p:nvSpPr>
        <p:spPr>
          <a:xfrm>
            <a:off x="8177862" y="54032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9185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304</Words>
  <Application>Microsoft Macintosh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Office Theme</vt:lpstr>
      <vt:lpstr>Singly-Linked Lists</vt:lpstr>
      <vt:lpstr>Linked List</vt:lpstr>
      <vt:lpstr>Linked List</vt:lpstr>
      <vt:lpstr>Linked List</vt:lpstr>
      <vt:lpstr>Linked List</vt:lpstr>
      <vt:lpstr>Linked List</vt:lpstr>
      <vt:lpstr>Linked List</vt:lpstr>
      <vt:lpstr>Linked List</vt:lpstr>
      <vt:lpstr>Linked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2026-03-23T17:53:03Z</dcterms:created>
  <dcterms:modified xsi:type="dcterms:W3CDTF">2026-03-24T00:07:05Z</dcterms:modified>
</cp:coreProperties>
</file>