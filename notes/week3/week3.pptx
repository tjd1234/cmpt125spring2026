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7"/>
  </p:notesMasterIdLst>
  <p:sldIdLst>
    <p:sldId id="256" r:id="rId2"/>
    <p:sldId id="288" r:id="rId3"/>
    <p:sldId id="275" r:id="rId4"/>
    <p:sldId id="289" r:id="rId5"/>
    <p:sldId id="281" r:id="rId6"/>
    <p:sldId id="277" r:id="rId7"/>
    <p:sldId id="278" r:id="rId8"/>
    <p:sldId id="279" r:id="rId9"/>
    <p:sldId id="280" r:id="rId10"/>
    <p:sldId id="283" r:id="rId11"/>
    <p:sldId id="284" r:id="rId12"/>
    <p:sldId id="285" r:id="rId13"/>
    <p:sldId id="286" r:id="rId14"/>
    <p:sldId id="290" r:id="rId15"/>
    <p:sldId id="287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5" r:id="rId29"/>
    <p:sldId id="307" r:id="rId30"/>
    <p:sldId id="306" r:id="rId31"/>
    <p:sldId id="308" r:id="rId32"/>
    <p:sldId id="309" r:id="rId33"/>
    <p:sldId id="310" r:id="rId34"/>
    <p:sldId id="311" r:id="rId35"/>
    <p:sldId id="312" r:id="rId36"/>
    <p:sldId id="313" r:id="rId37"/>
    <p:sldId id="314" r:id="rId38"/>
    <p:sldId id="315" r:id="rId39"/>
    <p:sldId id="316" r:id="rId40"/>
    <p:sldId id="317" r:id="rId41"/>
    <p:sldId id="319" r:id="rId42"/>
    <p:sldId id="320" r:id="rId43"/>
    <p:sldId id="321" r:id="rId44"/>
    <p:sldId id="323" r:id="rId45"/>
    <p:sldId id="324" r:id="rId46"/>
    <p:sldId id="333" r:id="rId47"/>
    <p:sldId id="326" r:id="rId48"/>
    <p:sldId id="327" r:id="rId49"/>
    <p:sldId id="328" r:id="rId50"/>
    <p:sldId id="356" r:id="rId51"/>
    <p:sldId id="329" r:id="rId52"/>
    <p:sldId id="330" r:id="rId53"/>
    <p:sldId id="331" r:id="rId54"/>
    <p:sldId id="332" r:id="rId55"/>
    <p:sldId id="334" r:id="rId56"/>
    <p:sldId id="335" r:id="rId57"/>
    <p:sldId id="336" r:id="rId58"/>
    <p:sldId id="337" r:id="rId59"/>
    <p:sldId id="338" r:id="rId60"/>
    <p:sldId id="340" r:id="rId61"/>
    <p:sldId id="341" r:id="rId62"/>
    <p:sldId id="346" r:id="rId63"/>
    <p:sldId id="345" r:id="rId64"/>
    <p:sldId id="339" r:id="rId65"/>
    <p:sldId id="343" r:id="rId66"/>
    <p:sldId id="342" r:id="rId67"/>
    <p:sldId id="344" r:id="rId68"/>
    <p:sldId id="347" r:id="rId69"/>
    <p:sldId id="348" r:id="rId70"/>
    <p:sldId id="349" r:id="rId71"/>
    <p:sldId id="352" r:id="rId72"/>
    <p:sldId id="353" r:id="rId73"/>
    <p:sldId id="351" r:id="rId74"/>
    <p:sldId id="355" r:id="rId75"/>
    <p:sldId id="354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C8CD5C9-9074-BB4C-9B0C-AE9F96B0C627}">
          <p14:sldIdLst>
            <p14:sldId id="256"/>
          </p14:sldIdLst>
        </p14:section>
        <p14:section name="Memory as an array" id="{2662C731-AF97-4649-B88D-B6B35D7F94CC}">
          <p14:sldIdLst>
            <p14:sldId id="288"/>
            <p14:sldId id="275"/>
            <p14:sldId id="289"/>
            <p14:sldId id="281"/>
            <p14:sldId id="277"/>
            <p14:sldId id="278"/>
            <p14:sldId id="279"/>
            <p14:sldId id="280"/>
            <p14:sldId id="283"/>
            <p14:sldId id="284"/>
            <p14:sldId id="285"/>
            <p14:sldId id="286"/>
            <p14:sldId id="290"/>
            <p14:sldId id="287"/>
          </p14:sldIdLst>
        </p14:section>
        <p14:section name="Intro to pointers" id="{F4B7C2FD-18C0-F545-98E9-EAADE1C6C97C}">
          <p14:sldIdLst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C++ Memory Regions" id="{EC90B31C-A826-D240-9111-B917D3488801}">
          <p14:sldIdLst>
            <p14:sldId id="302"/>
            <p14:sldId id="305"/>
            <p14:sldId id="307"/>
            <p14:sldId id="306"/>
            <p14:sldId id="308"/>
            <p14:sldId id="309"/>
            <p14:sldId id="310"/>
            <p14:sldId id="311"/>
          </p14:sldIdLst>
        </p14:section>
        <p14:section name="Using free store memory" id="{56D09F24-8D87-4E44-A9DB-6FA917D136DF}">
          <p14:sldIdLst>
            <p14:sldId id="312"/>
            <p14:sldId id="313"/>
            <p14:sldId id="314"/>
            <p14:sldId id="315"/>
            <p14:sldId id="316"/>
            <p14:sldId id="317"/>
            <p14:sldId id="319"/>
            <p14:sldId id="320"/>
            <p14:sldId id="321"/>
            <p14:sldId id="323"/>
            <p14:sldId id="324"/>
            <p14:sldId id="333"/>
          </p14:sldIdLst>
        </p14:section>
        <p14:section name="Arrays and the free store" id="{B8CF1138-1262-1B42-B909-6AF0BC5539D8}">
          <p14:sldIdLst>
            <p14:sldId id="326"/>
            <p14:sldId id="327"/>
            <p14:sldId id="328"/>
            <p14:sldId id="356"/>
            <p14:sldId id="329"/>
            <p14:sldId id="330"/>
            <p14:sldId id="331"/>
            <p14:sldId id="332"/>
            <p14:sldId id="334"/>
            <p14:sldId id="335"/>
            <p14:sldId id="336"/>
            <p14:sldId id="337"/>
            <p14:sldId id="338"/>
            <p14:sldId id="340"/>
            <p14:sldId id="341"/>
            <p14:sldId id="346"/>
            <p14:sldId id="345"/>
            <p14:sldId id="339"/>
            <p14:sldId id="343"/>
            <p14:sldId id="342"/>
            <p14:sldId id="344"/>
            <p14:sldId id="347"/>
            <p14:sldId id="348"/>
            <p14:sldId id="349"/>
            <p14:sldId id="352"/>
            <p14:sldId id="353"/>
            <p14:sldId id="351"/>
            <p14:sldId id="355"/>
            <p14:sldId id="35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A4D4A5-112D-DC49-A1E1-7EC562ACCE01}" v="34" dt="2026-01-21T21:37:53.0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327"/>
  </p:normalViewPr>
  <p:slideViewPr>
    <p:cSldViewPr snapToGrid="0">
      <p:cViewPr varScale="1">
        <p:scale>
          <a:sx n="123" d="100"/>
          <a:sy n="123" d="100"/>
        </p:scale>
        <p:origin x="6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 sldOrd delSection modSection">
      <pc:chgData name="Toby Donaldson" userId="2e6e5431-bb17-4c41-9985-d39c50d83c73" providerId="ADAL" clId="{F31BC264-820E-54C4-A6D1-F92AF9CC222E}" dt="2026-01-21T21:37:53.043" v="4518"/>
      <pc:docMkLst>
        <pc:docMk/>
      </pc:docMkLst>
      <pc:sldChg chg="modSp mod">
        <pc:chgData name="Toby Donaldson" userId="2e6e5431-bb17-4c41-9985-d39c50d83c73" providerId="ADAL" clId="{F31BC264-820E-54C4-A6D1-F92AF9CC222E}" dt="2026-01-16T18:51:31.986" v="2371" actId="20577"/>
        <pc:sldMkLst>
          <pc:docMk/>
          <pc:sldMk cId="2354529924" sldId="256"/>
        </pc:sldMkLst>
        <pc:spChg chg="mod">
          <ac:chgData name="Toby Donaldson" userId="2e6e5431-bb17-4c41-9985-d39c50d83c73" providerId="ADAL" clId="{F31BC264-820E-54C4-A6D1-F92AF9CC222E}" dt="2026-01-16T18:51:31.986" v="2371" actId="20577"/>
          <ac:spMkLst>
            <pc:docMk/>
            <pc:sldMk cId="2354529924" sldId="256"/>
            <ac:spMk id="2" creationId="{C6E8CB0B-4803-44BC-000B-BAB5ABBDE4D2}"/>
          </ac:spMkLst>
        </pc:spChg>
        <pc:spChg chg="mod">
          <ac:chgData name="Toby Donaldson" userId="2e6e5431-bb17-4c41-9985-d39c50d83c73" providerId="ADAL" clId="{F31BC264-820E-54C4-A6D1-F92AF9CC222E}" dt="2026-01-16T18:51:26.905" v="2369" actId="20577"/>
          <ac:spMkLst>
            <pc:docMk/>
            <pc:sldMk cId="2354529924" sldId="256"/>
            <ac:spMk id="4" creationId="{4B74CA26-60A0-F5E3-EA9F-04376B69C722}"/>
          </ac:spMkLst>
        </pc:spChg>
      </pc:sldChg>
      <pc:sldChg chg="addSp delSp modSp new mod">
        <pc:chgData name="Toby Donaldson" userId="2e6e5431-bb17-4c41-9985-d39c50d83c73" providerId="ADAL" clId="{F31BC264-820E-54C4-A6D1-F92AF9CC222E}" dt="2026-01-16T19:17:43.924" v="3114" actId="20577"/>
        <pc:sldMkLst>
          <pc:docMk/>
          <pc:sldMk cId="4045112651" sldId="275"/>
        </pc:sldMkLst>
        <pc:spChg chg="mod">
          <ac:chgData name="Toby Donaldson" userId="2e6e5431-bb17-4c41-9985-d39c50d83c73" providerId="ADAL" clId="{F31BC264-820E-54C4-A6D1-F92AF9CC222E}" dt="2026-01-16T18:58:43.120" v="2387" actId="20577"/>
          <ac:spMkLst>
            <pc:docMk/>
            <pc:sldMk cId="4045112651" sldId="275"/>
            <ac:spMk id="2" creationId="{0CFF0CE5-42B3-437D-702E-6374D387E0F1}"/>
          </ac:spMkLst>
        </pc:spChg>
        <pc:spChg chg="add mod">
          <ac:chgData name="Toby Donaldson" userId="2e6e5431-bb17-4c41-9985-d39c50d83c73" providerId="ADAL" clId="{F31BC264-820E-54C4-A6D1-F92AF9CC222E}" dt="2026-01-16T19:12:29.074" v="2854" actId="20577"/>
          <ac:spMkLst>
            <pc:docMk/>
            <pc:sldMk cId="4045112651" sldId="275"/>
            <ac:spMk id="52" creationId="{BA6EDF77-5FA4-6529-3F4B-625AE1A3B827}"/>
          </ac:spMkLst>
        </pc:spChg>
      </pc:sldChg>
      <pc:sldChg chg="delSp modSp add mod">
        <pc:chgData name="Toby Donaldson" userId="2e6e5431-bb17-4c41-9985-d39c50d83c73" providerId="ADAL" clId="{F31BC264-820E-54C4-A6D1-F92AF9CC222E}" dt="2026-01-16T19:19:58.620" v="3187" actId="20577"/>
        <pc:sldMkLst>
          <pc:docMk/>
          <pc:sldMk cId="2143143271" sldId="277"/>
        </pc:sldMkLst>
        <pc:spChg chg="mod">
          <ac:chgData name="Toby Donaldson" userId="2e6e5431-bb17-4c41-9985-d39c50d83c73" providerId="ADAL" clId="{F31BC264-820E-54C4-A6D1-F92AF9CC222E}" dt="2026-01-16T19:18:02.467" v="3124" actId="20577"/>
          <ac:spMkLst>
            <pc:docMk/>
            <pc:sldMk cId="2143143271" sldId="277"/>
            <ac:spMk id="28" creationId="{7265A61D-A557-AFBA-F12C-9368BDC92D93}"/>
          </ac:spMkLst>
        </pc:spChg>
        <pc:spChg chg="mod">
          <ac:chgData name="Toby Donaldson" userId="2e6e5431-bb17-4c41-9985-d39c50d83c73" providerId="ADAL" clId="{F31BC264-820E-54C4-A6D1-F92AF9CC222E}" dt="2026-01-16T19:17:59.463" v="3122" actId="20577"/>
          <ac:spMkLst>
            <pc:docMk/>
            <pc:sldMk cId="2143143271" sldId="277"/>
            <ac:spMk id="33" creationId="{DA9B7FC3-E874-1254-4D14-52CC0B48F2AD}"/>
          </ac:spMkLst>
        </pc:spChg>
        <pc:spChg chg="mod">
          <ac:chgData name="Toby Donaldson" userId="2e6e5431-bb17-4c41-9985-d39c50d83c73" providerId="ADAL" clId="{F31BC264-820E-54C4-A6D1-F92AF9CC222E}" dt="2026-01-16T19:18:12.177" v="3129" actId="20577"/>
          <ac:spMkLst>
            <pc:docMk/>
            <pc:sldMk cId="2143143271" sldId="277"/>
            <ac:spMk id="37" creationId="{C2593158-7758-408E-E845-159750CB4D9C}"/>
          </ac:spMkLst>
        </pc:spChg>
        <pc:spChg chg="mod">
          <ac:chgData name="Toby Donaldson" userId="2e6e5431-bb17-4c41-9985-d39c50d83c73" providerId="ADAL" clId="{F31BC264-820E-54C4-A6D1-F92AF9CC222E}" dt="2026-01-16T19:18:07.287" v="3127" actId="20577"/>
          <ac:spMkLst>
            <pc:docMk/>
            <pc:sldMk cId="2143143271" sldId="277"/>
            <ac:spMk id="41" creationId="{B99F976C-2CD2-3CD5-9C58-05E07A3D749A}"/>
          </ac:spMkLst>
        </pc:spChg>
        <pc:spChg chg="mod">
          <ac:chgData name="Toby Donaldson" userId="2e6e5431-bb17-4c41-9985-d39c50d83c73" providerId="ADAL" clId="{F31BC264-820E-54C4-A6D1-F92AF9CC222E}" dt="2026-01-16T19:18:14.603" v="3130" actId="20577"/>
          <ac:spMkLst>
            <pc:docMk/>
            <pc:sldMk cId="2143143271" sldId="277"/>
            <ac:spMk id="45" creationId="{EC157F9C-8359-79F1-CDDC-A5BB40722DF1}"/>
          </ac:spMkLst>
        </pc:spChg>
        <pc:spChg chg="mod">
          <ac:chgData name="Toby Donaldson" userId="2e6e5431-bb17-4c41-9985-d39c50d83c73" providerId="ADAL" clId="{F31BC264-820E-54C4-A6D1-F92AF9CC222E}" dt="2026-01-16T19:17:54.724" v="3118" actId="20577"/>
          <ac:spMkLst>
            <pc:docMk/>
            <pc:sldMk cId="2143143271" sldId="277"/>
            <ac:spMk id="49" creationId="{3600599F-B59E-1BC3-7F49-4B4F14738379}"/>
          </ac:spMkLst>
        </pc:spChg>
        <pc:spChg chg="mod">
          <ac:chgData name="Toby Donaldson" userId="2e6e5431-bb17-4c41-9985-d39c50d83c73" providerId="ADAL" clId="{F31BC264-820E-54C4-A6D1-F92AF9CC222E}" dt="2026-01-16T19:19:58.620" v="3187" actId="20577"/>
          <ac:spMkLst>
            <pc:docMk/>
            <pc:sldMk cId="2143143271" sldId="277"/>
            <ac:spMk id="54" creationId="{4D12C52D-BDA2-4403-F6AE-DCBDA4866A4B}"/>
          </ac:spMkLst>
        </pc:spChg>
      </pc:sldChg>
      <pc:sldChg chg="addSp modSp add mod">
        <pc:chgData name="Toby Donaldson" userId="2e6e5431-bb17-4c41-9985-d39c50d83c73" providerId="ADAL" clId="{F31BC264-820E-54C4-A6D1-F92AF9CC222E}" dt="2026-01-16T19:21:44.165" v="3346" actId="11529"/>
        <pc:sldMkLst>
          <pc:docMk/>
          <pc:sldMk cId="622919139" sldId="278"/>
        </pc:sldMkLst>
        <pc:spChg chg="add mod">
          <ac:chgData name="Toby Donaldson" userId="2e6e5431-bb17-4c41-9985-d39c50d83c73" providerId="ADAL" clId="{F31BC264-820E-54C4-A6D1-F92AF9CC222E}" dt="2026-01-16T19:21:12.935" v="3342" actId="1076"/>
          <ac:spMkLst>
            <pc:docMk/>
            <pc:sldMk cId="622919139" sldId="278"/>
            <ac:spMk id="3" creationId="{936852B2-B31F-3EDA-9284-EF64F5F6CF07}"/>
          </ac:spMkLst>
        </pc:spChg>
        <pc:spChg chg="mod">
          <ac:chgData name="Toby Donaldson" userId="2e6e5431-bb17-4c41-9985-d39c50d83c73" providerId="ADAL" clId="{F31BC264-820E-54C4-A6D1-F92AF9CC222E}" dt="2026-01-16T19:21:37.085" v="3345" actId="1076"/>
          <ac:spMkLst>
            <pc:docMk/>
            <pc:sldMk cId="622919139" sldId="278"/>
            <ac:spMk id="54" creationId="{34CAE758-C78A-C78D-69D0-9F39183DD806}"/>
          </ac:spMkLst>
        </pc:spChg>
        <pc:cxnChg chg="add">
          <ac:chgData name="Toby Donaldson" userId="2e6e5431-bb17-4c41-9985-d39c50d83c73" providerId="ADAL" clId="{F31BC264-820E-54C4-A6D1-F92AF9CC222E}" dt="2026-01-16T19:21:44.165" v="3346" actId="11529"/>
          <ac:cxnSpMkLst>
            <pc:docMk/>
            <pc:sldMk cId="622919139" sldId="278"/>
            <ac:cxnSpMk id="5" creationId="{17FDDEBC-9550-4C36-8EAD-F65ABE49E28F}"/>
          </ac:cxnSpMkLst>
        </pc:cxnChg>
      </pc:sldChg>
      <pc:sldChg chg="modSp add mod">
        <pc:chgData name="Toby Donaldson" userId="2e6e5431-bb17-4c41-9985-d39c50d83c73" providerId="ADAL" clId="{F31BC264-820E-54C4-A6D1-F92AF9CC222E}" dt="2026-01-16T19:22:21.054" v="3418" actId="20577"/>
        <pc:sldMkLst>
          <pc:docMk/>
          <pc:sldMk cId="3647929953" sldId="279"/>
        </pc:sldMkLst>
        <pc:spChg chg="mod">
          <ac:chgData name="Toby Donaldson" userId="2e6e5431-bb17-4c41-9985-d39c50d83c73" providerId="ADAL" clId="{F31BC264-820E-54C4-A6D1-F92AF9CC222E}" dt="2026-01-16T19:21:59.988" v="3348" actId="20577"/>
          <ac:spMkLst>
            <pc:docMk/>
            <pc:sldMk cId="3647929953" sldId="279"/>
            <ac:spMk id="28" creationId="{7E6268C3-B06C-42B6-1439-23DEE9A65852}"/>
          </ac:spMkLst>
        </pc:spChg>
        <pc:spChg chg="mod">
          <ac:chgData name="Toby Donaldson" userId="2e6e5431-bb17-4c41-9985-d39c50d83c73" providerId="ADAL" clId="{F31BC264-820E-54C4-A6D1-F92AF9CC222E}" dt="2026-01-16T19:22:21.054" v="3418" actId="20577"/>
          <ac:spMkLst>
            <pc:docMk/>
            <pc:sldMk cId="3647929953" sldId="279"/>
            <ac:spMk id="54" creationId="{B05BE634-A420-A24F-357E-863F15B7ECFA}"/>
          </ac:spMkLst>
        </pc:spChg>
        <pc:cxnChg chg="mod">
          <ac:chgData name="Toby Donaldson" userId="2e6e5431-bb17-4c41-9985-d39c50d83c73" providerId="ADAL" clId="{F31BC264-820E-54C4-A6D1-F92AF9CC222E}" dt="2026-01-16T19:22:21.054" v="3418" actId="20577"/>
          <ac:cxnSpMkLst>
            <pc:docMk/>
            <pc:sldMk cId="3647929953" sldId="279"/>
            <ac:cxnSpMk id="5" creationId="{1CE222DA-09B5-7879-C24F-62C74AC3D1FE}"/>
          </ac:cxnSpMkLst>
        </pc:cxnChg>
      </pc:sldChg>
      <pc:sldChg chg="addSp delSp modSp add del mod">
        <pc:chgData name="Toby Donaldson" userId="2e6e5431-bb17-4c41-9985-d39c50d83c73" providerId="ADAL" clId="{F31BC264-820E-54C4-A6D1-F92AF9CC222E}" dt="2026-01-16T19:27:56.978" v="3549" actId="2696"/>
        <pc:sldMkLst>
          <pc:docMk/>
          <pc:sldMk cId="3164729297" sldId="280"/>
        </pc:sldMkLst>
        <pc:spChg chg="add mod">
          <ac:chgData name="Toby Donaldson" userId="2e6e5431-bb17-4c41-9985-d39c50d83c73" providerId="ADAL" clId="{F31BC264-820E-54C4-A6D1-F92AF9CC222E}" dt="2026-01-16T19:23:49.431" v="3500" actId="1076"/>
          <ac:spMkLst>
            <pc:docMk/>
            <pc:sldMk cId="3164729297" sldId="280"/>
            <ac:spMk id="8" creationId="{36A0B46E-A67F-0F0A-EC37-90B04325E626}"/>
          </ac:spMkLst>
        </pc:spChg>
        <pc:spChg chg="mod">
          <ac:chgData name="Toby Donaldson" userId="2e6e5431-bb17-4c41-9985-d39c50d83c73" providerId="ADAL" clId="{F31BC264-820E-54C4-A6D1-F92AF9CC222E}" dt="2026-01-16T19:23:25.700" v="3495" actId="1076"/>
          <ac:spMkLst>
            <pc:docMk/>
            <pc:sldMk cId="3164729297" sldId="280"/>
            <ac:spMk id="52" creationId="{F5FEB986-0392-D220-D488-5FBA54AAAA0B}"/>
          </ac:spMkLst>
        </pc:spChg>
        <pc:cxnChg chg="add mod">
          <ac:chgData name="Toby Donaldson" userId="2e6e5431-bb17-4c41-9985-d39c50d83c73" providerId="ADAL" clId="{F31BC264-820E-54C4-A6D1-F92AF9CC222E}" dt="2026-01-16T19:23:53.251" v="3501" actId="14100"/>
          <ac:cxnSpMkLst>
            <pc:docMk/>
            <pc:sldMk cId="3164729297" sldId="280"/>
            <ac:cxnSpMk id="4" creationId="{83E48E65-739D-A9AC-18C1-F54FC138DE27}"/>
          </ac:cxnSpMkLst>
        </pc:cxnChg>
      </pc:sldChg>
      <pc:sldChg chg="addSp delSp modSp add mod">
        <pc:chgData name="Toby Donaldson" userId="2e6e5431-bb17-4c41-9985-d39c50d83c73" providerId="ADAL" clId="{F31BC264-820E-54C4-A6D1-F92AF9CC222E}" dt="2026-01-16T19:27:03.799" v="3547" actId="14100"/>
        <pc:sldMkLst>
          <pc:docMk/>
          <pc:sldMk cId="4248507714" sldId="281"/>
        </pc:sldMkLst>
        <pc:spChg chg="mod">
          <ac:chgData name="Toby Donaldson" userId="2e6e5431-bb17-4c41-9985-d39c50d83c73" providerId="ADAL" clId="{F31BC264-820E-54C4-A6D1-F92AF9CC222E}" dt="2026-01-16T19:24:57.818" v="3525" actId="1076"/>
          <ac:spMkLst>
            <pc:docMk/>
            <pc:sldMk cId="4248507714" sldId="281"/>
            <ac:spMk id="54" creationId="{1BA56603-8A1C-223A-45BC-DA384212809E}"/>
          </ac:spMkLst>
        </pc:spChg>
        <pc:cxnChg chg="add">
          <ac:chgData name="Toby Donaldson" userId="2e6e5431-bb17-4c41-9985-d39c50d83c73" providerId="ADAL" clId="{F31BC264-820E-54C4-A6D1-F92AF9CC222E}" dt="2026-01-16T19:25:10.972" v="3526" actId="11529"/>
          <ac:cxnSpMkLst>
            <pc:docMk/>
            <pc:sldMk cId="4248507714" sldId="281"/>
            <ac:cxnSpMk id="4" creationId="{2B7D737B-D441-A7E4-C97E-7BC9FE5BD7F7}"/>
          </ac:cxnSpMkLst>
        </pc:cxnChg>
        <pc:cxnChg chg="add mod">
          <ac:chgData name="Toby Donaldson" userId="2e6e5431-bb17-4c41-9985-d39c50d83c73" providerId="ADAL" clId="{F31BC264-820E-54C4-A6D1-F92AF9CC222E}" dt="2026-01-16T19:25:26.083" v="3529" actId="14100"/>
          <ac:cxnSpMkLst>
            <pc:docMk/>
            <pc:sldMk cId="4248507714" sldId="281"/>
            <ac:cxnSpMk id="5" creationId="{ACDD4C37-1C2B-BB66-11CF-AC677115ECC3}"/>
          </ac:cxnSpMkLst>
        </pc:cxnChg>
        <pc:cxnChg chg="add mod">
          <ac:chgData name="Toby Donaldson" userId="2e6e5431-bb17-4c41-9985-d39c50d83c73" providerId="ADAL" clId="{F31BC264-820E-54C4-A6D1-F92AF9CC222E}" dt="2026-01-16T19:27:03.799" v="3547" actId="14100"/>
          <ac:cxnSpMkLst>
            <pc:docMk/>
            <pc:sldMk cId="4248507714" sldId="281"/>
            <ac:cxnSpMk id="8" creationId="{4CE771EF-CAE4-526B-A15B-D8DA36AF4796}"/>
          </ac:cxnSpMkLst>
        </pc:cxnChg>
        <pc:cxnChg chg="add mod">
          <ac:chgData name="Toby Donaldson" userId="2e6e5431-bb17-4c41-9985-d39c50d83c73" providerId="ADAL" clId="{F31BC264-820E-54C4-A6D1-F92AF9CC222E}" dt="2026-01-16T19:26:45.318" v="3545" actId="14100"/>
          <ac:cxnSpMkLst>
            <pc:docMk/>
            <pc:sldMk cId="4248507714" sldId="281"/>
            <ac:cxnSpMk id="12" creationId="{F25E405E-DEDB-15DE-3332-DF5E1BEEB643}"/>
          </ac:cxnSpMkLst>
        </pc:cxnChg>
        <pc:cxnChg chg="add mod">
          <ac:chgData name="Toby Donaldson" userId="2e6e5431-bb17-4c41-9985-d39c50d83c73" providerId="ADAL" clId="{F31BC264-820E-54C4-A6D1-F92AF9CC222E}" dt="2026-01-16T19:26:15.734" v="3542" actId="14100"/>
          <ac:cxnSpMkLst>
            <pc:docMk/>
            <pc:sldMk cId="4248507714" sldId="281"/>
            <ac:cxnSpMk id="15" creationId="{95E28001-7E1D-C670-1465-E28F3C105766}"/>
          </ac:cxnSpMkLst>
        </pc:cxnChg>
        <pc:cxnChg chg="add mod">
          <ac:chgData name="Toby Donaldson" userId="2e6e5431-bb17-4c41-9985-d39c50d83c73" providerId="ADAL" clId="{F31BC264-820E-54C4-A6D1-F92AF9CC222E}" dt="2026-01-16T19:26:26.558" v="3544" actId="14100"/>
          <ac:cxnSpMkLst>
            <pc:docMk/>
            <pc:sldMk cId="4248507714" sldId="281"/>
            <ac:cxnSpMk id="18" creationId="{3FE0610E-7D3C-788C-9F45-24C4F21E1A5C}"/>
          </ac:cxnSpMkLst>
        </pc:cxnChg>
      </pc:sldChg>
      <pc:sldChg chg="addSp modSp add mod">
        <pc:chgData name="Toby Donaldson" userId="2e6e5431-bb17-4c41-9985-d39c50d83c73" providerId="ADAL" clId="{F31BC264-820E-54C4-A6D1-F92AF9CC222E}" dt="2026-01-19T20:53:27.369" v="4313"/>
        <pc:sldMkLst>
          <pc:docMk/>
          <pc:sldMk cId="2011659512" sldId="283"/>
        </pc:sldMkLst>
        <pc:spChg chg="mod">
          <ac:chgData name="Toby Donaldson" userId="2e6e5431-bb17-4c41-9985-d39c50d83c73" providerId="ADAL" clId="{F31BC264-820E-54C4-A6D1-F92AF9CC222E}" dt="2026-01-16T19:38:15.500" v="4053" actId="207"/>
          <ac:spMkLst>
            <pc:docMk/>
            <pc:sldMk cId="2011659512" sldId="283"/>
            <ac:spMk id="29" creationId="{4F77B173-CD1F-1A12-1DAB-AE2E8009A83A}"/>
          </ac:spMkLst>
        </pc:spChg>
        <pc:inkChg chg="add">
          <ac:chgData name="Toby Donaldson" userId="2e6e5431-bb17-4c41-9985-d39c50d83c73" providerId="ADAL" clId="{F31BC264-820E-54C4-A6D1-F92AF9CC222E}" dt="2026-01-19T20:53:27.369" v="4313"/>
          <ac:inkMkLst>
            <pc:docMk/>
            <pc:sldMk cId="2011659512" sldId="283"/>
            <ac:inkMk id="3" creationId="{33AEF31F-15CF-8237-E955-DBE53BB491C3}"/>
          </ac:inkMkLst>
        </pc:inkChg>
      </pc:sldChg>
      <pc:sldChg chg="addSp delSp modSp add mod">
        <pc:chgData name="Toby Donaldson" userId="2e6e5431-bb17-4c41-9985-d39c50d83c73" providerId="ADAL" clId="{F31BC264-820E-54C4-A6D1-F92AF9CC222E}" dt="2026-01-19T20:53:27.369" v="4313"/>
        <pc:sldMkLst>
          <pc:docMk/>
          <pc:sldMk cId="54825853" sldId="284"/>
        </pc:sldMkLst>
        <pc:spChg chg="mod">
          <ac:chgData name="Toby Donaldson" userId="2e6e5431-bb17-4c41-9985-d39c50d83c73" providerId="ADAL" clId="{F31BC264-820E-54C4-A6D1-F92AF9CC222E}" dt="2026-01-16T19:33:55.651" v="3888" actId="1076"/>
          <ac:spMkLst>
            <pc:docMk/>
            <pc:sldMk cId="54825853" sldId="284"/>
            <ac:spMk id="6" creationId="{C9B7E308-13D0-D3C0-E820-4A202480451F}"/>
          </ac:spMkLst>
        </pc:spChg>
        <pc:spChg chg="mod">
          <ac:chgData name="Toby Donaldson" userId="2e6e5431-bb17-4c41-9985-d39c50d83c73" providerId="ADAL" clId="{F31BC264-820E-54C4-A6D1-F92AF9CC222E}" dt="2026-01-16T19:38:10.866" v="4052" actId="207"/>
          <ac:spMkLst>
            <pc:docMk/>
            <pc:sldMk cId="54825853" sldId="284"/>
            <ac:spMk id="29" creationId="{162713D0-42E5-8EE6-DCAD-BBB4F13A38D3}"/>
          </ac:spMkLst>
        </pc:spChg>
        <pc:spChg chg="mod">
          <ac:chgData name="Toby Donaldson" userId="2e6e5431-bb17-4c41-9985-d39c50d83c73" providerId="ADAL" clId="{F31BC264-820E-54C4-A6D1-F92AF9CC222E}" dt="2026-01-16T19:33:42.867" v="3886" actId="1076"/>
          <ac:spMkLst>
            <pc:docMk/>
            <pc:sldMk cId="54825853" sldId="284"/>
            <ac:spMk id="52" creationId="{2E909A0A-9782-09BB-912B-8A043E9F2883}"/>
          </ac:spMkLst>
        </pc:spChg>
        <pc:inkChg chg="add">
          <ac:chgData name="Toby Donaldson" userId="2e6e5431-bb17-4c41-9985-d39c50d83c73" providerId="ADAL" clId="{F31BC264-820E-54C4-A6D1-F92AF9CC222E}" dt="2026-01-19T20:53:27.369" v="4313"/>
          <ac:inkMkLst>
            <pc:docMk/>
            <pc:sldMk cId="54825853" sldId="284"/>
            <ac:inkMk id="3" creationId="{FCBF819C-7582-4719-68A7-E2F1BEB1CA92}"/>
          </ac:inkMkLst>
        </pc:inkChg>
        <pc:cxnChg chg="mod">
          <ac:chgData name="Toby Donaldson" userId="2e6e5431-bb17-4c41-9985-d39c50d83c73" providerId="ADAL" clId="{F31BC264-820E-54C4-A6D1-F92AF9CC222E}" dt="2026-01-16T19:33:55.651" v="3888" actId="1076"/>
          <ac:cxnSpMkLst>
            <pc:docMk/>
            <pc:sldMk cId="54825853" sldId="284"/>
            <ac:cxnSpMk id="4" creationId="{1BBC8F2B-43DE-06FB-E0FA-5A35EC4DC8AE}"/>
          </ac:cxnSpMkLst>
        </pc:cxnChg>
        <pc:cxnChg chg="mod">
          <ac:chgData name="Toby Donaldson" userId="2e6e5431-bb17-4c41-9985-d39c50d83c73" providerId="ADAL" clId="{F31BC264-820E-54C4-A6D1-F92AF9CC222E}" dt="2026-01-16T19:33:42.867" v="3886" actId="1076"/>
          <ac:cxnSpMkLst>
            <pc:docMk/>
            <pc:sldMk cId="54825853" sldId="284"/>
            <ac:cxnSpMk id="13" creationId="{2E49C46E-A7E9-EE08-4D40-FE7027EF0A1A}"/>
          </ac:cxnSpMkLst>
        </pc:cxnChg>
      </pc:sldChg>
      <pc:sldChg chg="addSp modSp add mod">
        <pc:chgData name="Toby Donaldson" userId="2e6e5431-bb17-4c41-9985-d39c50d83c73" providerId="ADAL" clId="{F31BC264-820E-54C4-A6D1-F92AF9CC222E}" dt="2026-01-19T20:53:27.369" v="4313"/>
        <pc:sldMkLst>
          <pc:docMk/>
          <pc:sldMk cId="678311722" sldId="285"/>
        </pc:sldMkLst>
        <pc:spChg chg="mod">
          <ac:chgData name="Toby Donaldson" userId="2e6e5431-bb17-4c41-9985-d39c50d83c73" providerId="ADAL" clId="{F31BC264-820E-54C4-A6D1-F92AF9CC222E}" dt="2026-01-16T19:34:39.452" v="3917" actId="207"/>
          <ac:spMkLst>
            <pc:docMk/>
            <pc:sldMk cId="678311722" sldId="285"/>
            <ac:spMk id="6" creationId="{AA58F45B-B594-B5BA-CC27-F5100ACCC7A9}"/>
          </ac:spMkLst>
        </pc:spChg>
        <pc:spChg chg="mod">
          <ac:chgData name="Toby Donaldson" userId="2e6e5431-bb17-4c41-9985-d39c50d83c73" providerId="ADAL" clId="{F31BC264-820E-54C4-A6D1-F92AF9CC222E}" dt="2026-01-16T19:38:06.300" v="4051" actId="207"/>
          <ac:spMkLst>
            <pc:docMk/>
            <pc:sldMk cId="678311722" sldId="285"/>
            <ac:spMk id="29" creationId="{6F7E57D2-9C21-F7E0-3B7E-F20FBFE85C1E}"/>
          </ac:spMkLst>
        </pc:spChg>
        <pc:inkChg chg="add">
          <ac:chgData name="Toby Donaldson" userId="2e6e5431-bb17-4c41-9985-d39c50d83c73" providerId="ADAL" clId="{F31BC264-820E-54C4-A6D1-F92AF9CC222E}" dt="2026-01-19T20:53:27.369" v="4313"/>
          <ac:inkMkLst>
            <pc:docMk/>
            <pc:sldMk cId="678311722" sldId="285"/>
            <ac:inkMk id="3" creationId="{EB954C76-0787-00D7-0B29-7475DC1E4C9A}"/>
          </ac:inkMkLst>
        </pc:inkChg>
      </pc:sldChg>
      <pc:sldChg chg="addSp modSp add mod">
        <pc:chgData name="Toby Donaldson" userId="2e6e5431-bb17-4c41-9985-d39c50d83c73" providerId="ADAL" clId="{F31BC264-820E-54C4-A6D1-F92AF9CC222E}" dt="2026-01-19T20:53:27.369" v="4313"/>
        <pc:sldMkLst>
          <pc:docMk/>
          <pc:sldMk cId="1760008940" sldId="286"/>
        </pc:sldMkLst>
        <pc:spChg chg="add mod">
          <ac:chgData name="Toby Donaldson" userId="2e6e5431-bb17-4c41-9985-d39c50d83c73" providerId="ADAL" clId="{F31BC264-820E-54C4-A6D1-F92AF9CC222E}" dt="2026-01-16T19:37:55.079" v="4050" actId="1076"/>
          <ac:spMkLst>
            <pc:docMk/>
            <pc:sldMk cId="1760008940" sldId="286"/>
            <ac:spMk id="3" creationId="{646F3C19-C36C-3E70-4C20-4F68D1E7E413}"/>
          </ac:spMkLst>
        </pc:spChg>
        <pc:spChg chg="mod">
          <ac:chgData name="Toby Donaldson" userId="2e6e5431-bb17-4c41-9985-d39c50d83c73" providerId="ADAL" clId="{F31BC264-820E-54C4-A6D1-F92AF9CC222E}" dt="2026-01-16T19:35:58.084" v="3942" actId="207"/>
          <ac:spMkLst>
            <pc:docMk/>
            <pc:sldMk cId="1760008940" sldId="286"/>
            <ac:spMk id="6" creationId="{D98906C3-1E64-D48C-34C7-73C78B8A1A4A}"/>
          </ac:spMkLst>
        </pc:spChg>
        <pc:spChg chg="mod">
          <ac:chgData name="Toby Donaldson" userId="2e6e5431-bb17-4c41-9985-d39c50d83c73" providerId="ADAL" clId="{F31BC264-820E-54C4-A6D1-F92AF9CC222E}" dt="2026-01-16T19:37:29.998" v="4045" actId="207"/>
          <ac:spMkLst>
            <pc:docMk/>
            <pc:sldMk cId="1760008940" sldId="286"/>
            <ac:spMk id="29" creationId="{F1563141-9F2A-3EBC-FFD3-16CD893E7058}"/>
          </ac:spMkLst>
        </pc:spChg>
        <pc:inkChg chg="add">
          <ac:chgData name="Toby Donaldson" userId="2e6e5431-bb17-4c41-9985-d39c50d83c73" providerId="ADAL" clId="{F31BC264-820E-54C4-A6D1-F92AF9CC222E}" dt="2026-01-19T20:53:27.369" v="4313"/>
          <ac:inkMkLst>
            <pc:docMk/>
            <pc:sldMk cId="1760008940" sldId="286"/>
            <ac:inkMk id="4" creationId="{31A2DE3F-E5CA-003A-6B5E-B60BB1C8D729}"/>
          </ac:inkMkLst>
        </pc:inkChg>
        <pc:cxnChg chg="add mod">
          <ac:chgData name="Toby Donaldson" userId="2e6e5431-bb17-4c41-9985-d39c50d83c73" providerId="ADAL" clId="{F31BC264-820E-54C4-A6D1-F92AF9CC222E}" dt="2026-01-16T19:37:55.079" v="4050" actId="1076"/>
          <ac:cxnSpMkLst>
            <pc:docMk/>
            <pc:sldMk cId="1760008940" sldId="286"/>
            <ac:cxnSpMk id="7" creationId="{22300E4E-9F19-9A8A-E60B-CBA9C8C5AE02}"/>
          </ac:cxnSpMkLst>
        </pc:cxnChg>
      </pc:sldChg>
      <pc:sldChg chg="addSp modSp add mod">
        <pc:chgData name="Toby Donaldson" userId="2e6e5431-bb17-4c41-9985-d39c50d83c73" providerId="ADAL" clId="{F31BC264-820E-54C4-A6D1-F92AF9CC222E}" dt="2026-01-16T19:47:34.475" v="4312" actId="1076"/>
        <pc:sldMkLst>
          <pc:docMk/>
          <pc:sldMk cId="3464407289" sldId="287"/>
        </pc:sldMkLst>
        <pc:spChg chg="add mod">
          <ac:chgData name="Toby Donaldson" userId="2e6e5431-bb17-4c41-9985-d39c50d83c73" providerId="ADAL" clId="{F31BC264-820E-54C4-A6D1-F92AF9CC222E}" dt="2026-01-16T19:47:34.475" v="4312" actId="1076"/>
          <ac:spMkLst>
            <pc:docMk/>
            <pc:sldMk cId="3464407289" sldId="287"/>
            <ac:spMk id="5" creationId="{F44826D7-8913-84C5-726A-6E92E1167653}"/>
          </ac:spMkLst>
        </pc:spChg>
      </pc:sldChg>
      <pc:sldChg chg="addSp">
        <pc:chgData name="Toby Donaldson" userId="2e6e5431-bb17-4c41-9985-d39c50d83c73" providerId="ADAL" clId="{F31BC264-820E-54C4-A6D1-F92AF9CC222E}" dt="2026-01-19T21:22:08.476" v="4314"/>
        <pc:sldMkLst>
          <pc:docMk/>
          <pc:sldMk cId="292820655" sldId="291"/>
        </pc:sldMkLst>
        <pc:inkChg chg="add">
          <ac:chgData name="Toby Donaldson" userId="2e6e5431-bb17-4c41-9985-d39c50d83c73" providerId="ADAL" clId="{F31BC264-820E-54C4-A6D1-F92AF9CC222E}" dt="2026-01-19T21:22:08.476" v="4314"/>
          <ac:inkMkLst>
            <pc:docMk/>
            <pc:sldMk cId="292820655" sldId="291"/>
            <ac:inkMk id="5" creationId="{1DECA5E8-1C86-0568-B545-0599D92F1A1B}"/>
          </ac:inkMkLst>
        </pc:inkChg>
      </pc:sldChg>
      <pc:sldChg chg="addSp">
        <pc:chgData name="Toby Donaldson" userId="2e6e5431-bb17-4c41-9985-d39c50d83c73" providerId="ADAL" clId="{F31BC264-820E-54C4-A6D1-F92AF9CC222E}" dt="2026-01-19T21:22:08.476" v="4314"/>
        <pc:sldMkLst>
          <pc:docMk/>
          <pc:sldMk cId="1504340182" sldId="292"/>
        </pc:sldMkLst>
        <pc:inkChg chg="add">
          <ac:chgData name="Toby Donaldson" userId="2e6e5431-bb17-4c41-9985-d39c50d83c73" providerId="ADAL" clId="{F31BC264-820E-54C4-A6D1-F92AF9CC222E}" dt="2026-01-19T21:22:08.476" v="4314"/>
          <ac:inkMkLst>
            <pc:docMk/>
            <pc:sldMk cId="1504340182" sldId="292"/>
            <ac:inkMk id="4" creationId="{E4B593D3-940A-3E44-27ED-452AB0209AA4}"/>
          </ac:inkMkLst>
        </pc:inkChg>
      </pc:sldChg>
      <pc:sldChg chg="addSp">
        <pc:chgData name="Toby Donaldson" userId="2e6e5431-bb17-4c41-9985-d39c50d83c73" providerId="ADAL" clId="{F31BC264-820E-54C4-A6D1-F92AF9CC222E}" dt="2026-01-19T21:22:08.476" v="4314"/>
        <pc:sldMkLst>
          <pc:docMk/>
          <pc:sldMk cId="3885555930" sldId="298"/>
        </pc:sldMkLst>
        <pc:inkChg chg="add">
          <ac:chgData name="Toby Donaldson" userId="2e6e5431-bb17-4c41-9985-d39c50d83c73" providerId="ADAL" clId="{F31BC264-820E-54C4-A6D1-F92AF9CC222E}" dt="2026-01-19T21:22:08.476" v="4314"/>
          <ac:inkMkLst>
            <pc:docMk/>
            <pc:sldMk cId="3885555930" sldId="298"/>
            <ac:inkMk id="4" creationId="{CD45F56C-ACE2-3703-CA1D-076CABD31337}"/>
          </ac:inkMkLst>
        </pc:inkChg>
      </pc:sldChg>
      <pc:sldChg chg="addSp">
        <pc:chgData name="Toby Donaldson" userId="2e6e5431-bb17-4c41-9985-d39c50d83c73" providerId="ADAL" clId="{F31BC264-820E-54C4-A6D1-F92AF9CC222E}" dt="2026-01-19T21:22:08.476" v="4314"/>
        <pc:sldMkLst>
          <pc:docMk/>
          <pc:sldMk cId="564620686" sldId="299"/>
        </pc:sldMkLst>
        <pc:inkChg chg="add">
          <ac:chgData name="Toby Donaldson" userId="2e6e5431-bb17-4c41-9985-d39c50d83c73" providerId="ADAL" clId="{F31BC264-820E-54C4-A6D1-F92AF9CC222E}" dt="2026-01-19T21:22:08.476" v="4314"/>
          <ac:inkMkLst>
            <pc:docMk/>
            <pc:sldMk cId="564620686" sldId="299"/>
            <ac:inkMk id="4" creationId="{5248C714-2C05-6541-F5E3-0A189AD56386}"/>
          </ac:inkMkLst>
        </pc:inkChg>
      </pc:sldChg>
      <pc:sldChg chg="addSp">
        <pc:chgData name="Toby Donaldson" userId="2e6e5431-bb17-4c41-9985-d39c50d83c73" providerId="ADAL" clId="{F31BC264-820E-54C4-A6D1-F92AF9CC222E}" dt="2026-01-19T21:22:08.476" v="4314"/>
        <pc:sldMkLst>
          <pc:docMk/>
          <pc:sldMk cId="2335496170" sldId="300"/>
        </pc:sldMkLst>
        <pc:inkChg chg="add">
          <ac:chgData name="Toby Donaldson" userId="2e6e5431-bb17-4c41-9985-d39c50d83c73" providerId="ADAL" clId="{F31BC264-820E-54C4-A6D1-F92AF9CC222E}" dt="2026-01-19T21:22:08.476" v="4314"/>
          <ac:inkMkLst>
            <pc:docMk/>
            <pc:sldMk cId="2335496170" sldId="300"/>
            <ac:inkMk id="5" creationId="{B20944B6-8B3B-987A-ECEC-5299E07CD730}"/>
          </ac:inkMkLst>
        </pc:inkChg>
      </pc:sldChg>
      <pc:sldChg chg="addSp">
        <pc:chgData name="Toby Donaldson" userId="2e6e5431-bb17-4c41-9985-d39c50d83c73" providerId="ADAL" clId="{F31BC264-820E-54C4-A6D1-F92AF9CC222E}" dt="2026-01-19T21:22:08.476" v="4314"/>
        <pc:sldMkLst>
          <pc:docMk/>
          <pc:sldMk cId="3719047719" sldId="301"/>
        </pc:sldMkLst>
        <pc:inkChg chg="add">
          <ac:chgData name="Toby Donaldson" userId="2e6e5431-bb17-4c41-9985-d39c50d83c73" providerId="ADAL" clId="{F31BC264-820E-54C4-A6D1-F92AF9CC222E}" dt="2026-01-19T21:22:08.476" v="4314"/>
          <ac:inkMkLst>
            <pc:docMk/>
            <pc:sldMk cId="3719047719" sldId="301"/>
            <ac:inkMk id="6" creationId="{221B9869-7C92-9F65-E7AA-B60A1BE7DDDF}"/>
          </ac:inkMkLst>
        </pc:inkChg>
      </pc:sldChg>
      <pc:sldChg chg="addSp">
        <pc:chgData name="Toby Donaldson" userId="2e6e5431-bb17-4c41-9985-d39c50d83c73" providerId="ADAL" clId="{F31BC264-820E-54C4-A6D1-F92AF9CC222E}" dt="2026-01-19T22:18:37.077" v="4315"/>
        <pc:sldMkLst>
          <pc:docMk/>
          <pc:sldMk cId="2120698720" sldId="310"/>
        </pc:sldMkLst>
        <pc:inkChg chg="add">
          <ac:chgData name="Toby Donaldson" userId="2e6e5431-bb17-4c41-9985-d39c50d83c73" providerId="ADAL" clId="{F31BC264-820E-54C4-A6D1-F92AF9CC222E}" dt="2026-01-19T22:18:37.077" v="4315"/>
          <ac:inkMkLst>
            <pc:docMk/>
            <pc:sldMk cId="2120698720" sldId="310"/>
            <ac:inkMk id="16" creationId="{D569DA47-99A3-C48C-ECBC-4DC0EBFF68AC}"/>
          </ac:inkMkLst>
        </pc:inkChg>
      </pc:sldChg>
      <pc:sldChg chg="addSp">
        <pc:chgData name="Toby Donaldson" userId="2e6e5431-bb17-4c41-9985-d39c50d83c73" providerId="ADAL" clId="{F31BC264-820E-54C4-A6D1-F92AF9CC222E}" dt="2026-01-19T22:18:37.077" v="4315"/>
        <pc:sldMkLst>
          <pc:docMk/>
          <pc:sldMk cId="3216095822" sldId="311"/>
        </pc:sldMkLst>
        <pc:inkChg chg="add">
          <ac:chgData name="Toby Donaldson" userId="2e6e5431-bb17-4c41-9985-d39c50d83c73" providerId="ADAL" clId="{F31BC264-820E-54C4-A6D1-F92AF9CC222E}" dt="2026-01-19T22:18:37.077" v="4315"/>
          <ac:inkMkLst>
            <pc:docMk/>
            <pc:sldMk cId="3216095822" sldId="311"/>
            <ac:inkMk id="4" creationId="{0F17B63E-2FA0-F48E-D9E3-759F4CA1F2A1}"/>
          </ac:inkMkLst>
        </pc:inkChg>
      </pc:sldChg>
      <pc:sldChg chg="addSp">
        <pc:chgData name="Toby Donaldson" userId="2e6e5431-bb17-4c41-9985-d39c50d83c73" providerId="ADAL" clId="{F31BC264-820E-54C4-A6D1-F92AF9CC222E}" dt="2026-01-19T22:18:37.077" v="4315"/>
        <pc:sldMkLst>
          <pc:docMk/>
          <pc:sldMk cId="178059664" sldId="312"/>
        </pc:sldMkLst>
        <pc:inkChg chg="add">
          <ac:chgData name="Toby Donaldson" userId="2e6e5431-bb17-4c41-9985-d39c50d83c73" providerId="ADAL" clId="{F31BC264-820E-54C4-A6D1-F92AF9CC222E}" dt="2026-01-19T22:18:37.077" v="4315"/>
          <ac:inkMkLst>
            <pc:docMk/>
            <pc:sldMk cId="178059664" sldId="312"/>
            <ac:inkMk id="3" creationId="{FA42E5EB-7FEE-3278-B061-407E4997BD79}"/>
          </ac:inkMkLst>
        </pc:inkChg>
      </pc:sldChg>
      <pc:sldChg chg="addSp">
        <pc:chgData name="Toby Donaldson" userId="2e6e5431-bb17-4c41-9985-d39c50d83c73" providerId="ADAL" clId="{F31BC264-820E-54C4-A6D1-F92AF9CC222E}" dt="2026-01-19T22:18:37.077" v="4315"/>
        <pc:sldMkLst>
          <pc:docMk/>
          <pc:sldMk cId="617685303" sldId="313"/>
        </pc:sldMkLst>
        <pc:inkChg chg="add">
          <ac:chgData name="Toby Donaldson" userId="2e6e5431-bb17-4c41-9985-d39c50d83c73" providerId="ADAL" clId="{F31BC264-820E-54C4-A6D1-F92AF9CC222E}" dt="2026-01-19T22:18:37.077" v="4315"/>
          <ac:inkMkLst>
            <pc:docMk/>
            <pc:sldMk cId="617685303" sldId="313"/>
            <ac:inkMk id="9" creationId="{F70880AD-5851-7DCB-D837-57C8F081A70D}"/>
          </ac:inkMkLst>
        </pc:inkChg>
      </pc:sldChg>
      <pc:sldChg chg="addSp">
        <pc:chgData name="Toby Donaldson" userId="2e6e5431-bb17-4c41-9985-d39c50d83c73" providerId="ADAL" clId="{F31BC264-820E-54C4-A6D1-F92AF9CC222E}" dt="2026-01-19T22:18:37.077" v="4315"/>
        <pc:sldMkLst>
          <pc:docMk/>
          <pc:sldMk cId="2560160557" sldId="314"/>
        </pc:sldMkLst>
        <pc:inkChg chg="add">
          <ac:chgData name="Toby Donaldson" userId="2e6e5431-bb17-4c41-9985-d39c50d83c73" providerId="ADAL" clId="{F31BC264-820E-54C4-A6D1-F92AF9CC222E}" dt="2026-01-19T22:18:37.077" v="4315"/>
          <ac:inkMkLst>
            <pc:docMk/>
            <pc:sldMk cId="2560160557" sldId="314"/>
            <ac:inkMk id="9" creationId="{4F123224-44DE-642C-631B-BBEBA27E63FC}"/>
          </ac:inkMkLst>
        </pc:inkChg>
      </pc:sldChg>
      <pc:sldChg chg="addSp">
        <pc:chgData name="Toby Donaldson" userId="2e6e5431-bb17-4c41-9985-d39c50d83c73" providerId="ADAL" clId="{F31BC264-820E-54C4-A6D1-F92AF9CC222E}" dt="2026-01-19T22:18:37.077" v="4315"/>
        <pc:sldMkLst>
          <pc:docMk/>
          <pc:sldMk cId="2057527488" sldId="315"/>
        </pc:sldMkLst>
        <pc:inkChg chg="add">
          <ac:chgData name="Toby Donaldson" userId="2e6e5431-bb17-4c41-9985-d39c50d83c73" providerId="ADAL" clId="{F31BC264-820E-54C4-A6D1-F92AF9CC222E}" dt="2026-01-19T22:18:37.077" v="4315"/>
          <ac:inkMkLst>
            <pc:docMk/>
            <pc:sldMk cId="2057527488" sldId="315"/>
            <ac:inkMk id="9" creationId="{34A3877F-E945-547E-D597-A396DA6A4EA6}"/>
          </ac:inkMkLst>
        </pc:inkChg>
      </pc:sldChg>
      <pc:sldChg chg="addSp">
        <pc:chgData name="Toby Donaldson" userId="2e6e5431-bb17-4c41-9985-d39c50d83c73" providerId="ADAL" clId="{F31BC264-820E-54C4-A6D1-F92AF9CC222E}" dt="2026-01-19T22:18:37.077" v="4315"/>
        <pc:sldMkLst>
          <pc:docMk/>
          <pc:sldMk cId="1421575727" sldId="316"/>
        </pc:sldMkLst>
        <pc:inkChg chg="add">
          <ac:chgData name="Toby Donaldson" userId="2e6e5431-bb17-4c41-9985-d39c50d83c73" providerId="ADAL" clId="{F31BC264-820E-54C4-A6D1-F92AF9CC222E}" dt="2026-01-19T22:18:37.077" v="4315"/>
          <ac:inkMkLst>
            <pc:docMk/>
            <pc:sldMk cId="1421575727" sldId="316"/>
            <ac:inkMk id="18" creationId="{6B30408D-B7E9-84D8-D4B7-83C7D6DF8DE6}"/>
          </ac:inkMkLst>
        </pc:inkChg>
      </pc:sldChg>
      <pc:sldChg chg="addSp delSp mod">
        <pc:chgData name="Toby Donaldson" userId="2e6e5431-bb17-4c41-9985-d39c50d83c73" providerId="ADAL" clId="{F31BC264-820E-54C4-A6D1-F92AF9CC222E}" dt="2026-01-21T20:51:15.676" v="4451"/>
        <pc:sldMkLst>
          <pc:docMk/>
          <pc:sldMk cId="3377331152" sldId="317"/>
        </pc:sldMkLst>
        <pc:inkChg chg="add del">
          <ac:chgData name="Toby Donaldson" userId="2e6e5431-bb17-4c41-9985-d39c50d83c73" providerId="ADAL" clId="{F31BC264-820E-54C4-A6D1-F92AF9CC222E}" dt="2026-01-21T20:22:11.292" v="4450" actId="21"/>
          <ac:inkMkLst>
            <pc:docMk/>
            <pc:sldMk cId="3377331152" sldId="317"/>
            <ac:inkMk id="13" creationId="{49E9D1A5-D6F0-FCFD-10B9-A01EDDC4B8D5}"/>
          </ac:inkMkLst>
        </pc:inkChg>
        <pc:inkChg chg="add">
          <ac:chgData name="Toby Donaldson" userId="2e6e5431-bb17-4c41-9985-d39c50d83c73" providerId="ADAL" clId="{F31BC264-820E-54C4-A6D1-F92AF9CC222E}" dt="2026-01-21T20:51:15.676" v="4451"/>
          <ac:inkMkLst>
            <pc:docMk/>
            <pc:sldMk cId="3377331152" sldId="317"/>
            <ac:inkMk id="14" creationId="{1D57006A-64E3-51E3-C8F4-5036FEC361E3}"/>
          </ac:inkMkLst>
        </pc:inkChg>
      </pc:sldChg>
      <pc:sldChg chg="addSp">
        <pc:chgData name="Toby Donaldson" userId="2e6e5431-bb17-4c41-9985-d39c50d83c73" providerId="ADAL" clId="{F31BC264-820E-54C4-A6D1-F92AF9CC222E}" dt="2026-01-19T22:18:37.077" v="4315"/>
        <pc:sldMkLst>
          <pc:docMk/>
          <pc:sldMk cId="2701659981" sldId="319"/>
        </pc:sldMkLst>
        <pc:inkChg chg="add">
          <ac:chgData name="Toby Donaldson" userId="2e6e5431-bb17-4c41-9985-d39c50d83c73" providerId="ADAL" clId="{F31BC264-820E-54C4-A6D1-F92AF9CC222E}" dt="2026-01-19T22:18:37.077" v="4315"/>
          <ac:inkMkLst>
            <pc:docMk/>
            <pc:sldMk cId="2701659981" sldId="319"/>
            <ac:inkMk id="9" creationId="{B4D51517-0346-02C7-4F42-924C61E9CFD9}"/>
          </ac:inkMkLst>
        </pc:inkChg>
      </pc:sldChg>
      <pc:sldChg chg="modSp mod">
        <pc:chgData name="Toby Donaldson" userId="2e6e5431-bb17-4c41-9985-d39c50d83c73" providerId="ADAL" clId="{F31BC264-820E-54C4-A6D1-F92AF9CC222E}" dt="2026-01-21T20:17:01.053" v="4327" actId="113"/>
        <pc:sldMkLst>
          <pc:docMk/>
          <pc:sldMk cId="4192280691" sldId="326"/>
        </pc:sldMkLst>
        <pc:spChg chg="mod">
          <ac:chgData name="Toby Donaldson" userId="2e6e5431-bb17-4c41-9985-d39c50d83c73" providerId="ADAL" clId="{F31BC264-820E-54C4-A6D1-F92AF9CC222E}" dt="2026-01-21T20:17:01.053" v="4327" actId="113"/>
          <ac:spMkLst>
            <pc:docMk/>
            <pc:sldMk cId="4192280691" sldId="326"/>
            <ac:spMk id="3" creationId="{797BEB01-7E18-0A88-CADC-70985DEE4C59}"/>
          </ac:spMkLst>
        </pc:spChg>
      </pc:sldChg>
      <pc:sldChg chg="addSp">
        <pc:chgData name="Toby Donaldson" userId="2e6e5431-bb17-4c41-9985-d39c50d83c73" providerId="ADAL" clId="{F31BC264-820E-54C4-A6D1-F92AF9CC222E}" dt="2026-01-21T20:51:15.676" v="4451"/>
        <pc:sldMkLst>
          <pc:docMk/>
          <pc:sldMk cId="1874645371" sldId="327"/>
        </pc:sldMkLst>
        <pc:inkChg chg="add">
          <ac:chgData name="Toby Donaldson" userId="2e6e5431-bb17-4c41-9985-d39c50d83c73" providerId="ADAL" clId="{F31BC264-820E-54C4-A6D1-F92AF9CC222E}" dt="2026-01-21T20:51:15.676" v="4451"/>
          <ac:inkMkLst>
            <pc:docMk/>
            <pc:sldMk cId="1874645371" sldId="327"/>
            <ac:inkMk id="3" creationId="{F1C7E6D3-3D50-EA66-6874-F497BD83E0E5}"/>
          </ac:inkMkLst>
        </pc:inkChg>
      </pc:sldChg>
      <pc:sldChg chg="addSp delSp modSp mod">
        <pc:chgData name="Toby Donaldson" userId="2e6e5431-bb17-4c41-9985-d39c50d83c73" providerId="ADAL" clId="{F31BC264-820E-54C4-A6D1-F92AF9CC222E}" dt="2026-01-21T20:51:15.676" v="4451"/>
        <pc:sldMkLst>
          <pc:docMk/>
          <pc:sldMk cId="724494554" sldId="328"/>
        </pc:sldMkLst>
        <pc:spChg chg="mod">
          <ac:chgData name="Toby Donaldson" userId="2e6e5431-bb17-4c41-9985-d39c50d83c73" providerId="ADAL" clId="{F31BC264-820E-54C4-A6D1-F92AF9CC222E}" dt="2026-01-21T20:19:30.751" v="4441" actId="207"/>
          <ac:spMkLst>
            <pc:docMk/>
            <pc:sldMk cId="724494554" sldId="328"/>
            <ac:spMk id="4" creationId="{187810EE-B88B-B7C3-F75E-8DE86794F635}"/>
          </ac:spMkLst>
        </pc:spChg>
        <pc:spChg chg="del">
          <ac:chgData name="Toby Donaldson" userId="2e6e5431-bb17-4c41-9985-d39c50d83c73" providerId="ADAL" clId="{F31BC264-820E-54C4-A6D1-F92AF9CC222E}" dt="2026-01-21T20:17:50.064" v="4330" actId="21"/>
          <ac:spMkLst>
            <pc:docMk/>
            <pc:sldMk cId="724494554" sldId="328"/>
            <ac:spMk id="7" creationId="{28BAC48D-6732-3A7A-1285-D3068456B4F2}"/>
          </ac:spMkLst>
        </pc:spChg>
        <pc:spChg chg="del">
          <ac:chgData name="Toby Donaldson" userId="2e6e5431-bb17-4c41-9985-d39c50d83c73" providerId="ADAL" clId="{F31BC264-820E-54C4-A6D1-F92AF9CC222E}" dt="2026-01-21T20:17:43.062" v="4329" actId="21"/>
          <ac:spMkLst>
            <pc:docMk/>
            <pc:sldMk cId="724494554" sldId="328"/>
            <ac:spMk id="17" creationId="{0D2EB2CB-13AC-1D56-5E32-794222DA2331}"/>
          </ac:spMkLst>
        </pc:spChg>
        <pc:spChg chg="mod">
          <ac:chgData name="Toby Donaldson" userId="2e6e5431-bb17-4c41-9985-d39c50d83c73" providerId="ADAL" clId="{F31BC264-820E-54C4-A6D1-F92AF9CC222E}" dt="2026-01-21T20:19:00.866" v="4436" actId="1076"/>
          <ac:spMkLst>
            <pc:docMk/>
            <pc:sldMk cId="724494554" sldId="328"/>
            <ac:spMk id="49" creationId="{5D08064B-3B1B-63C5-A467-4EC00060FB77}"/>
          </ac:spMkLst>
        </pc:spChg>
        <pc:spChg chg="del">
          <ac:chgData name="Toby Donaldson" userId="2e6e5431-bb17-4c41-9985-d39c50d83c73" providerId="ADAL" clId="{F31BC264-820E-54C4-A6D1-F92AF9CC222E}" dt="2026-01-21T20:20:10.091" v="4447" actId="21"/>
          <ac:spMkLst>
            <pc:docMk/>
            <pc:sldMk cId="724494554" sldId="328"/>
            <ac:spMk id="64" creationId="{CB7F44DD-5A5F-9EB3-F178-60AF22CE3ADF}"/>
          </ac:spMkLst>
        </pc:spChg>
        <pc:spChg chg="del">
          <ac:chgData name="Toby Donaldson" userId="2e6e5431-bb17-4c41-9985-d39c50d83c73" providerId="ADAL" clId="{F31BC264-820E-54C4-A6D1-F92AF9CC222E}" dt="2026-01-21T20:17:43.062" v="4329" actId="21"/>
          <ac:spMkLst>
            <pc:docMk/>
            <pc:sldMk cId="724494554" sldId="328"/>
            <ac:spMk id="65" creationId="{28109CBE-829A-3857-8875-79E2992158F7}"/>
          </ac:spMkLst>
        </pc:spChg>
        <pc:spChg chg="del">
          <ac:chgData name="Toby Donaldson" userId="2e6e5431-bb17-4c41-9985-d39c50d83c73" providerId="ADAL" clId="{F31BC264-820E-54C4-A6D1-F92AF9CC222E}" dt="2026-01-21T20:20:12.891" v="4448" actId="21"/>
          <ac:spMkLst>
            <pc:docMk/>
            <pc:sldMk cId="724494554" sldId="328"/>
            <ac:spMk id="66" creationId="{67FCBE45-D5F9-257C-235C-481F9C2239FF}"/>
          </ac:spMkLst>
        </pc:spChg>
        <pc:grpChg chg="del">
          <ac:chgData name="Toby Donaldson" userId="2e6e5431-bb17-4c41-9985-d39c50d83c73" providerId="ADAL" clId="{F31BC264-820E-54C4-A6D1-F92AF9CC222E}" dt="2026-01-21T20:20:03.223" v="4445" actId="21"/>
          <ac:grpSpMkLst>
            <pc:docMk/>
            <pc:sldMk cId="724494554" sldId="328"/>
            <ac:grpSpMk id="33" creationId="{7CD7CDDC-AC51-8E6F-BC37-E03889DFDB49}"/>
          </ac:grpSpMkLst>
        </pc:grpChg>
        <pc:grpChg chg="del">
          <ac:chgData name="Toby Donaldson" userId="2e6e5431-bb17-4c41-9985-d39c50d83c73" providerId="ADAL" clId="{F31BC264-820E-54C4-A6D1-F92AF9CC222E}" dt="2026-01-21T20:20:05.840" v="4446" actId="21"/>
          <ac:grpSpMkLst>
            <pc:docMk/>
            <pc:sldMk cId="724494554" sldId="328"/>
            <ac:grpSpMk id="60" creationId="{2BDD646C-E52A-0749-D900-BF2300EC4EA3}"/>
          </ac:grpSpMkLst>
        </pc:grpChg>
        <pc:inkChg chg="add">
          <ac:chgData name="Toby Donaldson" userId="2e6e5431-bb17-4c41-9985-d39c50d83c73" providerId="ADAL" clId="{F31BC264-820E-54C4-A6D1-F92AF9CC222E}" dt="2026-01-21T20:51:15.676" v="4451"/>
          <ac:inkMkLst>
            <pc:docMk/>
            <pc:sldMk cId="724494554" sldId="328"/>
            <ac:inkMk id="3" creationId="{3FA34F94-DA91-CAD3-19F4-A0AE1E02222A}"/>
          </ac:inkMkLst>
        </pc:inkChg>
      </pc:sldChg>
      <pc:sldChg chg="addSp">
        <pc:chgData name="Toby Donaldson" userId="2e6e5431-bb17-4c41-9985-d39c50d83c73" providerId="ADAL" clId="{F31BC264-820E-54C4-A6D1-F92AF9CC222E}" dt="2026-01-21T20:51:15.676" v="4451"/>
        <pc:sldMkLst>
          <pc:docMk/>
          <pc:sldMk cId="2471961815" sldId="329"/>
        </pc:sldMkLst>
        <pc:inkChg chg="add">
          <ac:chgData name="Toby Donaldson" userId="2e6e5431-bb17-4c41-9985-d39c50d83c73" providerId="ADAL" clId="{F31BC264-820E-54C4-A6D1-F92AF9CC222E}" dt="2026-01-21T20:51:15.676" v="4451"/>
          <ac:inkMkLst>
            <pc:docMk/>
            <pc:sldMk cId="2471961815" sldId="329"/>
            <ac:inkMk id="7" creationId="{CEEBFD18-BAAC-04D4-B6E6-777B4B708E0C}"/>
          </ac:inkMkLst>
        </pc:inkChg>
      </pc:sldChg>
      <pc:sldChg chg="addSp delSp modSp mod">
        <pc:chgData name="Toby Donaldson" userId="2e6e5431-bb17-4c41-9985-d39c50d83c73" providerId="ADAL" clId="{F31BC264-820E-54C4-A6D1-F92AF9CC222E}" dt="2026-01-21T21:36:15.872" v="4499"/>
        <pc:sldMkLst>
          <pc:docMk/>
          <pc:sldMk cId="1699869246" sldId="330"/>
        </pc:sldMkLst>
        <pc:spChg chg="add mod">
          <ac:chgData name="Toby Donaldson" userId="2e6e5431-bb17-4c41-9985-d39c50d83c73" providerId="ADAL" clId="{F31BC264-820E-54C4-A6D1-F92AF9CC222E}" dt="2026-01-21T21:36:15.872" v="4499"/>
          <ac:spMkLst>
            <pc:docMk/>
            <pc:sldMk cId="1699869246" sldId="330"/>
            <ac:spMk id="7" creationId="{0DA748D7-C968-D1DA-4B8C-1B4EA8F0519B}"/>
          </ac:spMkLst>
        </pc:spChg>
        <pc:spChg chg="add mod">
          <ac:chgData name="Toby Donaldson" userId="2e6e5431-bb17-4c41-9985-d39c50d83c73" providerId="ADAL" clId="{F31BC264-820E-54C4-A6D1-F92AF9CC222E}" dt="2026-01-21T21:36:15.872" v="4499"/>
          <ac:spMkLst>
            <pc:docMk/>
            <pc:sldMk cId="1699869246" sldId="330"/>
            <ac:spMk id="8" creationId="{18B86D08-1901-FA69-A1C5-18873FB3BF96}"/>
          </ac:spMkLst>
        </pc:spChg>
        <pc:spChg chg="mod">
          <ac:chgData name="Toby Donaldson" userId="2e6e5431-bb17-4c41-9985-d39c50d83c73" providerId="ADAL" clId="{F31BC264-820E-54C4-A6D1-F92AF9CC222E}" dt="2026-01-21T20:20:35.476" v="4449" actId="113"/>
          <ac:spMkLst>
            <pc:docMk/>
            <pc:sldMk cId="1699869246" sldId="330"/>
            <ac:spMk id="10" creationId="{3BF29C8F-68B1-E010-29AA-7A9DE83C9621}"/>
          </ac:spMkLst>
        </pc:spChg>
        <pc:spChg chg="add mod">
          <ac:chgData name="Toby Donaldson" userId="2e6e5431-bb17-4c41-9985-d39c50d83c73" providerId="ADAL" clId="{F31BC264-820E-54C4-A6D1-F92AF9CC222E}" dt="2026-01-21T21:36:15.872" v="4499"/>
          <ac:spMkLst>
            <pc:docMk/>
            <pc:sldMk cId="1699869246" sldId="330"/>
            <ac:spMk id="11" creationId="{3A53D645-61E7-FC1A-B22B-F841542C8330}"/>
          </ac:spMkLst>
        </pc:spChg>
        <pc:spChg chg="add mod">
          <ac:chgData name="Toby Donaldson" userId="2e6e5431-bb17-4c41-9985-d39c50d83c73" providerId="ADAL" clId="{F31BC264-820E-54C4-A6D1-F92AF9CC222E}" dt="2026-01-21T21:36:15.872" v="4499"/>
          <ac:spMkLst>
            <pc:docMk/>
            <pc:sldMk cId="1699869246" sldId="330"/>
            <ac:spMk id="16" creationId="{9BDFD13B-0CCF-ABA0-1E20-AD029EB5347E}"/>
          </ac:spMkLst>
        </pc:spChg>
        <pc:spChg chg="del">
          <ac:chgData name="Toby Donaldson" userId="2e6e5431-bb17-4c41-9985-d39c50d83c73" providerId="ADAL" clId="{F31BC264-820E-54C4-A6D1-F92AF9CC222E}" dt="2026-01-21T21:35:31.584" v="4492" actId="21"/>
          <ac:spMkLst>
            <pc:docMk/>
            <pc:sldMk cId="1699869246" sldId="330"/>
            <ac:spMk id="17" creationId="{46A1C44E-B169-F687-8E62-CE2D59E7892F}"/>
          </ac:spMkLst>
        </pc:spChg>
        <pc:spChg chg="add mod">
          <ac:chgData name="Toby Donaldson" userId="2e6e5431-bb17-4c41-9985-d39c50d83c73" providerId="ADAL" clId="{F31BC264-820E-54C4-A6D1-F92AF9CC222E}" dt="2026-01-21T21:36:15.872" v="4499"/>
          <ac:spMkLst>
            <pc:docMk/>
            <pc:sldMk cId="1699869246" sldId="330"/>
            <ac:spMk id="21" creationId="{AFAE581D-666E-A7C2-EA06-FF785829D2F1}"/>
          </ac:spMkLst>
        </pc:spChg>
        <pc:spChg chg="del">
          <ac:chgData name="Toby Donaldson" userId="2e6e5431-bb17-4c41-9985-d39c50d83c73" providerId="ADAL" clId="{F31BC264-820E-54C4-A6D1-F92AF9CC222E}" dt="2026-01-21T21:35:29.576" v="4491" actId="21"/>
          <ac:spMkLst>
            <pc:docMk/>
            <pc:sldMk cId="1699869246" sldId="330"/>
            <ac:spMk id="22" creationId="{2C71F763-4EF7-34E4-70FD-7B0EA4878993}"/>
          </ac:spMkLst>
        </pc:spChg>
        <pc:spChg chg="del">
          <ac:chgData name="Toby Donaldson" userId="2e6e5431-bb17-4c41-9985-d39c50d83c73" providerId="ADAL" clId="{F31BC264-820E-54C4-A6D1-F92AF9CC222E}" dt="2026-01-21T21:35:29.576" v="4491" actId="21"/>
          <ac:spMkLst>
            <pc:docMk/>
            <pc:sldMk cId="1699869246" sldId="330"/>
            <ac:spMk id="26" creationId="{5F2FBB01-11BA-38E9-B008-0F994EE2812A}"/>
          </ac:spMkLst>
        </pc:spChg>
        <pc:spChg chg="del">
          <ac:chgData name="Toby Donaldson" userId="2e6e5431-bb17-4c41-9985-d39c50d83c73" providerId="ADAL" clId="{F31BC264-820E-54C4-A6D1-F92AF9CC222E}" dt="2026-01-21T21:35:29.576" v="4491" actId="21"/>
          <ac:spMkLst>
            <pc:docMk/>
            <pc:sldMk cId="1699869246" sldId="330"/>
            <ac:spMk id="27" creationId="{FE0F2465-C4D3-7408-0C47-C7BE481259D8}"/>
          </ac:spMkLst>
        </pc:spChg>
        <pc:spChg chg="del">
          <ac:chgData name="Toby Donaldson" userId="2e6e5431-bb17-4c41-9985-d39c50d83c73" providerId="ADAL" clId="{F31BC264-820E-54C4-A6D1-F92AF9CC222E}" dt="2026-01-21T21:35:29.576" v="4491" actId="21"/>
          <ac:spMkLst>
            <pc:docMk/>
            <pc:sldMk cId="1699869246" sldId="330"/>
            <ac:spMk id="31" creationId="{AB264383-F644-1806-2D84-7E00B3E911E5}"/>
          </ac:spMkLst>
        </pc:spChg>
        <pc:inkChg chg="add del">
          <ac:chgData name="Toby Donaldson" userId="2e6e5431-bb17-4c41-9985-d39c50d83c73" providerId="ADAL" clId="{F31BC264-820E-54C4-A6D1-F92AF9CC222E}" dt="2026-01-21T21:35:32.855" v="4493" actId="21"/>
          <ac:inkMkLst>
            <pc:docMk/>
            <pc:sldMk cId="1699869246" sldId="330"/>
            <ac:inkMk id="3" creationId="{3FD37B9A-5AF2-9640-5B35-8B939E39C88C}"/>
          </ac:inkMkLst>
        </pc:inkChg>
        <pc:cxnChg chg="mod">
          <ac:chgData name="Toby Donaldson" userId="2e6e5431-bb17-4c41-9985-d39c50d83c73" providerId="ADAL" clId="{F31BC264-820E-54C4-A6D1-F92AF9CC222E}" dt="2026-01-21T21:35:31.584" v="4492" actId="21"/>
          <ac:cxnSpMkLst>
            <pc:docMk/>
            <pc:sldMk cId="1699869246" sldId="330"/>
            <ac:cxnSpMk id="32" creationId="{16A9C5C7-D8B6-DA12-82BB-D1D04EF3F3C0}"/>
          </ac:cxnSpMkLst>
        </pc:cxnChg>
        <pc:cxnChg chg="mod">
          <ac:chgData name="Toby Donaldson" userId="2e6e5431-bb17-4c41-9985-d39c50d83c73" providerId="ADAL" clId="{F31BC264-820E-54C4-A6D1-F92AF9CC222E}" dt="2026-01-21T21:35:29.576" v="4491" actId="21"/>
          <ac:cxnSpMkLst>
            <pc:docMk/>
            <pc:sldMk cId="1699869246" sldId="330"/>
            <ac:cxnSpMk id="50" creationId="{BE36ACAF-3292-F0E7-A0DE-BDC01C12C722}"/>
          </ac:cxnSpMkLst>
        </pc:cxnChg>
        <pc:cxnChg chg="mod">
          <ac:chgData name="Toby Donaldson" userId="2e6e5431-bb17-4c41-9985-d39c50d83c73" providerId="ADAL" clId="{F31BC264-820E-54C4-A6D1-F92AF9CC222E}" dt="2026-01-21T21:35:29.576" v="4491" actId="21"/>
          <ac:cxnSpMkLst>
            <pc:docMk/>
            <pc:sldMk cId="1699869246" sldId="330"/>
            <ac:cxnSpMk id="56" creationId="{ED7E3421-237E-5D7F-5736-01355CDBE745}"/>
          </ac:cxnSpMkLst>
        </pc:cxnChg>
        <pc:cxnChg chg="mod">
          <ac:chgData name="Toby Donaldson" userId="2e6e5431-bb17-4c41-9985-d39c50d83c73" providerId="ADAL" clId="{F31BC264-820E-54C4-A6D1-F92AF9CC222E}" dt="2026-01-21T21:35:29.576" v="4491" actId="21"/>
          <ac:cxnSpMkLst>
            <pc:docMk/>
            <pc:sldMk cId="1699869246" sldId="330"/>
            <ac:cxnSpMk id="59" creationId="{16773E74-D932-C317-69FE-740989CA7B55}"/>
          </ac:cxnSpMkLst>
        </pc:cxnChg>
        <pc:cxnChg chg="mod">
          <ac:chgData name="Toby Donaldson" userId="2e6e5431-bb17-4c41-9985-d39c50d83c73" providerId="ADAL" clId="{F31BC264-820E-54C4-A6D1-F92AF9CC222E}" dt="2026-01-21T21:35:29.576" v="4491" actId="21"/>
          <ac:cxnSpMkLst>
            <pc:docMk/>
            <pc:sldMk cId="1699869246" sldId="330"/>
            <ac:cxnSpMk id="67" creationId="{DFCBF544-BB8B-F3C6-0330-DF9E26905FD6}"/>
          </ac:cxnSpMkLst>
        </pc:cxnChg>
      </pc:sldChg>
      <pc:sldChg chg="addSp delSp modSp mod">
        <pc:chgData name="Toby Donaldson" userId="2e6e5431-bb17-4c41-9985-d39c50d83c73" providerId="ADAL" clId="{F31BC264-820E-54C4-A6D1-F92AF9CC222E}" dt="2026-01-21T21:37:44.697" v="4515"/>
        <pc:sldMkLst>
          <pc:docMk/>
          <pc:sldMk cId="1835666403" sldId="331"/>
        </pc:sldMkLst>
        <pc:spChg chg="add mod">
          <ac:chgData name="Toby Donaldson" userId="2e6e5431-bb17-4c41-9985-d39c50d83c73" providerId="ADAL" clId="{F31BC264-820E-54C4-A6D1-F92AF9CC222E}" dt="2026-01-21T21:37:24.667" v="4513"/>
          <ac:spMkLst>
            <pc:docMk/>
            <pc:sldMk cId="1835666403" sldId="331"/>
            <ac:spMk id="7" creationId="{E835A1EA-6B6B-8347-0F6A-A46C540FA552}"/>
          </ac:spMkLst>
        </pc:spChg>
        <pc:spChg chg="add mod">
          <ac:chgData name="Toby Donaldson" userId="2e6e5431-bb17-4c41-9985-d39c50d83c73" providerId="ADAL" clId="{F31BC264-820E-54C4-A6D1-F92AF9CC222E}" dt="2026-01-21T21:37:24.667" v="4513"/>
          <ac:spMkLst>
            <pc:docMk/>
            <pc:sldMk cId="1835666403" sldId="331"/>
            <ac:spMk id="8" creationId="{7DC34335-FCC5-688B-7F1C-F00C1B35BADF}"/>
          </ac:spMkLst>
        </pc:spChg>
        <pc:spChg chg="add mod">
          <ac:chgData name="Toby Donaldson" userId="2e6e5431-bb17-4c41-9985-d39c50d83c73" providerId="ADAL" clId="{F31BC264-820E-54C4-A6D1-F92AF9CC222E}" dt="2026-01-21T21:37:24.667" v="4513"/>
          <ac:spMkLst>
            <pc:docMk/>
            <pc:sldMk cId="1835666403" sldId="331"/>
            <ac:spMk id="10" creationId="{6C36F689-6C88-58C6-4358-361453D758A7}"/>
          </ac:spMkLst>
        </pc:spChg>
        <pc:spChg chg="add mod">
          <ac:chgData name="Toby Donaldson" userId="2e6e5431-bb17-4c41-9985-d39c50d83c73" providerId="ADAL" clId="{F31BC264-820E-54C4-A6D1-F92AF9CC222E}" dt="2026-01-21T21:37:24.667" v="4513"/>
          <ac:spMkLst>
            <pc:docMk/>
            <pc:sldMk cId="1835666403" sldId="331"/>
            <ac:spMk id="11" creationId="{DE82F0E0-69C7-CE1F-1D7F-A7FA36A4BAEF}"/>
          </ac:spMkLst>
        </pc:spChg>
        <pc:spChg chg="add mod">
          <ac:chgData name="Toby Donaldson" userId="2e6e5431-bb17-4c41-9985-d39c50d83c73" providerId="ADAL" clId="{F31BC264-820E-54C4-A6D1-F92AF9CC222E}" dt="2026-01-21T21:37:44.697" v="4515"/>
          <ac:spMkLst>
            <pc:docMk/>
            <pc:sldMk cId="1835666403" sldId="331"/>
            <ac:spMk id="16" creationId="{A20DD9C3-3420-959A-3FAC-C26631973698}"/>
          </ac:spMkLst>
        </pc:spChg>
        <pc:spChg chg="del">
          <ac:chgData name="Toby Donaldson" userId="2e6e5431-bb17-4c41-9985-d39c50d83c73" providerId="ADAL" clId="{F31BC264-820E-54C4-A6D1-F92AF9CC222E}" dt="2026-01-21T21:36:23.698" v="4500" actId="21"/>
          <ac:spMkLst>
            <pc:docMk/>
            <pc:sldMk cId="1835666403" sldId="331"/>
            <ac:spMk id="17" creationId="{8C642B6A-6C04-D0D9-AB57-7A38B995E05E}"/>
          </ac:spMkLst>
        </pc:spChg>
        <pc:spChg chg="add mod">
          <ac:chgData name="Toby Donaldson" userId="2e6e5431-bb17-4c41-9985-d39c50d83c73" providerId="ADAL" clId="{F31BC264-820E-54C4-A6D1-F92AF9CC222E}" dt="2026-01-21T21:37:44.697" v="4515"/>
          <ac:spMkLst>
            <pc:docMk/>
            <pc:sldMk cId="1835666403" sldId="331"/>
            <ac:spMk id="21" creationId="{016E4D7E-0DC0-A3A1-BEF3-F6097D488195}"/>
          </ac:spMkLst>
        </pc:spChg>
        <pc:spChg chg="del">
          <ac:chgData name="Toby Donaldson" userId="2e6e5431-bb17-4c41-9985-d39c50d83c73" providerId="ADAL" clId="{F31BC264-820E-54C4-A6D1-F92AF9CC222E}" dt="2026-01-21T21:36:23.698" v="4500" actId="21"/>
          <ac:spMkLst>
            <pc:docMk/>
            <pc:sldMk cId="1835666403" sldId="331"/>
            <ac:spMk id="22" creationId="{F0AF99B9-977F-1610-1CBF-C48F16237153}"/>
          </ac:spMkLst>
        </pc:spChg>
        <pc:spChg chg="del">
          <ac:chgData name="Toby Donaldson" userId="2e6e5431-bb17-4c41-9985-d39c50d83c73" providerId="ADAL" clId="{F31BC264-820E-54C4-A6D1-F92AF9CC222E}" dt="2026-01-21T21:36:23.698" v="4500" actId="21"/>
          <ac:spMkLst>
            <pc:docMk/>
            <pc:sldMk cId="1835666403" sldId="331"/>
            <ac:spMk id="26" creationId="{4F7C65CA-5BDE-690F-1A9F-14B9D0C9E795}"/>
          </ac:spMkLst>
        </pc:spChg>
        <pc:spChg chg="del">
          <ac:chgData name="Toby Donaldson" userId="2e6e5431-bb17-4c41-9985-d39c50d83c73" providerId="ADAL" clId="{F31BC264-820E-54C4-A6D1-F92AF9CC222E}" dt="2026-01-21T21:36:23.698" v="4500" actId="21"/>
          <ac:spMkLst>
            <pc:docMk/>
            <pc:sldMk cId="1835666403" sldId="331"/>
            <ac:spMk id="27" creationId="{AF15538B-77CE-A053-2E97-99C3EC30F689}"/>
          </ac:spMkLst>
        </pc:spChg>
        <pc:spChg chg="del">
          <ac:chgData name="Toby Donaldson" userId="2e6e5431-bb17-4c41-9985-d39c50d83c73" providerId="ADAL" clId="{F31BC264-820E-54C4-A6D1-F92AF9CC222E}" dt="2026-01-21T21:36:27.278" v="4501" actId="21"/>
          <ac:spMkLst>
            <pc:docMk/>
            <pc:sldMk cId="1835666403" sldId="331"/>
            <ac:spMk id="31" creationId="{CA048B7C-2A82-0B87-B740-2E81AB66C0F3}"/>
          </ac:spMkLst>
        </pc:spChg>
        <pc:spChg chg="add mod">
          <ac:chgData name="Toby Donaldson" userId="2e6e5431-bb17-4c41-9985-d39c50d83c73" providerId="ADAL" clId="{F31BC264-820E-54C4-A6D1-F92AF9CC222E}" dt="2026-01-21T21:37:44.697" v="4515"/>
          <ac:spMkLst>
            <pc:docMk/>
            <pc:sldMk cId="1835666403" sldId="331"/>
            <ac:spMk id="39" creationId="{0F044E75-4906-72DB-C0E2-E97327C08F85}"/>
          </ac:spMkLst>
        </pc:spChg>
        <pc:spChg chg="add mod">
          <ac:chgData name="Toby Donaldson" userId="2e6e5431-bb17-4c41-9985-d39c50d83c73" providerId="ADAL" clId="{F31BC264-820E-54C4-A6D1-F92AF9CC222E}" dt="2026-01-21T21:37:44.697" v="4515"/>
          <ac:spMkLst>
            <pc:docMk/>
            <pc:sldMk cId="1835666403" sldId="331"/>
            <ac:spMk id="49" creationId="{8FDD5DF3-2DA7-CCCC-DD37-9E1D41CF5FCE}"/>
          </ac:spMkLst>
        </pc:spChg>
        <pc:spChg chg="add mod">
          <ac:chgData name="Toby Donaldson" userId="2e6e5431-bb17-4c41-9985-d39c50d83c73" providerId="ADAL" clId="{F31BC264-820E-54C4-A6D1-F92AF9CC222E}" dt="2026-01-21T21:37:44.697" v="4515"/>
          <ac:spMkLst>
            <pc:docMk/>
            <pc:sldMk cId="1835666403" sldId="331"/>
            <ac:spMk id="51" creationId="{D765E1CD-0F62-453C-7AA8-C668DF7B0B29}"/>
          </ac:spMkLst>
        </pc:spChg>
        <pc:inkChg chg="add">
          <ac:chgData name="Toby Donaldson" userId="2e6e5431-bb17-4c41-9985-d39c50d83c73" providerId="ADAL" clId="{F31BC264-820E-54C4-A6D1-F92AF9CC222E}" dt="2026-01-21T20:51:15.676" v="4451"/>
          <ac:inkMkLst>
            <pc:docMk/>
            <pc:sldMk cId="1835666403" sldId="331"/>
            <ac:inkMk id="3" creationId="{351D69B6-2DA2-1EDE-6590-52C739F488CD}"/>
          </ac:inkMkLst>
        </pc:inkChg>
        <pc:cxnChg chg="mod">
          <ac:chgData name="Toby Donaldson" userId="2e6e5431-bb17-4c41-9985-d39c50d83c73" providerId="ADAL" clId="{F31BC264-820E-54C4-A6D1-F92AF9CC222E}" dt="2026-01-21T21:36:23.698" v="4500" actId="21"/>
          <ac:cxnSpMkLst>
            <pc:docMk/>
            <pc:sldMk cId="1835666403" sldId="331"/>
            <ac:cxnSpMk id="32" creationId="{E4C89A40-66BC-A47C-1F8D-D452003E0E05}"/>
          </ac:cxnSpMkLst>
        </pc:cxnChg>
        <pc:cxnChg chg="mod">
          <ac:chgData name="Toby Donaldson" userId="2e6e5431-bb17-4c41-9985-d39c50d83c73" providerId="ADAL" clId="{F31BC264-820E-54C4-A6D1-F92AF9CC222E}" dt="2026-01-21T21:36:23.698" v="4500" actId="21"/>
          <ac:cxnSpMkLst>
            <pc:docMk/>
            <pc:sldMk cId="1835666403" sldId="331"/>
            <ac:cxnSpMk id="50" creationId="{3C29926D-4716-5ACF-AB03-78F5002D6C1D}"/>
          </ac:cxnSpMkLst>
        </pc:cxnChg>
        <pc:cxnChg chg="mod">
          <ac:chgData name="Toby Donaldson" userId="2e6e5431-bb17-4c41-9985-d39c50d83c73" providerId="ADAL" clId="{F31BC264-820E-54C4-A6D1-F92AF9CC222E}" dt="2026-01-21T21:36:23.698" v="4500" actId="21"/>
          <ac:cxnSpMkLst>
            <pc:docMk/>
            <pc:sldMk cId="1835666403" sldId="331"/>
            <ac:cxnSpMk id="56" creationId="{36950B06-59C0-80E6-201E-5D6B008AC933}"/>
          </ac:cxnSpMkLst>
        </pc:cxnChg>
        <pc:cxnChg chg="mod">
          <ac:chgData name="Toby Donaldson" userId="2e6e5431-bb17-4c41-9985-d39c50d83c73" providerId="ADAL" clId="{F31BC264-820E-54C4-A6D1-F92AF9CC222E}" dt="2026-01-21T21:36:23.698" v="4500" actId="21"/>
          <ac:cxnSpMkLst>
            <pc:docMk/>
            <pc:sldMk cId="1835666403" sldId="331"/>
            <ac:cxnSpMk id="59" creationId="{3672887E-4D8E-B48C-275C-A8F248D5061E}"/>
          </ac:cxnSpMkLst>
        </pc:cxnChg>
        <pc:cxnChg chg="mod">
          <ac:chgData name="Toby Donaldson" userId="2e6e5431-bb17-4c41-9985-d39c50d83c73" providerId="ADAL" clId="{F31BC264-820E-54C4-A6D1-F92AF9CC222E}" dt="2026-01-21T21:36:27.278" v="4501" actId="21"/>
          <ac:cxnSpMkLst>
            <pc:docMk/>
            <pc:sldMk cId="1835666403" sldId="331"/>
            <ac:cxnSpMk id="67" creationId="{993205B9-BC96-B5AC-175B-ECBA1AA79B25}"/>
          </ac:cxnSpMkLst>
        </pc:cxnChg>
      </pc:sldChg>
      <pc:sldChg chg="addSp delSp modSp mod">
        <pc:chgData name="Toby Donaldson" userId="2e6e5431-bb17-4c41-9985-d39c50d83c73" providerId="ADAL" clId="{F31BC264-820E-54C4-A6D1-F92AF9CC222E}" dt="2026-01-21T21:37:46.520" v="4516"/>
        <pc:sldMkLst>
          <pc:docMk/>
          <pc:sldMk cId="991816514" sldId="332"/>
        </pc:sldMkLst>
        <pc:spChg chg="mod">
          <ac:chgData name="Toby Donaldson" userId="2e6e5431-bb17-4c41-9985-d39c50d83c73" providerId="ADAL" clId="{F31BC264-820E-54C4-A6D1-F92AF9CC222E}" dt="2026-01-21T20:51:18.497" v="4453" actId="20577"/>
          <ac:spMkLst>
            <pc:docMk/>
            <pc:sldMk cId="991816514" sldId="332"/>
            <ac:spMk id="4" creationId="{6FF4D2BE-0427-9665-3208-F682E6C11A5F}"/>
          </ac:spMkLst>
        </pc:spChg>
        <pc:spChg chg="add mod">
          <ac:chgData name="Toby Donaldson" userId="2e6e5431-bb17-4c41-9985-d39c50d83c73" providerId="ADAL" clId="{F31BC264-820E-54C4-A6D1-F92AF9CC222E}" dt="2026-01-21T21:37:27" v="4514"/>
          <ac:spMkLst>
            <pc:docMk/>
            <pc:sldMk cId="991816514" sldId="332"/>
            <ac:spMk id="8" creationId="{55A573A2-CCE2-11CB-1232-2996C2614931}"/>
          </ac:spMkLst>
        </pc:spChg>
        <pc:spChg chg="add mod">
          <ac:chgData name="Toby Donaldson" userId="2e6e5431-bb17-4c41-9985-d39c50d83c73" providerId="ADAL" clId="{F31BC264-820E-54C4-A6D1-F92AF9CC222E}" dt="2026-01-21T21:37:27" v="4514"/>
          <ac:spMkLst>
            <pc:docMk/>
            <pc:sldMk cId="991816514" sldId="332"/>
            <ac:spMk id="10" creationId="{DF951FC3-B2DA-A96C-799C-3EDCB9CF577A}"/>
          </ac:spMkLst>
        </pc:spChg>
        <pc:spChg chg="add mod">
          <ac:chgData name="Toby Donaldson" userId="2e6e5431-bb17-4c41-9985-d39c50d83c73" providerId="ADAL" clId="{F31BC264-820E-54C4-A6D1-F92AF9CC222E}" dt="2026-01-21T21:37:27" v="4514"/>
          <ac:spMkLst>
            <pc:docMk/>
            <pc:sldMk cId="991816514" sldId="332"/>
            <ac:spMk id="11" creationId="{D1FDD841-3718-2FCF-4BFA-41B2F9CCC0FD}"/>
          </ac:spMkLst>
        </pc:spChg>
        <pc:spChg chg="add mod">
          <ac:chgData name="Toby Donaldson" userId="2e6e5431-bb17-4c41-9985-d39c50d83c73" providerId="ADAL" clId="{F31BC264-820E-54C4-A6D1-F92AF9CC222E}" dt="2026-01-21T21:37:27" v="4514"/>
          <ac:spMkLst>
            <pc:docMk/>
            <pc:sldMk cId="991816514" sldId="332"/>
            <ac:spMk id="16" creationId="{6437FD77-9FB0-96E0-4FB8-F19BDC6E0A28}"/>
          </ac:spMkLst>
        </pc:spChg>
        <pc:spChg chg="del">
          <ac:chgData name="Toby Donaldson" userId="2e6e5431-bb17-4c41-9985-d39c50d83c73" providerId="ADAL" clId="{F31BC264-820E-54C4-A6D1-F92AF9CC222E}" dt="2026-01-21T21:36:33.476" v="4502" actId="21"/>
          <ac:spMkLst>
            <pc:docMk/>
            <pc:sldMk cId="991816514" sldId="332"/>
            <ac:spMk id="17" creationId="{1939CA3E-0B9D-AB77-2A39-3DB1301C1A07}"/>
          </ac:spMkLst>
        </pc:spChg>
        <pc:spChg chg="add mod">
          <ac:chgData name="Toby Donaldson" userId="2e6e5431-bb17-4c41-9985-d39c50d83c73" providerId="ADAL" clId="{F31BC264-820E-54C4-A6D1-F92AF9CC222E}" dt="2026-01-21T21:37:46.520" v="4516"/>
          <ac:spMkLst>
            <pc:docMk/>
            <pc:sldMk cId="991816514" sldId="332"/>
            <ac:spMk id="21" creationId="{AFB7949C-896E-D810-9074-48A36604795C}"/>
          </ac:spMkLst>
        </pc:spChg>
        <pc:spChg chg="del">
          <ac:chgData name="Toby Donaldson" userId="2e6e5431-bb17-4c41-9985-d39c50d83c73" providerId="ADAL" clId="{F31BC264-820E-54C4-A6D1-F92AF9CC222E}" dt="2026-01-21T21:36:33.476" v="4502" actId="21"/>
          <ac:spMkLst>
            <pc:docMk/>
            <pc:sldMk cId="991816514" sldId="332"/>
            <ac:spMk id="22" creationId="{8349DDB6-FF8D-D81F-9D4A-EB443A4CFFD0}"/>
          </ac:spMkLst>
        </pc:spChg>
        <pc:spChg chg="del">
          <ac:chgData name="Toby Donaldson" userId="2e6e5431-bb17-4c41-9985-d39c50d83c73" providerId="ADAL" clId="{F31BC264-820E-54C4-A6D1-F92AF9CC222E}" dt="2026-01-21T21:36:33.476" v="4502" actId="21"/>
          <ac:spMkLst>
            <pc:docMk/>
            <pc:sldMk cId="991816514" sldId="332"/>
            <ac:spMk id="26" creationId="{5D8CEAEF-6FD0-C6E7-94A0-D8F003072984}"/>
          </ac:spMkLst>
        </pc:spChg>
        <pc:spChg chg="del">
          <ac:chgData name="Toby Donaldson" userId="2e6e5431-bb17-4c41-9985-d39c50d83c73" providerId="ADAL" clId="{F31BC264-820E-54C4-A6D1-F92AF9CC222E}" dt="2026-01-21T21:36:33.476" v="4502" actId="21"/>
          <ac:spMkLst>
            <pc:docMk/>
            <pc:sldMk cId="991816514" sldId="332"/>
            <ac:spMk id="27" creationId="{D6561DDD-6C61-9636-53EC-A3614FA70502}"/>
          </ac:spMkLst>
        </pc:spChg>
        <pc:spChg chg="del">
          <ac:chgData name="Toby Donaldson" userId="2e6e5431-bb17-4c41-9985-d39c50d83c73" providerId="ADAL" clId="{F31BC264-820E-54C4-A6D1-F92AF9CC222E}" dt="2026-01-21T21:36:36.300" v="4503" actId="21"/>
          <ac:spMkLst>
            <pc:docMk/>
            <pc:sldMk cId="991816514" sldId="332"/>
            <ac:spMk id="31" creationId="{008F89D9-2A7B-C0C4-ED73-9C1F5329F6CA}"/>
          </ac:spMkLst>
        </pc:spChg>
        <pc:spChg chg="add mod">
          <ac:chgData name="Toby Donaldson" userId="2e6e5431-bb17-4c41-9985-d39c50d83c73" providerId="ADAL" clId="{F31BC264-820E-54C4-A6D1-F92AF9CC222E}" dt="2026-01-21T21:37:46.520" v="4516"/>
          <ac:spMkLst>
            <pc:docMk/>
            <pc:sldMk cId="991816514" sldId="332"/>
            <ac:spMk id="39" creationId="{D98CA1D9-9198-B58A-66BF-3EED201147D3}"/>
          </ac:spMkLst>
        </pc:spChg>
        <pc:spChg chg="add mod">
          <ac:chgData name="Toby Donaldson" userId="2e6e5431-bb17-4c41-9985-d39c50d83c73" providerId="ADAL" clId="{F31BC264-820E-54C4-A6D1-F92AF9CC222E}" dt="2026-01-21T21:37:46.520" v="4516"/>
          <ac:spMkLst>
            <pc:docMk/>
            <pc:sldMk cId="991816514" sldId="332"/>
            <ac:spMk id="49" creationId="{B70C0488-5340-A72B-2145-6062FE4A0B35}"/>
          </ac:spMkLst>
        </pc:spChg>
        <pc:spChg chg="add mod">
          <ac:chgData name="Toby Donaldson" userId="2e6e5431-bb17-4c41-9985-d39c50d83c73" providerId="ADAL" clId="{F31BC264-820E-54C4-A6D1-F92AF9CC222E}" dt="2026-01-21T21:37:46.520" v="4516"/>
          <ac:spMkLst>
            <pc:docMk/>
            <pc:sldMk cId="991816514" sldId="332"/>
            <ac:spMk id="51" creationId="{83A48019-C032-627B-F347-C47BCD4229B2}"/>
          </ac:spMkLst>
        </pc:spChg>
        <pc:spChg chg="add mod">
          <ac:chgData name="Toby Donaldson" userId="2e6e5431-bb17-4c41-9985-d39c50d83c73" providerId="ADAL" clId="{F31BC264-820E-54C4-A6D1-F92AF9CC222E}" dt="2026-01-21T21:37:46.520" v="4516"/>
          <ac:spMkLst>
            <pc:docMk/>
            <pc:sldMk cId="991816514" sldId="332"/>
            <ac:spMk id="52" creationId="{B18BA407-B54C-662A-5329-3B18B3B490AD}"/>
          </ac:spMkLst>
        </pc:spChg>
        <pc:inkChg chg="add">
          <ac:chgData name="Toby Donaldson" userId="2e6e5431-bb17-4c41-9985-d39c50d83c73" providerId="ADAL" clId="{F31BC264-820E-54C4-A6D1-F92AF9CC222E}" dt="2026-01-21T20:51:15.676" v="4451"/>
          <ac:inkMkLst>
            <pc:docMk/>
            <pc:sldMk cId="991816514" sldId="332"/>
            <ac:inkMk id="3" creationId="{15CAF4D2-F1E1-B058-7D5C-663044B2A779}"/>
          </ac:inkMkLst>
        </pc:inkChg>
        <pc:cxnChg chg="mod">
          <ac:chgData name="Toby Donaldson" userId="2e6e5431-bb17-4c41-9985-d39c50d83c73" providerId="ADAL" clId="{F31BC264-820E-54C4-A6D1-F92AF9CC222E}" dt="2026-01-21T21:36:33.476" v="4502" actId="21"/>
          <ac:cxnSpMkLst>
            <pc:docMk/>
            <pc:sldMk cId="991816514" sldId="332"/>
            <ac:cxnSpMk id="32" creationId="{E16B51E9-42F0-13EB-2364-A8DF8B949704}"/>
          </ac:cxnSpMkLst>
        </pc:cxnChg>
        <pc:cxnChg chg="mod">
          <ac:chgData name="Toby Donaldson" userId="2e6e5431-bb17-4c41-9985-d39c50d83c73" providerId="ADAL" clId="{F31BC264-820E-54C4-A6D1-F92AF9CC222E}" dt="2026-01-21T21:36:33.476" v="4502" actId="21"/>
          <ac:cxnSpMkLst>
            <pc:docMk/>
            <pc:sldMk cId="991816514" sldId="332"/>
            <ac:cxnSpMk id="50" creationId="{6F5DFEC3-E57C-8314-B1B0-73E7F600C5B0}"/>
          </ac:cxnSpMkLst>
        </pc:cxnChg>
        <pc:cxnChg chg="mod">
          <ac:chgData name="Toby Donaldson" userId="2e6e5431-bb17-4c41-9985-d39c50d83c73" providerId="ADAL" clId="{F31BC264-820E-54C4-A6D1-F92AF9CC222E}" dt="2026-01-21T21:36:33.476" v="4502" actId="21"/>
          <ac:cxnSpMkLst>
            <pc:docMk/>
            <pc:sldMk cId="991816514" sldId="332"/>
            <ac:cxnSpMk id="56" creationId="{E8C9EB47-E4A7-FC68-CC63-4D13DF7BED70}"/>
          </ac:cxnSpMkLst>
        </pc:cxnChg>
        <pc:cxnChg chg="mod">
          <ac:chgData name="Toby Donaldson" userId="2e6e5431-bb17-4c41-9985-d39c50d83c73" providerId="ADAL" clId="{F31BC264-820E-54C4-A6D1-F92AF9CC222E}" dt="2026-01-21T21:36:33.476" v="4502" actId="21"/>
          <ac:cxnSpMkLst>
            <pc:docMk/>
            <pc:sldMk cId="991816514" sldId="332"/>
            <ac:cxnSpMk id="59" creationId="{DB8C7446-D693-2B14-760C-F449868C3F11}"/>
          </ac:cxnSpMkLst>
        </pc:cxnChg>
        <pc:cxnChg chg="mod">
          <ac:chgData name="Toby Donaldson" userId="2e6e5431-bb17-4c41-9985-d39c50d83c73" providerId="ADAL" clId="{F31BC264-820E-54C4-A6D1-F92AF9CC222E}" dt="2026-01-21T21:36:36.300" v="4503" actId="21"/>
          <ac:cxnSpMkLst>
            <pc:docMk/>
            <pc:sldMk cId="991816514" sldId="332"/>
            <ac:cxnSpMk id="67" creationId="{80EEF541-49B0-149D-6837-B3551AC8A52E}"/>
          </ac:cxnSpMkLst>
        </pc:cxnChg>
      </pc:sldChg>
      <pc:sldChg chg="modSp">
        <pc:chgData name="Toby Donaldson" userId="2e6e5431-bb17-4c41-9985-d39c50d83c73" providerId="ADAL" clId="{F31BC264-820E-54C4-A6D1-F92AF9CC222E}" dt="2026-01-21T20:16:14.950" v="4325" actId="1076"/>
        <pc:sldMkLst>
          <pc:docMk/>
          <pc:sldMk cId="3132336667" sldId="333"/>
        </pc:sldMkLst>
        <pc:picChg chg="mod">
          <ac:chgData name="Toby Donaldson" userId="2e6e5431-bb17-4c41-9985-d39c50d83c73" providerId="ADAL" clId="{F31BC264-820E-54C4-A6D1-F92AF9CC222E}" dt="2026-01-21T20:16:14.950" v="4325" actId="1076"/>
          <ac:picMkLst>
            <pc:docMk/>
            <pc:sldMk cId="3132336667" sldId="333"/>
            <ac:picMk id="1026" creationId="{1FD0CA4E-5996-F9E6-4E0D-32B989802E80}"/>
          </ac:picMkLst>
        </pc:picChg>
      </pc:sldChg>
      <pc:sldChg chg="addSp delSp modSp mod">
        <pc:chgData name="Toby Donaldson" userId="2e6e5431-bb17-4c41-9985-d39c50d83c73" providerId="ADAL" clId="{F31BC264-820E-54C4-A6D1-F92AF9CC222E}" dt="2026-01-21T21:37:50.011" v="4517"/>
        <pc:sldMkLst>
          <pc:docMk/>
          <pc:sldMk cId="3218496143" sldId="334"/>
        </pc:sldMkLst>
        <pc:spChg chg="add mod">
          <ac:chgData name="Toby Donaldson" userId="2e6e5431-bb17-4c41-9985-d39c50d83c73" providerId="ADAL" clId="{F31BC264-820E-54C4-A6D1-F92AF9CC222E}" dt="2026-01-21T21:37:50.011" v="4517"/>
          <ac:spMkLst>
            <pc:docMk/>
            <pc:sldMk cId="3218496143" sldId="334"/>
            <ac:spMk id="3" creationId="{60E51949-5252-6D84-9E31-356FBDA1454E}"/>
          </ac:spMkLst>
        </pc:spChg>
        <pc:spChg chg="mod">
          <ac:chgData name="Toby Donaldson" userId="2e6e5431-bb17-4c41-9985-d39c50d83c73" providerId="ADAL" clId="{F31BC264-820E-54C4-A6D1-F92AF9CC222E}" dt="2026-01-21T21:37:00.849" v="4509" actId="20577"/>
          <ac:spMkLst>
            <pc:docMk/>
            <pc:sldMk cId="3218496143" sldId="334"/>
            <ac:spMk id="4" creationId="{00B554D3-815F-9A3D-2698-10CA5B812CE1}"/>
          </ac:spMkLst>
        </pc:spChg>
        <pc:spChg chg="add mod">
          <ac:chgData name="Toby Donaldson" userId="2e6e5431-bb17-4c41-9985-d39c50d83c73" providerId="ADAL" clId="{F31BC264-820E-54C4-A6D1-F92AF9CC222E}" dt="2026-01-21T21:37:50.011" v="4517"/>
          <ac:spMkLst>
            <pc:docMk/>
            <pc:sldMk cId="3218496143" sldId="334"/>
            <ac:spMk id="7" creationId="{5AC444AA-C99D-E8E1-772B-692F9449B6E6}"/>
          </ac:spMkLst>
        </pc:spChg>
        <pc:spChg chg="add mod">
          <ac:chgData name="Toby Donaldson" userId="2e6e5431-bb17-4c41-9985-d39c50d83c73" providerId="ADAL" clId="{F31BC264-820E-54C4-A6D1-F92AF9CC222E}" dt="2026-01-21T21:37:50.011" v="4517"/>
          <ac:spMkLst>
            <pc:docMk/>
            <pc:sldMk cId="3218496143" sldId="334"/>
            <ac:spMk id="10" creationId="{19F1E9DA-C575-E7BA-CAA9-2AAFEB0DBD56}"/>
          </ac:spMkLst>
        </pc:spChg>
        <pc:spChg chg="add mod">
          <ac:chgData name="Toby Donaldson" userId="2e6e5431-bb17-4c41-9985-d39c50d83c73" providerId="ADAL" clId="{F31BC264-820E-54C4-A6D1-F92AF9CC222E}" dt="2026-01-21T21:37:50.011" v="4517"/>
          <ac:spMkLst>
            <pc:docMk/>
            <pc:sldMk cId="3218496143" sldId="334"/>
            <ac:spMk id="16" creationId="{46F1BADE-5C72-6F72-2707-C558F4C86F8E}"/>
          </ac:spMkLst>
        </pc:spChg>
        <pc:spChg chg="del">
          <ac:chgData name="Toby Donaldson" userId="2e6e5431-bb17-4c41-9985-d39c50d83c73" providerId="ADAL" clId="{F31BC264-820E-54C4-A6D1-F92AF9CC222E}" dt="2026-01-21T21:36:41.691" v="4504" actId="21"/>
          <ac:spMkLst>
            <pc:docMk/>
            <pc:sldMk cId="3218496143" sldId="334"/>
            <ac:spMk id="17" creationId="{273E41E0-9FED-68C6-363A-0996A117018D}"/>
          </ac:spMkLst>
        </pc:spChg>
        <pc:spChg chg="add mod">
          <ac:chgData name="Toby Donaldson" userId="2e6e5431-bb17-4c41-9985-d39c50d83c73" providerId="ADAL" clId="{F31BC264-820E-54C4-A6D1-F92AF9CC222E}" dt="2026-01-21T21:37:50.011" v="4517"/>
          <ac:spMkLst>
            <pc:docMk/>
            <pc:sldMk cId="3218496143" sldId="334"/>
            <ac:spMk id="21" creationId="{D3EC68DB-0562-59C2-1375-D4CF2216F750}"/>
          </ac:spMkLst>
        </pc:spChg>
        <pc:spChg chg="del">
          <ac:chgData name="Toby Donaldson" userId="2e6e5431-bb17-4c41-9985-d39c50d83c73" providerId="ADAL" clId="{F31BC264-820E-54C4-A6D1-F92AF9CC222E}" dt="2026-01-21T21:36:41.691" v="4504" actId="21"/>
          <ac:spMkLst>
            <pc:docMk/>
            <pc:sldMk cId="3218496143" sldId="334"/>
            <ac:spMk id="22" creationId="{970D88CD-6D67-9CAF-1B72-C860E4B5ABFB}"/>
          </ac:spMkLst>
        </pc:spChg>
        <pc:spChg chg="del">
          <ac:chgData name="Toby Donaldson" userId="2e6e5431-bb17-4c41-9985-d39c50d83c73" providerId="ADAL" clId="{F31BC264-820E-54C4-A6D1-F92AF9CC222E}" dt="2026-01-21T21:36:41.691" v="4504" actId="21"/>
          <ac:spMkLst>
            <pc:docMk/>
            <pc:sldMk cId="3218496143" sldId="334"/>
            <ac:spMk id="26" creationId="{2D2AA6B6-7545-AF08-0218-BAE5215E6912}"/>
          </ac:spMkLst>
        </pc:spChg>
        <pc:spChg chg="del">
          <ac:chgData name="Toby Donaldson" userId="2e6e5431-bb17-4c41-9985-d39c50d83c73" providerId="ADAL" clId="{F31BC264-820E-54C4-A6D1-F92AF9CC222E}" dt="2026-01-21T21:36:41.691" v="4504" actId="21"/>
          <ac:spMkLst>
            <pc:docMk/>
            <pc:sldMk cId="3218496143" sldId="334"/>
            <ac:spMk id="27" creationId="{862F33A6-B324-3283-4675-3259BD221053}"/>
          </ac:spMkLst>
        </pc:spChg>
        <pc:spChg chg="del">
          <ac:chgData name="Toby Donaldson" userId="2e6e5431-bb17-4c41-9985-d39c50d83c73" providerId="ADAL" clId="{F31BC264-820E-54C4-A6D1-F92AF9CC222E}" dt="2026-01-21T21:36:41.691" v="4504" actId="21"/>
          <ac:spMkLst>
            <pc:docMk/>
            <pc:sldMk cId="3218496143" sldId="334"/>
            <ac:spMk id="31" creationId="{FA5C244B-35D7-3F31-E81B-DD1471D44463}"/>
          </ac:spMkLst>
        </pc:spChg>
        <pc:cxnChg chg="mod">
          <ac:chgData name="Toby Donaldson" userId="2e6e5431-bb17-4c41-9985-d39c50d83c73" providerId="ADAL" clId="{F31BC264-820E-54C4-A6D1-F92AF9CC222E}" dt="2026-01-21T21:36:41.691" v="4504" actId="21"/>
          <ac:cxnSpMkLst>
            <pc:docMk/>
            <pc:sldMk cId="3218496143" sldId="334"/>
            <ac:cxnSpMk id="32" creationId="{52B06D26-569E-5B03-5AB9-4A0784B185A3}"/>
          </ac:cxnSpMkLst>
        </pc:cxnChg>
        <pc:cxnChg chg="mod">
          <ac:chgData name="Toby Donaldson" userId="2e6e5431-bb17-4c41-9985-d39c50d83c73" providerId="ADAL" clId="{F31BC264-820E-54C4-A6D1-F92AF9CC222E}" dt="2026-01-21T21:36:41.691" v="4504" actId="21"/>
          <ac:cxnSpMkLst>
            <pc:docMk/>
            <pc:sldMk cId="3218496143" sldId="334"/>
            <ac:cxnSpMk id="50" creationId="{ED332F60-A82B-55F5-135A-2D0E00E45770}"/>
          </ac:cxnSpMkLst>
        </pc:cxnChg>
        <pc:cxnChg chg="mod">
          <ac:chgData name="Toby Donaldson" userId="2e6e5431-bb17-4c41-9985-d39c50d83c73" providerId="ADAL" clId="{F31BC264-820E-54C4-A6D1-F92AF9CC222E}" dt="2026-01-21T21:36:41.691" v="4504" actId="21"/>
          <ac:cxnSpMkLst>
            <pc:docMk/>
            <pc:sldMk cId="3218496143" sldId="334"/>
            <ac:cxnSpMk id="56" creationId="{051ACC36-9CF0-293C-1654-3D1CE8627392}"/>
          </ac:cxnSpMkLst>
        </pc:cxnChg>
        <pc:cxnChg chg="mod">
          <ac:chgData name="Toby Donaldson" userId="2e6e5431-bb17-4c41-9985-d39c50d83c73" providerId="ADAL" clId="{F31BC264-820E-54C4-A6D1-F92AF9CC222E}" dt="2026-01-21T21:36:41.691" v="4504" actId="21"/>
          <ac:cxnSpMkLst>
            <pc:docMk/>
            <pc:sldMk cId="3218496143" sldId="334"/>
            <ac:cxnSpMk id="59" creationId="{31CB90E7-042B-AD08-6500-B3EC89073D30}"/>
          </ac:cxnSpMkLst>
        </pc:cxnChg>
        <pc:cxnChg chg="mod">
          <ac:chgData name="Toby Donaldson" userId="2e6e5431-bb17-4c41-9985-d39c50d83c73" providerId="ADAL" clId="{F31BC264-820E-54C4-A6D1-F92AF9CC222E}" dt="2026-01-21T21:36:41.691" v="4504" actId="21"/>
          <ac:cxnSpMkLst>
            <pc:docMk/>
            <pc:sldMk cId="3218496143" sldId="334"/>
            <ac:cxnSpMk id="67" creationId="{5C74F358-DF48-7E32-1E45-7441810249E7}"/>
          </ac:cxnSpMkLst>
        </pc:cxnChg>
      </pc:sldChg>
      <pc:sldChg chg="addSp delSp modSp mod">
        <pc:chgData name="Toby Donaldson" userId="2e6e5431-bb17-4c41-9985-d39c50d83c73" providerId="ADAL" clId="{F31BC264-820E-54C4-A6D1-F92AF9CC222E}" dt="2026-01-21T21:37:53.043" v="4518"/>
        <pc:sldMkLst>
          <pc:docMk/>
          <pc:sldMk cId="1085555844" sldId="335"/>
        </pc:sldMkLst>
        <pc:spChg chg="mod">
          <ac:chgData name="Toby Donaldson" userId="2e6e5431-bb17-4c41-9985-d39c50d83c73" providerId="ADAL" clId="{F31BC264-820E-54C4-A6D1-F92AF9CC222E}" dt="2026-01-21T21:36:53.252" v="4507" actId="20577"/>
          <ac:spMkLst>
            <pc:docMk/>
            <pc:sldMk cId="1085555844" sldId="335"/>
            <ac:spMk id="4" creationId="{61E126A4-6EAA-F19D-4B58-1414959EA50B}"/>
          </ac:spMkLst>
        </pc:spChg>
        <pc:spChg chg="add mod">
          <ac:chgData name="Toby Donaldson" userId="2e6e5431-bb17-4c41-9985-d39c50d83c73" providerId="ADAL" clId="{F31BC264-820E-54C4-A6D1-F92AF9CC222E}" dt="2026-01-21T21:37:53.043" v="4518"/>
          <ac:spMkLst>
            <pc:docMk/>
            <pc:sldMk cId="1085555844" sldId="335"/>
            <ac:spMk id="8" creationId="{FCD2A233-C7C6-8877-EBD2-B6A2A91CCA68}"/>
          </ac:spMkLst>
        </pc:spChg>
        <pc:spChg chg="add mod">
          <ac:chgData name="Toby Donaldson" userId="2e6e5431-bb17-4c41-9985-d39c50d83c73" providerId="ADAL" clId="{F31BC264-820E-54C4-A6D1-F92AF9CC222E}" dt="2026-01-21T21:37:53.043" v="4518"/>
          <ac:spMkLst>
            <pc:docMk/>
            <pc:sldMk cId="1085555844" sldId="335"/>
            <ac:spMk id="10" creationId="{FC3032CB-8739-77E2-BE2A-7D495D813AE4}"/>
          </ac:spMkLst>
        </pc:spChg>
        <pc:spChg chg="add mod">
          <ac:chgData name="Toby Donaldson" userId="2e6e5431-bb17-4c41-9985-d39c50d83c73" providerId="ADAL" clId="{F31BC264-820E-54C4-A6D1-F92AF9CC222E}" dt="2026-01-21T21:37:53.043" v="4518"/>
          <ac:spMkLst>
            <pc:docMk/>
            <pc:sldMk cId="1085555844" sldId="335"/>
            <ac:spMk id="11" creationId="{FAD7DDC5-4073-899D-7AC0-A5EF58733942}"/>
          </ac:spMkLst>
        </pc:spChg>
        <pc:spChg chg="del">
          <ac:chgData name="Toby Donaldson" userId="2e6e5431-bb17-4c41-9985-d39c50d83c73" providerId="ADAL" clId="{F31BC264-820E-54C4-A6D1-F92AF9CC222E}" dt="2026-01-21T21:36:48.931" v="4505" actId="21"/>
          <ac:spMkLst>
            <pc:docMk/>
            <pc:sldMk cId="1085555844" sldId="335"/>
            <ac:spMk id="17" creationId="{695077AD-781F-5541-94FA-96FE8691BD3E}"/>
          </ac:spMkLst>
        </pc:spChg>
        <pc:spChg chg="add mod">
          <ac:chgData name="Toby Donaldson" userId="2e6e5431-bb17-4c41-9985-d39c50d83c73" providerId="ADAL" clId="{F31BC264-820E-54C4-A6D1-F92AF9CC222E}" dt="2026-01-21T21:37:53.043" v="4518"/>
          <ac:spMkLst>
            <pc:docMk/>
            <pc:sldMk cId="1085555844" sldId="335"/>
            <ac:spMk id="21" creationId="{EEABAAAC-E746-D187-DB82-77F1A18D44C9}"/>
          </ac:spMkLst>
        </pc:spChg>
        <pc:spChg chg="del">
          <ac:chgData name="Toby Donaldson" userId="2e6e5431-bb17-4c41-9985-d39c50d83c73" providerId="ADAL" clId="{F31BC264-820E-54C4-A6D1-F92AF9CC222E}" dt="2026-01-21T21:36:48.931" v="4505" actId="21"/>
          <ac:spMkLst>
            <pc:docMk/>
            <pc:sldMk cId="1085555844" sldId="335"/>
            <ac:spMk id="22" creationId="{8B8145B0-EB40-F0B8-260F-0AA4F7EEDE3A}"/>
          </ac:spMkLst>
        </pc:spChg>
        <pc:spChg chg="del">
          <ac:chgData name="Toby Donaldson" userId="2e6e5431-bb17-4c41-9985-d39c50d83c73" providerId="ADAL" clId="{F31BC264-820E-54C4-A6D1-F92AF9CC222E}" dt="2026-01-21T21:36:48.931" v="4505" actId="21"/>
          <ac:spMkLst>
            <pc:docMk/>
            <pc:sldMk cId="1085555844" sldId="335"/>
            <ac:spMk id="26" creationId="{D277ADBA-FE61-F01C-024C-DC47F9E46EE4}"/>
          </ac:spMkLst>
        </pc:spChg>
        <pc:spChg chg="del">
          <ac:chgData name="Toby Donaldson" userId="2e6e5431-bb17-4c41-9985-d39c50d83c73" providerId="ADAL" clId="{F31BC264-820E-54C4-A6D1-F92AF9CC222E}" dt="2026-01-21T21:36:48.931" v="4505" actId="21"/>
          <ac:spMkLst>
            <pc:docMk/>
            <pc:sldMk cId="1085555844" sldId="335"/>
            <ac:spMk id="27" creationId="{1E60B1D7-D586-9FB3-27F4-F249B41FFC97}"/>
          </ac:spMkLst>
        </pc:spChg>
        <pc:spChg chg="del">
          <ac:chgData name="Toby Donaldson" userId="2e6e5431-bb17-4c41-9985-d39c50d83c73" providerId="ADAL" clId="{F31BC264-820E-54C4-A6D1-F92AF9CC222E}" dt="2026-01-21T21:36:48.931" v="4505" actId="21"/>
          <ac:spMkLst>
            <pc:docMk/>
            <pc:sldMk cId="1085555844" sldId="335"/>
            <ac:spMk id="31" creationId="{0C03AF23-E5F9-478D-0AD9-241FE3AD3BBD}"/>
          </ac:spMkLst>
        </pc:spChg>
        <pc:spChg chg="add mod">
          <ac:chgData name="Toby Donaldson" userId="2e6e5431-bb17-4c41-9985-d39c50d83c73" providerId="ADAL" clId="{F31BC264-820E-54C4-A6D1-F92AF9CC222E}" dt="2026-01-21T21:37:53.043" v="4518"/>
          <ac:spMkLst>
            <pc:docMk/>
            <pc:sldMk cId="1085555844" sldId="335"/>
            <ac:spMk id="39" creationId="{7B74BBA9-2C8E-E513-942B-06AF1D955A72}"/>
          </ac:spMkLst>
        </pc:spChg>
        <pc:cxnChg chg="mod">
          <ac:chgData name="Toby Donaldson" userId="2e6e5431-bb17-4c41-9985-d39c50d83c73" providerId="ADAL" clId="{F31BC264-820E-54C4-A6D1-F92AF9CC222E}" dt="2026-01-21T21:36:48.931" v="4505" actId="21"/>
          <ac:cxnSpMkLst>
            <pc:docMk/>
            <pc:sldMk cId="1085555844" sldId="335"/>
            <ac:cxnSpMk id="32" creationId="{712AC8AE-AFD2-793B-637F-F2CEE15DDD00}"/>
          </ac:cxnSpMkLst>
        </pc:cxnChg>
        <pc:cxnChg chg="mod">
          <ac:chgData name="Toby Donaldson" userId="2e6e5431-bb17-4c41-9985-d39c50d83c73" providerId="ADAL" clId="{F31BC264-820E-54C4-A6D1-F92AF9CC222E}" dt="2026-01-21T21:36:48.931" v="4505" actId="21"/>
          <ac:cxnSpMkLst>
            <pc:docMk/>
            <pc:sldMk cId="1085555844" sldId="335"/>
            <ac:cxnSpMk id="50" creationId="{3D53425A-2318-E121-154C-CA298656FBE4}"/>
          </ac:cxnSpMkLst>
        </pc:cxnChg>
        <pc:cxnChg chg="mod">
          <ac:chgData name="Toby Donaldson" userId="2e6e5431-bb17-4c41-9985-d39c50d83c73" providerId="ADAL" clId="{F31BC264-820E-54C4-A6D1-F92AF9CC222E}" dt="2026-01-21T21:36:48.931" v="4505" actId="21"/>
          <ac:cxnSpMkLst>
            <pc:docMk/>
            <pc:sldMk cId="1085555844" sldId="335"/>
            <ac:cxnSpMk id="56" creationId="{0802F228-49B2-9C63-050E-26A7BE5D67BA}"/>
          </ac:cxnSpMkLst>
        </pc:cxnChg>
        <pc:cxnChg chg="mod">
          <ac:chgData name="Toby Donaldson" userId="2e6e5431-bb17-4c41-9985-d39c50d83c73" providerId="ADAL" clId="{F31BC264-820E-54C4-A6D1-F92AF9CC222E}" dt="2026-01-21T21:36:48.931" v="4505" actId="21"/>
          <ac:cxnSpMkLst>
            <pc:docMk/>
            <pc:sldMk cId="1085555844" sldId="335"/>
            <ac:cxnSpMk id="59" creationId="{C4391A27-F18C-9926-399D-BD87C19772C2}"/>
          </ac:cxnSpMkLst>
        </pc:cxnChg>
        <pc:cxnChg chg="mod">
          <ac:chgData name="Toby Donaldson" userId="2e6e5431-bb17-4c41-9985-d39c50d83c73" providerId="ADAL" clId="{F31BC264-820E-54C4-A6D1-F92AF9CC222E}" dt="2026-01-21T21:36:48.931" v="4505" actId="21"/>
          <ac:cxnSpMkLst>
            <pc:docMk/>
            <pc:sldMk cId="1085555844" sldId="335"/>
            <ac:cxnSpMk id="67" creationId="{A5CE9C84-BAAE-D3F4-F3F4-0F74D83B1046}"/>
          </ac:cxnSpMkLst>
        </pc:cxnChg>
      </pc:sldChg>
      <pc:sldChg chg="addSp delSp modSp mod">
        <pc:chgData name="Toby Donaldson" userId="2e6e5431-bb17-4c41-9985-d39c50d83c73" providerId="ADAL" clId="{F31BC264-820E-54C4-A6D1-F92AF9CC222E}" dt="2026-01-21T21:37:13.776" v="4512" actId="21"/>
        <pc:sldMkLst>
          <pc:docMk/>
          <pc:sldMk cId="671222367" sldId="336"/>
        </pc:sldMkLst>
        <pc:spChg chg="mod">
          <ac:chgData name="Toby Donaldson" userId="2e6e5431-bb17-4c41-9985-d39c50d83c73" providerId="ADAL" clId="{F31BC264-820E-54C4-A6D1-F92AF9CC222E}" dt="2026-01-21T21:37:07.798" v="4511" actId="20577"/>
          <ac:spMkLst>
            <pc:docMk/>
            <pc:sldMk cId="671222367" sldId="336"/>
            <ac:spMk id="4" creationId="{2B39FBF9-5FCC-E552-F7D6-63215C7214E5}"/>
          </ac:spMkLst>
        </pc:spChg>
        <pc:spChg chg="del">
          <ac:chgData name="Toby Donaldson" userId="2e6e5431-bb17-4c41-9985-d39c50d83c73" providerId="ADAL" clId="{F31BC264-820E-54C4-A6D1-F92AF9CC222E}" dt="2026-01-21T21:37:13.776" v="4512" actId="21"/>
          <ac:spMkLst>
            <pc:docMk/>
            <pc:sldMk cId="671222367" sldId="336"/>
            <ac:spMk id="17" creationId="{7B21B1E2-6D66-46A2-114F-6916068570CD}"/>
          </ac:spMkLst>
        </pc:spChg>
        <pc:spChg chg="del">
          <ac:chgData name="Toby Donaldson" userId="2e6e5431-bb17-4c41-9985-d39c50d83c73" providerId="ADAL" clId="{F31BC264-820E-54C4-A6D1-F92AF9CC222E}" dt="2026-01-21T21:37:13.776" v="4512" actId="21"/>
          <ac:spMkLst>
            <pc:docMk/>
            <pc:sldMk cId="671222367" sldId="336"/>
            <ac:spMk id="22" creationId="{679C0566-E112-19AA-9C14-8F575C981EEC}"/>
          </ac:spMkLst>
        </pc:spChg>
        <pc:spChg chg="del">
          <ac:chgData name="Toby Donaldson" userId="2e6e5431-bb17-4c41-9985-d39c50d83c73" providerId="ADAL" clId="{F31BC264-820E-54C4-A6D1-F92AF9CC222E}" dt="2026-01-21T21:37:13.776" v="4512" actId="21"/>
          <ac:spMkLst>
            <pc:docMk/>
            <pc:sldMk cId="671222367" sldId="336"/>
            <ac:spMk id="26" creationId="{88E99445-E99C-407C-9886-BD4B4BE15436}"/>
          </ac:spMkLst>
        </pc:spChg>
        <pc:spChg chg="del">
          <ac:chgData name="Toby Donaldson" userId="2e6e5431-bb17-4c41-9985-d39c50d83c73" providerId="ADAL" clId="{F31BC264-820E-54C4-A6D1-F92AF9CC222E}" dt="2026-01-21T21:37:13.776" v="4512" actId="21"/>
          <ac:spMkLst>
            <pc:docMk/>
            <pc:sldMk cId="671222367" sldId="336"/>
            <ac:spMk id="27" creationId="{BAE6DB21-7CDE-9484-2C90-0682F6648EA5}"/>
          </ac:spMkLst>
        </pc:spChg>
        <pc:spChg chg="del">
          <ac:chgData name="Toby Donaldson" userId="2e6e5431-bb17-4c41-9985-d39c50d83c73" providerId="ADAL" clId="{F31BC264-820E-54C4-A6D1-F92AF9CC222E}" dt="2026-01-21T21:37:13.776" v="4512" actId="21"/>
          <ac:spMkLst>
            <pc:docMk/>
            <pc:sldMk cId="671222367" sldId="336"/>
            <ac:spMk id="31" creationId="{45532227-9245-F423-FED0-D8A290374602}"/>
          </ac:spMkLst>
        </pc:spChg>
        <pc:inkChg chg="add">
          <ac:chgData name="Toby Donaldson" userId="2e6e5431-bb17-4c41-9985-d39c50d83c73" providerId="ADAL" clId="{F31BC264-820E-54C4-A6D1-F92AF9CC222E}" dt="2026-01-21T21:32:36.876" v="4454"/>
          <ac:inkMkLst>
            <pc:docMk/>
            <pc:sldMk cId="671222367" sldId="336"/>
            <ac:inkMk id="8" creationId="{28679036-3E86-8A48-DF43-F0267DB592B2}"/>
          </ac:inkMkLst>
        </pc:inkChg>
        <pc:cxnChg chg="mod">
          <ac:chgData name="Toby Donaldson" userId="2e6e5431-bb17-4c41-9985-d39c50d83c73" providerId="ADAL" clId="{F31BC264-820E-54C4-A6D1-F92AF9CC222E}" dt="2026-01-21T21:37:13.776" v="4512" actId="21"/>
          <ac:cxnSpMkLst>
            <pc:docMk/>
            <pc:sldMk cId="671222367" sldId="336"/>
            <ac:cxnSpMk id="32" creationId="{314D1073-2672-54D4-3CBF-06AF312FBA9B}"/>
          </ac:cxnSpMkLst>
        </pc:cxnChg>
        <pc:cxnChg chg="mod">
          <ac:chgData name="Toby Donaldson" userId="2e6e5431-bb17-4c41-9985-d39c50d83c73" providerId="ADAL" clId="{F31BC264-820E-54C4-A6D1-F92AF9CC222E}" dt="2026-01-21T21:37:13.776" v="4512" actId="21"/>
          <ac:cxnSpMkLst>
            <pc:docMk/>
            <pc:sldMk cId="671222367" sldId="336"/>
            <ac:cxnSpMk id="50" creationId="{85467CA1-EA9F-B7D0-B192-62FC7684FEB2}"/>
          </ac:cxnSpMkLst>
        </pc:cxnChg>
        <pc:cxnChg chg="mod">
          <ac:chgData name="Toby Donaldson" userId="2e6e5431-bb17-4c41-9985-d39c50d83c73" providerId="ADAL" clId="{F31BC264-820E-54C4-A6D1-F92AF9CC222E}" dt="2026-01-21T21:37:13.776" v="4512" actId="21"/>
          <ac:cxnSpMkLst>
            <pc:docMk/>
            <pc:sldMk cId="671222367" sldId="336"/>
            <ac:cxnSpMk id="56" creationId="{9F63D197-1BA7-42D0-3A1A-4C440ADF6ED5}"/>
          </ac:cxnSpMkLst>
        </pc:cxnChg>
        <pc:cxnChg chg="mod">
          <ac:chgData name="Toby Donaldson" userId="2e6e5431-bb17-4c41-9985-d39c50d83c73" providerId="ADAL" clId="{F31BC264-820E-54C4-A6D1-F92AF9CC222E}" dt="2026-01-21T21:37:13.776" v="4512" actId="21"/>
          <ac:cxnSpMkLst>
            <pc:docMk/>
            <pc:sldMk cId="671222367" sldId="336"/>
            <ac:cxnSpMk id="59" creationId="{35086CB5-AFB8-63B1-B314-35C988253E61}"/>
          </ac:cxnSpMkLst>
        </pc:cxnChg>
        <pc:cxnChg chg="mod">
          <ac:chgData name="Toby Donaldson" userId="2e6e5431-bb17-4c41-9985-d39c50d83c73" providerId="ADAL" clId="{F31BC264-820E-54C4-A6D1-F92AF9CC222E}" dt="2026-01-21T21:37:13.776" v="4512" actId="21"/>
          <ac:cxnSpMkLst>
            <pc:docMk/>
            <pc:sldMk cId="671222367" sldId="336"/>
            <ac:cxnSpMk id="67" creationId="{054CF131-1D47-DE98-70E8-B31F8792D6B0}"/>
          </ac:cxnSpMkLst>
        </pc:cxnChg>
      </pc:sldChg>
      <pc:sldChg chg="addSp delSp modSp mod">
        <pc:chgData name="Toby Donaldson" userId="2e6e5431-bb17-4c41-9985-d39c50d83c73" providerId="ADAL" clId="{F31BC264-820E-54C4-A6D1-F92AF9CC222E}" dt="2026-01-21T21:35:46.248" v="4498"/>
        <pc:sldMkLst>
          <pc:docMk/>
          <pc:sldMk cId="676588485" sldId="338"/>
        </pc:sldMkLst>
        <pc:spChg chg="add del mod">
          <ac:chgData name="Toby Donaldson" userId="2e6e5431-bb17-4c41-9985-d39c50d83c73" providerId="ADAL" clId="{F31BC264-820E-54C4-A6D1-F92AF9CC222E}" dt="2026-01-21T21:35:46.248" v="4498"/>
          <ac:spMkLst>
            <pc:docMk/>
            <pc:sldMk cId="676588485" sldId="338"/>
            <ac:spMk id="7" creationId="{DB7B6464-B81E-5595-E630-2C20637CBA68}"/>
          </ac:spMkLst>
        </pc:spChg>
        <pc:spChg chg="mod">
          <ac:chgData name="Toby Donaldson" userId="2e6e5431-bb17-4c41-9985-d39c50d83c73" providerId="ADAL" clId="{F31BC264-820E-54C4-A6D1-F92AF9CC222E}" dt="2026-01-21T21:32:44.177" v="4457" actId="20577"/>
          <ac:spMkLst>
            <pc:docMk/>
            <pc:sldMk cId="676588485" sldId="338"/>
            <ac:spMk id="17" creationId="{C31B9C1E-894C-0F50-FF3F-FD3C5F1ABA08}"/>
          </ac:spMkLst>
        </pc:spChg>
        <pc:spChg chg="mod">
          <ac:chgData name="Toby Donaldson" userId="2e6e5431-bb17-4c41-9985-d39c50d83c73" providerId="ADAL" clId="{F31BC264-820E-54C4-A6D1-F92AF9CC222E}" dt="2026-01-21T21:32:48.705" v="4460" actId="20577"/>
          <ac:spMkLst>
            <pc:docMk/>
            <pc:sldMk cId="676588485" sldId="338"/>
            <ac:spMk id="22" creationId="{1D4A79BF-B36E-6B30-0629-62CA9071A008}"/>
          </ac:spMkLst>
        </pc:spChg>
        <pc:spChg chg="mod">
          <ac:chgData name="Toby Donaldson" userId="2e6e5431-bb17-4c41-9985-d39c50d83c73" providerId="ADAL" clId="{F31BC264-820E-54C4-A6D1-F92AF9CC222E}" dt="2026-01-21T21:32:52.300" v="4463" actId="20577"/>
          <ac:spMkLst>
            <pc:docMk/>
            <pc:sldMk cId="676588485" sldId="338"/>
            <ac:spMk id="26" creationId="{FC062DAC-32EA-873D-25F8-C239712BDA22}"/>
          </ac:spMkLst>
        </pc:spChg>
        <pc:spChg chg="mod">
          <ac:chgData name="Toby Donaldson" userId="2e6e5431-bb17-4c41-9985-d39c50d83c73" providerId="ADAL" clId="{F31BC264-820E-54C4-A6D1-F92AF9CC222E}" dt="2026-01-21T21:32:56.715" v="4466" actId="20577"/>
          <ac:spMkLst>
            <pc:docMk/>
            <pc:sldMk cId="676588485" sldId="338"/>
            <ac:spMk id="27" creationId="{4BDB5DB4-1179-465C-1E6D-344250EF507F}"/>
          </ac:spMkLst>
        </pc:spChg>
        <pc:spChg chg="mod">
          <ac:chgData name="Toby Donaldson" userId="2e6e5431-bb17-4c41-9985-d39c50d83c73" providerId="ADAL" clId="{F31BC264-820E-54C4-A6D1-F92AF9CC222E}" dt="2026-01-21T21:33:01.211" v="4469" actId="20577"/>
          <ac:spMkLst>
            <pc:docMk/>
            <pc:sldMk cId="676588485" sldId="338"/>
            <ac:spMk id="31" creationId="{1D9772F9-A107-366C-82E6-5300B1A0C588}"/>
          </ac:spMkLst>
        </pc:spChg>
        <pc:inkChg chg="add">
          <ac:chgData name="Toby Donaldson" userId="2e6e5431-bb17-4c41-9985-d39c50d83c73" providerId="ADAL" clId="{F31BC264-820E-54C4-A6D1-F92AF9CC222E}" dt="2026-01-21T21:32:36.876" v="4454"/>
          <ac:inkMkLst>
            <pc:docMk/>
            <pc:sldMk cId="676588485" sldId="338"/>
            <ac:inkMk id="3" creationId="{A6FC4A7B-9275-0CDD-230E-DDC7A8049977}"/>
          </ac:inkMkLst>
        </pc:inkChg>
      </pc:sldChg>
      <pc:sldChg chg="addSp delSp modSp mod">
        <pc:chgData name="Toby Donaldson" userId="2e6e5431-bb17-4c41-9985-d39c50d83c73" providerId="ADAL" clId="{F31BC264-820E-54C4-A6D1-F92AF9CC222E}" dt="2026-01-21T21:35:05.592" v="4488"/>
        <pc:sldMkLst>
          <pc:docMk/>
          <pc:sldMk cId="1779114563" sldId="339"/>
        </pc:sldMkLst>
        <pc:spChg chg="add mod">
          <ac:chgData name="Toby Donaldson" userId="2e6e5431-bb17-4c41-9985-d39c50d83c73" providerId="ADAL" clId="{F31BC264-820E-54C4-A6D1-F92AF9CC222E}" dt="2026-01-21T21:35:05.592" v="4488"/>
          <ac:spMkLst>
            <pc:docMk/>
            <pc:sldMk cId="1779114563" sldId="339"/>
            <ac:spMk id="16" creationId="{1BAC7C32-1B6F-77D1-2B98-6B8B2CF2FF8C}"/>
          </ac:spMkLst>
        </pc:spChg>
        <pc:spChg chg="del">
          <ac:chgData name="Toby Donaldson" userId="2e6e5431-bb17-4c41-9985-d39c50d83c73" providerId="ADAL" clId="{F31BC264-820E-54C4-A6D1-F92AF9CC222E}" dt="2026-01-21T21:33:54.179" v="4474" actId="21"/>
          <ac:spMkLst>
            <pc:docMk/>
            <pc:sldMk cId="1779114563" sldId="339"/>
            <ac:spMk id="17" creationId="{CD28DB7F-B3C9-C584-8159-F25641FE6904}"/>
          </ac:spMkLst>
        </pc:spChg>
        <pc:spChg chg="add mod">
          <ac:chgData name="Toby Donaldson" userId="2e6e5431-bb17-4c41-9985-d39c50d83c73" providerId="ADAL" clId="{F31BC264-820E-54C4-A6D1-F92AF9CC222E}" dt="2026-01-21T21:35:05.592" v="4488"/>
          <ac:spMkLst>
            <pc:docMk/>
            <pc:sldMk cId="1779114563" sldId="339"/>
            <ac:spMk id="21" creationId="{911EC9D0-FBE9-0CC0-8468-374B8315D5C0}"/>
          </ac:spMkLst>
        </pc:spChg>
        <pc:spChg chg="del">
          <ac:chgData name="Toby Donaldson" userId="2e6e5431-bb17-4c41-9985-d39c50d83c73" providerId="ADAL" clId="{F31BC264-820E-54C4-A6D1-F92AF9CC222E}" dt="2026-01-21T21:33:54.179" v="4474" actId="21"/>
          <ac:spMkLst>
            <pc:docMk/>
            <pc:sldMk cId="1779114563" sldId="339"/>
            <ac:spMk id="22" creationId="{44B22730-0190-1AC2-72D3-593990134DB2}"/>
          </ac:spMkLst>
        </pc:spChg>
        <pc:spChg chg="del">
          <ac:chgData name="Toby Donaldson" userId="2e6e5431-bb17-4c41-9985-d39c50d83c73" providerId="ADAL" clId="{F31BC264-820E-54C4-A6D1-F92AF9CC222E}" dt="2026-01-21T21:33:54.179" v="4474" actId="21"/>
          <ac:spMkLst>
            <pc:docMk/>
            <pc:sldMk cId="1779114563" sldId="339"/>
            <ac:spMk id="26" creationId="{2F1776B9-1813-6BCD-D8D5-AC3936D5F5F0}"/>
          </ac:spMkLst>
        </pc:spChg>
        <pc:spChg chg="del">
          <ac:chgData name="Toby Donaldson" userId="2e6e5431-bb17-4c41-9985-d39c50d83c73" providerId="ADAL" clId="{F31BC264-820E-54C4-A6D1-F92AF9CC222E}" dt="2026-01-21T21:33:54.179" v="4474" actId="21"/>
          <ac:spMkLst>
            <pc:docMk/>
            <pc:sldMk cId="1779114563" sldId="339"/>
            <ac:spMk id="27" creationId="{D320FA7A-52EF-8070-14D3-34C61C564370}"/>
          </ac:spMkLst>
        </pc:spChg>
        <pc:spChg chg="del">
          <ac:chgData name="Toby Donaldson" userId="2e6e5431-bb17-4c41-9985-d39c50d83c73" providerId="ADAL" clId="{F31BC264-820E-54C4-A6D1-F92AF9CC222E}" dt="2026-01-21T21:33:54.179" v="4474" actId="21"/>
          <ac:spMkLst>
            <pc:docMk/>
            <pc:sldMk cId="1779114563" sldId="339"/>
            <ac:spMk id="31" creationId="{A53234E1-EB0D-E619-3D5A-A74FF09A06FE}"/>
          </ac:spMkLst>
        </pc:spChg>
        <pc:spChg chg="add mod">
          <ac:chgData name="Toby Donaldson" userId="2e6e5431-bb17-4c41-9985-d39c50d83c73" providerId="ADAL" clId="{F31BC264-820E-54C4-A6D1-F92AF9CC222E}" dt="2026-01-21T21:35:05.592" v="4488"/>
          <ac:spMkLst>
            <pc:docMk/>
            <pc:sldMk cId="1779114563" sldId="339"/>
            <ac:spMk id="39" creationId="{7CC95456-FF4D-2971-0C9B-A7BCD0F86C58}"/>
          </ac:spMkLst>
        </pc:spChg>
        <pc:spChg chg="add mod">
          <ac:chgData name="Toby Donaldson" userId="2e6e5431-bb17-4c41-9985-d39c50d83c73" providerId="ADAL" clId="{F31BC264-820E-54C4-A6D1-F92AF9CC222E}" dt="2026-01-21T21:35:05.592" v="4488"/>
          <ac:spMkLst>
            <pc:docMk/>
            <pc:sldMk cId="1779114563" sldId="339"/>
            <ac:spMk id="46" creationId="{AEA285E0-D89E-1579-A163-3B8B4BF9BAEE}"/>
          </ac:spMkLst>
        </pc:spChg>
        <pc:spChg chg="add mod">
          <ac:chgData name="Toby Donaldson" userId="2e6e5431-bb17-4c41-9985-d39c50d83c73" providerId="ADAL" clId="{F31BC264-820E-54C4-A6D1-F92AF9CC222E}" dt="2026-01-21T21:35:05.592" v="4488"/>
          <ac:spMkLst>
            <pc:docMk/>
            <pc:sldMk cId="1779114563" sldId="339"/>
            <ac:spMk id="48" creationId="{3E98A084-0FBD-DF9E-F1FF-58CD08C84CC8}"/>
          </ac:spMkLst>
        </pc:spChg>
        <pc:inkChg chg="add">
          <ac:chgData name="Toby Donaldson" userId="2e6e5431-bb17-4c41-9985-d39c50d83c73" providerId="ADAL" clId="{F31BC264-820E-54C4-A6D1-F92AF9CC222E}" dt="2026-01-21T21:32:36.876" v="4454"/>
          <ac:inkMkLst>
            <pc:docMk/>
            <pc:sldMk cId="1779114563" sldId="339"/>
            <ac:inkMk id="7" creationId="{9BEDB4AB-B0B7-3782-49CD-2EFF9B3391C9}"/>
          </ac:inkMkLst>
        </pc:inkChg>
        <pc:cxnChg chg="mod">
          <ac:chgData name="Toby Donaldson" userId="2e6e5431-bb17-4c41-9985-d39c50d83c73" providerId="ADAL" clId="{F31BC264-820E-54C4-A6D1-F92AF9CC222E}" dt="2026-01-21T21:33:54.179" v="4474" actId="21"/>
          <ac:cxnSpMkLst>
            <pc:docMk/>
            <pc:sldMk cId="1779114563" sldId="339"/>
            <ac:cxnSpMk id="32" creationId="{6799F3F7-CD9C-383B-EC2C-8E439E1D9C7F}"/>
          </ac:cxnSpMkLst>
        </pc:cxnChg>
        <pc:cxnChg chg="mod">
          <ac:chgData name="Toby Donaldson" userId="2e6e5431-bb17-4c41-9985-d39c50d83c73" providerId="ADAL" clId="{F31BC264-820E-54C4-A6D1-F92AF9CC222E}" dt="2026-01-21T21:33:54.179" v="4474" actId="21"/>
          <ac:cxnSpMkLst>
            <pc:docMk/>
            <pc:sldMk cId="1779114563" sldId="339"/>
            <ac:cxnSpMk id="50" creationId="{9F113B49-1986-8CC2-98E8-5598C0165452}"/>
          </ac:cxnSpMkLst>
        </pc:cxnChg>
        <pc:cxnChg chg="mod">
          <ac:chgData name="Toby Donaldson" userId="2e6e5431-bb17-4c41-9985-d39c50d83c73" providerId="ADAL" clId="{F31BC264-820E-54C4-A6D1-F92AF9CC222E}" dt="2026-01-21T21:33:54.179" v="4474" actId="21"/>
          <ac:cxnSpMkLst>
            <pc:docMk/>
            <pc:sldMk cId="1779114563" sldId="339"/>
            <ac:cxnSpMk id="56" creationId="{3E6100C1-0710-FC5E-08AC-1CB59255F2B1}"/>
          </ac:cxnSpMkLst>
        </pc:cxnChg>
        <pc:cxnChg chg="mod">
          <ac:chgData name="Toby Donaldson" userId="2e6e5431-bb17-4c41-9985-d39c50d83c73" providerId="ADAL" clId="{F31BC264-820E-54C4-A6D1-F92AF9CC222E}" dt="2026-01-21T21:33:54.179" v="4474" actId="21"/>
          <ac:cxnSpMkLst>
            <pc:docMk/>
            <pc:sldMk cId="1779114563" sldId="339"/>
            <ac:cxnSpMk id="59" creationId="{FF5E42AA-CF5E-A3B7-3306-15056337E393}"/>
          </ac:cxnSpMkLst>
        </pc:cxnChg>
        <pc:cxnChg chg="mod">
          <ac:chgData name="Toby Donaldson" userId="2e6e5431-bb17-4c41-9985-d39c50d83c73" providerId="ADAL" clId="{F31BC264-820E-54C4-A6D1-F92AF9CC222E}" dt="2026-01-21T21:33:54.179" v="4474" actId="21"/>
          <ac:cxnSpMkLst>
            <pc:docMk/>
            <pc:sldMk cId="1779114563" sldId="339"/>
            <ac:cxnSpMk id="67" creationId="{414F6118-9C57-ECAD-B17A-EB907F2E63C0}"/>
          </ac:cxnSpMkLst>
        </pc:cxnChg>
      </pc:sldChg>
      <pc:sldChg chg="addSp delSp modSp mod">
        <pc:chgData name="Toby Donaldson" userId="2e6e5431-bb17-4c41-9985-d39c50d83c73" providerId="ADAL" clId="{F31BC264-820E-54C4-A6D1-F92AF9CC222E}" dt="2026-01-21T21:34:55.076" v="4484"/>
        <pc:sldMkLst>
          <pc:docMk/>
          <pc:sldMk cId="802520717" sldId="340"/>
        </pc:sldMkLst>
        <pc:spChg chg="add mod">
          <ac:chgData name="Toby Donaldson" userId="2e6e5431-bb17-4c41-9985-d39c50d83c73" providerId="ADAL" clId="{F31BC264-820E-54C4-A6D1-F92AF9CC222E}" dt="2026-01-21T21:34:45.739" v="4483"/>
          <ac:spMkLst>
            <pc:docMk/>
            <pc:sldMk cId="802520717" sldId="340"/>
            <ac:spMk id="3" creationId="{65197977-8DF0-3D29-6287-16A6D2AFE704}"/>
          </ac:spMkLst>
        </pc:spChg>
        <pc:spChg chg="add mod">
          <ac:chgData name="Toby Donaldson" userId="2e6e5431-bb17-4c41-9985-d39c50d83c73" providerId="ADAL" clId="{F31BC264-820E-54C4-A6D1-F92AF9CC222E}" dt="2026-01-21T21:34:45.739" v="4483"/>
          <ac:spMkLst>
            <pc:docMk/>
            <pc:sldMk cId="802520717" sldId="340"/>
            <ac:spMk id="7" creationId="{E08EFFA1-2416-5CD1-B747-1859A084457B}"/>
          </ac:spMkLst>
        </pc:spChg>
        <pc:spChg chg="add mod">
          <ac:chgData name="Toby Donaldson" userId="2e6e5431-bb17-4c41-9985-d39c50d83c73" providerId="ADAL" clId="{F31BC264-820E-54C4-A6D1-F92AF9CC222E}" dt="2026-01-21T21:34:45.739" v="4483"/>
          <ac:spMkLst>
            <pc:docMk/>
            <pc:sldMk cId="802520717" sldId="340"/>
            <ac:spMk id="10" creationId="{84EA5FD7-CFCF-F605-35E2-F4D1C08879FA}"/>
          </ac:spMkLst>
        </pc:spChg>
        <pc:spChg chg="add mod">
          <ac:chgData name="Toby Donaldson" userId="2e6e5431-bb17-4c41-9985-d39c50d83c73" providerId="ADAL" clId="{F31BC264-820E-54C4-A6D1-F92AF9CC222E}" dt="2026-01-21T21:34:45.739" v="4483"/>
          <ac:spMkLst>
            <pc:docMk/>
            <pc:sldMk cId="802520717" sldId="340"/>
            <ac:spMk id="16" creationId="{4E957D47-092D-B75F-2B97-BB9BE8664DF0}"/>
          </ac:spMkLst>
        </pc:spChg>
        <pc:spChg chg="del">
          <ac:chgData name="Toby Donaldson" userId="2e6e5431-bb17-4c41-9985-d39c50d83c73" providerId="ADAL" clId="{F31BC264-820E-54C4-A6D1-F92AF9CC222E}" dt="2026-01-21T21:33:25.054" v="4470" actId="21"/>
          <ac:spMkLst>
            <pc:docMk/>
            <pc:sldMk cId="802520717" sldId="340"/>
            <ac:spMk id="17" creationId="{04BB16D6-2757-8677-7413-A9C78E50F0AB}"/>
          </ac:spMkLst>
        </pc:spChg>
        <pc:spChg chg="del">
          <ac:chgData name="Toby Donaldson" userId="2e6e5431-bb17-4c41-9985-d39c50d83c73" providerId="ADAL" clId="{F31BC264-820E-54C4-A6D1-F92AF9CC222E}" dt="2026-01-21T21:33:25.054" v="4470" actId="21"/>
          <ac:spMkLst>
            <pc:docMk/>
            <pc:sldMk cId="802520717" sldId="340"/>
            <ac:spMk id="22" creationId="{5319A8C1-9E1F-25CC-A19F-F09608FD29A4}"/>
          </ac:spMkLst>
        </pc:spChg>
        <pc:spChg chg="del">
          <ac:chgData name="Toby Donaldson" userId="2e6e5431-bb17-4c41-9985-d39c50d83c73" providerId="ADAL" clId="{F31BC264-820E-54C4-A6D1-F92AF9CC222E}" dt="2026-01-21T21:33:25.054" v="4470" actId="21"/>
          <ac:spMkLst>
            <pc:docMk/>
            <pc:sldMk cId="802520717" sldId="340"/>
            <ac:spMk id="26" creationId="{3CF8EBEF-CA3A-D67F-AE28-FB3B11E0A3CA}"/>
          </ac:spMkLst>
        </pc:spChg>
        <pc:spChg chg="del">
          <ac:chgData name="Toby Donaldson" userId="2e6e5431-bb17-4c41-9985-d39c50d83c73" providerId="ADAL" clId="{F31BC264-820E-54C4-A6D1-F92AF9CC222E}" dt="2026-01-21T21:33:25.054" v="4470" actId="21"/>
          <ac:spMkLst>
            <pc:docMk/>
            <pc:sldMk cId="802520717" sldId="340"/>
            <ac:spMk id="27" creationId="{AD0B0BE0-8329-EA0E-060F-E0C22912B2A9}"/>
          </ac:spMkLst>
        </pc:spChg>
        <pc:spChg chg="del">
          <ac:chgData name="Toby Donaldson" userId="2e6e5431-bb17-4c41-9985-d39c50d83c73" providerId="ADAL" clId="{F31BC264-820E-54C4-A6D1-F92AF9CC222E}" dt="2026-01-21T21:33:25.054" v="4470" actId="21"/>
          <ac:spMkLst>
            <pc:docMk/>
            <pc:sldMk cId="802520717" sldId="340"/>
            <ac:spMk id="31" creationId="{5828FD33-944E-9954-5713-0BD11A23CAD6}"/>
          </ac:spMkLst>
        </pc:spChg>
        <pc:spChg chg="add mod">
          <ac:chgData name="Toby Donaldson" userId="2e6e5431-bb17-4c41-9985-d39c50d83c73" providerId="ADAL" clId="{F31BC264-820E-54C4-A6D1-F92AF9CC222E}" dt="2026-01-21T21:34:55.076" v="4484"/>
          <ac:spMkLst>
            <pc:docMk/>
            <pc:sldMk cId="802520717" sldId="340"/>
            <ac:spMk id="49" creationId="{E2422CE0-F224-A39F-F8BE-B12E19D63128}"/>
          </ac:spMkLst>
        </pc:spChg>
        <pc:spChg chg="add mod">
          <ac:chgData name="Toby Donaldson" userId="2e6e5431-bb17-4c41-9985-d39c50d83c73" providerId="ADAL" clId="{F31BC264-820E-54C4-A6D1-F92AF9CC222E}" dt="2026-01-21T21:34:55.076" v="4484"/>
          <ac:spMkLst>
            <pc:docMk/>
            <pc:sldMk cId="802520717" sldId="340"/>
            <ac:spMk id="51" creationId="{B32CF1A2-F3DE-4A0B-ECDC-C5ADD35FEACF}"/>
          </ac:spMkLst>
        </pc:spChg>
        <pc:spChg chg="add mod">
          <ac:chgData name="Toby Donaldson" userId="2e6e5431-bb17-4c41-9985-d39c50d83c73" providerId="ADAL" clId="{F31BC264-820E-54C4-A6D1-F92AF9CC222E}" dt="2026-01-21T21:34:55.076" v="4484"/>
          <ac:spMkLst>
            <pc:docMk/>
            <pc:sldMk cId="802520717" sldId="340"/>
            <ac:spMk id="57" creationId="{D91EB48F-30EB-D764-3BC7-7F153BB9829A}"/>
          </ac:spMkLst>
        </pc:spChg>
        <pc:spChg chg="add mod">
          <ac:chgData name="Toby Donaldson" userId="2e6e5431-bb17-4c41-9985-d39c50d83c73" providerId="ADAL" clId="{F31BC264-820E-54C4-A6D1-F92AF9CC222E}" dt="2026-01-21T21:34:55.076" v="4484"/>
          <ac:spMkLst>
            <pc:docMk/>
            <pc:sldMk cId="802520717" sldId="340"/>
            <ac:spMk id="58" creationId="{895CB2A0-9C88-3DC1-FED3-5A27CB1E8094}"/>
          </ac:spMkLst>
        </pc:spChg>
        <pc:spChg chg="add mod">
          <ac:chgData name="Toby Donaldson" userId="2e6e5431-bb17-4c41-9985-d39c50d83c73" providerId="ADAL" clId="{F31BC264-820E-54C4-A6D1-F92AF9CC222E}" dt="2026-01-21T21:34:55.076" v="4484"/>
          <ac:spMkLst>
            <pc:docMk/>
            <pc:sldMk cId="802520717" sldId="340"/>
            <ac:spMk id="65" creationId="{C717B613-E6FF-FC66-F8B1-681B5786CF26}"/>
          </ac:spMkLst>
        </pc:spChg>
        <pc:cxnChg chg="mod">
          <ac:chgData name="Toby Donaldson" userId="2e6e5431-bb17-4c41-9985-d39c50d83c73" providerId="ADAL" clId="{F31BC264-820E-54C4-A6D1-F92AF9CC222E}" dt="2026-01-21T21:33:25.054" v="4470" actId="21"/>
          <ac:cxnSpMkLst>
            <pc:docMk/>
            <pc:sldMk cId="802520717" sldId="340"/>
            <ac:cxnSpMk id="32" creationId="{1A2BE181-C414-3740-DDE7-94E6C52792CD}"/>
          </ac:cxnSpMkLst>
        </pc:cxnChg>
        <pc:cxnChg chg="mod">
          <ac:chgData name="Toby Donaldson" userId="2e6e5431-bb17-4c41-9985-d39c50d83c73" providerId="ADAL" clId="{F31BC264-820E-54C4-A6D1-F92AF9CC222E}" dt="2026-01-21T21:33:25.054" v="4470" actId="21"/>
          <ac:cxnSpMkLst>
            <pc:docMk/>
            <pc:sldMk cId="802520717" sldId="340"/>
            <ac:cxnSpMk id="50" creationId="{E17F8CB9-7CBA-AA19-84F4-BABFD0BF850A}"/>
          </ac:cxnSpMkLst>
        </pc:cxnChg>
        <pc:cxnChg chg="mod">
          <ac:chgData name="Toby Donaldson" userId="2e6e5431-bb17-4c41-9985-d39c50d83c73" providerId="ADAL" clId="{F31BC264-820E-54C4-A6D1-F92AF9CC222E}" dt="2026-01-21T21:33:25.054" v="4470" actId="21"/>
          <ac:cxnSpMkLst>
            <pc:docMk/>
            <pc:sldMk cId="802520717" sldId="340"/>
            <ac:cxnSpMk id="56" creationId="{0511D560-AD72-1893-ABA7-37ECBAF23A6B}"/>
          </ac:cxnSpMkLst>
        </pc:cxnChg>
        <pc:cxnChg chg="mod">
          <ac:chgData name="Toby Donaldson" userId="2e6e5431-bb17-4c41-9985-d39c50d83c73" providerId="ADAL" clId="{F31BC264-820E-54C4-A6D1-F92AF9CC222E}" dt="2026-01-21T21:33:25.054" v="4470" actId="21"/>
          <ac:cxnSpMkLst>
            <pc:docMk/>
            <pc:sldMk cId="802520717" sldId="340"/>
            <ac:cxnSpMk id="59" creationId="{6BC92042-4A72-4DE5-3694-B737E24EB896}"/>
          </ac:cxnSpMkLst>
        </pc:cxnChg>
        <pc:cxnChg chg="mod">
          <ac:chgData name="Toby Donaldson" userId="2e6e5431-bb17-4c41-9985-d39c50d83c73" providerId="ADAL" clId="{F31BC264-820E-54C4-A6D1-F92AF9CC222E}" dt="2026-01-21T21:33:25.054" v="4470" actId="21"/>
          <ac:cxnSpMkLst>
            <pc:docMk/>
            <pc:sldMk cId="802520717" sldId="340"/>
            <ac:cxnSpMk id="67" creationId="{85315E63-A828-08B8-499B-1B54B408E0F6}"/>
          </ac:cxnSpMkLst>
        </pc:cxnChg>
      </pc:sldChg>
      <pc:sldChg chg="addSp delSp modSp mod">
        <pc:chgData name="Toby Donaldson" userId="2e6e5431-bb17-4c41-9985-d39c50d83c73" providerId="ADAL" clId="{F31BC264-820E-54C4-A6D1-F92AF9CC222E}" dt="2026-01-21T21:34:57.322" v="4485"/>
        <pc:sldMkLst>
          <pc:docMk/>
          <pc:sldMk cId="976691334" sldId="341"/>
        </pc:sldMkLst>
        <pc:spChg chg="add mod">
          <ac:chgData name="Toby Donaldson" userId="2e6e5431-bb17-4c41-9985-d39c50d83c73" providerId="ADAL" clId="{F31BC264-820E-54C4-A6D1-F92AF9CC222E}" dt="2026-01-21T21:34:57.322" v="4485"/>
          <ac:spMkLst>
            <pc:docMk/>
            <pc:sldMk cId="976691334" sldId="341"/>
            <ac:spMk id="3" creationId="{CA602A58-17BA-9A15-7DE0-FDF7C018D689}"/>
          </ac:spMkLst>
        </pc:spChg>
        <pc:spChg chg="add mod">
          <ac:chgData name="Toby Donaldson" userId="2e6e5431-bb17-4c41-9985-d39c50d83c73" providerId="ADAL" clId="{F31BC264-820E-54C4-A6D1-F92AF9CC222E}" dt="2026-01-21T21:34:57.322" v="4485"/>
          <ac:spMkLst>
            <pc:docMk/>
            <pc:sldMk cId="976691334" sldId="341"/>
            <ac:spMk id="7" creationId="{9672830C-8AA7-B648-68E7-DFB001B2C38F}"/>
          </ac:spMkLst>
        </pc:spChg>
        <pc:spChg chg="add mod">
          <ac:chgData name="Toby Donaldson" userId="2e6e5431-bb17-4c41-9985-d39c50d83c73" providerId="ADAL" clId="{F31BC264-820E-54C4-A6D1-F92AF9CC222E}" dt="2026-01-21T21:34:57.322" v="4485"/>
          <ac:spMkLst>
            <pc:docMk/>
            <pc:sldMk cId="976691334" sldId="341"/>
            <ac:spMk id="10" creationId="{18638F4B-5520-B206-C4FD-BCA4455A48FF}"/>
          </ac:spMkLst>
        </pc:spChg>
        <pc:spChg chg="add mod">
          <ac:chgData name="Toby Donaldson" userId="2e6e5431-bb17-4c41-9985-d39c50d83c73" providerId="ADAL" clId="{F31BC264-820E-54C4-A6D1-F92AF9CC222E}" dt="2026-01-21T21:34:57.322" v="4485"/>
          <ac:spMkLst>
            <pc:docMk/>
            <pc:sldMk cId="976691334" sldId="341"/>
            <ac:spMk id="16" creationId="{5D3A5706-8F2E-5BA7-ADE9-1996F2742113}"/>
          </ac:spMkLst>
        </pc:spChg>
        <pc:spChg chg="del">
          <ac:chgData name="Toby Donaldson" userId="2e6e5431-bb17-4c41-9985-d39c50d83c73" providerId="ADAL" clId="{F31BC264-820E-54C4-A6D1-F92AF9CC222E}" dt="2026-01-21T21:33:37.233" v="4471" actId="21"/>
          <ac:spMkLst>
            <pc:docMk/>
            <pc:sldMk cId="976691334" sldId="341"/>
            <ac:spMk id="17" creationId="{D06B6438-167F-6360-6FC1-A92F53E87531}"/>
          </ac:spMkLst>
        </pc:spChg>
        <pc:spChg chg="del">
          <ac:chgData name="Toby Donaldson" userId="2e6e5431-bb17-4c41-9985-d39c50d83c73" providerId="ADAL" clId="{F31BC264-820E-54C4-A6D1-F92AF9CC222E}" dt="2026-01-21T21:33:37.233" v="4471" actId="21"/>
          <ac:spMkLst>
            <pc:docMk/>
            <pc:sldMk cId="976691334" sldId="341"/>
            <ac:spMk id="22" creationId="{571ADCD8-3EE0-A982-56E8-7DFB8CDEECC4}"/>
          </ac:spMkLst>
        </pc:spChg>
        <pc:spChg chg="del">
          <ac:chgData name="Toby Donaldson" userId="2e6e5431-bb17-4c41-9985-d39c50d83c73" providerId="ADAL" clId="{F31BC264-820E-54C4-A6D1-F92AF9CC222E}" dt="2026-01-21T21:33:37.233" v="4471" actId="21"/>
          <ac:spMkLst>
            <pc:docMk/>
            <pc:sldMk cId="976691334" sldId="341"/>
            <ac:spMk id="26" creationId="{8B54225E-E9AD-06BB-54AA-217E4336AB0E}"/>
          </ac:spMkLst>
        </pc:spChg>
        <pc:spChg chg="del">
          <ac:chgData name="Toby Donaldson" userId="2e6e5431-bb17-4c41-9985-d39c50d83c73" providerId="ADAL" clId="{F31BC264-820E-54C4-A6D1-F92AF9CC222E}" dt="2026-01-21T21:33:37.233" v="4471" actId="21"/>
          <ac:spMkLst>
            <pc:docMk/>
            <pc:sldMk cId="976691334" sldId="341"/>
            <ac:spMk id="27" creationId="{BEDB6590-09BA-89B3-0D5B-D240EB479A1E}"/>
          </ac:spMkLst>
        </pc:spChg>
        <pc:spChg chg="del">
          <ac:chgData name="Toby Donaldson" userId="2e6e5431-bb17-4c41-9985-d39c50d83c73" providerId="ADAL" clId="{F31BC264-820E-54C4-A6D1-F92AF9CC222E}" dt="2026-01-21T21:33:37.233" v="4471" actId="21"/>
          <ac:spMkLst>
            <pc:docMk/>
            <pc:sldMk cId="976691334" sldId="341"/>
            <ac:spMk id="31" creationId="{99C77CF1-2153-17B3-792C-8155F1375B20}"/>
          </ac:spMkLst>
        </pc:spChg>
        <pc:spChg chg="add mod">
          <ac:chgData name="Toby Donaldson" userId="2e6e5431-bb17-4c41-9985-d39c50d83c73" providerId="ADAL" clId="{F31BC264-820E-54C4-A6D1-F92AF9CC222E}" dt="2026-01-21T21:34:57.322" v="4485"/>
          <ac:spMkLst>
            <pc:docMk/>
            <pc:sldMk cId="976691334" sldId="341"/>
            <ac:spMk id="49" creationId="{28E14C04-C2E1-585D-6568-C71A471159FE}"/>
          </ac:spMkLst>
        </pc:spChg>
        <pc:cxnChg chg="mod">
          <ac:chgData name="Toby Donaldson" userId="2e6e5431-bb17-4c41-9985-d39c50d83c73" providerId="ADAL" clId="{F31BC264-820E-54C4-A6D1-F92AF9CC222E}" dt="2026-01-21T21:33:37.233" v="4471" actId="21"/>
          <ac:cxnSpMkLst>
            <pc:docMk/>
            <pc:sldMk cId="976691334" sldId="341"/>
            <ac:cxnSpMk id="32" creationId="{66EC5B08-20F0-8C32-ED67-D585ECB88BF2}"/>
          </ac:cxnSpMkLst>
        </pc:cxnChg>
        <pc:cxnChg chg="mod">
          <ac:chgData name="Toby Donaldson" userId="2e6e5431-bb17-4c41-9985-d39c50d83c73" providerId="ADAL" clId="{F31BC264-820E-54C4-A6D1-F92AF9CC222E}" dt="2026-01-21T21:33:37.233" v="4471" actId="21"/>
          <ac:cxnSpMkLst>
            <pc:docMk/>
            <pc:sldMk cId="976691334" sldId="341"/>
            <ac:cxnSpMk id="50" creationId="{A8AE7C69-D58F-F8A9-CAA0-1FC3E3756C59}"/>
          </ac:cxnSpMkLst>
        </pc:cxnChg>
        <pc:cxnChg chg="mod">
          <ac:chgData name="Toby Donaldson" userId="2e6e5431-bb17-4c41-9985-d39c50d83c73" providerId="ADAL" clId="{F31BC264-820E-54C4-A6D1-F92AF9CC222E}" dt="2026-01-21T21:33:37.233" v="4471" actId="21"/>
          <ac:cxnSpMkLst>
            <pc:docMk/>
            <pc:sldMk cId="976691334" sldId="341"/>
            <ac:cxnSpMk id="56" creationId="{B2FA518C-F571-47B6-A53C-2A3C4416DD2C}"/>
          </ac:cxnSpMkLst>
        </pc:cxnChg>
        <pc:cxnChg chg="mod">
          <ac:chgData name="Toby Donaldson" userId="2e6e5431-bb17-4c41-9985-d39c50d83c73" providerId="ADAL" clId="{F31BC264-820E-54C4-A6D1-F92AF9CC222E}" dt="2026-01-21T21:33:37.233" v="4471" actId="21"/>
          <ac:cxnSpMkLst>
            <pc:docMk/>
            <pc:sldMk cId="976691334" sldId="341"/>
            <ac:cxnSpMk id="59" creationId="{28309394-1364-0572-AB15-D4D0C87C8E96}"/>
          </ac:cxnSpMkLst>
        </pc:cxnChg>
        <pc:cxnChg chg="mod">
          <ac:chgData name="Toby Donaldson" userId="2e6e5431-bb17-4c41-9985-d39c50d83c73" providerId="ADAL" clId="{F31BC264-820E-54C4-A6D1-F92AF9CC222E}" dt="2026-01-21T21:33:37.233" v="4471" actId="21"/>
          <ac:cxnSpMkLst>
            <pc:docMk/>
            <pc:sldMk cId="976691334" sldId="341"/>
            <ac:cxnSpMk id="67" creationId="{BA9CA9B5-F63C-BF09-D743-671E15025F24}"/>
          </ac:cxnSpMkLst>
        </pc:cxnChg>
      </pc:sldChg>
      <pc:sldChg chg="addSp delSp modSp mod">
        <pc:chgData name="Toby Donaldson" userId="2e6e5431-bb17-4c41-9985-d39c50d83c73" providerId="ADAL" clId="{F31BC264-820E-54C4-A6D1-F92AF9CC222E}" dt="2026-01-21T21:35:08.159" v="4489"/>
        <pc:sldMkLst>
          <pc:docMk/>
          <pc:sldMk cId="1505612982" sldId="342"/>
        </pc:sldMkLst>
        <pc:spChg chg="mod">
          <ac:chgData name="Toby Donaldson" userId="2e6e5431-bb17-4c41-9985-d39c50d83c73" providerId="ADAL" clId="{F31BC264-820E-54C4-A6D1-F92AF9CC222E}" dt="2026-01-21T21:34:04.003" v="4477" actId="1076"/>
          <ac:spMkLst>
            <pc:docMk/>
            <pc:sldMk cId="1505612982" sldId="342"/>
            <ac:spMk id="4" creationId="{DEDE073D-7231-FB3A-1E91-234A90B3273A}"/>
          </ac:spMkLst>
        </pc:spChg>
        <pc:spChg chg="add mod">
          <ac:chgData name="Toby Donaldson" userId="2e6e5431-bb17-4c41-9985-d39c50d83c73" providerId="ADAL" clId="{F31BC264-820E-54C4-A6D1-F92AF9CC222E}" dt="2026-01-21T21:35:08.159" v="4489"/>
          <ac:spMkLst>
            <pc:docMk/>
            <pc:sldMk cId="1505612982" sldId="342"/>
            <ac:spMk id="12" creationId="{7CE5D665-65B8-C81C-88FB-94ED54FA6D76}"/>
          </ac:spMkLst>
        </pc:spChg>
        <pc:spChg chg="add mod">
          <ac:chgData name="Toby Donaldson" userId="2e6e5431-bb17-4c41-9985-d39c50d83c73" providerId="ADAL" clId="{F31BC264-820E-54C4-A6D1-F92AF9CC222E}" dt="2026-01-21T21:35:08.159" v="4489"/>
          <ac:spMkLst>
            <pc:docMk/>
            <pc:sldMk cId="1505612982" sldId="342"/>
            <ac:spMk id="16" creationId="{CC828FDD-C394-1D46-89DB-F0685A9BB32D}"/>
          </ac:spMkLst>
        </pc:spChg>
        <pc:spChg chg="del">
          <ac:chgData name="Toby Donaldson" userId="2e6e5431-bb17-4c41-9985-d39c50d83c73" providerId="ADAL" clId="{F31BC264-820E-54C4-A6D1-F92AF9CC222E}" dt="2026-01-21T21:34:17.126" v="4479" actId="21"/>
          <ac:spMkLst>
            <pc:docMk/>
            <pc:sldMk cId="1505612982" sldId="342"/>
            <ac:spMk id="17" creationId="{B614F321-BCB9-3659-DC62-E2D0D368756F}"/>
          </ac:spMkLst>
        </pc:spChg>
        <pc:spChg chg="add mod">
          <ac:chgData name="Toby Donaldson" userId="2e6e5431-bb17-4c41-9985-d39c50d83c73" providerId="ADAL" clId="{F31BC264-820E-54C4-A6D1-F92AF9CC222E}" dt="2026-01-21T21:35:08.159" v="4489"/>
          <ac:spMkLst>
            <pc:docMk/>
            <pc:sldMk cId="1505612982" sldId="342"/>
            <ac:spMk id="21" creationId="{800E5821-79A7-B158-F8A6-08720C5E89CD}"/>
          </ac:spMkLst>
        </pc:spChg>
        <pc:spChg chg="del">
          <ac:chgData name="Toby Donaldson" userId="2e6e5431-bb17-4c41-9985-d39c50d83c73" providerId="ADAL" clId="{F31BC264-820E-54C4-A6D1-F92AF9CC222E}" dt="2026-01-21T21:34:14.393" v="4478" actId="21"/>
          <ac:spMkLst>
            <pc:docMk/>
            <pc:sldMk cId="1505612982" sldId="342"/>
            <ac:spMk id="22" creationId="{237888E8-FD5C-BB34-CAC0-35044820EE13}"/>
          </ac:spMkLst>
        </pc:spChg>
        <pc:spChg chg="del">
          <ac:chgData name="Toby Donaldson" userId="2e6e5431-bb17-4c41-9985-d39c50d83c73" providerId="ADAL" clId="{F31BC264-820E-54C4-A6D1-F92AF9CC222E}" dt="2026-01-21T21:34:14.393" v="4478" actId="21"/>
          <ac:spMkLst>
            <pc:docMk/>
            <pc:sldMk cId="1505612982" sldId="342"/>
            <ac:spMk id="26" creationId="{903CBA22-E9F7-4990-3C83-14A3739765B4}"/>
          </ac:spMkLst>
        </pc:spChg>
        <pc:spChg chg="del">
          <ac:chgData name="Toby Donaldson" userId="2e6e5431-bb17-4c41-9985-d39c50d83c73" providerId="ADAL" clId="{F31BC264-820E-54C4-A6D1-F92AF9CC222E}" dt="2026-01-21T21:34:14.393" v="4478" actId="21"/>
          <ac:spMkLst>
            <pc:docMk/>
            <pc:sldMk cId="1505612982" sldId="342"/>
            <ac:spMk id="27" creationId="{CF5ED73F-01F6-0F70-C0A2-3AEA64F7ACD6}"/>
          </ac:spMkLst>
        </pc:spChg>
        <pc:spChg chg="del">
          <ac:chgData name="Toby Donaldson" userId="2e6e5431-bb17-4c41-9985-d39c50d83c73" providerId="ADAL" clId="{F31BC264-820E-54C4-A6D1-F92AF9CC222E}" dt="2026-01-21T21:34:19.394" v="4480" actId="21"/>
          <ac:spMkLst>
            <pc:docMk/>
            <pc:sldMk cId="1505612982" sldId="342"/>
            <ac:spMk id="31" creationId="{4265DE79-531C-9899-F38D-C9490C0C089B}"/>
          </ac:spMkLst>
        </pc:spChg>
        <pc:spChg chg="add mod">
          <ac:chgData name="Toby Donaldson" userId="2e6e5431-bb17-4c41-9985-d39c50d83c73" providerId="ADAL" clId="{F31BC264-820E-54C4-A6D1-F92AF9CC222E}" dt="2026-01-21T21:35:08.159" v="4489"/>
          <ac:spMkLst>
            <pc:docMk/>
            <pc:sldMk cId="1505612982" sldId="342"/>
            <ac:spMk id="39" creationId="{47B0A4EF-B787-BC5B-FE00-19AA849E1435}"/>
          </ac:spMkLst>
        </pc:spChg>
        <pc:spChg chg="add mod">
          <ac:chgData name="Toby Donaldson" userId="2e6e5431-bb17-4c41-9985-d39c50d83c73" providerId="ADAL" clId="{F31BC264-820E-54C4-A6D1-F92AF9CC222E}" dt="2026-01-21T21:35:08.159" v="4489"/>
          <ac:spMkLst>
            <pc:docMk/>
            <pc:sldMk cId="1505612982" sldId="342"/>
            <ac:spMk id="46" creationId="{43D5C0A9-7A36-EE63-5500-3E599A66DC43}"/>
          </ac:spMkLst>
        </pc:spChg>
        <pc:cxnChg chg="mod">
          <ac:chgData name="Toby Donaldson" userId="2e6e5431-bb17-4c41-9985-d39c50d83c73" providerId="ADAL" clId="{F31BC264-820E-54C4-A6D1-F92AF9CC222E}" dt="2026-01-21T21:34:17.126" v="4479" actId="21"/>
          <ac:cxnSpMkLst>
            <pc:docMk/>
            <pc:sldMk cId="1505612982" sldId="342"/>
            <ac:cxnSpMk id="32" creationId="{5E1ED4D1-62FB-DD74-EC68-D7C875EE50B9}"/>
          </ac:cxnSpMkLst>
        </pc:cxnChg>
        <pc:cxnChg chg="mod">
          <ac:chgData name="Toby Donaldson" userId="2e6e5431-bb17-4c41-9985-d39c50d83c73" providerId="ADAL" clId="{F31BC264-820E-54C4-A6D1-F92AF9CC222E}" dt="2026-01-21T21:34:14.393" v="4478" actId="21"/>
          <ac:cxnSpMkLst>
            <pc:docMk/>
            <pc:sldMk cId="1505612982" sldId="342"/>
            <ac:cxnSpMk id="50" creationId="{F1FAE9C1-5DF9-66EA-058C-D102BA9BA654}"/>
          </ac:cxnSpMkLst>
        </pc:cxnChg>
        <pc:cxnChg chg="mod">
          <ac:chgData name="Toby Donaldson" userId="2e6e5431-bb17-4c41-9985-d39c50d83c73" providerId="ADAL" clId="{F31BC264-820E-54C4-A6D1-F92AF9CC222E}" dt="2026-01-21T21:34:14.393" v="4478" actId="21"/>
          <ac:cxnSpMkLst>
            <pc:docMk/>
            <pc:sldMk cId="1505612982" sldId="342"/>
            <ac:cxnSpMk id="56" creationId="{BFB055B7-102A-C1EC-12F9-AB2A30460110}"/>
          </ac:cxnSpMkLst>
        </pc:cxnChg>
        <pc:cxnChg chg="mod">
          <ac:chgData name="Toby Donaldson" userId="2e6e5431-bb17-4c41-9985-d39c50d83c73" providerId="ADAL" clId="{F31BC264-820E-54C4-A6D1-F92AF9CC222E}" dt="2026-01-21T21:34:14.393" v="4478" actId="21"/>
          <ac:cxnSpMkLst>
            <pc:docMk/>
            <pc:sldMk cId="1505612982" sldId="342"/>
            <ac:cxnSpMk id="59" creationId="{30ECDBAA-F2EC-A288-93C1-B30E9DC2D52F}"/>
          </ac:cxnSpMkLst>
        </pc:cxnChg>
        <pc:cxnChg chg="mod">
          <ac:chgData name="Toby Donaldson" userId="2e6e5431-bb17-4c41-9985-d39c50d83c73" providerId="ADAL" clId="{F31BC264-820E-54C4-A6D1-F92AF9CC222E}" dt="2026-01-21T21:34:19.394" v="4480" actId="21"/>
          <ac:cxnSpMkLst>
            <pc:docMk/>
            <pc:sldMk cId="1505612982" sldId="342"/>
            <ac:cxnSpMk id="67" creationId="{4B4F6057-B6C1-AE71-47F1-D8D5B501284D}"/>
          </ac:cxnSpMkLst>
        </pc:cxnChg>
      </pc:sldChg>
      <pc:sldChg chg="delSp modSp mod">
        <pc:chgData name="Toby Donaldson" userId="2e6e5431-bb17-4c41-9985-d39c50d83c73" providerId="ADAL" clId="{F31BC264-820E-54C4-A6D1-F92AF9CC222E}" dt="2026-01-21T21:33:59.854" v="4475" actId="21"/>
        <pc:sldMkLst>
          <pc:docMk/>
          <pc:sldMk cId="557694227" sldId="343"/>
        </pc:sldMkLst>
        <pc:spChg chg="del">
          <ac:chgData name="Toby Donaldson" userId="2e6e5431-bb17-4c41-9985-d39c50d83c73" providerId="ADAL" clId="{F31BC264-820E-54C4-A6D1-F92AF9CC222E}" dt="2026-01-21T21:33:59.854" v="4475" actId="21"/>
          <ac:spMkLst>
            <pc:docMk/>
            <pc:sldMk cId="557694227" sldId="343"/>
            <ac:spMk id="17" creationId="{CDE97D5A-0218-AFAC-897D-2DDF51944070}"/>
          </ac:spMkLst>
        </pc:spChg>
        <pc:spChg chg="del">
          <ac:chgData name="Toby Donaldson" userId="2e6e5431-bb17-4c41-9985-d39c50d83c73" providerId="ADAL" clId="{F31BC264-820E-54C4-A6D1-F92AF9CC222E}" dt="2026-01-21T21:33:59.854" v="4475" actId="21"/>
          <ac:spMkLst>
            <pc:docMk/>
            <pc:sldMk cId="557694227" sldId="343"/>
            <ac:spMk id="22" creationId="{384B7392-3EAD-818D-DAE2-5AC5FF49CE30}"/>
          </ac:spMkLst>
        </pc:spChg>
        <pc:spChg chg="del">
          <ac:chgData name="Toby Donaldson" userId="2e6e5431-bb17-4c41-9985-d39c50d83c73" providerId="ADAL" clId="{F31BC264-820E-54C4-A6D1-F92AF9CC222E}" dt="2026-01-21T21:33:59.854" v="4475" actId="21"/>
          <ac:spMkLst>
            <pc:docMk/>
            <pc:sldMk cId="557694227" sldId="343"/>
            <ac:spMk id="26" creationId="{1F5FD562-66CB-E172-10B9-6E50D903FC31}"/>
          </ac:spMkLst>
        </pc:spChg>
        <pc:spChg chg="del">
          <ac:chgData name="Toby Donaldson" userId="2e6e5431-bb17-4c41-9985-d39c50d83c73" providerId="ADAL" clId="{F31BC264-820E-54C4-A6D1-F92AF9CC222E}" dt="2026-01-21T21:33:59.854" v="4475" actId="21"/>
          <ac:spMkLst>
            <pc:docMk/>
            <pc:sldMk cId="557694227" sldId="343"/>
            <ac:spMk id="27" creationId="{CEC19C8F-8AD5-140C-85AC-1837BC5ADE30}"/>
          </ac:spMkLst>
        </pc:spChg>
        <pc:spChg chg="del">
          <ac:chgData name="Toby Donaldson" userId="2e6e5431-bb17-4c41-9985-d39c50d83c73" providerId="ADAL" clId="{F31BC264-820E-54C4-A6D1-F92AF9CC222E}" dt="2026-01-21T21:33:59.854" v="4475" actId="21"/>
          <ac:spMkLst>
            <pc:docMk/>
            <pc:sldMk cId="557694227" sldId="343"/>
            <ac:spMk id="31" creationId="{AD5FE182-12AB-31A7-753C-0EA24230AA1D}"/>
          </ac:spMkLst>
        </pc:spChg>
        <pc:cxnChg chg="mod">
          <ac:chgData name="Toby Donaldson" userId="2e6e5431-bb17-4c41-9985-d39c50d83c73" providerId="ADAL" clId="{F31BC264-820E-54C4-A6D1-F92AF9CC222E}" dt="2026-01-21T21:33:59.854" v="4475" actId="21"/>
          <ac:cxnSpMkLst>
            <pc:docMk/>
            <pc:sldMk cId="557694227" sldId="343"/>
            <ac:cxnSpMk id="32" creationId="{27D55122-78C0-AD20-72C9-CFCD7CE16D13}"/>
          </ac:cxnSpMkLst>
        </pc:cxnChg>
        <pc:cxnChg chg="mod">
          <ac:chgData name="Toby Donaldson" userId="2e6e5431-bb17-4c41-9985-d39c50d83c73" providerId="ADAL" clId="{F31BC264-820E-54C4-A6D1-F92AF9CC222E}" dt="2026-01-21T21:33:59.854" v="4475" actId="21"/>
          <ac:cxnSpMkLst>
            <pc:docMk/>
            <pc:sldMk cId="557694227" sldId="343"/>
            <ac:cxnSpMk id="50" creationId="{B03A5AF6-1516-7DD1-6557-350A7B5F4D83}"/>
          </ac:cxnSpMkLst>
        </pc:cxnChg>
        <pc:cxnChg chg="mod">
          <ac:chgData name="Toby Donaldson" userId="2e6e5431-bb17-4c41-9985-d39c50d83c73" providerId="ADAL" clId="{F31BC264-820E-54C4-A6D1-F92AF9CC222E}" dt="2026-01-21T21:33:59.854" v="4475" actId="21"/>
          <ac:cxnSpMkLst>
            <pc:docMk/>
            <pc:sldMk cId="557694227" sldId="343"/>
            <ac:cxnSpMk id="56" creationId="{CD754028-01C2-8A92-84AD-22F4D01A08EE}"/>
          </ac:cxnSpMkLst>
        </pc:cxnChg>
        <pc:cxnChg chg="mod">
          <ac:chgData name="Toby Donaldson" userId="2e6e5431-bb17-4c41-9985-d39c50d83c73" providerId="ADAL" clId="{F31BC264-820E-54C4-A6D1-F92AF9CC222E}" dt="2026-01-21T21:33:59.854" v="4475" actId="21"/>
          <ac:cxnSpMkLst>
            <pc:docMk/>
            <pc:sldMk cId="557694227" sldId="343"/>
            <ac:cxnSpMk id="59" creationId="{71ECF601-65DF-5E3F-FF59-F81984D82E30}"/>
          </ac:cxnSpMkLst>
        </pc:cxnChg>
        <pc:cxnChg chg="mod">
          <ac:chgData name="Toby Donaldson" userId="2e6e5431-bb17-4c41-9985-d39c50d83c73" providerId="ADAL" clId="{F31BC264-820E-54C4-A6D1-F92AF9CC222E}" dt="2026-01-21T21:33:59.854" v="4475" actId="21"/>
          <ac:cxnSpMkLst>
            <pc:docMk/>
            <pc:sldMk cId="557694227" sldId="343"/>
            <ac:cxnSpMk id="67" creationId="{B101AB6F-85E3-7A68-E1B7-A57140A843D6}"/>
          </ac:cxnSpMkLst>
        </pc:cxnChg>
      </pc:sldChg>
      <pc:sldChg chg="addSp delSp modSp mod">
        <pc:chgData name="Toby Donaldson" userId="2e6e5431-bb17-4c41-9985-d39c50d83c73" providerId="ADAL" clId="{F31BC264-820E-54C4-A6D1-F92AF9CC222E}" dt="2026-01-21T21:35:10.981" v="4490"/>
        <pc:sldMkLst>
          <pc:docMk/>
          <pc:sldMk cId="2338666839" sldId="344"/>
        </pc:sldMkLst>
        <pc:spChg chg="add mod">
          <ac:chgData name="Toby Donaldson" userId="2e6e5431-bb17-4c41-9985-d39c50d83c73" providerId="ADAL" clId="{F31BC264-820E-54C4-A6D1-F92AF9CC222E}" dt="2026-01-21T21:35:10.981" v="4490"/>
          <ac:spMkLst>
            <pc:docMk/>
            <pc:sldMk cId="2338666839" sldId="344"/>
            <ac:spMk id="16" creationId="{70F89E3E-F76E-F0E7-ACCA-0393FCB9A294}"/>
          </ac:spMkLst>
        </pc:spChg>
        <pc:spChg chg="del">
          <ac:chgData name="Toby Donaldson" userId="2e6e5431-bb17-4c41-9985-d39c50d83c73" providerId="ADAL" clId="{F31BC264-820E-54C4-A6D1-F92AF9CC222E}" dt="2026-01-21T21:34:27.055" v="4481" actId="21"/>
          <ac:spMkLst>
            <pc:docMk/>
            <pc:sldMk cId="2338666839" sldId="344"/>
            <ac:spMk id="17" creationId="{5D63FB09-5E29-7A3B-3254-0E48FCDDA00C}"/>
          </ac:spMkLst>
        </pc:spChg>
        <pc:spChg chg="add mod">
          <ac:chgData name="Toby Donaldson" userId="2e6e5431-bb17-4c41-9985-d39c50d83c73" providerId="ADAL" clId="{F31BC264-820E-54C4-A6D1-F92AF9CC222E}" dt="2026-01-21T21:35:10.981" v="4490"/>
          <ac:spMkLst>
            <pc:docMk/>
            <pc:sldMk cId="2338666839" sldId="344"/>
            <ac:spMk id="21" creationId="{E2DA6B6B-7955-F3CF-EBD4-4F6856E32B39}"/>
          </ac:spMkLst>
        </pc:spChg>
        <pc:spChg chg="del">
          <ac:chgData name="Toby Donaldson" userId="2e6e5431-bb17-4c41-9985-d39c50d83c73" providerId="ADAL" clId="{F31BC264-820E-54C4-A6D1-F92AF9CC222E}" dt="2026-01-21T21:34:27.055" v="4481" actId="21"/>
          <ac:spMkLst>
            <pc:docMk/>
            <pc:sldMk cId="2338666839" sldId="344"/>
            <ac:spMk id="22" creationId="{8D5B81F9-C45A-0FBA-FB5D-C81A871AF724}"/>
          </ac:spMkLst>
        </pc:spChg>
        <pc:spChg chg="del">
          <ac:chgData name="Toby Donaldson" userId="2e6e5431-bb17-4c41-9985-d39c50d83c73" providerId="ADAL" clId="{F31BC264-820E-54C4-A6D1-F92AF9CC222E}" dt="2026-01-21T21:34:27.055" v="4481" actId="21"/>
          <ac:spMkLst>
            <pc:docMk/>
            <pc:sldMk cId="2338666839" sldId="344"/>
            <ac:spMk id="26" creationId="{D4DC2E48-8B24-287E-CAB1-DD1CF6308C69}"/>
          </ac:spMkLst>
        </pc:spChg>
        <pc:spChg chg="del">
          <ac:chgData name="Toby Donaldson" userId="2e6e5431-bb17-4c41-9985-d39c50d83c73" providerId="ADAL" clId="{F31BC264-820E-54C4-A6D1-F92AF9CC222E}" dt="2026-01-21T21:34:27.055" v="4481" actId="21"/>
          <ac:spMkLst>
            <pc:docMk/>
            <pc:sldMk cId="2338666839" sldId="344"/>
            <ac:spMk id="27" creationId="{A2FE7411-6B52-435A-1D57-974ED139C73F}"/>
          </ac:spMkLst>
        </pc:spChg>
        <pc:spChg chg="del">
          <ac:chgData name="Toby Donaldson" userId="2e6e5431-bb17-4c41-9985-d39c50d83c73" providerId="ADAL" clId="{F31BC264-820E-54C4-A6D1-F92AF9CC222E}" dt="2026-01-21T21:34:30.271" v="4482" actId="21"/>
          <ac:spMkLst>
            <pc:docMk/>
            <pc:sldMk cId="2338666839" sldId="344"/>
            <ac:spMk id="31" creationId="{5C062161-5913-55C0-8D9E-2DA0E26A32A7}"/>
          </ac:spMkLst>
        </pc:spChg>
        <pc:spChg chg="add mod">
          <ac:chgData name="Toby Donaldson" userId="2e6e5431-bb17-4c41-9985-d39c50d83c73" providerId="ADAL" clId="{F31BC264-820E-54C4-A6D1-F92AF9CC222E}" dt="2026-01-21T21:35:10.981" v="4490"/>
          <ac:spMkLst>
            <pc:docMk/>
            <pc:sldMk cId="2338666839" sldId="344"/>
            <ac:spMk id="39" creationId="{870C16CA-0BE8-AB50-E6CE-4FE0057A93EC}"/>
          </ac:spMkLst>
        </pc:spChg>
        <pc:spChg chg="add mod">
          <ac:chgData name="Toby Donaldson" userId="2e6e5431-bb17-4c41-9985-d39c50d83c73" providerId="ADAL" clId="{F31BC264-820E-54C4-A6D1-F92AF9CC222E}" dt="2026-01-21T21:35:10.981" v="4490"/>
          <ac:spMkLst>
            <pc:docMk/>
            <pc:sldMk cId="2338666839" sldId="344"/>
            <ac:spMk id="46" creationId="{671E72C6-84F4-1210-DE87-7AE99B63A5B1}"/>
          </ac:spMkLst>
        </pc:spChg>
        <pc:spChg chg="add mod">
          <ac:chgData name="Toby Donaldson" userId="2e6e5431-bb17-4c41-9985-d39c50d83c73" providerId="ADAL" clId="{F31BC264-820E-54C4-A6D1-F92AF9CC222E}" dt="2026-01-21T21:35:10.981" v="4490"/>
          <ac:spMkLst>
            <pc:docMk/>
            <pc:sldMk cId="2338666839" sldId="344"/>
            <ac:spMk id="48" creationId="{85AAE7E2-C854-4EA2-262F-316BDB66CE70}"/>
          </ac:spMkLst>
        </pc:spChg>
        <pc:cxnChg chg="mod">
          <ac:chgData name="Toby Donaldson" userId="2e6e5431-bb17-4c41-9985-d39c50d83c73" providerId="ADAL" clId="{F31BC264-820E-54C4-A6D1-F92AF9CC222E}" dt="2026-01-21T21:34:27.055" v="4481" actId="21"/>
          <ac:cxnSpMkLst>
            <pc:docMk/>
            <pc:sldMk cId="2338666839" sldId="344"/>
            <ac:cxnSpMk id="32" creationId="{5DE3B96E-8F7F-AACA-F1FB-7A458DF4F1BF}"/>
          </ac:cxnSpMkLst>
        </pc:cxnChg>
        <pc:cxnChg chg="mod">
          <ac:chgData name="Toby Donaldson" userId="2e6e5431-bb17-4c41-9985-d39c50d83c73" providerId="ADAL" clId="{F31BC264-820E-54C4-A6D1-F92AF9CC222E}" dt="2026-01-21T21:34:27.055" v="4481" actId="21"/>
          <ac:cxnSpMkLst>
            <pc:docMk/>
            <pc:sldMk cId="2338666839" sldId="344"/>
            <ac:cxnSpMk id="50" creationId="{33B2B6E9-8DE1-0FC8-8884-C2DB255BD405}"/>
          </ac:cxnSpMkLst>
        </pc:cxnChg>
        <pc:cxnChg chg="mod">
          <ac:chgData name="Toby Donaldson" userId="2e6e5431-bb17-4c41-9985-d39c50d83c73" providerId="ADAL" clId="{F31BC264-820E-54C4-A6D1-F92AF9CC222E}" dt="2026-01-21T21:34:27.055" v="4481" actId="21"/>
          <ac:cxnSpMkLst>
            <pc:docMk/>
            <pc:sldMk cId="2338666839" sldId="344"/>
            <ac:cxnSpMk id="56" creationId="{F7084CA1-A6A2-DBA6-DDBE-018761E9343F}"/>
          </ac:cxnSpMkLst>
        </pc:cxnChg>
        <pc:cxnChg chg="mod">
          <ac:chgData name="Toby Donaldson" userId="2e6e5431-bb17-4c41-9985-d39c50d83c73" providerId="ADAL" clId="{F31BC264-820E-54C4-A6D1-F92AF9CC222E}" dt="2026-01-21T21:34:27.055" v="4481" actId="21"/>
          <ac:cxnSpMkLst>
            <pc:docMk/>
            <pc:sldMk cId="2338666839" sldId="344"/>
            <ac:cxnSpMk id="59" creationId="{5E52D740-F88B-0C67-12E7-228B4F1B9DCE}"/>
          </ac:cxnSpMkLst>
        </pc:cxnChg>
        <pc:cxnChg chg="mod">
          <ac:chgData name="Toby Donaldson" userId="2e6e5431-bb17-4c41-9985-d39c50d83c73" providerId="ADAL" clId="{F31BC264-820E-54C4-A6D1-F92AF9CC222E}" dt="2026-01-21T21:34:30.271" v="4482" actId="21"/>
          <ac:cxnSpMkLst>
            <pc:docMk/>
            <pc:sldMk cId="2338666839" sldId="344"/>
            <ac:cxnSpMk id="67" creationId="{113A276E-9110-E96B-9D0F-1BC430B385E3}"/>
          </ac:cxnSpMkLst>
        </pc:cxnChg>
      </pc:sldChg>
      <pc:sldChg chg="addSp delSp modSp mod">
        <pc:chgData name="Toby Donaldson" userId="2e6e5431-bb17-4c41-9985-d39c50d83c73" providerId="ADAL" clId="{F31BC264-820E-54C4-A6D1-F92AF9CC222E}" dt="2026-01-21T21:35:02.914" v="4487"/>
        <pc:sldMkLst>
          <pc:docMk/>
          <pc:sldMk cId="1062353570" sldId="345"/>
        </pc:sldMkLst>
        <pc:spChg chg="add mod">
          <ac:chgData name="Toby Donaldson" userId="2e6e5431-bb17-4c41-9985-d39c50d83c73" providerId="ADAL" clId="{F31BC264-820E-54C4-A6D1-F92AF9CC222E}" dt="2026-01-21T21:35:02.914" v="4487"/>
          <ac:spMkLst>
            <pc:docMk/>
            <pc:sldMk cId="1062353570" sldId="345"/>
            <ac:spMk id="10" creationId="{A61E7C19-0E69-DA24-F7DD-A1373ADDC331}"/>
          </ac:spMkLst>
        </pc:spChg>
        <pc:spChg chg="add mod">
          <ac:chgData name="Toby Donaldson" userId="2e6e5431-bb17-4c41-9985-d39c50d83c73" providerId="ADAL" clId="{F31BC264-820E-54C4-A6D1-F92AF9CC222E}" dt="2026-01-21T21:35:02.914" v="4487"/>
          <ac:spMkLst>
            <pc:docMk/>
            <pc:sldMk cId="1062353570" sldId="345"/>
            <ac:spMk id="16" creationId="{1FC60709-BC9F-4DE4-F256-7666698AF3E6}"/>
          </ac:spMkLst>
        </pc:spChg>
        <pc:spChg chg="del">
          <ac:chgData name="Toby Donaldson" userId="2e6e5431-bb17-4c41-9985-d39c50d83c73" providerId="ADAL" clId="{F31BC264-820E-54C4-A6D1-F92AF9CC222E}" dt="2026-01-21T21:33:49.488" v="4473" actId="21"/>
          <ac:spMkLst>
            <pc:docMk/>
            <pc:sldMk cId="1062353570" sldId="345"/>
            <ac:spMk id="17" creationId="{753C680B-D146-4D10-48FA-6D6F839A445B}"/>
          </ac:spMkLst>
        </pc:spChg>
        <pc:spChg chg="del">
          <ac:chgData name="Toby Donaldson" userId="2e6e5431-bb17-4c41-9985-d39c50d83c73" providerId="ADAL" clId="{F31BC264-820E-54C4-A6D1-F92AF9CC222E}" dt="2026-01-21T21:33:49.488" v="4473" actId="21"/>
          <ac:spMkLst>
            <pc:docMk/>
            <pc:sldMk cId="1062353570" sldId="345"/>
            <ac:spMk id="22" creationId="{93927EFE-A9B9-A03D-1E3B-4A90E00878B8}"/>
          </ac:spMkLst>
        </pc:spChg>
        <pc:spChg chg="del">
          <ac:chgData name="Toby Donaldson" userId="2e6e5431-bb17-4c41-9985-d39c50d83c73" providerId="ADAL" clId="{F31BC264-820E-54C4-A6D1-F92AF9CC222E}" dt="2026-01-21T21:33:49.488" v="4473" actId="21"/>
          <ac:spMkLst>
            <pc:docMk/>
            <pc:sldMk cId="1062353570" sldId="345"/>
            <ac:spMk id="26" creationId="{B8A6B20E-6FA3-977F-63B6-B40E80A19285}"/>
          </ac:spMkLst>
        </pc:spChg>
        <pc:spChg chg="del">
          <ac:chgData name="Toby Donaldson" userId="2e6e5431-bb17-4c41-9985-d39c50d83c73" providerId="ADAL" clId="{F31BC264-820E-54C4-A6D1-F92AF9CC222E}" dt="2026-01-21T21:33:49.488" v="4473" actId="21"/>
          <ac:spMkLst>
            <pc:docMk/>
            <pc:sldMk cId="1062353570" sldId="345"/>
            <ac:spMk id="27" creationId="{C3C6BEDD-9FD2-1533-9A27-FBAFEF1D697F}"/>
          </ac:spMkLst>
        </pc:spChg>
        <pc:spChg chg="del">
          <ac:chgData name="Toby Donaldson" userId="2e6e5431-bb17-4c41-9985-d39c50d83c73" providerId="ADAL" clId="{F31BC264-820E-54C4-A6D1-F92AF9CC222E}" dt="2026-01-21T21:33:49.488" v="4473" actId="21"/>
          <ac:spMkLst>
            <pc:docMk/>
            <pc:sldMk cId="1062353570" sldId="345"/>
            <ac:spMk id="31" creationId="{4EFF662A-9C1D-8752-5E62-ABCC0443E4A0}"/>
          </ac:spMkLst>
        </pc:spChg>
        <pc:spChg chg="add mod">
          <ac:chgData name="Toby Donaldson" userId="2e6e5431-bb17-4c41-9985-d39c50d83c73" providerId="ADAL" clId="{F31BC264-820E-54C4-A6D1-F92AF9CC222E}" dt="2026-01-21T21:35:02.914" v="4487"/>
          <ac:spMkLst>
            <pc:docMk/>
            <pc:sldMk cId="1062353570" sldId="345"/>
            <ac:spMk id="39" creationId="{C98149D2-D817-7FFC-87AD-BBEE18958236}"/>
          </ac:spMkLst>
        </pc:spChg>
        <pc:spChg chg="add mod">
          <ac:chgData name="Toby Donaldson" userId="2e6e5431-bb17-4c41-9985-d39c50d83c73" providerId="ADAL" clId="{F31BC264-820E-54C4-A6D1-F92AF9CC222E}" dt="2026-01-21T21:35:02.914" v="4487"/>
          <ac:spMkLst>
            <pc:docMk/>
            <pc:sldMk cId="1062353570" sldId="345"/>
            <ac:spMk id="49" creationId="{57149891-B971-B0E6-3758-7D63B8A1EE93}"/>
          </ac:spMkLst>
        </pc:spChg>
        <pc:spChg chg="add mod">
          <ac:chgData name="Toby Donaldson" userId="2e6e5431-bb17-4c41-9985-d39c50d83c73" providerId="ADAL" clId="{F31BC264-820E-54C4-A6D1-F92AF9CC222E}" dt="2026-01-21T21:35:02.914" v="4487"/>
          <ac:spMkLst>
            <pc:docMk/>
            <pc:sldMk cId="1062353570" sldId="345"/>
            <ac:spMk id="52" creationId="{9A1DAF4B-6BA0-F77A-AC09-0AF76B6A7866}"/>
          </ac:spMkLst>
        </pc:spChg>
        <pc:inkChg chg="add">
          <ac:chgData name="Toby Donaldson" userId="2e6e5431-bb17-4c41-9985-d39c50d83c73" providerId="ADAL" clId="{F31BC264-820E-54C4-A6D1-F92AF9CC222E}" dt="2026-01-21T21:32:36.876" v="4454"/>
          <ac:inkMkLst>
            <pc:docMk/>
            <pc:sldMk cId="1062353570" sldId="345"/>
            <ac:inkMk id="7" creationId="{61129F8A-FCAA-1536-ADD0-475AC489E45A}"/>
          </ac:inkMkLst>
        </pc:inkChg>
        <pc:cxnChg chg="mod">
          <ac:chgData name="Toby Donaldson" userId="2e6e5431-bb17-4c41-9985-d39c50d83c73" providerId="ADAL" clId="{F31BC264-820E-54C4-A6D1-F92AF9CC222E}" dt="2026-01-21T21:33:49.488" v="4473" actId="21"/>
          <ac:cxnSpMkLst>
            <pc:docMk/>
            <pc:sldMk cId="1062353570" sldId="345"/>
            <ac:cxnSpMk id="32" creationId="{55134387-080B-311F-E5B2-9AADF3E3E8C8}"/>
          </ac:cxnSpMkLst>
        </pc:cxnChg>
        <pc:cxnChg chg="mod">
          <ac:chgData name="Toby Donaldson" userId="2e6e5431-bb17-4c41-9985-d39c50d83c73" providerId="ADAL" clId="{F31BC264-820E-54C4-A6D1-F92AF9CC222E}" dt="2026-01-21T21:33:49.488" v="4473" actId="21"/>
          <ac:cxnSpMkLst>
            <pc:docMk/>
            <pc:sldMk cId="1062353570" sldId="345"/>
            <ac:cxnSpMk id="50" creationId="{CB056C30-B7A9-FFC8-82E5-8A5754242065}"/>
          </ac:cxnSpMkLst>
        </pc:cxnChg>
        <pc:cxnChg chg="mod">
          <ac:chgData name="Toby Donaldson" userId="2e6e5431-bb17-4c41-9985-d39c50d83c73" providerId="ADAL" clId="{F31BC264-820E-54C4-A6D1-F92AF9CC222E}" dt="2026-01-21T21:33:49.488" v="4473" actId="21"/>
          <ac:cxnSpMkLst>
            <pc:docMk/>
            <pc:sldMk cId="1062353570" sldId="345"/>
            <ac:cxnSpMk id="56" creationId="{DA1EED47-778C-DEBC-06C1-BD39589CD38F}"/>
          </ac:cxnSpMkLst>
        </pc:cxnChg>
        <pc:cxnChg chg="mod">
          <ac:chgData name="Toby Donaldson" userId="2e6e5431-bb17-4c41-9985-d39c50d83c73" providerId="ADAL" clId="{F31BC264-820E-54C4-A6D1-F92AF9CC222E}" dt="2026-01-21T21:33:49.488" v="4473" actId="21"/>
          <ac:cxnSpMkLst>
            <pc:docMk/>
            <pc:sldMk cId="1062353570" sldId="345"/>
            <ac:cxnSpMk id="59" creationId="{8EDE3678-30B0-6D7D-F358-52EDA3E9016A}"/>
          </ac:cxnSpMkLst>
        </pc:cxnChg>
        <pc:cxnChg chg="mod">
          <ac:chgData name="Toby Donaldson" userId="2e6e5431-bb17-4c41-9985-d39c50d83c73" providerId="ADAL" clId="{F31BC264-820E-54C4-A6D1-F92AF9CC222E}" dt="2026-01-21T21:33:49.488" v="4473" actId="21"/>
          <ac:cxnSpMkLst>
            <pc:docMk/>
            <pc:sldMk cId="1062353570" sldId="345"/>
            <ac:cxnSpMk id="67" creationId="{5B1985B5-7F27-C19D-779F-E5B4F811C907}"/>
          </ac:cxnSpMkLst>
        </pc:cxnChg>
      </pc:sldChg>
      <pc:sldChg chg="addSp delSp modSp mod">
        <pc:chgData name="Toby Donaldson" userId="2e6e5431-bb17-4c41-9985-d39c50d83c73" providerId="ADAL" clId="{F31BC264-820E-54C4-A6D1-F92AF9CC222E}" dt="2026-01-21T21:34:59.818" v="4486"/>
        <pc:sldMkLst>
          <pc:docMk/>
          <pc:sldMk cId="3839754400" sldId="346"/>
        </pc:sldMkLst>
        <pc:spChg chg="add mod">
          <ac:chgData name="Toby Donaldson" userId="2e6e5431-bb17-4c41-9985-d39c50d83c73" providerId="ADAL" clId="{F31BC264-820E-54C4-A6D1-F92AF9CC222E}" dt="2026-01-21T21:34:59.818" v="4486"/>
          <ac:spMkLst>
            <pc:docMk/>
            <pc:sldMk cId="3839754400" sldId="346"/>
            <ac:spMk id="10" creationId="{7D89B4D4-48B0-1949-D4C2-C7FDEDAFF833}"/>
          </ac:spMkLst>
        </pc:spChg>
        <pc:spChg chg="add mod">
          <ac:chgData name="Toby Donaldson" userId="2e6e5431-bb17-4c41-9985-d39c50d83c73" providerId="ADAL" clId="{F31BC264-820E-54C4-A6D1-F92AF9CC222E}" dt="2026-01-21T21:34:59.818" v="4486"/>
          <ac:spMkLst>
            <pc:docMk/>
            <pc:sldMk cId="3839754400" sldId="346"/>
            <ac:spMk id="16" creationId="{586D3CCB-785A-0B6B-17C3-DB78226BB66D}"/>
          </ac:spMkLst>
        </pc:spChg>
        <pc:spChg chg="del">
          <ac:chgData name="Toby Donaldson" userId="2e6e5431-bb17-4c41-9985-d39c50d83c73" providerId="ADAL" clId="{F31BC264-820E-54C4-A6D1-F92AF9CC222E}" dt="2026-01-21T21:33:43.819" v="4472" actId="21"/>
          <ac:spMkLst>
            <pc:docMk/>
            <pc:sldMk cId="3839754400" sldId="346"/>
            <ac:spMk id="17" creationId="{7100CB17-0267-15EF-7F69-1A1D00B22D66}"/>
          </ac:spMkLst>
        </pc:spChg>
        <pc:spChg chg="del">
          <ac:chgData name="Toby Donaldson" userId="2e6e5431-bb17-4c41-9985-d39c50d83c73" providerId="ADAL" clId="{F31BC264-820E-54C4-A6D1-F92AF9CC222E}" dt="2026-01-21T21:33:43.819" v="4472" actId="21"/>
          <ac:spMkLst>
            <pc:docMk/>
            <pc:sldMk cId="3839754400" sldId="346"/>
            <ac:spMk id="22" creationId="{B59AA835-E257-6654-EBDC-BA7BB76820F7}"/>
          </ac:spMkLst>
        </pc:spChg>
        <pc:spChg chg="del">
          <ac:chgData name="Toby Donaldson" userId="2e6e5431-bb17-4c41-9985-d39c50d83c73" providerId="ADAL" clId="{F31BC264-820E-54C4-A6D1-F92AF9CC222E}" dt="2026-01-21T21:33:43.819" v="4472" actId="21"/>
          <ac:spMkLst>
            <pc:docMk/>
            <pc:sldMk cId="3839754400" sldId="346"/>
            <ac:spMk id="26" creationId="{99639E64-E956-2983-6902-644B5030A51E}"/>
          </ac:spMkLst>
        </pc:spChg>
        <pc:spChg chg="del">
          <ac:chgData name="Toby Donaldson" userId="2e6e5431-bb17-4c41-9985-d39c50d83c73" providerId="ADAL" clId="{F31BC264-820E-54C4-A6D1-F92AF9CC222E}" dt="2026-01-21T21:33:43.819" v="4472" actId="21"/>
          <ac:spMkLst>
            <pc:docMk/>
            <pc:sldMk cId="3839754400" sldId="346"/>
            <ac:spMk id="27" creationId="{CE20897F-FF93-C624-C523-4D8CE59E4A34}"/>
          </ac:spMkLst>
        </pc:spChg>
        <pc:spChg chg="del">
          <ac:chgData name="Toby Donaldson" userId="2e6e5431-bb17-4c41-9985-d39c50d83c73" providerId="ADAL" clId="{F31BC264-820E-54C4-A6D1-F92AF9CC222E}" dt="2026-01-21T21:33:43.819" v="4472" actId="21"/>
          <ac:spMkLst>
            <pc:docMk/>
            <pc:sldMk cId="3839754400" sldId="346"/>
            <ac:spMk id="31" creationId="{64DFB176-158F-A55D-C372-D786320C1B32}"/>
          </ac:spMkLst>
        </pc:spChg>
        <pc:spChg chg="add mod">
          <ac:chgData name="Toby Donaldson" userId="2e6e5431-bb17-4c41-9985-d39c50d83c73" providerId="ADAL" clId="{F31BC264-820E-54C4-A6D1-F92AF9CC222E}" dt="2026-01-21T21:34:59.818" v="4486"/>
          <ac:spMkLst>
            <pc:docMk/>
            <pc:sldMk cId="3839754400" sldId="346"/>
            <ac:spMk id="39" creationId="{90EBABFC-5395-2009-2529-E1964E7E0F4C}"/>
          </ac:spMkLst>
        </pc:spChg>
        <pc:spChg chg="add mod">
          <ac:chgData name="Toby Donaldson" userId="2e6e5431-bb17-4c41-9985-d39c50d83c73" providerId="ADAL" clId="{F31BC264-820E-54C4-A6D1-F92AF9CC222E}" dt="2026-01-21T21:34:59.818" v="4486"/>
          <ac:spMkLst>
            <pc:docMk/>
            <pc:sldMk cId="3839754400" sldId="346"/>
            <ac:spMk id="49" creationId="{58E6D7A3-B4F3-3A57-19FA-8872B817BA8D}"/>
          </ac:spMkLst>
        </pc:spChg>
        <pc:spChg chg="add mod">
          <ac:chgData name="Toby Donaldson" userId="2e6e5431-bb17-4c41-9985-d39c50d83c73" providerId="ADAL" clId="{F31BC264-820E-54C4-A6D1-F92AF9CC222E}" dt="2026-01-21T21:34:59.818" v="4486"/>
          <ac:spMkLst>
            <pc:docMk/>
            <pc:sldMk cId="3839754400" sldId="346"/>
            <ac:spMk id="51" creationId="{2B7207EF-BEFA-A716-71BE-1C2F42861843}"/>
          </ac:spMkLst>
        </pc:spChg>
        <pc:inkChg chg="add">
          <ac:chgData name="Toby Donaldson" userId="2e6e5431-bb17-4c41-9985-d39c50d83c73" providerId="ADAL" clId="{F31BC264-820E-54C4-A6D1-F92AF9CC222E}" dt="2026-01-21T21:32:36.876" v="4454"/>
          <ac:inkMkLst>
            <pc:docMk/>
            <pc:sldMk cId="3839754400" sldId="346"/>
            <ac:inkMk id="7" creationId="{890F537D-3D78-30C9-5891-ABC8487FA3F2}"/>
          </ac:inkMkLst>
        </pc:inkChg>
        <pc:cxnChg chg="mod">
          <ac:chgData name="Toby Donaldson" userId="2e6e5431-bb17-4c41-9985-d39c50d83c73" providerId="ADAL" clId="{F31BC264-820E-54C4-A6D1-F92AF9CC222E}" dt="2026-01-21T21:33:43.819" v="4472" actId="21"/>
          <ac:cxnSpMkLst>
            <pc:docMk/>
            <pc:sldMk cId="3839754400" sldId="346"/>
            <ac:cxnSpMk id="32" creationId="{D96EE84F-19ED-52DB-5AE3-A2BE040BD733}"/>
          </ac:cxnSpMkLst>
        </pc:cxnChg>
        <pc:cxnChg chg="mod">
          <ac:chgData name="Toby Donaldson" userId="2e6e5431-bb17-4c41-9985-d39c50d83c73" providerId="ADAL" clId="{F31BC264-820E-54C4-A6D1-F92AF9CC222E}" dt="2026-01-21T21:33:43.819" v="4472" actId="21"/>
          <ac:cxnSpMkLst>
            <pc:docMk/>
            <pc:sldMk cId="3839754400" sldId="346"/>
            <ac:cxnSpMk id="50" creationId="{7AFB40DF-CE44-3608-ADAE-C08450A2854C}"/>
          </ac:cxnSpMkLst>
        </pc:cxnChg>
        <pc:cxnChg chg="mod">
          <ac:chgData name="Toby Donaldson" userId="2e6e5431-bb17-4c41-9985-d39c50d83c73" providerId="ADAL" clId="{F31BC264-820E-54C4-A6D1-F92AF9CC222E}" dt="2026-01-21T21:33:43.819" v="4472" actId="21"/>
          <ac:cxnSpMkLst>
            <pc:docMk/>
            <pc:sldMk cId="3839754400" sldId="346"/>
            <ac:cxnSpMk id="56" creationId="{901A452B-1BFB-6023-2FE0-3C35F672E4AF}"/>
          </ac:cxnSpMkLst>
        </pc:cxnChg>
        <pc:cxnChg chg="mod">
          <ac:chgData name="Toby Donaldson" userId="2e6e5431-bb17-4c41-9985-d39c50d83c73" providerId="ADAL" clId="{F31BC264-820E-54C4-A6D1-F92AF9CC222E}" dt="2026-01-21T21:33:43.819" v="4472" actId="21"/>
          <ac:cxnSpMkLst>
            <pc:docMk/>
            <pc:sldMk cId="3839754400" sldId="346"/>
            <ac:cxnSpMk id="59" creationId="{6F320A0E-F6FE-D62E-9903-F4217EC75E8E}"/>
          </ac:cxnSpMkLst>
        </pc:cxnChg>
        <pc:cxnChg chg="mod">
          <ac:chgData name="Toby Donaldson" userId="2e6e5431-bb17-4c41-9985-d39c50d83c73" providerId="ADAL" clId="{F31BC264-820E-54C4-A6D1-F92AF9CC222E}" dt="2026-01-21T21:33:43.819" v="4472" actId="21"/>
          <ac:cxnSpMkLst>
            <pc:docMk/>
            <pc:sldMk cId="3839754400" sldId="346"/>
            <ac:cxnSpMk id="67" creationId="{F19280A3-1B59-2872-A1A0-276765D5AFBE}"/>
          </ac:cxnSpMkLst>
        </pc:cxnChg>
      </pc:sldChg>
      <pc:sldChg chg="addSp">
        <pc:chgData name="Toby Donaldson" userId="2e6e5431-bb17-4c41-9985-d39c50d83c73" providerId="ADAL" clId="{F31BC264-820E-54C4-A6D1-F92AF9CC222E}" dt="2026-01-21T21:32:36.876" v="4454"/>
        <pc:sldMkLst>
          <pc:docMk/>
          <pc:sldMk cId="2738294030" sldId="347"/>
        </pc:sldMkLst>
        <pc:inkChg chg="add">
          <ac:chgData name="Toby Donaldson" userId="2e6e5431-bb17-4c41-9985-d39c50d83c73" providerId="ADAL" clId="{F31BC264-820E-54C4-A6D1-F92AF9CC222E}" dt="2026-01-21T21:32:36.876" v="4454"/>
          <ac:inkMkLst>
            <pc:docMk/>
            <pc:sldMk cId="2738294030" sldId="347"/>
            <ac:inkMk id="3" creationId="{9473EB9A-9F01-3281-6079-9C001800C3FE}"/>
          </ac:inkMkLst>
        </pc:inkChg>
      </pc:sldChg>
      <pc:sldChg chg="addSp">
        <pc:chgData name="Toby Donaldson" userId="2e6e5431-bb17-4c41-9985-d39c50d83c73" providerId="ADAL" clId="{F31BC264-820E-54C4-A6D1-F92AF9CC222E}" dt="2026-01-21T21:32:36.876" v="4454"/>
        <pc:sldMkLst>
          <pc:docMk/>
          <pc:sldMk cId="1891178105" sldId="349"/>
        </pc:sldMkLst>
        <pc:inkChg chg="add">
          <ac:chgData name="Toby Donaldson" userId="2e6e5431-bb17-4c41-9985-d39c50d83c73" providerId="ADAL" clId="{F31BC264-820E-54C4-A6D1-F92AF9CC222E}" dt="2026-01-21T21:32:36.876" v="4454"/>
          <ac:inkMkLst>
            <pc:docMk/>
            <pc:sldMk cId="1891178105" sldId="349"/>
            <ac:inkMk id="7" creationId="{677A1590-390E-008C-1BEE-A36CD0785F72}"/>
          </ac:inkMkLst>
        </pc:inkChg>
      </pc:sldChg>
      <pc:sldChg chg="addSp">
        <pc:chgData name="Toby Donaldson" userId="2e6e5431-bb17-4c41-9985-d39c50d83c73" providerId="ADAL" clId="{F31BC264-820E-54C4-A6D1-F92AF9CC222E}" dt="2026-01-21T21:32:36.876" v="4454"/>
        <pc:sldMkLst>
          <pc:docMk/>
          <pc:sldMk cId="636178645" sldId="351"/>
        </pc:sldMkLst>
        <pc:inkChg chg="add">
          <ac:chgData name="Toby Donaldson" userId="2e6e5431-bb17-4c41-9985-d39c50d83c73" providerId="ADAL" clId="{F31BC264-820E-54C4-A6D1-F92AF9CC222E}" dt="2026-01-21T21:32:36.876" v="4454"/>
          <ac:inkMkLst>
            <pc:docMk/>
            <pc:sldMk cId="636178645" sldId="351"/>
            <ac:inkMk id="8" creationId="{886ED8B3-99FF-0D61-97A7-7640E8BE012F}"/>
          </ac:inkMkLst>
        </pc:inkChg>
      </pc:sldChg>
      <pc:sldChg chg="addSp">
        <pc:chgData name="Toby Donaldson" userId="2e6e5431-bb17-4c41-9985-d39c50d83c73" providerId="ADAL" clId="{F31BC264-820E-54C4-A6D1-F92AF9CC222E}" dt="2026-01-21T21:32:36.876" v="4454"/>
        <pc:sldMkLst>
          <pc:docMk/>
          <pc:sldMk cId="3146800463" sldId="352"/>
        </pc:sldMkLst>
        <pc:inkChg chg="add">
          <ac:chgData name="Toby Donaldson" userId="2e6e5431-bb17-4c41-9985-d39c50d83c73" providerId="ADAL" clId="{F31BC264-820E-54C4-A6D1-F92AF9CC222E}" dt="2026-01-21T21:32:36.876" v="4454"/>
          <ac:inkMkLst>
            <pc:docMk/>
            <pc:sldMk cId="3146800463" sldId="352"/>
            <ac:inkMk id="12" creationId="{7D822AF2-4ABF-D71E-876D-DFE83F4186F2}"/>
          </ac:inkMkLst>
        </pc:inkChg>
      </pc:sldChg>
      <pc:sldChg chg="addSp">
        <pc:chgData name="Toby Donaldson" userId="2e6e5431-bb17-4c41-9985-d39c50d83c73" providerId="ADAL" clId="{F31BC264-820E-54C4-A6D1-F92AF9CC222E}" dt="2026-01-21T21:32:36.876" v="4454"/>
        <pc:sldMkLst>
          <pc:docMk/>
          <pc:sldMk cId="1711464404" sldId="354"/>
        </pc:sldMkLst>
        <pc:inkChg chg="add">
          <ac:chgData name="Toby Donaldson" userId="2e6e5431-bb17-4c41-9985-d39c50d83c73" providerId="ADAL" clId="{F31BC264-820E-54C4-A6D1-F92AF9CC222E}" dt="2026-01-21T21:32:36.876" v="4454"/>
          <ac:inkMkLst>
            <pc:docMk/>
            <pc:sldMk cId="1711464404" sldId="354"/>
            <ac:inkMk id="6" creationId="{7C04237F-6DBE-838B-F6BC-6F8F12215051}"/>
          </ac:inkMkLst>
        </pc:inkChg>
      </pc:sldChg>
      <pc:sldChg chg="addSp">
        <pc:chgData name="Toby Donaldson" userId="2e6e5431-bb17-4c41-9985-d39c50d83c73" providerId="ADAL" clId="{F31BC264-820E-54C4-A6D1-F92AF9CC222E}" dt="2026-01-21T21:32:36.876" v="4454"/>
        <pc:sldMkLst>
          <pc:docMk/>
          <pc:sldMk cId="464570271" sldId="355"/>
        </pc:sldMkLst>
        <pc:inkChg chg="add">
          <ac:chgData name="Toby Donaldson" userId="2e6e5431-bb17-4c41-9985-d39c50d83c73" providerId="ADAL" clId="{F31BC264-820E-54C4-A6D1-F92AF9CC222E}" dt="2026-01-21T21:32:36.876" v="4454"/>
          <ac:inkMkLst>
            <pc:docMk/>
            <pc:sldMk cId="464570271" sldId="355"/>
            <ac:inkMk id="12" creationId="{02DF6F26-A60D-ECA9-B7ED-A2BA85FD181C}"/>
          </ac:inkMkLst>
        </pc:inkChg>
      </pc:sldChg>
      <pc:sldChg chg="addSp delSp modSp add mod">
        <pc:chgData name="Toby Donaldson" userId="2e6e5431-bb17-4c41-9985-d39c50d83c73" providerId="ADAL" clId="{F31BC264-820E-54C4-A6D1-F92AF9CC222E}" dt="2026-01-21T20:51:15.676" v="4451"/>
        <pc:sldMkLst>
          <pc:docMk/>
          <pc:sldMk cId="2457510878" sldId="356"/>
        </pc:sldMkLst>
        <pc:spChg chg="mod">
          <ac:chgData name="Toby Donaldson" userId="2e6e5431-bb17-4c41-9985-d39c50d83c73" providerId="ADAL" clId="{F31BC264-820E-54C4-A6D1-F92AF9CC222E}" dt="2026-01-21T20:19:56.151" v="4444" actId="207"/>
          <ac:spMkLst>
            <pc:docMk/>
            <pc:sldMk cId="2457510878" sldId="356"/>
            <ac:spMk id="4" creationId="{5B40D5D0-70EB-F30C-CD06-A59A3ECB063F}"/>
          </ac:spMkLst>
        </pc:spChg>
        <pc:spChg chg="del">
          <ac:chgData name="Toby Donaldson" userId="2e6e5431-bb17-4c41-9985-d39c50d83c73" providerId="ADAL" clId="{F31BC264-820E-54C4-A6D1-F92AF9CC222E}" dt="2026-01-21T20:19:46.135" v="4442" actId="21"/>
          <ac:spMkLst>
            <pc:docMk/>
            <pc:sldMk cId="2457510878" sldId="356"/>
            <ac:spMk id="7" creationId="{0FB8616B-4796-0848-6DE9-B2C379B85626}"/>
          </ac:spMkLst>
        </pc:spChg>
        <pc:inkChg chg="add">
          <ac:chgData name="Toby Donaldson" userId="2e6e5431-bb17-4c41-9985-d39c50d83c73" providerId="ADAL" clId="{F31BC264-820E-54C4-A6D1-F92AF9CC222E}" dt="2026-01-21T20:51:15.676" v="4451"/>
          <ac:inkMkLst>
            <pc:docMk/>
            <pc:sldMk cId="2457510878" sldId="356"/>
            <ac:inkMk id="3" creationId="{DBB19D07-9A1E-A7B0-E05F-4FB1FB73E6D1}"/>
          </ac:inkMkLst>
        </pc:inkChg>
      </pc:sldChg>
    </pc:docChg>
  </pc:docChgLst>
  <pc:docChgLst>
    <pc:chgData name="Toby Donaldson" userId="2e6e5431-bb17-4c41-9985-d39c50d83c73" providerId="ADAL" clId="{7F9681A8-EEE2-56F4-9B39-ECCBEE0471AC}"/>
    <pc:docChg chg="undo redo custSel addSld delSld modSld sldOrd addSection modSection">
      <pc:chgData name="Toby Donaldson" userId="2e6e5431-bb17-4c41-9985-d39c50d83c73" providerId="ADAL" clId="{7F9681A8-EEE2-56F4-9B39-ECCBEE0471AC}" dt="2026-01-19T06:04:49.310" v="19400" actId="2696"/>
      <pc:docMkLst>
        <pc:docMk/>
      </pc:docMkLst>
      <pc:sldChg chg="addSp delSp modSp mod">
        <pc:chgData name="Toby Donaldson" userId="2e6e5431-bb17-4c41-9985-d39c50d83c73" providerId="ADAL" clId="{7F9681A8-EEE2-56F4-9B39-ECCBEE0471AC}" dt="2026-01-16T22:38:24.303" v="6065" actId="21"/>
        <pc:sldMkLst>
          <pc:docMk/>
          <pc:sldMk cId="4045112651" sldId="275"/>
        </pc:sldMkLst>
        <pc:spChg chg="mod">
          <ac:chgData name="Toby Donaldson" userId="2e6e5431-bb17-4c41-9985-d39c50d83c73" providerId="ADAL" clId="{7F9681A8-EEE2-56F4-9B39-ECCBEE0471AC}" dt="2026-01-16T22:38:10.431" v="6064"/>
          <ac:spMkLst>
            <pc:docMk/>
            <pc:sldMk cId="4045112651" sldId="275"/>
            <ac:spMk id="7" creationId="{920ECDF0-A32E-5D51-7733-8E7DBB4AD00D}"/>
          </ac:spMkLst>
        </pc:spChg>
        <pc:spChg chg="mod">
          <ac:chgData name="Toby Donaldson" userId="2e6e5431-bb17-4c41-9985-d39c50d83c73" providerId="ADAL" clId="{7F9681A8-EEE2-56F4-9B39-ECCBEE0471AC}" dt="2026-01-16T22:38:10.431" v="6064"/>
          <ac:spMkLst>
            <pc:docMk/>
            <pc:sldMk cId="4045112651" sldId="275"/>
            <ac:spMk id="11" creationId="{FB2E4100-A86C-CB7A-6309-D5188B418891}"/>
          </ac:spMkLst>
        </pc:spChg>
        <pc:spChg chg="mod">
          <ac:chgData name="Toby Donaldson" userId="2e6e5431-bb17-4c41-9985-d39c50d83c73" providerId="ADAL" clId="{7F9681A8-EEE2-56F4-9B39-ECCBEE0471AC}" dt="2026-01-16T22:38:10.431" v="6064"/>
          <ac:spMkLst>
            <pc:docMk/>
            <pc:sldMk cId="4045112651" sldId="275"/>
            <ac:spMk id="15" creationId="{6E357A18-861C-03A6-BF30-71FC84B68241}"/>
          </ac:spMkLst>
        </pc:spChg>
        <pc:spChg chg="mod">
          <ac:chgData name="Toby Donaldson" userId="2e6e5431-bb17-4c41-9985-d39c50d83c73" providerId="ADAL" clId="{7F9681A8-EEE2-56F4-9B39-ECCBEE0471AC}" dt="2026-01-16T22:38:10.431" v="6064"/>
          <ac:spMkLst>
            <pc:docMk/>
            <pc:sldMk cId="4045112651" sldId="275"/>
            <ac:spMk id="16" creationId="{D1DD1295-E5A8-8CD2-9F3D-A569A0ED1AB8}"/>
          </ac:spMkLst>
        </pc:spChg>
        <pc:spChg chg="mod">
          <ac:chgData name="Toby Donaldson" userId="2e6e5431-bb17-4c41-9985-d39c50d83c73" providerId="ADAL" clId="{7F9681A8-EEE2-56F4-9B39-ECCBEE0471AC}" dt="2026-01-16T22:38:10.431" v="6064"/>
          <ac:spMkLst>
            <pc:docMk/>
            <pc:sldMk cId="4045112651" sldId="275"/>
            <ac:spMk id="17" creationId="{51F2A502-AE54-556A-10E5-A249C8CB30F8}"/>
          </ac:spMkLst>
        </pc:spChg>
        <pc:spChg chg="mod">
          <ac:chgData name="Toby Donaldson" userId="2e6e5431-bb17-4c41-9985-d39c50d83c73" providerId="ADAL" clId="{7F9681A8-EEE2-56F4-9B39-ECCBEE0471AC}" dt="2026-01-16T22:38:10.431" v="6064"/>
          <ac:spMkLst>
            <pc:docMk/>
            <pc:sldMk cId="4045112651" sldId="275"/>
            <ac:spMk id="20" creationId="{F9CD722C-2587-64FC-5ACB-27F4FCB2127E}"/>
          </ac:spMkLst>
        </pc:spChg>
        <pc:spChg chg="mod">
          <ac:chgData name="Toby Donaldson" userId="2e6e5431-bb17-4c41-9985-d39c50d83c73" providerId="ADAL" clId="{7F9681A8-EEE2-56F4-9B39-ECCBEE0471AC}" dt="2026-01-16T22:38:10.431" v="6064"/>
          <ac:spMkLst>
            <pc:docMk/>
            <pc:sldMk cId="4045112651" sldId="275"/>
            <ac:spMk id="24" creationId="{057CC1F0-5712-4E52-0FD0-6A62F24F2440}"/>
          </ac:spMkLst>
        </pc:spChg>
        <pc:spChg chg="mod">
          <ac:chgData name="Toby Donaldson" userId="2e6e5431-bb17-4c41-9985-d39c50d83c73" providerId="ADAL" clId="{7F9681A8-EEE2-56F4-9B39-ECCBEE0471AC}" dt="2026-01-16T22:31:37.906" v="5967" actId="20577"/>
          <ac:spMkLst>
            <pc:docMk/>
            <pc:sldMk cId="4045112651" sldId="275"/>
            <ac:spMk id="52" creationId="{BA6EDF77-5FA4-6529-3F4B-625AE1A3B827}"/>
          </ac:spMkLst>
        </pc:spChg>
        <pc:spChg chg="mod">
          <ac:chgData name="Toby Donaldson" userId="2e6e5431-bb17-4c41-9985-d39c50d83c73" providerId="ADAL" clId="{7F9681A8-EEE2-56F4-9B39-ECCBEE0471AC}" dt="2026-01-16T22:38:10.431" v="6064"/>
          <ac:spMkLst>
            <pc:docMk/>
            <pc:sldMk cId="4045112651" sldId="275"/>
            <ac:spMk id="58" creationId="{CEFAD46D-9E12-59D1-8747-7FB138B71B9C}"/>
          </ac:spMkLst>
        </pc:spChg>
        <pc:spChg chg="mod">
          <ac:chgData name="Toby Donaldson" userId="2e6e5431-bb17-4c41-9985-d39c50d83c73" providerId="ADAL" clId="{7F9681A8-EEE2-56F4-9B39-ECCBEE0471AC}" dt="2026-01-16T22:38:10.431" v="6064"/>
          <ac:spMkLst>
            <pc:docMk/>
            <pc:sldMk cId="4045112651" sldId="275"/>
            <ac:spMk id="61" creationId="{7A7BDD43-AF11-B231-DB23-50CAEB99306E}"/>
          </ac:spMkLst>
        </pc:spChg>
        <pc:spChg chg="add mod">
          <ac:chgData name="Toby Donaldson" userId="2e6e5431-bb17-4c41-9985-d39c50d83c73" providerId="ADAL" clId="{7F9681A8-EEE2-56F4-9B39-ECCBEE0471AC}" dt="2026-01-16T22:38:10.431" v="6064"/>
          <ac:spMkLst>
            <pc:docMk/>
            <pc:sldMk cId="4045112651" sldId="275"/>
            <ac:spMk id="74" creationId="{8A01323D-CA95-31A6-7835-B5B03FB13892}"/>
          </ac:spMkLst>
        </pc:spChg>
      </pc:sldChg>
      <pc:sldChg chg="modSp mod">
        <pc:chgData name="Toby Donaldson" userId="2e6e5431-bb17-4c41-9985-d39c50d83c73" providerId="ADAL" clId="{7F9681A8-EEE2-56F4-9B39-ECCBEE0471AC}" dt="2026-01-16T22:39:14.479" v="6098" actId="1076"/>
        <pc:sldMkLst>
          <pc:docMk/>
          <pc:sldMk cId="2143143271" sldId="277"/>
        </pc:sldMkLst>
        <pc:spChg chg="mod">
          <ac:chgData name="Toby Donaldson" userId="2e6e5431-bb17-4c41-9985-d39c50d83c73" providerId="ADAL" clId="{7F9681A8-EEE2-56F4-9B39-ECCBEE0471AC}" dt="2026-01-16T22:31:47.078" v="5973" actId="20577"/>
          <ac:spMkLst>
            <pc:docMk/>
            <pc:sldMk cId="2143143271" sldId="277"/>
            <ac:spMk id="52" creationId="{D61F4139-1549-726F-0F87-F25F8A5B5830}"/>
          </ac:spMkLst>
        </pc:spChg>
        <pc:spChg chg="mod">
          <ac:chgData name="Toby Donaldson" userId="2e6e5431-bb17-4c41-9985-d39c50d83c73" providerId="ADAL" clId="{7F9681A8-EEE2-56F4-9B39-ECCBEE0471AC}" dt="2026-01-16T22:39:14.479" v="6098" actId="1076"/>
          <ac:spMkLst>
            <pc:docMk/>
            <pc:sldMk cId="2143143271" sldId="277"/>
            <ac:spMk id="54" creationId="{4D12C52D-BDA2-4403-F6AE-DCBDA4866A4B}"/>
          </ac:spMkLst>
        </pc:spChg>
      </pc:sldChg>
      <pc:sldChg chg="modSp mod">
        <pc:chgData name="Toby Donaldson" userId="2e6e5431-bb17-4c41-9985-d39c50d83c73" providerId="ADAL" clId="{7F9681A8-EEE2-56F4-9B39-ECCBEE0471AC}" dt="2026-01-16T22:39:26.764" v="6100" actId="20577"/>
        <pc:sldMkLst>
          <pc:docMk/>
          <pc:sldMk cId="622919139" sldId="278"/>
        </pc:sldMkLst>
        <pc:spChg chg="mod">
          <ac:chgData name="Toby Donaldson" userId="2e6e5431-bb17-4c41-9985-d39c50d83c73" providerId="ADAL" clId="{7F9681A8-EEE2-56F4-9B39-ECCBEE0471AC}" dt="2026-01-16T22:31:51.169" v="5976" actId="20577"/>
          <ac:spMkLst>
            <pc:docMk/>
            <pc:sldMk cId="622919139" sldId="278"/>
            <ac:spMk id="52" creationId="{4419B10B-7220-A398-46C6-2B51237F9F16}"/>
          </ac:spMkLst>
        </pc:spChg>
        <pc:spChg chg="mod">
          <ac:chgData name="Toby Donaldson" userId="2e6e5431-bb17-4c41-9985-d39c50d83c73" providerId="ADAL" clId="{7F9681A8-EEE2-56F4-9B39-ECCBEE0471AC}" dt="2026-01-16T22:39:26.764" v="6100" actId="20577"/>
          <ac:spMkLst>
            <pc:docMk/>
            <pc:sldMk cId="622919139" sldId="278"/>
            <ac:spMk id="54" creationId="{34CAE758-C78A-C78D-69D0-9F39183DD806}"/>
          </ac:spMkLst>
        </pc:spChg>
      </pc:sldChg>
      <pc:sldChg chg="modSp mod">
        <pc:chgData name="Toby Donaldson" userId="2e6e5431-bb17-4c41-9985-d39c50d83c73" providerId="ADAL" clId="{7F9681A8-EEE2-56F4-9B39-ECCBEE0471AC}" dt="2026-01-16T23:44:21.874" v="6342" actId="313"/>
        <pc:sldMkLst>
          <pc:docMk/>
          <pc:sldMk cId="3647929953" sldId="279"/>
        </pc:sldMkLst>
        <pc:spChg chg="mod">
          <ac:chgData name="Toby Donaldson" userId="2e6e5431-bb17-4c41-9985-d39c50d83c73" providerId="ADAL" clId="{7F9681A8-EEE2-56F4-9B39-ECCBEE0471AC}" dt="2026-01-16T23:44:21.874" v="6342" actId="313"/>
          <ac:spMkLst>
            <pc:docMk/>
            <pc:sldMk cId="3647929953" sldId="279"/>
            <ac:spMk id="28" creationId="{7E6268C3-B06C-42B6-1439-23DEE9A65852}"/>
          </ac:spMkLst>
        </pc:spChg>
        <pc:spChg chg="mod">
          <ac:chgData name="Toby Donaldson" userId="2e6e5431-bb17-4c41-9985-d39c50d83c73" providerId="ADAL" clId="{7F9681A8-EEE2-56F4-9B39-ECCBEE0471AC}" dt="2026-01-16T22:31:56.035" v="5979" actId="20577"/>
          <ac:spMkLst>
            <pc:docMk/>
            <pc:sldMk cId="3647929953" sldId="279"/>
            <ac:spMk id="52" creationId="{ECCDBB98-6206-8B50-2C56-13D76E42085F}"/>
          </ac:spMkLst>
        </pc:spChg>
      </pc:sldChg>
      <pc:sldChg chg="modSp mod">
        <pc:chgData name="Toby Donaldson" userId="2e6e5431-bb17-4c41-9985-d39c50d83c73" providerId="ADAL" clId="{7F9681A8-EEE2-56F4-9B39-ECCBEE0471AC}" dt="2026-01-16T23:44:13.686" v="6336" actId="313"/>
        <pc:sldMkLst>
          <pc:docMk/>
          <pc:sldMk cId="3164729297" sldId="280"/>
        </pc:sldMkLst>
        <pc:spChg chg="mod">
          <ac:chgData name="Toby Donaldson" userId="2e6e5431-bb17-4c41-9985-d39c50d83c73" providerId="ADAL" clId="{7F9681A8-EEE2-56F4-9B39-ECCBEE0471AC}" dt="2026-01-16T23:44:13.686" v="6336" actId="313"/>
          <ac:spMkLst>
            <pc:docMk/>
            <pc:sldMk cId="3164729297" sldId="280"/>
            <ac:spMk id="28" creationId="{A5F410D1-CBFA-0113-C576-E0EA293B53A9}"/>
          </ac:spMkLst>
        </pc:spChg>
      </pc:sldChg>
      <pc:sldChg chg="modSp mod">
        <pc:chgData name="Toby Donaldson" userId="2e6e5431-bb17-4c41-9985-d39c50d83c73" providerId="ADAL" clId="{7F9681A8-EEE2-56F4-9B39-ECCBEE0471AC}" dt="2026-01-16T22:31:42.768" v="5970" actId="20577"/>
        <pc:sldMkLst>
          <pc:docMk/>
          <pc:sldMk cId="4248507714" sldId="281"/>
        </pc:sldMkLst>
        <pc:spChg chg="mod">
          <ac:chgData name="Toby Donaldson" userId="2e6e5431-bb17-4c41-9985-d39c50d83c73" providerId="ADAL" clId="{7F9681A8-EEE2-56F4-9B39-ECCBEE0471AC}" dt="2026-01-16T22:31:42.768" v="5970" actId="20577"/>
          <ac:spMkLst>
            <pc:docMk/>
            <pc:sldMk cId="4248507714" sldId="281"/>
            <ac:spMk id="52" creationId="{7197E75C-3C42-B5E5-3B12-880900434603}"/>
          </ac:spMkLst>
        </pc:spChg>
      </pc:sldChg>
      <pc:sldChg chg="addSp delSp modSp mod">
        <pc:chgData name="Toby Donaldson" userId="2e6e5431-bb17-4c41-9985-d39c50d83c73" providerId="ADAL" clId="{7F9681A8-EEE2-56F4-9B39-ECCBEE0471AC}" dt="2026-01-16T23:44:05.619" v="6330"/>
        <pc:sldMkLst>
          <pc:docMk/>
          <pc:sldMk cId="2011659512" sldId="283"/>
        </pc:sldMkLst>
        <pc:spChg chg="mod">
          <ac:chgData name="Toby Donaldson" userId="2e6e5431-bb17-4c41-9985-d39c50d83c73" providerId="ADAL" clId="{7F9681A8-EEE2-56F4-9B39-ECCBEE0471AC}" dt="2026-01-16T22:40:55.845" v="6107" actId="1076"/>
          <ac:spMkLst>
            <pc:docMk/>
            <pc:sldMk cId="2011659512" sldId="283"/>
            <ac:spMk id="16" creationId="{948A7C43-F422-7347-B1D0-0102A9AAE08E}"/>
          </ac:spMkLst>
        </pc:spChg>
        <pc:spChg chg="mod">
          <ac:chgData name="Toby Donaldson" userId="2e6e5431-bb17-4c41-9985-d39c50d83c73" providerId="ADAL" clId="{7F9681A8-EEE2-56F4-9B39-ECCBEE0471AC}" dt="2026-01-16T23:44:05.619" v="6330"/>
          <ac:spMkLst>
            <pc:docMk/>
            <pc:sldMk cId="2011659512" sldId="283"/>
            <ac:spMk id="28" creationId="{A11D211E-FA74-D29D-863C-5EBFD2596027}"/>
          </ac:spMkLst>
        </pc:spChg>
      </pc:sldChg>
      <pc:sldChg chg="modSp">
        <pc:chgData name="Toby Donaldson" userId="2e6e5431-bb17-4c41-9985-d39c50d83c73" providerId="ADAL" clId="{7F9681A8-EEE2-56F4-9B39-ECCBEE0471AC}" dt="2026-01-16T23:44:00.867" v="6329"/>
        <pc:sldMkLst>
          <pc:docMk/>
          <pc:sldMk cId="54825853" sldId="284"/>
        </pc:sldMkLst>
        <pc:spChg chg="mod">
          <ac:chgData name="Toby Donaldson" userId="2e6e5431-bb17-4c41-9985-d39c50d83c73" providerId="ADAL" clId="{7F9681A8-EEE2-56F4-9B39-ECCBEE0471AC}" dt="2026-01-16T23:44:00.867" v="6329"/>
          <ac:spMkLst>
            <pc:docMk/>
            <pc:sldMk cId="54825853" sldId="284"/>
            <ac:spMk id="28" creationId="{73403164-1679-69CB-94C9-4A435D0B6EC8}"/>
          </ac:spMkLst>
        </pc:spChg>
      </pc:sldChg>
      <pc:sldChg chg="delSp modSp mod">
        <pc:chgData name="Toby Donaldson" userId="2e6e5431-bb17-4c41-9985-d39c50d83c73" providerId="ADAL" clId="{7F9681A8-EEE2-56F4-9B39-ECCBEE0471AC}" dt="2026-01-16T23:43:56.122" v="6328"/>
        <pc:sldMkLst>
          <pc:docMk/>
          <pc:sldMk cId="678311722" sldId="285"/>
        </pc:sldMkLst>
        <pc:spChg chg="mod">
          <ac:chgData name="Toby Donaldson" userId="2e6e5431-bb17-4c41-9985-d39c50d83c73" providerId="ADAL" clId="{7F9681A8-EEE2-56F4-9B39-ECCBEE0471AC}" dt="2026-01-16T23:43:56.122" v="6328"/>
          <ac:spMkLst>
            <pc:docMk/>
            <pc:sldMk cId="678311722" sldId="285"/>
            <ac:spMk id="28" creationId="{2EE9DA0C-CC61-23F1-AE6A-EC4DD0824943}"/>
          </ac:spMkLst>
        </pc:spChg>
      </pc:sldChg>
      <pc:sldChg chg="delSp modSp mod">
        <pc:chgData name="Toby Donaldson" userId="2e6e5431-bb17-4c41-9985-d39c50d83c73" providerId="ADAL" clId="{7F9681A8-EEE2-56F4-9B39-ECCBEE0471AC}" dt="2026-01-16T23:43:51.143" v="6327"/>
        <pc:sldMkLst>
          <pc:docMk/>
          <pc:sldMk cId="1760008940" sldId="286"/>
        </pc:sldMkLst>
        <pc:spChg chg="mod">
          <ac:chgData name="Toby Donaldson" userId="2e6e5431-bb17-4c41-9985-d39c50d83c73" providerId="ADAL" clId="{7F9681A8-EEE2-56F4-9B39-ECCBEE0471AC}" dt="2026-01-16T22:46:24.597" v="6130" actId="1076"/>
          <ac:spMkLst>
            <pc:docMk/>
            <pc:sldMk cId="1760008940" sldId="286"/>
            <ac:spMk id="3" creationId="{646F3C19-C36C-3E70-4C20-4F68D1E7E413}"/>
          </ac:spMkLst>
        </pc:spChg>
        <pc:spChg chg="mod">
          <ac:chgData name="Toby Donaldson" userId="2e6e5431-bb17-4c41-9985-d39c50d83c73" providerId="ADAL" clId="{7F9681A8-EEE2-56F4-9B39-ECCBEE0471AC}" dt="2026-01-16T22:46:12.551" v="6129" actId="20577"/>
          <ac:spMkLst>
            <pc:docMk/>
            <pc:sldMk cId="1760008940" sldId="286"/>
            <ac:spMk id="6" creationId="{D98906C3-1E64-D48C-34C7-73C78B8A1A4A}"/>
          </ac:spMkLst>
        </pc:spChg>
        <pc:spChg chg="mod">
          <ac:chgData name="Toby Donaldson" userId="2e6e5431-bb17-4c41-9985-d39c50d83c73" providerId="ADAL" clId="{7F9681A8-EEE2-56F4-9B39-ECCBEE0471AC}" dt="2026-01-16T23:43:51.143" v="6327"/>
          <ac:spMkLst>
            <pc:docMk/>
            <pc:sldMk cId="1760008940" sldId="286"/>
            <ac:spMk id="28" creationId="{1277A082-448E-3033-0509-B2BE162087C8}"/>
          </ac:spMkLst>
        </pc:spChg>
        <pc:cxnChg chg="mod">
          <ac:chgData name="Toby Donaldson" userId="2e6e5431-bb17-4c41-9985-d39c50d83c73" providerId="ADAL" clId="{7F9681A8-EEE2-56F4-9B39-ECCBEE0471AC}" dt="2026-01-16T22:46:35.588" v="6132" actId="14100"/>
          <ac:cxnSpMkLst>
            <pc:docMk/>
            <pc:sldMk cId="1760008940" sldId="286"/>
            <ac:cxnSpMk id="7" creationId="{22300E4E-9F19-9A8A-E60B-CBA9C8C5AE02}"/>
          </ac:cxnSpMkLst>
        </pc:cxnChg>
      </pc:sldChg>
      <pc:sldChg chg="delSp modSp mod">
        <pc:chgData name="Toby Donaldson" userId="2e6e5431-bb17-4c41-9985-d39c50d83c73" providerId="ADAL" clId="{7F9681A8-EEE2-56F4-9B39-ECCBEE0471AC}" dt="2026-01-16T23:43:43.232" v="6325"/>
        <pc:sldMkLst>
          <pc:docMk/>
          <pc:sldMk cId="3464407289" sldId="287"/>
        </pc:sldMkLst>
        <pc:spChg chg="mod">
          <ac:chgData name="Toby Donaldson" userId="2e6e5431-bb17-4c41-9985-d39c50d83c73" providerId="ADAL" clId="{7F9681A8-EEE2-56F4-9B39-ECCBEE0471AC}" dt="2026-01-16T22:50:21.166" v="6310" actId="14100"/>
          <ac:spMkLst>
            <pc:docMk/>
            <pc:sldMk cId="3464407289" sldId="287"/>
            <ac:spMk id="5" creationId="{F44826D7-8913-84C5-726A-6E92E1167653}"/>
          </ac:spMkLst>
        </pc:spChg>
        <pc:spChg chg="mod">
          <ac:chgData name="Toby Donaldson" userId="2e6e5431-bb17-4c41-9985-d39c50d83c73" providerId="ADAL" clId="{7F9681A8-EEE2-56F4-9B39-ECCBEE0471AC}" dt="2026-01-16T22:49:07.163" v="6278"/>
          <ac:spMkLst>
            <pc:docMk/>
            <pc:sldMk cId="3464407289" sldId="287"/>
            <ac:spMk id="6" creationId="{DEEB7FB0-F42A-7065-050F-4350E13B0E14}"/>
          </ac:spMkLst>
        </pc:spChg>
        <pc:spChg chg="mod">
          <ac:chgData name="Toby Donaldson" userId="2e6e5431-bb17-4c41-9985-d39c50d83c73" providerId="ADAL" clId="{7F9681A8-EEE2-56F4-9B39-ECCBEE0471AC}" dt="2026-01-16T23:43:43.232" v="6325"/>
          <ac:spMkLst>
            <pc:docMk/>
            <pc:sldMk cId="3464407289" sldId="287"/>
            <ac:spMk id="28" creationId="{DB05D82B-7620-DCAA-F312-CA07EDD3EB1D}"/>
          </ac:spMkLst>
        </pc:spChg>
      </pc:sldChg>
      <pc:sldChg chg="modSp new mod">
        <pc:chgData name="Toby Donaldson" userId="2e6e5431-bb17-4c41-9985-d39c50d83c73" providerId="ADAL" clId="{7F9681A8-EEE2-56F4-9B39-ECCBEE0471AC}" dt="2026-01-16T22:31:20.617" v="5963" actId="5793"/>
        <pc:sldMkLst>
          <pc:docMk/>
          <pc:sldMk cId="2172232019" sldId="288"/>
        </pc:sldMkLst>
        <pc:spChg chg="mod">
          <ac:chgData name="Toby Donaldson" userId="2e6e5431-bb17-4c41-9985-d39c50d83c73" providerId="ADAL" clId="{7F9681A8-EEE2-56F4-9B39-ECCBEE0471AC}" dt="2026-01-16T22:26:40.398" v="4937" actId="20577"/>
          <ac:spMkLst>
            <pc:docMk/>
            <pc:sldMk cId="2172232019" sldId="288"/>
            <ac:spMk id="2" creationId="{B7E5E1DE-BDF1-9BCF-4C1F-5E5A8F68E280}"/>
          </ac:spMkLst>
        </pc:spChg>
        <pc:spChg chg="mod">
          <ac:chgData name="Toby Donaldson" userId="2e6e5431-bb17-4c41-9985-d39c50d83c73" providerId="ADAL" clId="{7F9681A8-EEE2-56F4-9B39-ECCBEE0471AC}" dt="2026-01-16T22:31:20.617" v="5963" actId="5793"/>
          <ac:spMkLst>
            <pc:docMk/>
            <pc:sldMk cId="2172232019" sldId="288"/>
            <ac:spMk id="3" creationId="{C56C8DA4-E4B5-5F54-509D-E372D6FDEDAE}"/>
          </ac:spMkLst>
        </pc:spChg>
      </pc:sldChg>
      <pc:sldChg chg="add">
        <pc:chgData name="Toby Donaldson" userId="2e6e5431-bb17-4c41-9985-d39c50d83c73" providerId="ADAL" clId="{7F9681A8-EEE2-56F4-9B39-ECCBEE0471AC}" dt="2026-01-16T22:36:33.782" v="6052" actId="2890"/>
        <pc:sldMkLst>
          <pc:docMk/>
          <pc:sldMk cId="3597263857" sldId="289"/>
        </pc:sldMkLst>
      </pc:sldChg>
      <pc:sldChg chg="addSp delSp modSp add mod">
        <pc:chgData name="Toby Donaldson" userId="2e6e5431-bb17-4c41-9985-d39c50d83c73" providerId="ADAL" clId="{7F9681A8-EEE2-56F4-9B39-ECCBEE0471AC}" dt="2026-01-16T23:45:21.960" v="6349"/>
        <pc:sldMkLst>
          <pc:docMk/>
          <pc:sldMk cId="1544016529" sldId="290"/>
        </pc:sldMkLst>
        <pc:spChg chg="mod">
          <ac:chgData name="Toby Donaldson" userId="2e6e5431-bb17-4c41-9985-d39c50d83c73" providerId="ADAL" clId="{7F9681A8-EEE2-56F4-9B39-ECCBEE0471AC}" dt="2026-01-16T22:48:37.815" v="6277" actId="1076"/>
          <ac:spMkLst>
            <pc:docMk/>
            <pc:sldMk cId="1544016529" sldId="290"/>
            <ac:spMk id="3" creationId="{684C6CE2-C730-5C34-FB54-137C5A271517}"/>
          </ac:spMkLst>
        </pc:spChg>
        <pc:spChg chg="add mod">
          <ac:chgData name="Toby Donaldson" userId="2e6e5431-bb17-4c41-9985-d39c50d83c73" providerId="ADAL" clId="{7F9681A8-EEE2-56F4-9B39-ECCBEE0471AC}" dt="2026-01-16T22:48:30.215" v="6276" actId="14100"/>
          <ac:spMkLst>
            <pc:docMk/>
            <pc:sldMk cId="1544016529" sldId="290"/>
            <ac:spMk id="5" creationId="{144CDFE4-636A-402D-19B5-A53D8D5414A5}"/>
          </ac:spMkLst>
        </pc:spChg>
        <pc:spChg chg="mod">
          <ac:chgData name="Toby Donaldson" userId="2e6e5431-bb17-4c41-9985-d39c50d83c73" providerId="ADAL" clId="{7F9681A8-EEE2-56F4-9B39-ECCBEE0471AC}" dt="2026-01-16T23:43:46.916" v="6326"/>
          <ac:spMkLst>
            <pc:docMk/>
            <pc:sldMk cId="1544016529" sldId="290"/>
            <ac:spMk id="28" creationId="{7EC8583F-40A3-2D28-9D06-211AB65D973F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16T23:52:30.683" v="6566" actId="1076"/>
        <pc:sldMkLst>
          <pc:docMk/>
          <pc:sldMk cId="292820655" sldId="291"/>
        </pc:sldMkLst>
        <pc:spChg chg="mod">
          <ac:chgData name="Toby Donaldson" userId="2e6e5431-bb17-4c41-9985-d39c50d83c73" providerId="ADAL" clId="{7F9681A8-EEE2-56F4-9B39-ECCBEE0471AC}" dt="2026-01-16T23:44:44.566" v="6345" actId="14100"/>
          <ac:spMkLst>
            <pc:docMk/>
            <pc:sldMk cId="292820655" sldId="291"/>
            <ac:spMk id="2" creationId="{7F0A5CE4-5427-CFC3-6003-C0C8AE53B29A}"/>
          </ac:spMkLst>
        </pc:spChg>
        <pc:spChg chg="add mod">
          <ac:chgData name="Toby Donaldson" userId="2e6e5431-bb17-4c41-9985-d39c50d83c73" providerId="ADAL" clId="{7F9681A8-EEE2-56F4-9B39-ECCBEE0471AC}" dt="2026-01-16T23:45:53.881" v="6384" actId="1076"/>
          <ac:spMkLst>
            <pc:docMk/>
            <pc:sldMk cId="292820655" sldId="291"/>
            <ac:spMk id="3" creationId="{B2DB562D-3016-649F-C3DF-4E99A80F8517}"/>
          </ac:spMkLst>
        </pc:spChg>
        <pc:spChg chg="add mod">
          <ac:chgData name="Toby Donaldson" userId="2e6e5431-bb17-4c41-9985-d39c50d83c73" providerId="ADAL" clId="{7F9681A8-EEE2-56F4-9B39-ECCBEE0471AC}" dt="2026-01-16T23:50:21.465" v="6527" actId="1076"/>
          <ac:spMkLst>
            <pc:docMk/>
            <pc:sldMk cId="292820655" sldId="291"/>
            <ac:spMk id="4" creationId="{4420FAF8-C451-014B-FD22-CA976F160B9E}"/>
          </ac:spMkLst>
        </pc:spChg>
        <pc:spChg chg="mod">
          <ac:chgData name="Toby Donaldson" userId="2e6e5431-bb17-4c41-9985-d39c50d83c73" providerId="ADAL" clId="{7F9681A8-EEE2-56F4-9B39-ECCBEE0471AC}" dt="2026-01-16T23:47:42.594" v="6499"/>
          <ac:spMkLst>
            <pc:docMk/>
            <pc:sldMk cId="292820655" sldId="291"/>
            <ac:spMk id="8" creationId="{619718D4-A6F0-CFD3-D2F1-A4344C0106E0}"/>
          </ac:spMkLst>
        </pc:spChg>
        <pc:spChg chg="mod">
          <ac:chgData name="Toby Donaldson" userId="2e6e5431-bb17-4c41-9985-d39c50d83c73" providerId="ADAL" clId="{7F9681A8-EEE2-56F4-9B39-ECCBEE0471AC}" dt="2026-01-16T23:49:14.371" v="6520" actId="207"/>
          <ac:spMkLst>
            <pc:docMk/>
            <pc:sldMk cId="292820655" sldId="291"/>
            <ac:spMk id="9" creationId="{F70D8946-E123-FB7C-CBA4-23333C2DD5E2}"/>
          </ac:spMkLst>
        </pc:spChg>
        <pc:spChg chg="mod">
          <ac:chgData name="Toby Donaldson" userId="2e6e5431-bb17-4c41-9985-d39c50d83c73" providerId="ADAL" clId="{7F9681A8-EEE2-56F4-9B39-ECCBEE0471AC}" dt="2026-01-16T23:47:57.632" v="6505" actId="20577"/>
          <ac:spMkLst>
            <pc:docMk/>
            <pc:sldMk cId="292820655" sldId="291"/>
            <ac:spMk id="10" creationId="{B8E8AAF9-CDAF-C04D-2DD2-4AD6663EE12E}"/>
          </ac:spMkLst>
        </pc:spChg>
        <pc:spChg chg="add mod">
          <ac:chgData name="Toby Donaldson" userId="2e6e5431-bb17-4c41-9985-d39c50d83c73" providerId="ADAL" clId="{7F9681A8-EEE2-56F4-9B39-ECCBEE0471AC}" dt="2026-01-16T23:48:11.119" v="6508" actId="1076"/>
          <ac:spMkLst>
            <pc:docMk/>
            <pc:sldMk cId="292820655" sldId="291"/>
            <ac:spMk id="11" creationId="{EF92C321-9529-A6FC-0BBB-B3F9C5C445D1}"/>
          </ac:spMkLst>
        </pc:spChg>
        <pc:spChg chg="mod">
          <ac:chgData name="Toby Donaldson" userId="2e6e5431-bb17-4c41-9985-d39c50d83c73" providerId="ADAL" clId="{7F9681A8-EEE2-56F4-9B39-ECCBEE0471AC}" dt="2026-01-16T23:50:04.300" v="6526" actId="20577"/>
          <ac:spMkLst>
            <pc:docMk/>
            <pc:sldMk cId="292820655" sldId="291"/>
            <ac:spMk id="12" creationId="{F865CAF1-E4D1-D239-0D9A-F57E7ED30244}"/>
          </ac:spMkLst>
        </pc:spChg>
        <pc:spChg chg="add mod">
          <ac:chgData name="Toby Donaldson" userId="2e6e5431-bb17-4c41-9985-d39c50d83c73" providerId="ADAL" clId="{7F9681A8-EEE2-56F4-9B39-ECCBEE0471AC}" dt="2026-01-16T23:52:30.683" v="6566" actId="1076"/>
          <ac:spMkLst>
            <pc:docMk/>
            <pc:sldMk cId="292820655" sldId="291"/>
            <ac:spMk id="14" creationId="{D799BCCD-FD02-AEA6-B051-046F0588949D}"/>
          </ac:spMkLst>
        </pc:spChg>
        <pc:spChg chg="add mod">
          <ac:chgData name="Toby Donaldson" userId="2e6e5431-bb17-4c41-9985-d39c50d83c73" providerId="ADAL" clId="{7F9681A8-EEE2-56F4-9B39-ECCBEE0471AC}" dt="2026-01-16T23:50:49.603" v="6561" actId="2711"/>
          <ac:spMkLst>
            <pc:docMk/>
            <pc:sldMk cId="292820655" sldId="291"/>
            <ac:spMk id="15" creationId="{FFDAFCFD-61EC-CC3E-F01C-C21A5E56A0A1}"/>
          </ac:spMkLst>
        </pc:spChg>
        <pc:spChg chg="mod">
          <ac:chgData name="Toby Donaldson" userId="2e6e5431-bb17-4c41-9985-d39c50d83c73" providerId="ADAL" clId="{7F9681A8-EEE2-56F4-9B39-ECCBEE0471AC}" dt="2026-01-16T23:44:56.166" v="6348" actId="1076"/>
          <ac:spMkLst>
            <pc:docMk/>
            <pc:sldMk cId="292820655" sldId="291"/>
            <ac:spMk id="25" creationId="{B5600289-6182-A217-55E6-8DCA6935533C}"/>
          </ac:spMkLst>
        </pc:spChg>
        <pc:spChg chg="mod">
          <ac:chgData name="Toby Donaldson" userId="2e6e5431-bb17-4c41-9985-d39c50d83c73" providerId="ADAL" clId="{7F9681A8-EEE2-56F4-9B39-ECCBEE0471AC}" dt="2026-01-16T23:43:36.681" v="6324" actId="313"/>
          <ac:spMkLst>
            <pc:docMk/>
            <pc:sldMk cId="292820655" sldId="291"/>
            <ac:spMk id="28" creationId="{8450CA6B-230C-96C8-6A97-764F26274E3A}"/>
          </ac:spMkLst>
        </pc:spChg>
        <pc:spChg chg="mod">
          <ac:chgData name="Toby Donaldson" userId="2e6e5431-bb17-4c41-9985-d39c50d83c73" providerId="ADAL" clId="{7F9681A8-EEE2-56F4-9B39-ECCBEE0471AC}" dt="2026-01-16T23:48:05.148" v="6506" actId="1076"/>
          <ac:spMkLst>
            <pc:docMk/>
            <pc:sldMk cId="292820655" sldId="291"/>
            <ac:spMk id="51" creationId="{A33881D9-4E17-319F-2AFD-949C1A0C96E8}"/>
          </ac:spMkLst>
        </pc:spChg>
        <pc:grpChg chg="add mod">
          <ac:chgData name="Toby Donaldson" userId="2e6e5431-bb17-4c41-9985-d39c50d83c73" providerId="ADAL" clId="{7F9681A8-EEE2-56F4-9B39-ECCBEE0471AC}" dt="2026-01-16T23:48:33.167" v="6515" actId="14100"/>
          <ac:grpSpMkLst>
            <pc:docMk/>
            <pc:sldMk cId="292820655" sldId="291"/>
            <ac:grpSpMk id="7" creationId="{4433C7C0-67E1-8850-AA35-FA7984B6C33C}"/>
          </ac:grpSpMkLst>
        </pc:grpChg>
        <pc:grpChg chg="mod">
          <ac:chgData name="Toby Donaldson" userId="2e6e5431-bb17-4c41-9985-d39c50d83c73" providerId="ADAL" clId="{7F9681A8-EEE2-56F4-9B39-ECCBEE0471AC}" dt="2026-01-16T23:44:56.166" v="6348" actId="1076"/>
          <ac:grpSpMkLst>
            <pc:docMk/>
            <pc:sldMk cId="292820655" sldId="291"/>
            <ac:grpSpMk id="30" creationId="{3C8D610B-B989-3A3A-0B1C-A7C8255EFB07}"/>
          </ac:grpSpMkLst>
        </pc:grpChg>
        <pc:grpChg chg="mod">
          <ac:chgData name="Toby Donaldson" userId="2e6e5431-bb17-4c41-9985-d39c50d83c73" providerId="ADAL" clId="{7F9681A8-EEE2-56F4-9B39-ECCBEE0471AC}" dt="2026-01-16T23:44:56.166" v="6348" actId="1076"/>
          <ac:grpSpMkLst>
            <pc:docMk/>
            <pc:sldMk cId="292820655" sldId="291"/>
            <ac:grpSpMk id="31" creationId="{AAE01661-2116-D1FD-4AE9-6E7C1977463E}"/>
          </ac:grpSpMkLst>
        </pc:grpChg>
        <pc:grpChg chg="mod">
          <ac:chgData name="Toby Donaldson" userId="2e6e5431-bb17-4c41-9985-d39c50d83c73" providerId="ADAL" clId="{7F9681A8-EEE2-56F4-9B39-ECCBEE0471AC}" dt="2026-01-16T23:44:56.166" v="6348" actId="1076"/>
          <ac:grpSpMkLst>
            <pc:docMk/>
            <pc:sldMk cId="292820655" sldId="291"/>
            <ac:grpSpMk id="35" creationId="{DBB52EEF-F622-9E08-BB5C-D80F23B8D7CD}"/>
          </ac:grpSpMkLst>
        </pc:grpChg>
        <pc:grpChg chg="mod">
          <ac:chgData name="Toby Donaldson" userId="2e6e5431-bb17-4c41-9985-d39c50d83c73" providerId="ADAL" clId="{7F9681A8-EEE2-56F4-9B39-ECCBEE0471AC}" dt="2026-01-16T23:44:56.166" v="6348" actId="1076"/>
          <ac:grpSpMkLst>
            <pc:docMk/>
            <pc:sldMk cId="292820655" sldId="291"/>
            <ac:grpSpMk id="39" creationId="{CC665EEF-E29E-8F42-8A85-7C17B22F5F8F}"/>
          </ac:grpSpMkLst>
        </pc:grpChg>
        <pc:grpChg chg="mod">
          <ac:chgData name="Toby Donaldson" userId="2e6e5431-bb17-4c41-9985-d39c50d83c73" providerId="ADAL" clId="{7F9681A8-EEE2-56F4-9B39-ECCBEE0471AC}" dt="2026-01-16T23:47:37.835" v="6498" actId="1076"/>
          <ac:grpSpMkLst>
            <pc:docMk/>
            <pc:sldMk cId="292820655" sldId="291"/>
            <ac:grpSpMk id="43" creationId="{E1958AB4-D5DD-C1D4-3CF3-1F56396CBD26}"/>
          </ac:grpSpMkLst>
        </pc:grpChg>
        <pc:grpChg chg="mod">
          <ac:chgData name="Toby Donaldson" userId="2e6e5431-bb17-4c41-9985-d39c50d83c73" providerId="ADAL" clId="{7F9681A8-EEE2-56F4-9B39-ECCBEE0471AC}" dt="2026-01-16T23:44:56.166" v="6348" actId="1076"/>
          <ac:grpSpMkLst>
            <pc:docMk/>
            <pc:sldMk cId="292820655" sldId="291"/>
            <ac:grpSpMk id="47" creationId="{3ACF2008-1D15-CBE6-971A-90EA90BD6BCA}"/>
          </ac:grpSpMkLst>
        </pc:grpChg>
      </pc:sldChg>
      <pc:sldChg chg="addSp delSp modSp add del mod">
        <pc:chgData name="Toby Donaldson" userId="2e6e5431-bb17-4c41-9985-d39c50d83c73" providerId="ADAL" clId="{7F9681A8-EEE2-56F4-9B39-ECCBEE0471AC}" dt="2026-01-16T23:55:56.607" v="6707" actId="2696"/>
        <pc:sldMkLst>
          <pc:docMk/>
          <pc:sldMk cId="1504340182" sldId="292"/>
        </pc:sldMkLst>
        <pc:spChg chg="add mod">
          <ac:chgData name="Toby Donaldson" userId="2e6e5431-bb17-4c41-9985-d39c50d83c73" providerId="ADAL" clId="{7F9681A8-EEE2-56F4-9B39-ECCBEE0471AC}" dt="2026-01-16T23:53:18.008" v="6570"/>
          <ac:spMkLst>
            <pc:docMk/>
            <pc:sldMk cId="1504340182" sldId="292"/>
            <ac:spMk id="6" creationId="{A6C0F8FE-7083-1135-ABDD-7F19D6FA47EE}"/>
          </ac:spMkLst>
        </pc:spChg>
        <pc:spChg chg="mod">
          <ac:chgData name="Toby Donaldson" userId="2e6e5431-bb17-4c41-9985-d39c50d83c73" providerId="ADAL" clId="{7F9681A8-EEE2-56F4-9B39-ECCBEE0471AC}" dt="2026-01-16T23:55:04.764" v="6576" actId="20577"/>
          <ac:spMkLst>
            <pc:docMk/>
            <pc:sldMk cId="1504340182" sldId="292"/>
            <ac:spMk id="10" creationId="{EB318751-8D89-A631-1C34-4BA52A3399F9}"/>
          </ac:spMkLst>
        </pc:spChg>
        <pc:spChg chg="mod">
          <ac:chgData name="Toby Donaldson" userId="2e6e5431-bb17-4c41-9985-d39c50d83c73" providerId="ADAL" clId="{7F9681A8-EEE2-56F4-9B39-ECCBEE0471AC}" dt="2026-01-16T23:51:19.683" v="6565" actId="692"/>
          <ac:spMkLst>
            <pc:docMk/>
            <pc:sldMk cId="1504340182" sldId="292"/>
            <ac:spMk id="13" creationId="{B668001F-AB82-C053-007D-476C67C87A37}"/>
          </ac:spMkLst>
        </pc:spChg>
        <pc:spChg chg="mod">
          <ac:chgData name="Toby Donaldson" userId="2e6e5431-bb17-4c41-9985-d39c50d83c73" providerId="ADAL" clId="{7F9681A8-EEE2-56F4-9B39-ECCBEE0471AC}" dt="2026-01-16T23:55:51.039" v="6705" actId="1076"/>
          <ac:spMkLst>
            <pc:docMk/>
            <pc:sldMk cId="1504340182" sldId="292"/>
            <ac:spMk id="15" creationId="{266EA3EC-F2FF-D224-28B3-3BD06EE18448}"/>
          </ac:spMkLst>
        </pc:spChg>
        <pc:spChg chg="mod">
          <ac:chgData name="Toby Donaldson" userId="2e6e5431-bb17-4c41-9985-d39c50d83c73" providerId="ADAL" clId="{7F9681A8-EEE2-56F4-9B39-ECCBEE0471AC}" dt="2026-01-16T23:55:01.453" v="6573" actId="20577"/>
          <ac:spMkLst>
            <pc:docMk/>
            <pc:sldMk cId="1504340182" sldId="292"/>
            <ac:spMk id="29" creationId="{27366F42-23C2-D1B1-41DD-A431FA74E808}"/>
          </ac:spMkLst>
        </pc:spChg>
        <pc:spChg chg="mod">
          <ac:chgData name="Toby Donaldson" userId="2e6e5431-bb17-4c41-9985-d39c50d83c73" providerId="ADAL" clId="{7F9681A8-EEE2-56F4-9B39-ECCBEE0471AC}" dt="2026-01-16T23:55:00.299" v="6572" actId="20577"/>
          <ac:spMkLst>
            <pc:docMk/>
            <pc:sldMk cId="1504340182" sldId="292"/>
            <ac:spMk id="34" creationId="{91279CC3-050E-DCFB-76C0-1C72C3123F9D}"/>
          </ac:spMkLst>
        </pc:spChg>
        <pc:spChg chg="mod">
          <ac:chgData name="Toby Donaldson" userId="2e6e5431-bb17-4c41-9985-d39c50d83c73" providerId="ADAL" clId="{7F9681A8-EEE2-56F4-9B39-ECCBEE0471AC}" dt="2026-01-16T23:55:03.530" v="6575" actId="20577"/>
          <ac:spMkLst>
            <pc:docMk/>
            <pc:sldMk cId="1504340182" sldId="292"/>
            <ac:spMk id="38" creationId="{D74FB770-D500-378C-D62D-E640458A6A6B}"/>
          </ac:spMkLst>
        </pc:spChg>
        <pc:spChg chg="mod">
          <ac:chgData name="Toby Donaldson" userId="2e6e5431-bb17-4c41-9985-d39c50d83c73" providerId="ADAL" clId="{7F9681A8-EEE2-56F4-9B39-ECCBEE0471AC}" dt="2026-01-16T23:55:02.570" v="6574" actId="20577"/>
          <ac:spMkLst>
            <pc:docMk/>
            <pc:sldMk cId="1504340182" sldId="292"/>
            <ac:spMk id="42" creationId="{F973ABAD-F1AF-C23B-4A13-EB960CF81898}"/>
          </ac:spMkLst>
        </pc:spChg>
        <pc:spChg chg="mod">
          <ac:chgData name="Toby Donaldson" userId="2e6e5431-bb17-4c41-9985-d39c50d83c73" providerId="ADAL" clId="{7F9681A8-EEE2-56F4-9B39-ECCBEE0471AC}" dt="2026-01-16T23:55:05.976" v="6577" actId="20577"/>
          <ac:spMkLst>
            <pc:docMk/>
            <pc:sldMk cId="1504340182" sldId="292"/>
            <ac:spMk id="46" creationId="{47354D9E-BC9B-1C9F-F671-53FB2A66340D}"/>
          </ac:spMkLst>
        </pc:spChg>
        <pc:spChg chg="mod">
          <ac:chgData name="Toby Donaldson" userId="2e6e5431-bb17-4c41-9985-d39c50d83c73" providerId="ADAL" clId="{7F9681A8-EEE2-56F4-9B39-ECCBEE0471AC}" dt="2026-01-16T23:54:59.165" v="6571" actId="20577"/>
          <ac:spMkLst>
            <pc:docMk/>
            <pc:sldMk cId="1504340182" sldId="292"/>
            <ac:spMk id="50" creationId="{C22DD1C2-5F82-E7A0-F39A-4F81DBF78FDB}"/>
          </ac:spMkLst>
        </pc:spChg>
      </pc:sldChg>
      <pc:sldChg chg="addSp modSp add mod">
        <pc:chgData name="Toby Donaldson" userId="2e6e5431-bb17-4c41-9985-d39c50d83c73" providerId="ADAL" clId="{7F9681A8-EEE2-56F4-9B39-ECCBEE0471AC}" dt="2026-01-16T23:56:56.964" v="6816" actId="20577"/>
        <pc:sldMkLst>
          <pc:docMk/>
          <pc:sldMk cId="3568791978" sldId="293"/>
        </pc:sldMkLst>
        <pc:spChg chg="add mod">
          <ac:chgData name="Toby Donaldson" userId="2e6e5431-bb17-4c41-9985-d39c50d83c73" providerId="ADAL" clId="{7F9681A8-EEE2-56F4-9B39-ECCBEE0471AC}" dt="2026-01-16T23:56:52.174" v="6815" actId="2711"/>
          <ac:spMkLst>
            <pc:docMk/>
            <pc:sldMk cId="3568791978" sldId="293"/>
            <ac:spMk id="4" creationId="{081E3632-D0B3-174B-86CE-71B590234DFA}"/>
          </ac:spMkLst>
        </pc:spChg>
        <pc:spChg chg="mod">
          <ac:chgData name="Toby Donaldson" userId="2e6e5431-bb17-4c41-9985-d39c50d83c73" providerId="ADAL" clId="{7F9681A8-EEE2-56F4-9B39-ECCBEE0471AC}" dt="2026-01-16T23:56:56.964" v="6816" actId="20577"/>
          <ac:spMkLst>
            <pc:docMk/>
            <pc:sldMk cId="3568791978" sldId="293"/>
            <ac:spMk id="9" creationId="{0B0B06FF-13CE-D593-D4BC-D5A3A8D58E83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16T23:58:00.804" v="6885" actId="21"/>
        <pc:sldMkLst>
          <pc:docMk/>
          <pc:sldMk cId="3912922801" sldId="294"/>
        </pc:sldMkLst>
        <pc:spChg chg="mod">
          <ac:chgData name="Toby Donaldson" userId="2e6e5431-bb17-4c41-9985-d39c50d83c73" providerId="ADAL" clId="{7F9681A8-EEE2-56F4-9B39-ECCBEE0471AC}" dt="2026-01-16T23:57:40.418" v="6875" actId="1076"/>
          <ac:spMkLst>
            <pc:docMk/>
            <pc:sldMk cId="3912922801" sldId="294"/>
            <ac:spMk id="15" creationId="{B41A60EE-EA9C-6D33-2022-10A5589566BD}"/>
          </ac:spMkLst>
        </pc:spChg>
        <pc:grpChg chg="add del">
          <ac:chgData name="Toby Donaldson" userId="2e6e5431-bb17-4c41-9985-d39c50d83c73" providerId="ADAL" clId="{7F9681A8-EEE2-56F4-9B39-ECCBEE0471AC}" dt="2026-01-16T23:57:52.895" v="6881" actId="21"/>
          <ac:grpSpMkLst>
            <pc:docMk/>
            <pc:sldMk cId="3912922801" sldId="294"/>
            <ac:grpSpMk id="7" creationId="{42D368BD-2415-61D4-A52F-75F5D0CA06AE}"/>
          </ac:grpSpMkLst>
        </pc:grpChg>
      </pc:sldChg>
      <pc:sldChg chg="delSp modSp add mod">
        <pc:chgData name="Toby Donaldson" userId="2e6e5431-bb17-4c41-9985-d39c50d83c73" providerId="ADAL" clId="{7F9681A8-EEE2-56F4-9B39-ECCBEE0471AC}" dt="2026-01-16T23:59:01.368" v="7004" actId="1076"/>
        <pc:sldMkLst>
          <pc:docMk/>
          <pc:sldMk cId="2165368267" sldId="295"/>
        </pc:sldMkLst>
        <pc:spChg chg="mod">
          <ac:chgData name="Toby Donaldson" userId="2e6e5431-bb17-4c41-9985-d39c50d83c73" providerId="ADAL" clId="{7F9681A8-EEE2-56F4-9B39-ECCBEE0471AC}" dt="2026-01-16T23:59:01.368" v="7004" actId="1076"/>
          <ac:spMkLst>
            <pc:docMk/>
            <pc:sldMk cId="2165368267" sldId="295"/>
            <ac:spMk id="12" creationId="{12F3AEE2-D761-930B-ADB6-F3F0314C6C67}"/>
          </ac:spMkLst>
        </pc:spChg>
        <pc:spChg chg="mod">
          <ac:chgData name="Toby Donaldson" userId="2e6e5431-bb17-4c41-9985-d39c50d83c73" providerId="ADAL" clId="{7F9681A8-EEE2-56F4-9B39-ECCBEE0471AC}" dt="2026-01-16T23:58:53.057" v="7002" actId="2711"/>
          <ac:spMkLst>
            <pc:docMk/>
            <pc:sldMk cId="2165368267" sldId="295"/>
            <ac:spMk id="15" creationId="{ED321FE9-F01C-88C7-F084-4FC955E83784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17T00:00:18.130" v="7056" actId="692"/>
        <pc:sldMkLst>
          <pc:docMk/>
          <pc:sldMk cId="797700995" sldId="296"/>
        </pc:sldMkLst>
        <pc:spChg chg="mod">
          <ac:chgData name="Toby Donaldson" userId="2e6e5431-bb17-4c41-9985-d39c50d83c73" providerId="ADAL" clId="{7F9681A8-EEE2-56F4-9B39-ECCBEE0471AC}" dt="2026-01-16T23:59:54.124" v="7054" actId="1076"/>
          <ac:spMkLst>
            <pc:docMk/>
            <pc:sldMk cId="797700995" sldId="296"/>
            <ac:spMk id="6" creationId="{E55DBF1A-050C-092E-5082-AE1202401398}"/>
          </ac:spMkLst>
        </pc:spChg>
        <pc:spChg chg="mod">
          <ac:chgData name="Toby Donaldson" userId="2e6e5431-bb17-4c41-9985-d39c50d83c73" providerId="ADAL" clId="{7F9681A8-EEE2-56F4-9B39-ECCBEE0471AC}" dt="2026-01-16T23:59:46.875" v="7052" actId="1076"/>
          <ac:spMkLst>
            <pc:docMk/>
            <pc:sldMk cId="797700995" sldId="296"/>
            <ac:spMk id="12" creationId="{FE4A9682-BE76-7587-9B05-EA41C2B6C827}"/>
          </ac:spMkLst>
        </pc:spChg>
        <pc:spChg chg="mod">
          <ac:chgData name="Toby Donaldson" userId="2e6e5431-bb17-4c41-9985-d39c50d83c73" providerId="ADAL" clId="{7F9681A8-EEE2-56F4-9B39-ECCBEE0471AC}" dt="2026-01-16T23:59:41.286" v="7051" actId="14100"/>
          <ac:spMkLst>
            <pc:docMk/>
            <pc:sldMk cId="797700995" sldId="296"/>
            <ac:spMk id="15" creationId="{9132E3DE-5568-7BBC-841A-F6BF357FA70E}"/>
          </ac:spMkLst>
        </pc:spChg>
        <pc:cxnChg chg="add mod">
          <ac:chgData name="Toby Donaldson" userId="2e6e5431-bb17-4c41-9985-d39c50d83c73" providerId="ADAL" clId="{7F9681A8-EEE2-56F4-9B39-ECCBEE0471AC}" dt="2026-01-17T00:00:18.130" v="7056" actId="692"/>
          <ac:cxnSpMkLst>
            <pc:docMk/>
            <pc:sldMk cId="797700995" sldId="296"/>
            <ac:cxnSpMk id="5" creationId="{39FB76CD-2EB1-4BA6-2633-0B57E7A8E34B}"/>
          </ac:cxnSpMkLst>
        </pc:cxnChg>
      </pc:sldChg>
      <pc:sldChg chg="addSp modSp add mod">
        <pc:chgData name="Toby Donaldson" userId="2e6e5431-bb17-4c41-9985-d39c50d83c73" providerId="ADAL" clId="{7F9681A8-EEE2-56F4-9B39-ECCBEE0471AC}" dt="2026-01-17T00:03:43.798" v="7205"/>
        <pc:sldMkLst>
          <pc:docMk/>
          <pc:sldMk cId="2043113132" sldId="297"/>
        </pc:sldMkLst>
        <pc:spChg chg="mod">
          <ac:chgData name="Toby Donaldson" userId="2e6e5431-bb17-4c41-9985-d39c50d83c73" providerId="ADAL" clId="{7F9681A8-EEE2-56F4-9B39-ECCBEE0471AC}" dt="2026-01-17T00:01:03.335" v="7140" actId="1076"/>
          <ac:spMkLst>
            <pc:docMk/>
            <pc:sldMk cId="2043113132" sldId="297"/>
            <ac:spMk id="15" creationId="{911165D6-D176-A0EB-CEC8-7C8575231B56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17T00:05:56.120" v="7317" actId="207"/>
        <pc:sldMkLst>
          <pc:docMk/>
          <pc:sldMk cId="3885555930" sldId="298"/>
        </pc:sldMkLst>
        <pc:spChg chg="mod">
          <ac:chgData name="Toby Donaldson" userId="2e6e5431-bb17-4c41-9985-d39c50d83c73" providerId="ADAL" clId="{7F9681A8-EEE2-56F4-9B39-ECCBEE0471AC}" dt="2026-01-17T00:02:29.817" v="7197" actId="207"/>
          <ac:spMkLst>
            <pc:docMk/>
            <pc:sldMk cId="3885555930" sldId="298"/>
            <ac:spMk id="3" creationId="{65644DBE-5EB4-1C29-FB35-18E930FBA35B}"/>
          </ac:spMkLst>
        </pc:spChg>
        <pc:spChg chg="mod">
          <ac:chgData name="Toby Donaldson" userId="2e6e5431-bb17-4c41-9985-d39c50d83c73" providerId="ADAL" clId="{7F9681A8-EEE2-56F4-9B39-ECCBEE0471AC}" dt="2026-01-17T00:03:46.717" v="7206"/>
          <ac:spMkLst>
            <pc:docMk/>
            <pc:sldMk cId="3885555930" sldId="298"/>
            <ac:spMk id="8" creationId="{6C83AFB7-5C97-B2AB-F477-E77D704CFF42}"/>
          </ac:spMkLst>
        </pc:spChg>
        <pc:spChg chg="mod">
          <ac:chgData name="Toby Donaldson" userId="2e6e5431-bb17-4c41-9985-d39c50d83c73" providerId="ADAL" clId="{7F9681A8-EEE2-56F4-9B39-ECCBEE0471AC}" dt="2026-01-17T00:04:11.552" v="7210" actId="207"/>
          <ac:spMkLst>
            <pc:docMk/>
            <pc:sldMk cId="3885555930" sldId="298"/>
            <ac:spMk id="9" creationId="{87D1B816-E1AF-0340-8D10-75A0F120981F}"/>
          </ac:spMkLst>
        </pc:spChg>
        <pc:spChg chg="mod">
          <ac:chgData name="Toby Donaldson" userId="2e6e5431-bb17-4c41-9985-d39c50d83c73" providerId="ADAL" clId="{7F9681A8-EEE2-56F4-9B39-ECCBEE0471AC}" dt="2026-01-17T00:03:46.717" v="7206"/>
          <ac:spMkLst>
            <pc:docMk/>
            <pc:sldMk cId="3885555930" sldId="298"/>
            <ac:spMk id="10" creationId="{3D628ED1-5A63-E578-66AE-DCD5698BF390}"/>
          </ac:spMkLst>
        </pc:spChg>
        <pc:spChg chg="add mod">
          <ac:chgData name="Toby Donaldson" userId="2e6e5431-bb17-4c41-9985-d39c50d83c73" providerId="ADAL" clId="{7F9681A8-EEE2-56F4-9B39-ECCBEE0471AC}" dt="2026-01-17T00:04:15.820" v="7211" actId="207"/>
          <ac:spMkLst>
            <pc:docMk/>
            <pc:sldMk cId="3885555930" sldId="298"/>
            <ac:spMk id="11" creationId="{225F8083-CC34-EAD3-4EEC-EEED8ACF59C0}"/>
          </ac:spMkLst>
        </pc:spChg>
        <pc:spChg chg="mod">
          <ac:chgData name="Toby Donaldson" userId="2e6e5431-bb17-4c41-9985-d39c50d83c73" providerId="ADAL" clId="{7F9681A8-EEE2-56F4-9B39-ECCBEE0471AC}" dt="2026-01-17T00:03:05.703" v="7202" actId="207"/>
          <ac:spMkLst>
            <pc:docMk/>
            <pc:sldMk cId="3885555930" sldId="298"/>
            <ac:spMk id="12" creationId="{0EFF0428-70D4-4FAF-89DD-B3139C845621}"/>
          </ac:spMkLst>
        </pc:spChg>
        <pc:spChg chg="mod">
          <ac:chgData name="Toby Donaldson" userId="2e6e5431-bb17-4c41-9985-d39c50d83c73" providerId="ADAL" clId="{7F9681A8-EEE2-56F4-9B39-ECCBEE0471AC}" dt="2026-01-17T00:05:27.117" v="7310" actId="14100"/>
          <ac:spMkLst>
            <pc:docMk/>
            <pc:sldMk cId="3885555930" sldId="298"/>
            <ac:spMk id="15" creationId="{0DAD3FBC-CC1B-E405-9C96-4523401A4EBC}"/>
          </ac:spMkLst>
        </pc:spChg>
        <pc:spChg chg="add mod">
          <ac:chgData name="Toby Donaldson" userId="2e6e5431-bb17-4c41-9985-d39c50d83c73" providerId="ADAL" clId="{7F9681A8-EEE2-56F4-9B39-ECCBEE0471AC}" dt="2026-01-17T00:05:56.120" v="7317" actId="207"/>
          <ac:spMkLst>
            <pc:docMk/>
            <pc:sldMk cId="3885555930" sldId="298"/>
            <ac:spMk id="18" creationId="{704013F0-40CE-C897-17FC-3258CE65755F}"/>
          </ac:spMkLst>
        </pc:spChg>
        <pc:grpChg chg="add mod">
          <ac:chgData name="Toby Donaldson" userId="2e6e5431-bb17-4c41-9985-d39c50d83c73" providerId="ADAL" clId="{7F9681A8-EEE2-56F4-9B39-ECCBEE0471AC}" dt="2026-01-17T00:03:46.717" v="7206"/>
          <ac:grpSpMkLst>
            <pc:docMk/>
            <pc:sldMk cId="3885555930" sldId="298"/>
            <ac:grpSpMk id="7" creationId="{F76CC3EE-61D3-4626-38B0-9021FE58A400}"/>
          </ac:grpSpMkLst>
        </pc:grpChg>
        <pc:cxnChg chg="mod">
          <ac:chgData name="Toby Donaldson" userId="2e6e5431-bb17-4c41-9985-d39c50d83c73" providerId="ADAL" clId="{7F9681A8-EEE2-56F4-9B39-ECCBEE0471AC}" dt="2026-01-17T00:03:39.406" v="7204" actId="21"/>
          <ac:cxnSpMkLst>
            <pc:docMk/>
            <pc:sldMk cId="3885555930" sldId="298"/>
            <ac:cxnSpMk id="5" creationId="{90440E35-E6A0-0AD7-AF45-F2F79A74166B}"/>
          </ac:cxnSpMkLst>
        </pc:cxnChg>
        <pc:cxnChg chg="add mod">
          <ac:chgData name="Toby Donaldson" userId="2e6e5431-bb17-4c41-9985-d39c50d83c73" providerId="ADAL" clId="{7F9681A8-EEE2-56F4-9B39-ECCBEE0471AC}" dt="2026-01-17T00:04:05.029" v="7209" actId="692"/>
          <ac:cxnSpMkLst>
            <pc:docMk/>
            <pc:sldMk cId="3885555930" sldId="298"/>
            <ac:cxnSpMk id="13" creationId="{919AD971-73E6-23AC-F3EA-09B65BE3A9DF}"/>
          </ac:cxnSpMkLst>
        </pc:cxnChg>
        <pc:cxnChg chg="add mod">
          <ac:chgData name="Toby Donaldson" userId="2e6e5431-bb17-4c41-9985-d39c50d83c73" providerId="ADAL" clId="{7F9681A8-EEE2-56F4-9B39-ECCBEE0471AC}" dt="2026-01-17T00:05:27.117" v="7310" actId="14100"/>
          <ac:cxnSpMkLst>
            <pc:docMk/>
            <pc:sldMk cId="3885555930" sldId="298"/>
            <ac:cxnSpMk id="16" creationId="{B71D99BF-FE08-31D1-37B7-5E322CD4B87A}"/>
          </ac:cxnSpMkLst>
        </pc:cxnChg>
      </pc:sldChg>
      <pc:sldChg chg="delSp modSp add mod">
        <pc:chgData name="Toby Donaldson" userId="2e6e5431-bb17-4c41-9985-d39c50d83c73" providerId="ADAL" clId="{7F9681A8-EEE2-56F4-9B39-ECCBEE0471AC}" dt="2026-01-17T00:11:15.337" v="7456" actId="20577"/>
        <pc:sldMkLst>
          <pc:docMk/>
          <pc:sldMk cId="564620686" sldId="299"/>
        </pc:sldMkLst>
        <pc:spChg chg="mod">
          <ac:chgData name="Toby Donaldson" userId="2e6e5431-bb17-4c41-9985-d39c50d83c73" providerId="ADAL" clId="{7F9681A8-EEE2-56F4-9B39-ECCBEE0471AC}" dt="2026-01-17T00:08:52.036" v="7450" actId="207"/>
          <ac:spMkLst>
            <pc:docMk/>
            <pc:sldMk cId="564620686" sldId="299"/>
            <ac:spMk id="3" creationId="{E7E8E535-8ADB-DC61-81EF-58840A9162FC}"/>
          </ac:spMkLst>
        </pc:spChg>
        <pc:spChg chg="mod">
          <ac:chgData name="Toby Donaldson" userId="2e6e5431-bb17-4c41-9985-d39c50d83c73" providerId="ADAL" clId="{7F9681A8-EEE2-56F4-9B39-ECCBEE0471AC}" dt="2026-01-17T00:09:11.170" v="7453" actId="20577"/>
          <ac:spMkLst>
            <pc:docMk/>
            <pc:sldMk cId="564620686" sldId="299"/>
            <ac:spMk id="9" creationId="{7D82ACA7-0DD0-8E17-EF2B-31AA13F87380}"/>
          </ac:spMkLst>
        </pc:spChg>
        <pc:spChg chg="mod">
          <ac:chgData name="Toby Donaldson" userId="2e6e5431-bb17-4c41-9985-d39c50d83c73" providerId="ADAL" clId="{7F9681A8-EEE2-56F4-9B39-ECCBEE0471AC}" dt="2026-01-17T00:11:15.337" v="7456" actId="20577"/>
          <ac:spMkLst>
            <pc:docMk/>
            <pc:sldMk cId="564620686" sldId="299"/>
            <ac:spMk id="15" creationId="{46F8AA1B-1BCD-7EF6-0AE6-8AE8060D44F4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1-17T00:23:10.971" v="8325" actId="27636"/>
        <pc:sldMkLst>
          <pc:docMk/>
          <pc:sldMk cId="2335496170" sldId="300"/>
        </pc:sldMkLst>
        <pc:spChg chg="mod">
          <ac:chgData name="Toby Donaldson" userId="2e6e5431-bb17-4c41-9985-d39c50d83c73" providerId="ADAL" clId="{7F9681A8-EEE2-56F4-9B39-ECCBEE0471AC}" dt="2026-01-17T00:13:44.033" v="7473" actId="20577"/>
          <ac:spMkLst>
            <pc:docMk/>
            <pc:sldMk cId="2335496170" sldId="300"/>
            <ac:spMk id="2" creationId="{2BA4252B-01AE-E151-A412-41B1764A3AD1}"/>
          </ac:spMkLst>
        </pc:spChg>
        <pc:spChg chg="mod">
          <ac:chgData name="Toby Donaldson" userId="2e6e5431-bb17-4c41-9985-d39c50d83c73" providerId="ADAL" clId="{7F9681A8-EEE2-56F4-9B39-ECCBEE0471AC}" dt="2026-01-17T00:23:10.971" v="8325" actId="27636"/>
          <ac:spMkLst>
            <pc:docMk/>
            <pc:sldMk cId="2335496170" sldId="300"/>
            <ac:spMk id="3" creationId="{E18A3F9C-E54B-5C5C-D2C3-4225338C6A62}"/>
          </ac:spMkLst>
        </pc:spChg>
        <pc:spChg chg="add mod">
          <ac:chgData name="Toby Donaldson" userId="2e6e5431-bb17-4c41-9985-d39c50d83c73" providerId="ADAL" clId="{7F9681A8-EEE2-56F4-9B39-ECCBEE0471AC}" dt="2026-01-17T00:21:26.457" v="8176" actId="1076"/>
          <ac:spMkLst>
            <pc:docMk/>
            <pc:sldMk cId="2335496170" sldId="300"/>
            <ac:spMk id="4" creationId="{9E0BB8A7-6B45-CEDD-7B4B-B1736161F6CA}"/>
          </ac:spMkLst>
        </pc:spChg>
      </pc:sldChg>
      <pc:sldChg chg="modSp add mod">
        <pc:chgData name="Toby Donaldson" userId="2e6e5431-bb17-4c41-9985-d39c50d83c73" providerId="ADAL" clId="{7F9681A8-EEE2-56F4-9B39-ECCBEE0471AC}" dt="2026-01-17T00:23:34.126" v="8327" actId="20577"/>
        <pc:sldMkLst>
          <pc:docMk/>
          <pc:sldMk cId="3719047719" sldId="301"/>
        </pc:sldMkLst>
        <pc:spChg chg="mod">
          <ac:chgData name="Toby Donaldson" userId="2e6e5431-bb17-4c41-9985-d39c50d83c73" providerId="ADAL" clId="{7F9681A8-EEE2-56F4-9B39-ECCBEE0471AC}" dt="2026-01-17T00:23:34.126" v="8327" actId="20577"/>
          <ac:spMkLst>
            <pc:docMk/>
            <pc:sldMk cId="3719047719" sldId="301"/>
            <ac:spMk id="3" creationId="{6AF1AD74-03FC-87F3-C6A5-BC051A2CA52E}"/>
          </ac:spMkLst>
        </pc:spChg>
        <pc:spChg chg="mod">
          <ac:chgData name="Toby Donaldson" userId="2e6e5431-bb17-4c41-9985-d39c50d83c73" providerId="ADAL" clId="{7F9681A8-EEE2-56F4-9B39-ECCBEE0471AC}" dt="2026-01-17T00:23:19.356" v="8326" actId="20577"/>
          <ac:spMkLst>
            <pc:docMk/>
            <pc:sldMk cId="3719047719" sldId="301"/>
            <ac:spMk id="5" creationId="{66107AF5-50F2-6B83-F0D0-99442B108D2A}"/>
          </ac:spMkLst>
        </pc:spChg>
      </pc:sldChg>
      <pc:sldChg chg="addSp modSp new mod">
        <pc:chgData name="Toby Donaldson" userId="2e6e5431-bb17-4c41-9985-d39c50d83c73" providerId="ADAL" clId="{7F9681A8-EEE2-56F4-9B39-ECCBEE0471AC}" dt="2026-01-17T00:43:38.911" v="9998" actId="20577"/>
        <pc:sldMkLst>
          <pc:docMk/>
          <pc:sldMk cId="2031637356" sldId="302"/>
        </pc:sldMkLst>
        <pc:spChg chg="mod">
          <ac:chgData name="Toby Donaldson" userId="2e6e5431-bb17-4c41-9985-d39c50d83c73" providerId="ADAL" clId="{7F9681A8-EEE2-56F4-9B39-ECCBEE0471AC}" dt="2026-01-17T00:43:38.911" v="9998" actId="20577"/>
          <ac:spMkLst>
            <pc:docMk/>
            <pc:sldMk cId="2031637356" sldId="302"/>
            <ac:spMk id="2" creationId="{5853DB91-661B-9DBD-B2E2-9944C2A062EA}"/>
          </ac:spMkLst>
        </pc:spChg>
        <pc:spChg chg="mod">
          <ac:chgData name="Toby Donaldson" userId="2e6e5431-bb17-4c41-9985-d39c50d83c73" providerId="ADAL" clId="{7F9681A8-EEE2-56F4-9B39-ECCBEE0471AC}" dt="2026-01-17T00:31:53.653" v="8966" actId="20577"/>
          <ac:spMkLst>
            <pc:docMk/>
            <pc:sldMk cId="2031637356" sldId="302"/>
            <ac:spMk id="3" creationId="{C794CC54-0CAC-CC9A-8CCD-D2A325CE18DB}"/>
          </ac:spMkLst>
        </pc:spChg>
        <pc:spChg chg="add mod">
          <ac:chgData name="Toby Donaldson" userId="2e6e5431-bb17-4c41-9985-d39c50d83c73" providerId="ADAL" clId="{7F9681A8-EEE2-56F4-9B39-ECCBEE0471AC}" dt="2026-01-17T00:30:16.559" v="8917" actId="1076"/>
          <ac:spMkLst>
            <pc:docMk/>
            <pc:sldMk cId="2031637356" sldId="302"/>
            <ac:spMk id="4" creationId="{642FE65F-1A3A-92E8-A7F1-E2EF7B572916}"/>
          </ac:spMkLst>
        </pc:spChg>
        <pc:spChg chg="add mod">
          <ac:chgData name="Toby Donaldson" userId="2e6e5431-bb17-4c41-9985-d39c50d83c73" providerId="ADAL" clId="{7F9681A8-EEE2-56F4-9B39-ECCBEE0471AC}" dt="2026-01-17T00:30:16.559" v="8917" actId="1076"/>
          <ac:spMkLst>
            <pc:docMk/>
            <pc:sldMk cId="2031637356" sldId="302"/>
            <ac:spMk id="5" creationId="{10ECFFD2-5C5F-0401-243F-5E06FF541BB0}"/>
          </ac:spMkLst>
        </pc:spChg>
        <pc:spChg chg="add mod">
          <ac:chgData name="Toby Donaldson" userId="2e6e5431-bb17-4c41-9985-d39c50d83c73" providerId="ADAL" clId="{7F9681A8-EEE2-56F4-9B39-ECCBEE0471AC}" dt="2026-01-17T00:30:16.559" v="8917" actId="1076"/>
          <ac:spMkLst>
            <pc:docMk/>
            <pc:sldMk cId="2031637356" sldId="302"/>
            <ac:spMk id="6" creationId="{1802D5BC-81C5-B68B-1DB8-8F1025BE46A7}"/>
          </ac:spMkLst>
        </pc:spChg>
        <pc:spChg chg="add mod">
          <ac:chgData name="Toby Donaldson" userId="2e6e5431-bb17-4c41-9985-d39c50d83c73" providerId="ADAL" clId="{7F9681A8-EEE2-56F4-9B39-ECCBEE0471AC}" dt="2026-01-17T00:31:22.302" v="8942" actId="555"/>
          <ac:spMkLst>
            <pc:docMk/>
            <pc:sldMk cId="2031637356" sldId="302"/>
            <ac:spMk id="7" creationId="{775975F1-8146-5AFF-B30A-9E9C62B09E80}"/>
          </ac:spMkLst>
        </pc:spChg>
        <pc:spChg chg="add mod">
          <ac:chgData name="Toby Donaldson" userId="2e6e5431-bb17-4c41-9985-d39c50d83c73" providerId="ADAL" clId="{7F9681A8-EEE2-56F4-9B39-ECCBEE0471AC}" dt="2026-01-17T00:31:22.302" v="8942" actId="555"/>
          <ac:spMkLst>
            <pc:docMk/>
            <pc:sldMk cId="2031637356" sldId="302"/>
            <ac:spMk id="8" creationId="{7AC66015-9E54-D05D-F5D2-6E3292AEB600}"/>
          </ac:spMkLst>
        </pc:spChg>
        <pc:spChg chg="add mod">
          <ac:chgData name="Toby Donaldson" userId="2e6e5431-bb17-4c41-9985-d39c50d83c73" providerId="ADAL" clId="{7F9681A8-EEE2-56F4-9B39-ECCBEE0471AC}" dt="2026-01-17T00:31:22.302" v="8942" actId="555"/>
          <ac:spMkLst>
            <pc:docMk/>
            <pc:sldMk cId="2031637356" sldId="302"/>
            <ac:spMk id="9" creationId="{4727E603-97C3-DE7F-20EC-80C454D33597}"/>
          </ac:spMkLst>
        </pc:spChg>
        <pc:spChg chg="add mod">
          <ac:chgData name="Toby Donaldson" userId="2e6e5431-bb17-4c41-9985-d39c50d83c73" providerId="ADAL" clId="{7F9681A8-EEE2-56F4-9B39-ECCBEE0471AC}" dt="2026-01-17T00:30:16.559" v="8917" actId="1076"/>
          <ac:spMkLst>
            <pc:docMk/>
            <pc:sldMk cId="2031637356" sldId="302"/>
            <ac:spMk id="10" creationId="{1C628B0F-D166-CDAF-D4AC-5FECCD380F89}"/>
          </ac:spMkLst>
        </pc:spChg>
        <pc:spChg chg="add mod">
          <ac:chgData name="Toby Donaldson" userId="2e6e5431-bb17-4c41-9985-d39c50d83c73" providerId="ADAL" clId="{7F9681A8-EEE2-56F4-9B39-ECCBEE0471AC}" dt="2026-01-17T00:30:16.559" v="8917" actId="1076"/>
          <ac:spMkLst>
            <pc:docMk/>
            <pc:sldMk cId="2031637356" sldId="302"/>
            <ac:spMk id="11" creationId="{AE6C1263-D8FB-40C4-0207-322B5D734AD1}"/>
          </ac:spMkLst>
        </pc:spChg>
        <pc:spChg chg="add mod">
          <ac:chgData name="Toby Donaldson" userId="2e6e5431-bb17-4c41-9985-d39c50d83c73" providerId="ADAL" clId="{7F9681A8-EEE2-56F4-9B39-ECCBEE0471AC}" dt="2026-01-17T00:30:16.559" v="8917" actId="1076"/>
          <ac:spMkLst>
            <pc:docMk/>
            <pc:sldMk cId="2031637356" sldId="302"/>
            <ac:spMk id="12" creationId="{5BD4BAFB-D2A5-79D6-C47A-595B29098DDF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17T00:43:41.965" v="9999" actId="20577"/>
        <pc:sldMkLst>
          <pc:docMk/>
          <pc:sldMk cId="1067702199" sldId="305"/>
        </pc:sldMkLst>
        <pc:spChg chg="mod">
          <ac:chgData name="Toby Donaldson" userId="2e6e5431-bb17-4c41-9985-d39c50d83c73" providerId="ADAL" clId="{7F9681A8-EEE2-56F4-9B39-ECCBEE0471AC}" dt="2026-01-17T00:43:41.965" v="9999" actId="20577"/>
          <ac:spMkLst>
            <pc:docMk/>
            <pc:sldMk cId="1067702199" sldId="305"/>
            <ac:spMk id="2" creationId="{E2D5D049-E9A9-081B-DFAD-6FB9A12D2959}"/>
          </ac:spMkLst>
        </pc:spChg>
        <pc:spChg chg="mod">
          <ac:chgData name="Toby Donaldson" userId="2e6e5431-bb17-4c41-9985-d39c50d83c73" providerId="ADAL" clId="{7F9681A8-EEE2-56F4-9B39-ECCBEE0471AC}" dt="2026-01-17T00:36:02.441" v="9399" actId="1076"/>
          <ac:spMkLst>
            <pc:docMk/>
            <pc:sldMk cId="1067702199" sldId="305"/>
            <ac:spMk id="3" creationId="{FF912EDC-5E21-7359-F5D1-37CE678BA303}"/>
          </ac:spMkLst>
        </pc:spChg>
        <pc:spChg chg="mod">
          <ac:chgData name="Toby Donaldson" userId="2e6e5431-bb17-4c41-9985-d39c50d83c73" providerId="ADAL" clId="{7F9681A8-EEE2-56F4-9B39-ECCBEE0471AC}" dt="2026-01-17T00:36:08.423" v="9401" actId="1076"/>
          <ac:spMkLst>
            <pc:docMk/>
            <pc:sldMk cId="1067702199" sldId="305"/>
            <ac:spMk id="15" creationId="{84DE72BA-836E-0D2A-CAF0-99FE14C62E0F}"/>
          </ac:spMkLst>
        </pc:spChg>
        <pc:cxnChg chg="mod">
          <ac:chgData name="Toby Donaldson" userId="2e6e5431-bb17-4c41-9985-d39c50d83c73" providerId="ADAL" clId="{7F9681A8-EEE2-56F4-9B39-ECCBEE0471AC}" dt="2026-01-17T00:36:02.441" v="9399" actId="1076"/>
          <ac:cxnSpMkLst>
            <pc:docMk/>
            <pc:sldMk cId="1067702199" sldId="305"/>
            <ac:cxnSpMk id="13" creationId="{C09631E7-47C9-BC6D-DAFD-EA1EE6AB7BBD}"/>
          </ac:cxnSpMkLst>
        </pc:cxnChg>
        <pc:cxnChg chg="mod">
          <ac:chgData name="Toby Donaldson" userId="2e6e5431-bb17-4c41-9985-d39c50d83c73" providerId="ADAL" clId="{7F9681A8-EEE2-56F4-9B39-ECCBEE0471AC}" dt="2026-01-17T00:36:08.423" v="9401" actId="1076"/>
          <ac:cxnSpMkLst>
            <pc:docMk/>
            <pc:sldMk cId="1067702199" sldId="305"/>
            <ac:cxnSpMk id="17" creationId="{DD4FA73C-F53F-F9AD-AF2D-7280374AC1C1}"/>
          </ac:cxnSpMkLst>
        </pc:cxnChg>
      </pc:sldChg>
      <pc:sldChg chg="modSp add mod">
        <pc:chgData name="Toby Donaldson" userId="2e6e5431-bb17-4c41-9985-d39c50d83c73" providerId="ADAL" clId="{7F9681A8-EEE2-56F4-9B39-ECCBEE0471AC}" dt="2026-01-17T00:43:47.428" v="10001" actId="20577"/>
        <pc:sldMkLst>
          <pc:docMk/>
          <pc:sldMk cId="3148466085" sldId="306"/>
        </pc:sldMkLst>
        <pc:spChg chg="mod">
          <ac:chgData name="Toby Donaldson" userId="2e6e5431-bb17-4c41-9985-d39c50d83c73" providerId="ADAL" clId="{7F9681A8-EEE2-56F4-9B39-ECCBEE0471AC}" dt="2026-01-17T00:43:47.428" v="10001" actId="20577"/>
          <ac:spMkLst>
            <pc:docMk/>
            <pc:sldMk cId="3148466085" sldId="306"/>
            <ac:spMk id="2" creationId="{1F076C73-D347-55CD-ED9F-983E0BF5C9C7}"/>
          </ac:spMkLst>
        </pc:spChg>
      </pc:sldChg>
      <pc:sldChg chg="delSp modSp add mod">
        <pc:chgData name="Toby Donaldson" userId="2e6e5431-bb17-4c41-9985-d39c50d83c73" providerId="ADAL" clId="{7F9681A8-EEE2-56F4-9B39-ECCBEE0471AC}" dt="2026-01-17T00:43:44.135" v="10000" actId="20577"/>
        <pc:sldMkLst>
          <pc:docMk/>
          <pc:sldMk cId="2927850925" sldId="307"/>
        </pc:sldMkLst>
        <pc:spChg chg="mod">
          <ac:chgData name="Toby Donaldson" userId="2e6e5431-bb17-4c41-9985-d39c50d83c73" providerId="ADAL" clId="{7F9681A8-EEE2-56F4-9B39-ECCBEE0471AC}" dt="2026-01-17T00:43:44.135" v="10000" actId="20577"/>
          <ac:spMkLst>
            <pc:docMk/>
            <pc:sldMk cId="2927850925" sldId="307"/>
            <ac:spMk id="2" creationId="{D663CE64-7F1F-08C9-973A-A6C92A5C0D13}"/>
          </ac:spMkLst>
        </pc:spChg>
      </pc:sldChg>
      <pc:sldChg chg="addSp modSp add mod">
        <pc:chgData name="Toby Donaldson" userId="2e6e5431-bb17-4c41-9985-d39c50d83c73" providerId="ADAL" clId="{7F9681A8-EEE2-56F4-9B39-ECCBEE0471AC}" dt="2026-01-17T00:43:51.491" v="10002" actId="20577"/>
        <pc:sldMkLst>
          <pc:docMk/>
          <pc:sldMk cId="4273813893" sldId="308"/>
        </pc:sldMkLst>
        <pc:spChg chg="mod">
          <ac:chgData name="Toby Donaldson" userId="2e6e5431-bb17-4c41-9985-d39c50d83c73" providerId="ADAL" clId="{7F9681A8-EEE2-56F4-9B39-ECCBEE0471AC}" dt="2026-01-17T00:43:51.491" v="10002" actId="20577"/>
          <ac:spMkLst>
            <pc:docMk/>
            <pc:sldMk cId="4273813893" sldId="308"/>
            <ac:spMk id="2" creationId="{93C2DC71-DEEE-B0A8-B2EF-68AFB46851A8}"/>
          </ac:spMkLst>
        </pc:spChg>
        <pc:spChg chg="add mod">
          <ac:chgData name="Toby Donaldson" userId="2e6e5431-bb17-4c41-9985-d39c50d83c73" providerId="ADAL" clId="{7F9681A8-EEE2-56F4-9B39-ECCBEE0471AC}" dt="2026-01-17T00:37:16.675" v="9439" actId="1076"/>
          <ac:spMkLst>
            <pc:docMk/>
            <pc:sldMk cId="4273813893" sldId="308"/>
            <ac:spMk id="18" creationId="{7B5CCE65-40F9-DC75-14C1-00EEDE5AC130}"/>
          </ac:spMkLst>
        </pc:spChg>
        <pc:spChg chg="add mod">
          <ac:chgData name="Toby Donaldson" userId="2e6e5431-bb17-4c41-9985-d39c50d83c73" providerId="ADAL" clId="{7F9681A8-EEE2-56F4-9B39-ECCBEE0471AC}" dt="2026-01-17T00:37:22.944" v="9441" actId="1076"/>
          <ac:spMkLst>
            <pc:docMk/>
            <pc:sldMk cId="4273813893" sldId="308"/>
            <ac:spMk id="19" creationId="{67AE2E75-3FB5-176D-14ED-797B83F9C82C}"/>
          </ac:spMkLst>
        </pc:spChg>
        <pc:spChg chg="add mod">
          <ac:chgData name="Toby Donaldson" userId="2e6e5431-bb17-4c41-9985-d39c50d83c73" providerId="ADAL" clId="{7F9681A8-EEE2-56F4-9B39-ECCBEE0471AC}" dt="2026-01-17T00:37:42.121" v="9470" actId="207"/>
          <ac:spMkLst>
            <pc:docMk/>
            <pc:sldMk cId="4273813893" sldId="308"/>
            <ac:spMk id="20" creationId="{36E1F7B2-951D-AEF7-391E-AB595A53F3F9}"/>
          </ac:spMkLst>
        </pc:spChg>
      </pc:sldChg>
      <pc:sldChg chg="addSp modSp add mod ord">
        <pc:chgData name="Toby Donaldson" userId="2e6e5431-bb17-4c41-9985-d39c50d83c73" providerId="ADAL" clId="{7F9681A8-EEE2-56F4-9B39-ECCBEE0471AC}" dt="2026-01-17T00:43:53.786" v="10003" actId="20577"/>
        <pc:sldMkLst>
          <pc:docMk/>
          <pc:sldMk cId="3670051174" sldId="309"/>
        </pc:sldMkLst>
        <pc:spChg chg="mod">
          <ac:chgData name="Toby Donaldson" userId="2e6e5431-bb17-4c41-9985-d39c50d83c73" providerId="ADAL" clId="{7F9681A8-EEE2-56F4-9B39-ECCBEE0471AC}" dt="2026-01-17T00:43:53.786" v="10003" actId="20577"/>
          <ac:spMkLst>
            <pc:docMk/>
            <pc:sldMk cId="3670051174" sldId="309"/>
            <ac:spMk id="2" creationId="{EA417ED5-9279-4687-86B8-C1DE7B5BE9B7}"/>
          </ac:spMkLst>
        </pc:spChg>
        <pc:spChg chg="add mod">
          <ac:chgData name="Toby Donaldson" userId="2e6e5431-bb17-4c41-9985-d39c50d83c73" providerId="ADAL" clId="{7F9681A8-EEE2-56F4-9B39-ECCBEE0471AC}" dt="2026-01-17T00:39:08.478" v="9537" actId="207"/>
          <ac:spMkLst>
            <pc:docMk/>
            <pc:sldMk cId="3670051174" sldId="309"/>
            <ac:spMk id="21" creationId="{B57030C3-9159-E6C3-927E-2C29FC8CF819}"/>
          </ac:spMkLst>
        </pc:spChg>
      </pc:sldChg>
      <pc:sldChg chg="addSp modSp add mod ord">
        <pc:chgData name="Toby Donaldson" userId="2e6e5431-bb17-4c41-9985-d39c50d83c73" providerId="ADAL" clId="{7F9681A8-EEE2-56F4-9B39-ECCBEE0471AC}" dt="2026-01-17T00:43:58.421" v="10004" actId="20577"/>
        <pc:sldMkLst>
          <pc:docMk/>
          <pc:sldMk cId="2120698720" sldId="310"/>
        </pc:sldMkLst>
        <pc:spChg chg="mod">
          <ac:chgData name="Toby Donaldson" userId="2e6e5431-bb17-4c41-9985-d39c50d83c73" providerId="ADAL" clId="{7F9681A8-EEE2-56F4-9B39-ECCBEE0471AC}" dt="2026-01-17T00:43:58.421" v="10004" actId="20577"/>
          <ac:spMkLst>
            <pc:docMk/>
            <pc:sldMk cId="2120698720" sldId="310"/>
            <ac:spMk id="2" creationId="{5677950E-0337-BA06-49FE-60D2D585D6BB}"/>
          </ac:spMkLst>
        </pc:spChg>
        <pc:spChg chg="mod">
          <ac:chgData name="Toby Donaldson" userId="2e6e5431-bb17-4c41-9985-d39c50d83c73" providerId="ADAL" clId="{7F9681A8-EEE2-56F4-9B39-ECCBEE0471AC}" dt="2026-01-17T00:41:53.856" v="9872" actId="207"/>
          <ac:spMkLst>
            <pc:docMk/>
            <pc:sldMk cId="2120698720" sldId="310"/>
            <ac:spMk id="3" creationId="{AB4786FC-487F-A351-73E0-E2D6ACA29BB3}"/>
          </ac:spMkLst>
        </pc:spChg>
        <pc:spChg chg="add mod">
          <ac:chgData name="Toby Donaldson" userId="2e6e5431-bb17-4c41-9985-d39c50d83c73" providerId="ADAL" clId="{7F9681A8-EEE2-56F4-9B39-ECCBEE0471AC}" dt="2026-01-17T00:39:51.242" v="9542"/>
          <ac:spMkLst>
            <pc:docMk/>
            <pc:sldMk cId="2120698720" sldId="310"/>
            <ac:spMk id="13" creationId="{7F73A55B-82A3-F13E-4F69-FD6657E1ED8F}"/>
          </ac:spMkLst>
        </pc:spChg>
        <pc:spChg chg="add mod">
          <ac:chgData name="Toby Donaldson" userId="2e6e5431-bb17-4c41-9985-d39c50d83c73" providerId="ADAL" clId="{7F9681A8-EEE2-56F4-9B39-ECCBEE0471AC}" dt="2026-01-17T00:39:51.242" v="9542"/>
          <ac:spMkLst>
            <pc:docMk/>
            <pc:sldMk cId="2120698720" sldId="310"/>
            <ac:spMk id="14" creationId="{5FF88F07-D960-2984-C118-BA9BD844B9ED}"/>
          </ac:spMkLst>
        </pc:spChg>
        <pc:spChg chg="add mod">
          <ac:chgData name="Toby Donaldson" userId="2e6e5431-bb17-4c41-9985-d39c50d83c73" providerId="ADAL" clId="{7F9681A8-EEE2-56F4-9B39-ECCBEE0471AC}" dt="2026-01-17T00:39:51.242" v="9542"/>
          <ac:spMkLst>
            <pc:docMk/>
            <pc:sldMk cId="2120698720" sldId="310"/>
            <ac:spMk id="15" creationId="{A7F6D58D-B6D1-F884-C549-670AFA47E13B}"/>
          </ac:spMkLst>
        </pc:spChg>
      </pc:sldChg>
      <pc:sldChg chg="modSp new mod">
        <pc:chgData name="Toby Donaldson" userId="2e6e5431-bb17-4c41-9985-d39c50d83c73" providerId="ADAL" clId="{7F9681A8-EEE2-56F4-9B39-ECCBEE0471AC}" dt="2026-01-17T00:48:06.088" v="10843" actId="20577"/>
        <pc:sldMkLst>
          <pc:docMk/>
          <pc:sldMk cId="3216095822" sldId="311"/>
        </pc:sldMkLst>
        <pc:spChg chg="mod">
          <ac:chgData name="Toby Donaldson" userId="2e6e5431-bb17-4c41-9985-d39c50d83c73" providerId="ADAL" clId="{7F9681A8-EEE2-56F4-9B39-ECCBEE0471AC}" dt="2026-01-17T00:44:23.267" v="10031" actId="20577"/>
          <ac:spMkLst>
            <pc:docMk/>
            <pc:sldMk cId="3216095822" sldId="311"/>
            <ac:spMk id="2" creationId="{93DDF909-09B1-3D46-BB5E-DEB7B73ACA7E}"/>
          </ac:spMkLst>
        </pc:spChg>
        <pc:spChg chg="mod">
          <ac:chgData name="Toby Donaldson" userId="2e6e5431-bb17-4c41-9985-d39c50d83c73" providerId="ADAL" clId="{7F9681A8-EEE2-56F4-9B39-ECCBEE0471AC}" dt="2026-01-17T00:48:06.088" v="10843" actId="20577"/>
          <ac:spMkLst>
            <pc:docMk/>
            <pc:sldMk cId="3216095822" sldId="311"/>
            <ac:spMk id="3" creationId="{B2D5783D-A23A-09C4-8694-0B0EA9B00C03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1-17T03:10:38.687" v="11374" actId="20577"/>
        <pc:sldMkLst>
          <pc:docMk/>
          <pc:sldMk cId="178059664" sldId="312"/>
        </pc:sldMkLst>
        <pc:spChg chg="mod">
          <ac:chgData name="Toby Donaldson" userId="2e6e5431-bb17-4c41-9985-d39c50d83c73" providerId="ADAL" clId="{7F9681A8-EEE2-56F4-9B39-ECCBEE0471AC}" dt="2026-01-17T01:00:10.466" v="11019" actId="1076"/>
          <ac:spMkLst>
            <pc:docMk/>
            <pc:sldMk cId="178059664" sldId="312"/>
            <ac:spMk id="2" creationId="{128741C4-791F-8818-4001-36298DAF81C9}"/>
          </ac:spMkLst>
        </pc:spChg>
        <pc:spChg chg="add mod">
          <ac:chgData name="Toby Donaldson" userId="2e6e5431-bb17-4c41-9985-d39c50d83c73" providerId="ADAL" clId="{7F9681A8-EEE2-56F4-9B39-ECCBEE0471AC}" dt="2026-01-17T03:10:38.687" v="11374" actId="20577"/>
          <ac:spMkLst>
            <pc:docMk/>
            <pc:sldMk cId="178059664" sldId="312"/>
            <ac:spMk id="4" creationId="{71C4059C-65E9-E9D4-0DD6-0B9088C47D55}"/>
          </ac:spMkLst>
        </pc:spChg>
        <pc:spChg chg="add mod">
          <ac:chgData name="Toby Donaldson" userId="2e6e5431-bb17-4c41-9985-d39c50d83c73" providerId="ADAL" clId="{7F9681A8-EEE2-56F4-9B39-ECCBEE0471AC}" dt="2026-01-17T01:01:14.817" v="11078" actId="1076"/>
          <ac:spMkLst>
            <pc:docMk/>
            <pc:sldMk cId="178059664" sldId="312"/>
            <ac:spMk id="5" creationId="{5944CE21-0EC2-E9E4-7945-E5511168C15F}"/>
          </ac:spMkLst>
        </pc:spChg>
        <pc:spChg chg="add mod">
          <ac:chgData name="Toby Donaldson" userId="2e6e5431-bb17-4c41-9985-d39c50d83c73" providerId="ADAL" clId="{7F9681A8-EEE2-56F4-9B39-ECCBEE0471AC}" dt="2026-01-17T01:01:14.817" v="11078" actId="1076"/>
          <ac:spMkLst>
            <pc:docMk/>
            <pc:sldMk cId="178059664" sldId="312"/>
            <ac:spMk id="7" creationId="{9D99CBC9-7AA2-7328-9A92-FD5185CD0D01}"/>
          </ac:spMkLst>
        </pc:spChg>
        <pc:spChg chg="add mod">
          <ac:chgData name="Toby Donaldson" userId="2e6e5431-bb17-4c41-9985-d39c50d83c73" providerId="ADAL" clId="{7F9681A8-EEE2-56F4-9B39-ECCBEE0471AC}" dt="2026-01-17T00:59:11.249" v="10970" actId="1076"/>
          <ac:spMkLst>
            <pc:docMk/>
            <pc:sldMk cId="178059664" sldId="312"/>
            <ac:spMk id="11" creationId="{23826EB0-46F9-E973-B825-1F870BE646DC}"/>
          </ac:spMkLst>
        </pc:spChg>
        <pc:spChg chg="add mod">
          <ac:chgData name="Toby Donaldson" userId="2e6e5431-bb17-4c41-9985-d39c50d83c73" providerId="ADAL" clId="{7F9681A8-EEE2-56F4-9B39-ECCBEE0471AC}" dt="2026-01-17T03:06:18.741" v="11329" actId="1076"/>
          <ac:spMkLst>
            <pc:docMk/>
            <pc:sldMk cId="178059664" sldId="312"/>
            <ac:spMk id="15" creationId="{3CD7F315-F2C3-0FF8-1D27-09731A73DE53}"/>
          </ac:spMkLst>
        </pc:spChg>
        <pc:cxnChg chg="add mod">
          <ac:chgData name="Toby Donaldson" userId="2e6e5431-bb17-4c41-9985-d39c50d83c73" providerId="ADAL" clId="{7F9681A8-EEE2-56F4-9B39-ECCBEE0471AC}" dt="2026-01-17T03:06:28.225" v="11331" actId="14100"/>
          <ac:cxnSpMkLst>
            <pc:docMk/>
            <pc:sldMk cId="178059664" sldId="312"/>
            <ac:cxnSpMk id="17" creationId="{8DB2EC18-77B5-FF26-7C46-308DD4F66F52}"/>
          </ac:cxnSpMkLst>
        </pc:cxnChg>
      </pc:sldChg>
      <pc:sldChg chg="addSp modSp add mod">
        <pc:chgData name="Toby Donaldson" userId="2e6e5431-bb17-4c41-9985-d39c50d83c73" providerId="ADAL" clId="{7F9681A8-EEE2-56F4-9B39-ECCBEE0471AC}" dt="2026-01-17T03:10:48.598" v="11376" actId="20577"/>
        <pc:sldMkLst>
          <pc:docMk/>
          <pc:sldMk cId="617685303" sldId="313"/>
        </pc:sldMkLst>
        <pc:spChg chg="add mod">
          <ac:chgData name="Toby Donaldson" userId="2e6e5431-bb17-4c41-9985-d39c50d83c73" providerId="ADAL" clId="{7F9681A8-EEE2-56F4-9B39-ECCBEE0471AC}" dt="2026-01-17T03:09:33.068" v="11353" actId="1076"/>
          <ac:spMkLst>
            <pc:docMk/>
            <pc:sldMk cId="617685303" sldId="313"/>
            <ac:spMk id="3" creationId="{78EC363D-8CDB-879B-1C3A-A357941186DE}"/>
          </ac:spMkLst>
        </pc:spChg>
        <pc:spChg chg="mod">
          <ac:chgData name="Toby Donaldson" userId="2e6e5431-bb17-4c41-9985-d39c50d83c73" providerId="ADAL" clId="{7F9681A8-EEE2-56F4-9B39-ECCBEE0471AC}" dt="2026-01-17T03:10:48.598" v="11376" actId="20577"/>
          <ac:spMkLst>
            <pc:docMk/>
            <pc:sldMk cId="617685303" sldId="313"/>
            <ac:spMk id="4" creationId="{512E49E4-1932-7246-0DFB-69E268E1BC7D}"/>
          </ac:spMkLst>
        </pc:spChg>
        <pc:spChg chg="mod">
          <ac:chgData name="Toby Donaldson" userId="2e6e5431-bb17-4c41-9985-d39c50d83c73" providerId="ADAL" clId="{7F9681A8-EEE2-56F4-9B39-ECCBEE0471AC}" dt="2026-01-17T03:09:21.009" v="11351" actId="14100"/>
          <ac:spMkLst>
            <pc:docMk/>
            <pc:sldMk cId="617685303" sldId="313"/>
            <ac:spMk id="5" creationId="{F6D643AC-ED24-C556-8FCC-591E8370A0D6}"/>
          </ac:spMkLst>
        </pc:spChg>
        <pc:spChg chg="mod">
          <ac:chgData name="Toby Donaldson" userId="2e6e5431-bb17-4c41-9985-d39c50d83c73" providerId="ADAL" clId="{7F9681A8-EEE2-56F4-9B39-ECCBEE0471AC}" dt="2026-01-17T03:09:26.175" v="11352" actId="14100"/>
          <ac:spMkLst>
            <pc:docMk/>
            <pc:sldMk cId="617685303" sldId="313"/>
            <ac:spMk id="6" creationId="{65148908-D3C5-8A9E-BD5A-AE83149C9278}"/>
          </ac:spMkLst>
        </pc:spChg>
        <pc:spChg chg="mod">
          <ac:chgData name="Toby Donaldson" userId="2e6e5431-bb17-4c41-9985-d39c50d83c73" providerId="ADAL" clId="{7F9681A8-EEE2-56F4-9B39-ECCBEE0471AC}" dt="2026-01-17T03:08:45.875" v="11348" actId="1076"/>
          <ac:spMkLst>
            <pc:docMk/>
            <pc:sldMk cId="617685303" sldId="313"/>
            <ac:spMk id="7" creationId="{73DB446A-35A9-4D44-D9C4-523523B3096C}"/>
          </ac:spMkLst>
        </pc:spChg>
        <pc:spChg chg="mod">
          <ac:chgData name="Toby Donaldson" userId="2e6e5431-bb17-4c41-9985-d39c50d83c73" providerId="ADAL" clId="{7F9681A8-EEE2-56F4-9B39-ECCBEE0471AC}" dt="2026-01-17T03:08:45.875" v="11348" actId="1076"/>
          <ac:spMkLst>
            <pc:docMk/>
            <pc:sldMk cId="617685303" sldId="313"/>
            <ac:spMk id="8" creationId="{A88E2400-9C6E-CE5E-82B8-2FA0F540DB11}"/>
          </ac:spMkLst>
        </pc:spChg>
        <pc:spChg chg="mod">
          <ac:chgData name="Toby Donaldson" userId="2e6e5431-bb17-4c41-9985-d39c50d83c73" providerId="ADAL" clId="{7F9681A8-EEE2-56F4-9B39-ECCBEE0471AC}" dt="2026-01-17T03:09:00.182" v="11350" actId="1076"/>
          <ac:spMkLst>
            <pc:docMk/>
            <pc:sldMk cId="617685303" sldId="313"/>
            <ac:spMk id="11" creationId="{FFF06B21-6AC0-03ED-B1ED-17A79D71F2C2}"/>
          </ac:spMkLst>
        </pc:spChg>
        <pc:spChg chg="mod">
          <ac:chgData name="Toby Donaldson" userId="2e6e5431-bb17-4c41-9985-d39c50d83c73" providerId="ADAL" clId="{7F9681A8-EEE2-56F4-9B39-ECCBEE0471AC}" dt="2026-01-17T03:08:53.442" v="11349" actId="1076"/>
          <ac:spMkLst>
            <pc:docMk/>
            <pc:sldMk cId="617685303" sldId="313"/>
            <ac:spMk id="12" creationId="{95EBC225-FD9F-FF44-2C46-187CAF3A3782}"/>
          </ac:spMkLst>
        </pc:spChg>
        <pc:cxnChg chg="mod">
          <ac:chgData name="Toby Donaldson" userId="2e6e5431-bb17-4c41-9985-d39c50d83c73" providerId="ADAL" clId="{7F9681A8-EEE2-56F4-9B39-ECCBEE0471AC}" dt="2026-01-17T03:08:45.875" v="11348" actId="1076"/>
          <ac:cxnSpMkLst>
            <pc:docMk/>
            <pc:sldMk cId="617685303" sldId="313"/>
            <ac:cxnSpMk id="10" creationId="{29989D55-1F46-47C3-08C1-F5C3EAE69D69}"/>
          </ac:cxnSpMkLst>
        </pc:cxnChg>
      </pc:sldChg>
      <pc:sldChg chg="modSp add mod">
        <pc:chgData name="Toby Donaldson" userId="2e6e5431-bb17-4c41-9985-d39c50d83c73" providerId="ADAL" clId="{7F9681A8-EEE2-56F4-9B39-ECCBEE0471AC}" dt="2026-01-17T03:12:51.164" v="11409" actId="207"/>
        <pc:sldMkLst>
          <pc:docMk/>
          <pc:sldMk cId="2560160557" sldId="314"/>
        </pc:sldMkLst>
        <pc:spChg chg="mod">
          <ac:chgData name="Toby Donaldson" userId="2e6e5431-bb17-4c41-9985-d39c50d83c73" providerId="ADAL" clId="{7F9681A8-EEE2-56F4-9B39-ECCBEE0471AC}" dt="2026-01-17T03:12:26.486" v="11407" actId="207"/>
          <ac:spMkLst>
            <pc:docMk/>
            <pc:sldMk cId="2560160557" sldId="314"/>
            <ac:spMk id="4" creationId="{BBE15A04-C65C-D520-E03E-87A4BF5C6306}"/>
          </ac:spMkLst>
        </pc:spChg>
        <pc:spChg chg="mod">
          <ac:chgData name="Toby Donaldson" userId="2e6e5431-bb17-4c41-9985-d39c50d83c73" providerId="ADAL" clId="{7F9681A8-EEE2-56F4-9B39-ECCBEE0471AC}" dt="2026-01-17T03:12:51.164" v="11409" actId="207"/>
          <ac:spMkLst>
            <pc:docMk/>
            <pc:sldMk cId="2560160557" sldId="314"/>
            <ac:spMk id="8" creationId="{9ADB5DBB-45B2-F51D-46F1-319D8B82AF71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17T03:16:38.576" v="11618" actId="21"/>
        <pc:sldMkLst>
          <pc:docMk/>
          <pc:sldMk cId="2057527488" sldId="315"/>
        </pc:sldMkLst>
        <pc:spChg chg="mod">
          <ac:chgData name="Toby Donaldson" userId="2e6e5431-bb17-4c41-9985-d39c50d83c73" providerId="ADAL" clId="{7F9681A8-EEE2-56F4-9B39-ECCBEE0471AC}" dt="2026-01-17T03:12:41.633" v="11408" actId="207"/>
          <ac:spMkLst>
            <pc:docMk/>
            <pc:sldMk cId="2057527488" sldId="315"/>
            <ac:spMk id="4" creationId="{5C4A1363-8E07-CE2E-186E-64DD81394C20}"/>
          </ac:spMkLst>
        </pc:spChg>
        <pc:spChg chg="add mod">
          <ac:chgData name="Toby Donaldson" userId="2e6e5431-bb17-4c41-9985-d39c50d83c73" providerId="ADAL" clId="{7F9681A8-EEE2-56F4-9B39-ECCBEE0471AC}" dt="2026-01-17T03:15:03.094" v="11486" actId="1076"/>
          <ac:spMkLst>
            <pc:docMk/>
            <pc:sldMk cId="2057527488" sldId="315"/>
            <ac:spMk id="25" creationId="{1B08FA01-8A24-19A6-39D8-860F9ED42795}"/>
          </ac:spMkLst>
        </pc:spChg>
        <pc:spChg chg="add mod">
          <ac:chgData name="Toby Donaldson" userId="2e6e5431-bb17-4c41-9985-d39c50d83c73" providerId="ADAL" clId="{7F9681A8-EEE2-56F4-9B39-ECCBEE0471AC}" dt="2026-01-17T03:16:22.401" v="11617" actId="2711"/>
          <ac:spMkLst>
            <pc:docMk/>
            <pc:sldMk cId="2057527488" sldId="315"/>
            <ac:spMk id="26" creationId="{13CB6717-9CFC-1184-731B-2CF0D0A9CA6B}"/>
          </ac:spMkLst>
        </pc:spChg>
        <pc:grpChg chg="add mod">
          <ac:chgData name="Toby Donaldson" userId="2e6e5431-bb17-4c41-9985-d39c50d83c73" providerId="ADAL" clId="{7F9681A8-EEE2-56F4-9B39-ECCBEE0471AC}" dt="2026-01-17T03:14:07.643" v="11422" actId="1076"/>
          <ac:grpSpMkLst>
            <pc:docMk/>
            <pc:sldMk cId="2057527488" sldId="315"/>
            <ac:grpSpMk id="23" creationId="{125FA2CD-C2DD-B8ED-FEBB-012E51C96538}"/>
          </ac:grpSpMkLst>
        </pc:grpChg>
        <pc:cxnChg chg="add mod">
          <ac:chgData name="Toby Donaldson" userId="2e6e5431-bb17-4c41-9985-d39c50d83c73" providerId="ADAL" clId="{7F9681A8-EEE2-56F4-9B39-ECCBEE0471AC}" dt="2026-01-17T03:13:57.727" v="11419" actId="164"/>
          <ac:cxnSpMkLst>
            <pc:docMk/>
            <pc:sldMk cId="2057527488" sldId="315"/>
            <ac:cxnSpMk id="13" creationId="{A995E5B2-A030-7618-EC0B-8A1A2F0266B0}"/>
          </ac:cxnSpMkLst>
        </pc:cxnChg>
        <pc:cxnChg chg="add mod">
          <ac:chgData name="Toby Donaldson" userId="2e6e5431-bb17-4c41-9985-d39c50d83c73" providerId="ADAL" clId="{7F9681A8-EEE2-56F4-9B39-ECCBEE0471AC}" dt="2026-01-17T03:13:57.727" v="11419" actId="164"/>
          <ac:cxnSpMkLst>
            <pc:docMk/>
            <pc:sldMk cId="2057527488" sldId="315"/>
            <ac:cxnSpMk id="14" creationId="{AE88C961-8DAC-0A6A-0E2D-F60FC62F3688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17T03:19:42.767" v="11682" actId="20577"/>
        <pc:sldMkLst>
          <pc:docMk/>
          <pc:sldMk cId="1421575727" sldId="316"/>
        </pc:sldMkLst>
        <pc:spChg chg="mod">
          <ac:chgData name="Toby Donaldson" userId="2e6e5431-bb17-4c41-9985-d39c50d83c73" providerId="ADAL" clId="{7F9681A8-EEE2-56F4-9B39-ECCBEE0471AC}" dt="2026-01-17T03:19:22.822" v="11679" actId="207"/>
          <ac:spMkLst>
            <pc:docMk/>
            <pc:sldMk cId="1421575727" sldId="316"/>
            <ac:spMk id="4" creationId="{A745F9E5-1072-25EB-CCB0-9D0D77A1691A}"/>
          </ac:spMkLst>
        </pc:spChg>
        <pc:spChg chg="add mod">
          <ac:chgData name="Toby Donaldson" userId="2e6e5431-bb17-4c41-9985-d39c50d83c73" providerId="ADAL" clId="{7F9681A8-EEE2-56F4-9B39-ECCBEE0471AC}" dt="2026-01-17T03:18:51.344" v="11674" actId="1076"/>
          <ac:spMkLst>
            <pc:docMk/>
            <pc:sldMk cId="1421575727" sldId="316"/>
            <ac:spMk id="9" creationId="{3EE3CAE9-A087-21C3-7AE0-FBD37AD66F7D}"/>
          </ac:spMkLst>
        </pc:spChg>
        <pc:spChg chg="mod">
          <ac:chgData name="Toby Donaldson" userId="2e6e5431-bb17-4c41-9985-d39c50d83c73" providerId="ADAL" clId="{7F9681A8-EEE2-56F4-9B39-ECCBEE0471AC}" dt="2026-01-17T03:19:42.767" v="11682" actId="20577"/>
          <ac:spMkLst>
            <pc:docMk/>
            <pc:sldMk cId="1421575727" sldId="316"/>
            <ac:spMk id="26" creationId="{E25959F9-5589-E62D-56E6-6987B2D77B7D}"/>
          </ac:spMkLst>
        </pc:spChg>
        <pc:grpChg chg="add mod">
          <ac:chgData name="Toby Donaldson" userId="2e6e5431-bb17-4c41-9985-d39c50d83c73" providerId="ADAL" clId="{7F9681A8-EEE2-56F4-9B39-ECCBEE0471AC}" dt="2026-01-17T03:19:35.895" v="11681" actId="1076"/>
          <ac:grpSpMkLst>
            <pc:docMk/>
            <pc:sldMk cId="1421575727" sldId="316"/>
            <ac:grpSpMk id="22" creationId="{593988C1-E5C4-2F1D-00CF-CF1C0F33428C}"/>
          </ac:grpSpMkLst>
        </pc:grpChg>
        <pc:cxnChg chg="add mod">
          <ac:chgData name="Toby Donaldson" userId="2e6e5431-bb17-4c41-9985-d39c50d83c73" providerId="ADAL" clId="{7F9681A8-EEE2-56F4-9B39-ECCBEE0471AC}" dt="2026-01-17T03:19:05.389" v="11678" actId="14100"/>
          <ac:cxnSpMkLst>
            <pc:docMk/>
            <pc:sldMk cId="1421575727" sldId="316"/>
            <ac:cxnSpMk id="16" creationId="{68C1EB42-B897-9634-FF64-FB273688A9D1}"/>
          </ac:cxnSpMkLst>
        </pc:cxnChg>
        <pc:cxnChg chg="mod">
          <ac:chgData name="Toby Donaldson" userId="2e6e5431-bb17-4c41-9985-d39c50d83c73" providerId="ADAL" clId="{7F9681A8-EEE2-56F4-9B39-ECCBEE0471AC}" dt="2026-01-17T03:19:32.818" v="11680"/>
          <ac:cxnSpMkLst>
            <pc:docMk/>
            <pc:sldMk cId="1421575727" sldId="316"/>
            <ac:cxnSpMk id="27" creationId="{414B8A0D-7D27-A821-1ECB-565A898765EB}"/>
          </ac:cxnSpMkLst>
        </pc:cxnChg>
        <pc:cxnChg chg="mod">
          <ac:chgData name="Toby Donaldson" userId="2e6e5431-bb17-4c41-9985-d39c50d83c73" providerId="ADAL" clId="{7F9681A8-EEE2-56F4-9B39-ECCBEE0471AC}" dt="2026-01-17T03:19:32.818" v="11680"/>
          <ac:cxnSpMkLst>
            <pc:docMk/>
            <pc:sldMk cId="1421575727" sldId="316"/>
            <ac:cxnSpMk id="28" creationId="{C91B99E6-82DB-EF88-920D-39879AB45506}"/>
          </ac:cxnSpMkLst>
        </pc:cxnChg>
      </pc:sldChg>
      <pc:sldChg chg="delSp modSp add mod">
        <pc:chgData name="Toby Donaldson" userId="2e6e5431-bb17-4c41-9985-d39c50d83c73" providerId="ADAL" clId="{7F9681A8-EEE2-56F4-9B39-ECCBEE0471AC}" dt="2026-01-17T03:22:53.862" v="11847" actId="1076"/>
        <pc:sldMkLst>
          <pc:docMk/>
          <pc:sldMk cId="3377331152" sldId="317"/>
        </pc:sldMkLst>
        <pc:spChg chg="mod">
          <ac:chgData name="Toby Donaldson" userId="2e6e5431-bb17-4c41-9985-d39c50d83c73" providerId="ADAL" clId="{7F9681A8-EEE2-56F4-9B39-ECCBEE0471AC}" dt="2026-01-17T03:20:37.063" v="11690" actId="207"/>
          <ac:spMkLst>
            <pc:docMk/>
            <pc:sldMk cId="3377331152" sldId="317"/>
            <ac:spMk id="4" creationId="{CBDF1E89-D477-1DFA-71A5-9AA13F726302}"/>
          </ac:spMkLst>
        </pc:spChg>
        <pc:spChg chg="mod">
          <ac:chgData name="Toby Donaldson" userId="2e6e5431-bb17-4c41-9985-d39c50d83c73" providerId="ADAL" clId="{7F9681A8-EEE2-56F4-9B39-ECCBEE0471AC}" dt="2026-01-17T03:22:03.993" v="11843" actId="20577"/>
          <ac:spMkLst>
            <pc:docMk/>
            <pc:sldMk cId="3377331152" sldId="317"/>
            <ac:spMk id="8" creationId="{60B45255-0318-AF07-6356-620CE1C0708A}"/>
          </ac:spMkLst>
        </pc:spChg>
        <pc:spChg chg="mod">
          <ac:chgData name="Toby Donaldson" userId="2e6e5431-bb17-4c41-9985-d39c50d83c73" providerId="ADAL" clId="{7F9681A8-EEE2-56F4-9B39-ECCBEE0471AC}" dt="2026-01-17T03:20:31.495" v="11689" actId="1076"/>
          <ac:spMkLst>
            <pc:docMk/>
            <pc:sldMk cId="3377331152" sldId="317"/>
            <ac:spMk id="9" creationId="{135CBDC7-F43C-44A9-F465-5C231C170803}"/>
          </ac:spMkLst>
        </pc:spChg>
        <pc:spChg chg="mod">
          <ac:chgData name="Toby Donaldson" userId="2e6e5431-bb17-4c41-9985-d39c50d83c73" providerId="ADAL" clId="{7F9681A8-EEE2-56F4-9B39-ECCBEE0471AC}" dt="2026-01-17T03:22:53.862" v="11847" actId="1076"/>
          <ac:spMkLst>
            <pc:docMk/>
            <pc:sldMk cId="3377331152" sldId="317"/>
            <ac:spMk id="26" creationId="{5448A225-0AD2-0554-56FD-100C88C1CDD6}"/>
          </ac:spMkLst>
        </pc:spChg>
        <pc:cxnChg chg="mod">
          <ac:chgData name="Toby Donaldson" userId="2e6e5431-bb17-4c41-9985-d39c50d83c73" providerId="ADAL" clId="{7F9681A8-EEE2-56F4-9B39-ECCBEE0471AC}" dt="2026-01-17T03:22:03.993" v="11843" actId="20577"/>
          <ac:cxnSpMkLst>
            <pc:docMk/>
            <pc:sldMk cId="3377331152" sldId="317"/>
            <ac:cxnSpMk id="10" creationId="{319EF3BE-21EB-E6B2-201B-C45BA21D0C32}"/>
          </ac:cxnSpMkLst>
        </pc:cxnChg>
        <pc:cxnChg chg="mod">
          <ac:chgData name="Toby Donaldson" userId="2e6e5431-bb17-4c41-9985-d39c50d83c73" providerId="ADAL" clId="{7F9681A8-EEE2-56F4-9B39-ECCBEE0471AC}" dt="2026-01-17T03:22:53.862" v="11847" actId="1076"/>
          <ac:cxnSpMkLst>
            <pc:docMk/>
            <pc:sldMk cId="3377331152" sldId="317"/>
            <ac:cxnSpMk id="16" creationId="{05C80D2E-1FC3-0F2D-0AAA-595EED7613D0}"/>
          </ac:cxnSpMkLst>
        </pc:cxnChg>
      </pc:sldChg>
      <pc:sldChg chg="modSp add mod">
        <pc:chgData name="Toby Donaldson" userId="2e6e5431-bb17-4c41-9985-d39c50d83c73" providerId="ADAL" clId="{7F9681A8-EEE2-56F4-9B39-ECCBEE0471AC}" dt="2026-01-17T03:27:51.317" v="11952" actId="207"/>
        <pc:sldMkLst>
          <pc:docMk/>
          <pc:sldMk cId="2701659981" sldId="319"/>
        </pc:sldMkLst>
        <pc:spChg chg="mod">
          <ac:chgData name="Toby Donaldson" userId="2e6e5431-bb17-4c41-9985-d39c50d83c73" providerId="ADAL" clId="{7F9681A8-EEE2-56F4-9B39-ECCBEE0471AC}" dt="2026-01-17T03:27:51.317" v="11952" actId="207"/>
          <ac:spMkLst>
            <pc:docMk/>
            <pc:sldMk cId="2701659981" sldId="319"/>
            <ac:spMk id="4" creationId="{4D00789D-C650-E0F6-FBF6-F267D7DE3643}"/>
          </ac:spMkLst>
        </pc:spChg>
        <pc:cxnChg chg="mod">
          <ac:chgData name="Toby Donaldson" userId="2e6e5431-bb17-4c41-9985-d39c50d83c73" providerId="ADAL" clId="{7F9681A8-EEE2-56F4-9B39-ECCBEE0471AC}" dt="2026-01-17T03:26:15.767" v="11950" actId="14100"/>
          <ac:cxnSpMkLst>
            <pc:docMk/>
            <pc:sldMk cId="2701659981" sldId="319"/>
            <ac:cxnSpMk id="16" creationId="{1503BC0E-B8F8-1A11-6AE6-6B9428316AA8}"/>
          </ac:cxnSpMkLst>
        </pc:cxnChg>
      </pc:sldChg>
      <pc:sldChg chg="addSp modSp add mod">
        <pc:chgData name="Toby Donaldson" userId="2e6e5431-bb17-4c41-9985-d39c50d83c73" providerId="ADAL" clId="{7F9681A8-EEE2-56F4-9B39-ECCBEE0471AC}" dt="2026-01-17T03:30:04.647" v="12046" actId="14100"/>
        <pc:sldMkLst>
          <pc:docMk/>
          <pc:sldMk cId="3048126902" sldId="320"/>
        </pc:sldMkLst>
        <pc:spChg chg="mod">
          <ac:chgData name="Toby Donaldson" userId="2e6e5431-bb17-4c41-9985-d39c50d83c73" providerId="ADAL" clId="{7F9681A8-EEE2-56F4-9B39-ECCBEE0471AC}" dt="2026-01-17T03:28:40.070" v="11955" actId="207"/>
          <ac:spMkLst>
            <pc:docMk/>
            <pc:sldMk cId="3048126902" sldId="320"/>
            <ac:spMk id="4" creationId="{5115B0C0-C7B4-DD2D-837E-A51DAD13E89C}"/>
          </ac:spMkLst>
        </pc:spChg>
        <pc:spChg chg="mod">
          <ac:chgData name="Toby Donaldson" userId="2e6e5431-bb17-4c41-9985-d39c50d83c73" providerId="ADAL" clId="{7F9681A8-EEE2-56F4-9B39-ECCBEE0471AC}" dt="2026-01-17T03:29:37.020" v="12042" actId="2711"/>
          <ac:spMkLst>
            <pc:docMk/>
            <pc:sldMk cId="3048126902" sldId="320"/>
            <ac:spMk id="26" creationId="{E46DD209-741B-5FA1-ABE9-4DE6BF571140}"/>
          </ac:spMkLst>
        </pc:spChg>
        <pc:grpChg chg="add mod">
          <ac:chgData name="Toby Donaldson" userId="2e6e5431-bb17-4c41-9985-d39c50d83c73" providerId="ADAL" clId="{7F9681A8-EEE2-56F4-9B39-ECCBEE0471AC}" dt="2026-01-17T03:29:50.098" v="12043"/>
          <ac:grpSpMkLst>
            <pc:docMk/>
            <pc:sldMk cId="3048126902" sldId="320"/>
            <ac:grpSpMk id="18" creationId="{FA7A2226-DFED-8811-B0D7-9145015F8489}"/>
          </ac:grpSpMkLst>
        </pc:grpChg>
        <pc:cxnChg chg="mod">
          <ac:chgData name="Toby Donaldson" userId="2e6e5431-bb17-4c41-9985-d39c50d83c73" providerId="ADAL" clId="{7F9681A8-EEE2-56F4-9B39-ECCBEE0471AC}" dt="2026-01-17T03:29:12.930" v="12020" actId="20577"/>
          <ac:cxnSpMkLst>
            <pc:docMk/>
            <pc:sldMk cId="3048126902" sldId="320"/>
            <ac:cxnSpMk id="16" creationId="{8F37B560-A2D2-60FD-B70D-D382B7679976}"/>
          </ac:cxnSpMkLst>
        </pc:cxnChg>
        <pc:cxnChg chg="mod">
          <ac:chgData name="Toby Donaldson" userId="2e6e5431-bb17-4c41-9985-d39c50d83c73" providerId="ADAL" clId="{7F9681A8-EEE2-56F4-9B39-ECCBEE0471AC}" dt="2026-01-17T03:29:50.098" v="12043"/>
          <ac:cxnSpMkLst>
            <pc:docMk/>
            <pc:sldMk cId="3048126902" sldId="320"/>
            <ac:cxnSpMk id="19" creationId="{6FE16B3E-02C9-5599-508E-4FAFB35B64E2}"/>
          </ac:cxnSpMkLst>
        </pc:cxnChg>
        <pc:cxnChg chg="mod">
          <ac:chgData name="Toby Donaldson" userId="2e6e5431-bb17-4c41-9985-d39c50d83c73" providerId="ADAL" clId="{7F9681A8-EEE2-56F4-9B39-ECCBEE0471AC}" dt="2026-01-17T03:29:50.098" v="12043"/>
          <ac:cxnSpMkLst>
            <pc:docMk/>
            <pc:sldMk cId="3048126902" sldId="320"/>
            <ac:cxnSpMk id="20" creationId="{57E84462-1E2B-D5ED-1803-6CF4B4094EDC}"/>
          </ac:cxnSpMkLst>
        </pc:cxnChg>
        <pc:cxnChg chg="add mod">
          <ac:chgData name="Toby Donaldson" userId="2e6e5431-bb17-4c41-9985-d39c50d83c73" providerId="ADAL" clId="{7F9681A8-EEE2-56F4-9B39-ECCBEE0471AC}" dt="2026-01-17T03:30:04.647" v="12046" actId="14100"/>
          <ac:cxnSpMkLst>
            <pc:docMk/>
            <pc:sldMk cId="3048126902" sldId="320"/>
            <ac:cxnSpMk id="22" creationId="{DCC8C0E5-2BC0-F6A7-F8A4-2E6509C4EEF8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17T03:31:51.248" v="12181" actId="14100"/>
        <pc:sldMkLst>
          <pc:docMk/>
          <pc:sldMk cId="529504138" sldId="321"/>
        </pc:sldMkLst>
        <pc:spChg chg="mod">
          <ac:chgData name="Toby Donaldson" userId="2e6e5431-bb17-4c41-9985-d39c50d83c73" providerId="ADAL" clId="{7F9681A8-EEE2-56F4-9B39-ECCBEE0471AC}" dt="2026-01-17T03:31:20.335" v="12177" actId="207"/>
          <ac:spMkLst>
            <pc:docMk/>
            <pc:sldMk cId="529504138" sldId="321"/>
            <ac:spMk id="4" creationId="{85A3D80A-ECF4-11D7-AB0E-96AF11D01C4E}"/>
          </ac:spMkLst>
        </pc:spChg>
        <pc:spChg chg="mod">
          <ac:chgData name="Toby Donaldson" userId="2e6e5431-bb17-4c41-9985-d39c50d83c73" providerId="ADAL" clId="{7F9681A8-EEE2-56F4-9B39-ECCBEE0471AC}" dt="2026-01-17T03:31:08.105" v="12175" actId="113"/>
          <ac:spMkLst>
            <pc:docMk/>
            <pc:sldMk cId="529504138" sldId="321"/>
            <ac:spMk id="26" creationId="{C7CEBBFE-48FD-A087-22D8-B56903B522FE}"/>
          </ac:spMkLst>
        </pc:spChg>
        <pc:cxnChg chg="add mod">
          <ac:chgData name="Toby Donaldson" userId="2e6e5431-bb17-4c41-9985-d39c50d83c73" providerId="ADAL" clId="{7F9681A8-EEE2-56F4-9B39-ECCBEE0471AC}" dt="2026-01-17T03:31:51.248" v="12181" actId="14100"/>
          <ac:cxnSpMkLst>
            <pc:docMk/>
            <pc:sldMk cId="529504138" sldId="321"/>
            <ac:cxnSpMk id="9" creationId="{5295EEFB-228B-8F87-B2A3-9C41479AF767}"/>
          </ac:cxnSpMkLst>
        </pc:cxnChg>
      </pc:sldChg>
      <pc:sldChg chg="addSp modSp new mod">
        <pc:chgData name="Toby Donaldson" userId="2e6e5431-bb17-4c41-9985-d39c50d83c73" providerId="ADAL" clId="{7F9681A8-EEE2-56F4-9B39-ECCBEE0471AC}" dt="2026-01-19T04:40:21.569" v="15707" actId="20577"/>
        <pc:sldMkLst>
          <pc:docMk/>
          <pc:sldMk cId="2310650764" sldId="323"/>
        </pc:sldMkLst>
        <pc:spChg chg="mod">
          <ac:chgData name="Toby Donaldson" userId="2e6e5431-bb17-4c41-9985-d39c50d83c73" providerId="ADAL" clId="{7F9681A8-EEE2-56F4-9B39-ECCBEE0471AC}" dt="2026-01-17T03:35:45.643" v="12458" actId="20577"/>
          <ac:spMkLst>
            <pc:docMk/>
            <pc:sldMk cId="2310650764" sldId="323"/>
            <ac:spMk id="2" creationId="{9948F044-59BB-159B-5585-EBA6926F69A3}"/>
          </ac:spMkLst>
        </pc:spChg>
        <pc:spChg chg="mod">
          <ac:chgData name="Toby Donaldson" userId="2e6e5431-bb17-4c41-9985-d39c50d83c73" providerId="ADAL" clId="{7F9681A8-EEE2-56F4-9B39-ECCBEE0471AC}" dt="2026-01-17T03:39:04.383" v="12648" actId="14100"/>
          <ac:spMkLst>
            <pc:docMk/>
            <pc:sldMk cId="2310650764" sldId="323"/>
            <ac:spMk id="3" creationId="{04F702D8-B38A-CCAC-5434-D1B3EA624B7D}"/>
          </ac:spMkLst>
        </pc:spChg>
        <pc:spChg chg="mod">
          <ac:chgData name="Toby Donaldson" userId="2e6e5431-bb17-4c41-9985-d39c50d83c73" providerId="ADAL" clId="{7F9681A8-EEE2-56F4-9B39-ECCBEE0471AC}" dt="2026-01-17T03:39:33.332" v="12651" actId="20577"/>
          <ac:spMkLst>
            <pc:docMk/>
            <pc:sldMk cId="2310650764" sldId="323"/>
            <ac:spMk id="4" creationId="{C67BBE68-EB48-3FA8-5600-9B2CD0BC5AFF}"/>
          </ac:spMkLst>
        </pc:spChg>
        <pc:spChg chg="mod">
          <ac:chgData name="Toby Donaldson" userId="2e6e5431-bb17-4c41-9985-d39c50d83c73" providerId="ADAL" clId="{7F9681A8-EEE2-56F4-9B39-ECCBEE0471AC}" dt="2026-01-17T03:39:10.432" v="12650" actId="14100"/>
          <ac:spMkLst>
            <pc:docMk/>
            <pc:sldMk cId="2310650764" sldId="323"/>
            <ac:spMk id="5" creationId="{C4393DCF-4F0F-023F-186D-B75A77705883}"/>
          </ac:spMkLst>
        </pc:spChg>
        <pc:spChg chg="mod">
          <ac:chgData name="Toby Donaldson" userId="2e6e5431-bb17-4c41-9985-d39c50d83c73" providerId="ADAL" clId="{7F9681A8-EEE2-56F4-9B39-ECCBEE0471AC}" dt="2026-01-17T03:36:36.740" v="12492" actId="12"/>
          <ac:spMkLst>
            <pc:docMk/>
            <pc:sldMk cId="2310650764" sldId="323"/>
            <ac:spMk id="6" creationId="{7DE581C3-0EA2-A1F7-A259-06A0F61E4D52}"/>
          </ac:spMkLst>
        </pc:spChg>
        <pc:spChg chg="add mod">
          <ac:chgData name="Toby Donaldson" userId="2e6e5431-bb17-4c41-9985-d39c50d83c73" providerId="ADAL" clId="{7F9681A8-EEE2-56F4-9B39-ECCBEE0471AC}" dt="2026-01-17T03:36:55.572" v="12494" actId="1076"/>
          <ac:spMkLst>
            <pc:docMk/>
            <pc:sldMk cId="2310650764" sldId="323"/>
            <ac:spMk id="7" creationId="{193C1099-2C08-E00D-2D29-39B3F9E60EC9}"/>
          </ac:spMkLst>
        </pc:spChg>
        <pc:spChg chg="add mod">
          <ac:chgData name="Toby Donaldson" userId="2e6e5431-bb17-4c41-9985-d39c50d83c73" providerId="ADAL" clId="{7F9681A8-EEE2-56F4-9B39-ECCBEE0471AC}" dt="2026-01-17T03:36:55.572" v="12494" actId="1076"/>
          <ac:spMkLst>
            <pc:docMk/>
            <pc:sldMk cId="2310650764" sldId="323"/>
            <ac:spMk id="8" creationId="{75A74488-B0B3-D22A-5820-19614FA6945F}"/>
          </ac:spMkLst>
        </pc:spChg>
        <pc:spChg chg="add mod">
          <ac:chgData name="Toby Donaldson" userId="2e6e5431-bb17-4c41-9985-d39c50d83c73" providerId="ADAL" clId="{7F9681A8-EEE2-56F4-9B39-ECCBEE0471AC}" dt="2026-01-17T03:37:22.650" v="12499" actId="1076"/>
          <ac:spMkLst>
            <pc:docMk/>
            <pc:sldMk cId="2310650764" sldId="323"/>
            <ac:spMk id="13" creationId="{0656E808-0807-D354-D177-920A7565CDC1}"/>
          </ac:spMkLst>
        </pc:spChg>
        <pc:spChg chg="add mod">
          <ac:chgData name="Toby Donaldson" userId="2e6e5431-bb17-4c41-9985-d39c50d83c73" providerId="ADAL" clId="{7F9681A8-EEE2-56F4-9B39-ECCBEE0471AC}" dt="2026-01-17T03:37:22.650" v="12499" actId="1076"/>
          <ac:spMkLst>
            <pc:docMk/>
            <pc:sldMk cId="2310650764" sldId="323"/>
            <ac:spMk id="14" creationId="{6FC7C6F4-2EB9-30AD-6FA6-931B9C4AEB58}"/>
          </ac:spMkLst>
        </pc:spChg>
        <pc:spChg chg="add mod">
          <ac:chgData name="Toby Donaldson" userId="2e6e5431-bb17-4c41-9985-d39c50d83c73" providerId="ADAL" clId="{7F9681A8-EEE2-56F4-9B39-ECCBEE0471AC}" dt="2026-01-17T03:44:21.654" v="13205" actId="2711"/>
          <ac:spMkLst>
            <pc:docMk/>
            <pc:sldMk cId="2310650764" sldId="323"/>
            <ac:spMk id="19" creationId="{FD53512F-702E-0043-C4C6-02EC23A6CA6B}"/>
          </ac:spMkLst>
        </pc:spChg>
        <pc:spChg chg="add mod">
          <ac:chgData name="Toby Donaldson" userId="2e6e5431-bb17-4c41-9985-d39c50d83c73" providerId="ADAL" clId="{7F9681A8-EEE2-56F4-9B39-ECCBEE0471AC}" dt="2026-01-19T04:40:21.569" v="15707" actId="20577"/>
          <ac:spMkLst>
            <pc:docMk/>
            <pc:sldMk cId="2310650764" sldId="323"/>
            <ac:spMk id="21" creationId="{961F0D7F-D212-E122-FD94-ED5EAFAD581D}"/>
          </ac:spMkLst>
        </pc:spChg>
        <pc:grpChg chg="add mod">
          <ac:chgData name="Toby Donaldson" userId="2e6e5431-bb17-4c41-9985-d39c50d83c73" providerId="ADAL" clId="{7F9681A8-EEE2-56F4-9B39-ECCBEE0471AC}" dt="2026-01-17T03:36:55.572" v="12494" actId="1076"/>
          <ac:grpSpMkLst>
            <pc:docMk/>
            <pc:sldMk cId="2310650764" sldId="323"/>
            <ac:grpSpMk id="10" creationId="{A8936908-7A68-009D-2489-D5C6FC882900}"/>
          </ac:grpSpMkLst>
        </pc:grpChg>
        <pc:grpChg chg="add mod">
          <ac:chgData name="Toby Donaldson" userId="2e6e5431-bb17-4c41-9985-d39c50d83c73" providerId="ADAL" clId="{7F9681A8-EEE2-56F4-9B39-ECCBEE0471AC}" dt="2026-01-17T03:37:22.650" v="12499" actId="1076"/>
          <ac:grpSpMkLst>
            <pc:docMk/>
            <pc:sldMk cId="2310650764" sldId="323"/>
            <ac:grpSpMk id="16" creationId="{4CC5B0EF-FCC1-1DC6-544A-9F7008337CCC}"/>
          </ac:grpSpMkLst>
        </pc:grpChg>
        <pc:cxnChg chg="add mod">
          <ac:chgData name="Toby Donaldson" userId="2e6e5431-bb17-4c41-9985-d39c50d83c73" providerId="ADAL" clId="{7F9681A8-EEE2-56F4-9B39-ECCBEE0471AC}" dt="2026-01-17T03:36:55.572" v="12494" actId="1076"/>
          <ac:cxnSpMkLst>
            <pc:docMk/>
            <pc:sldMk cId="2310650764" sldId="323"/>
            <ac:cxnSpMk id="9" creationId="{310E4E63-BE12-FD10-F3AB-99FDB73AF829}"/>
          </ac:cxnSpMkLst>
        </pc:cxnChg>
        <pc:cxnChg chg="mod">
          <ac:chgData name="Toby Donaldson" userId="2e6e5431-bb17-4c41-9985-d39c50d83c73" providerId="ADAL" clId="{7F9681A8-EEE2-56F4-9B39-ECCBEE0471AC}" dt="2026-01-17T03:36:50.093" v="12493"/>
          <ac:cxnSpMkLst>
            <pc:docMk/>
            <pc:sldMk cId="2310650764" sldId="323"/>
            <ac:cxnSpMk id="11" creationId="{21B474D9-3AD8-70C6-877C-E74072DB9118}"/>
          </ac:cxnSpMkLst>
        </pc:cxnChg>
        <pc:cxnChg chg="mod">
          <ac:chgData name="Toby Donaldson" userId="2e6e5431-bb17-4c41-9985-d39c50d83c73" providerId="ADAL" clId="{7F9681A8-EEE2-56F4-9B39-ECCBEE0471AC}" dt="2026-01-17T03:36:50.093" v="12493"/>
          <ac:cxnSpMkLst>
            <pc:docMk/>
            <pc:sldMk cId="2310650764" sldId="323"/>
            <ac:cxnSpMk id="12" creationId="{4ED29DAD-7C45-81A7-D522-5EF47C1E623C}"/>
          </ac:cxnSpMkLst>
        </pc:cxnChg>
        <pc:cxnChg chg="add mod">
          <ac:chgData name="Toby Donaldson" userId="2e6e5431-bb17-4c41-9985-d39c50d83c73" providerId="ADAL" clId="{7F9681A8-EEE2-56F4-9B39-ECCBEE0471AC}" dt="2026-01-17T03:37:22.650" v="12499" actId="1076"/>
          <ac:cxnSpMkLst>
            <pc:docMk/>
            <pc:sldMk cId="2310650764" sldId="323"/>
            <ac:cxnSpMk id="15" creationId="{BC17FF41-12A5-E674-639D-D009936E3CFA}"/>
          </ac:cxnSpMkLst>
        </pc:cxnChg>
        <pc:cxnChg chg="mod">
          <ac:chgData name="Toby Donaldson" userId="2e6e5431-bb17-4c41-9985-d39c50d83c73" providerId="ADAL" clId="{7F9681A8-EEE2-56F4-9B39-ECCBEE0471AC}" dt="2026-01-17T03:37:02.461" v="12495"/>
          <ac:cxnSpMkLst>
            <pc:docMk/>
            <pc:sldMk cId="2310650764" sldId="323"/>
            <ac:cxnSpMk id="17" creationId="{27C78F65-BB70-1BD9-31EF-45F82E213248}"/>
          </ac:cxnSpMkLst>
        </pc:cxnChg>
        <pc:cxnChg chg="mod">
          <ac:chgData name="Toby Donaldson" userId="2e6e5431-bb17-4c41-9985-d39c50d83c73" providerId="ADAL" clId="{7F9681A8-EEE2-56F4-9B39-ECCBEE0471AC}" dt="2026-01-17T03:37:02.461" v="12495"/>
          <ac:cxnSpMkLst>
            <pc:docMk/>
            <pc:sldMk cId="2310650764" sldId="323"/>
            <ac:cxnSpMk id="18" creationId="{BAE6BB41-9F11-A014-2B2E-52CB5C37A99B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19T04:37:22.359" v="15666" actId="21"/>
        <pc:sldMkLst>
          <pc:docMk/>
          <pc:sldMk cId="1895813525" sldId="324"/>
        </pc:sldMkLst>
        <pc:spChg chg="mod">
          <ac:chgData name="Toby Donaldson" userId="2e6e5431-bb17-4c41-9985-d39c50d83c73" providerId="ADAL" clId="{7F9681A8-EEE2-56F4-9B39-ECCBEE0471AC}" dt="2026-01-17T03:41:20.657" v="12850" actId="113"/>
          <ac:spMkLst>
            <pc:docMk/>
            <pc:sldMk cId="1895813525" sldId="324"/>
            <ac:spMk id="19" creationId="{91E118C3-1EB0-20BF-F23F-CC225D7AB205}"/>
          </ac:spMkLst>
        </pc:spChg>
      </pc:sldChg>
      <pc:sldChg chg="modSp new mod">
        <pc:chgData name="Toby Donaldson" userId="2e6e5431-bb17-4c41-9985-d39c50d83c73" providerId="ADAL" clId="{7F9681A8-EEE2-56F4-9B39-ECCBEE0471AC}" dt="2026-01-17T03:49:35.188" v="13876" actId="2711"/>
        <pc:sldMkLst>
          <pc:docMk/>
          <pc:sldMk cId="4192280691" sldId="326"/>
        </pc:sldMkLst>
        <pc:spChg chg="mod">
          <ac:chgData name="Toby Donaldson" userId="2e6e5431-bb17-4c41-9985-d39c50d83c73" providerId="ADAL" clId="{7F9681A8-EEE2-56F4-9B39-ECCBEE0471AC}" dt="2026-01-17T03:47:26.094" v="13386" actId="20577"/>
          <ac:spMkLst>
            <pc:docMk/>
            <pc:sldMk cId="4192280691" sldId="326"/>
            <ac:spMk id="2" creationId="{A8E84D0D-DDA8-E499-AEBE-110CDEC93208}"/>
          </ac:spMkLst>
        </pc:spChg>
        <pc:spChg chg="mod">
          <ac:chgData name="Toby Donaldson" userId="2e6e5431-bb17-4c41-9985-d39c50d83c73" providerId="ADAL" clId="{7F9681A8-EEE2-56F4-9B39-ECCBEE0471AC}" dt="2026-01-17T03:49:35.188" v="13876" actId="2711"/>
          <ac:spMkLst>
            <pc:docMk/>
            <pc:sldMk cId="4192280691" sldId="326"/>
            <ac:spMk id="3" creationId="{797BEB01-7E18-0A88-CADC-70985DEE4C59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1-17T19:11:22.723" v="14860"/>
        <pc:sldMkLst>
          <pc:docMk/>
          <pc:sldMk cId="1874645371" sldId="327"/>
        </pc:sldMkLst>
        <pc:spChg chg="mod">
          <ac:chgData name="Toby Donaldson" userId="2e6e5431-bb17-4c41-9985-d39c50d83c73" providerId="ADAL" clId="{7F9681A8-EEE2-56F4-9B39-ECCBEE0471AC}" dt="2026-01-17T18:35:08.120" v="13916" actId="1076"/>
          <ac:spMkLst>
            <pc:docMk/>
            <pc:sldMk cId="1874645371" sldId="327"/>
            <ac:spMk id="2" creationId="{9591EA70-BCE7-8D44-DA1F-093C3D2A29C4}"/>
          </ac:spMkLst>
        </pc:spChg>
        <pc:spChg chg="add mod">
          <ac:chgData name="Toby Donaldson" userId="2e6e5431-bb17-4c41-9985-d39c50d83c73" providerId="ADAL" clId="{7F9681A8-EEE2-56F4-9B39-ECCBEE0471AC}" dt="2026-01-17T18:45:23.765" v="14049" actId="20577"/>
          <ac:spMkLst>
            <pc:docMk/>
            <pc:sldMk cId="1874645371" sldId="327"/>
            <ac:spMk id="4" creationId="{4BD1758F-82C6-FAFB-5887-422F793F2878}"/>
          </ac:spMkLst>
        </pc:spChg>
        <pc:spChg chg="add mod topLvl">
          <ac:chgData name="Toby Donaldson" userId="2e6e5431-bb17-4c41-9985-d39c50d83c73" providerId="ADAL" clId="{7F9681A8-EEE2-56F4-9B39-ECCBEE0471AC}" dt="2026-01-17T18:43:04.419" v="13997" actId="164"/>
          <ac:spMkLst>
            <pc:docMk/>
            <pc:sldMk cId="1874645371" sldId="327"/>
            <ac:spMk id="5" creationId="{4E620A82-0012-2A90-F8A8-52B596F37915}"/>
          </ac:spMkLst>
        </pc:spChg>
        <pc:spChg chg="add mod topLvl">
          <ac:chgData name="Toby Donaldson" userId="2e6e5431-bb17-4c41-9985-d39c50d83c73" providerId="ADAL" clId="{7F9681A8-EEE2-56F4-9B39-ECCBEE0471AC}" dt="2026-01-17T18:43:04.419" v="13997" actId="164"/>
          <ac:spMkLst>
            <pc:docMk/>
            <pc:sldMk cId="1874645371" sldId="327"/>
            <ac:spMk id="6" creationId="{EF961881-6ED6-7B65-CC29-B00758AAFA1A}"/>
          </ac:spMkLst>
        </pc:spChg>
        <pc:spChg chg="add mod topLvl">
          <ac:chgData name="Toby Donaldson" userId="2e6e5431-bb17-4c41-9985-d39c50d83c73" providerId="ADAL" clId="{7F9681A8-EEE2-56F4-9B39-ECCBEE0471AC}" dt="2026-01-17T18:43:04.419" v="13997" actId="164"/>
          <ac:spMkLst>
            <pc:docMk/>
            <pc:sldMk cId="1874645371" sldId="327"/>
            <ac:spMk id="9" creationId="{9EF65836-FA85-11AC-A987-1EA1C5B7C716}"/>
          </ac:spMkLst>
        </pc:spChg>
        <pc:spChg chg="mod topLvl">
          <ac:chgData name="Toby Donaldson" userId="2e6e5431-bb17-4c41-9985-d39c50d83c73" providerId="ADAL" clId="{7F9681A8-EEE2-56F4-9B39-ECCBEE0471AC}" dt="2026-01-17T18:43:12.920" v="13998" actId="164"/>
          <ac:spMkLst>
            <pc:docMk/>
            <pc:sldMk cId="1874645371" sldId="327"/>
            <ac:spMk id="13" creationId="{72D24C89-6E76-A3C2-A660-82E4ACABE894}"/>
          </ac:spMkLst>
        </pc:spChg>
        <pc:spChg chg="mod topLvl">
          <ac:chgData name="Toby Donaldson" userId="2e6e5431-bb17-4c41-9985-d39c50d83c73" providerId="ADAL" clId="{7F9681A8-EEE2-56F4-9B39-ECCBEE0471AC}" dt="2026-01-17T18:43:12.920" v="13998" actId="164"/>
          <ac:spMkLst>
            <pc:docMk/>
            <pc:sldMk cId="1874645371" sldId="327"/>
            <ac:spMk id="14" creationId="{F0762FF1-BC5F-855A-A9F5-E3B09C0ABD9B}"/>
          </ac:spMkLst>
        </pc:spChg>
        <pc:spChg chg="mod topLvl">
          <ac:chgData name="Toby Donaldson" userId="2e6e5431-bb17-4c41-9985-d39c50d83c73" providerId="ADAL" clId="{7F9681A8-EEE2-56F4-9B39-ECCBEE0471AC}" dt="2026-01-17T18:43:12.920" v="13998" actId="164"/>
          <ac:spMkLst>
            <pc:docMk/>
            <pc:sldMk cId="1874645371" sldId="327"/>
            <ac:spMk id="15" creationId="{2B3CBE5C-F3CA-87EF-6CCA-134B2B098ABA}"/>
          </ac:spMkLst>
        </pc:spChg>
        <pc:spChg chg="mod topLvl">
          <ac:chgData name="Toby Donaldson" userId="2e6e5431-bb17-4c41-9985-d39c50d83c73" providerId="ADAL" clId="{7F9681A8-EEE2-56F4-9B39-ECCBEE0471AC}" dt="2026-01-17T18:43:18.107" v="13999" actId="164"/>
          <ac:spMkLst>
            <pc:docMk/>
            <pc:sldMk cId="1874645371" sldId="327"/>
            <ac:spMk id="18" creationId="{96BAAE3A-6290-78B1-10F2-FC06A5A17ADF}"/>
          </ac:spMkLst>
        </pc:spChg>
        <pc:spChg chg="mod topLvl">
          <ac:chgData name="Toby Donaldson" userId="2e6e5431-bb17-4c41-9985-d39c50d83c73" providerId="ADAL" clId="{7F9681A8-EEE2-56F4-9B39-ECCBEE0471AC}" dt="2026-01-17T18:43:18.107" v="13999" actId="164"/>
          <ac:spMkLst>
            <pc:docMk/>
            <pc:sldMk cId="1874645371" sldId="327"/>
            <ac:spMk id="19" creationId="{8FB082F6-F15E-F511-BA24-635BF9501155}"/>
          </ac:spMkLst>
        </pc:spChg>
        <pc:spChg chg="mod topLvl">
          <ac:chgData name="Toby Donaldson" userId="2e6e5431-bb17-4c41-9985-d39c50d83c73" providerId="ADAL" clId="{7F9681A8-EEE2-56F4-9B39-ECCBEE0471AC}" dt="2026-01-17T18:43:18.107" v="13999" actId="164"/>
          <ac:spMkLst>
            <pc:docMk/>
            <pc:sldMk cId="1874645371" sldId="327"/>
            <ac:spMk id="20" creationId="{2DDC760D-AF2D-C62C-3EC3-B1969A414F7D}"/>
          </ac:spMkLst>
        </pc:spChg>
        <pc:spChg chg="mod topLvl">
          <ac:chgData name="Toby Donaldson" userId="2e6e5431-bb17-4c41-9985-d39c50d83c73" providerId="ADAL" clId="{7F9681A8-EEE2-56F4-9B39-ECCBEE0471AC}" dt="2026-01-17T18:43:23.004" v="14000" actId="164"/>
          <ac:spMkLst>
            <pc:docMk/>
            <pc:sldMk cId="1874645371" sldId="327"/>
            <ac:spMk id="23" creationId="{D21B9CAC-5073-2C94-B724-FF4C7FCD1B39}"/>
          </ac:spMkLst>
        </pc:spChg>
        <pc:spChg chg="mod topLvl">
          <ac:chgData name="Toby Donaldson" userId="2e6e5431-bb17-4c41-9985-d39c50d83c73" providerId="ADAL" clId="{7F9681A8-EEE2-56F4-9B39-ECCBEE0471AC}" dt="2026-01-17T18:43:23.004" v="14000" actId="164"/>
          <ac:spMkLst>
            <pc:docMk/>
            <pc:sldMk cId="1874645371" sldId="327"/>
            <ac:spMk id="24" creationId="{BBB3E7EB-7AF2-F5C4-EB2B-5A5ACB2B6501}"/>
          </ac:spMkLst>
        </pc:spChg>
        <pc:spChg chg="mod topLvl">
          <ac:chgData name="Toby Donaldson" userId="2e6e5431-bb17-4c41-9985-d39c50d83c73" providerId="ADAL" clId="{7F9681A8-EEE2-56F4-9B39-ECCBEE0471AC}" dt="2026-01-17T18:43:23.004" v="14000" actId="164"/>
          <ac:spMkLst>
            <pc:docMk/>
            <pc:sldMk cId="1874645371" sldId="327"/>
            <ac:spMk id="25" creationId="{23C88F03-62D1-2FFE-77A4-5D02E0EF40EE}"/>
          </ac:spMkLst>
        </pc:spChg>
        <pc:spChg chg="mod">
          <ac:chgData name="Toby Donaldson" userId="2e6e5431-bb17-4c41-9985-d39c50d83c73" providerId="ADAL" clId="{7F9681A8-EEE2-56F4-9B39-ECCBEE0471AC}" dt="2026-01-17T18:43:27.866" v="14001" actId="164"/>
          <ac:spMkLst>
            <pc:docMk/>
            <pc:sldMk cId="1874645371" sldId="327"/>
            <ac:spMk id="28" creationId="{B0A6B7BF-909D-FE7B-2379-5307ABDDC021}"/>
          </ac:spMkLst>
        </pc:spChg>
        <pc:spChg chg="mod topLvl">
          <ac:chgData name="Toby Donaldson" userId="2e6e5431-bb17-4c41-9985-d39c50d83c73" providerId="ADAL" clId="{7F9681A8-EEE2-56F4-9B39-ECCBEE0471AC}" dt="2026-01-17T18:43:27.866" v="14001" actId="164"/>
          <ac:spMkLst>
            <pc:docMk/>
            <pc:sldMk cId="1874645371" sldId="327"/>
            <ac:spMk id="29" creationId="{FA2681AF-C6DC-C4F4-DD4E-2EEB254C288C}"/>
          </ac:spMkLst>
        </pc:spChg>
        <pc:spChg chg="mod topLvl">
          <ac:chgData name="Toby Donaldson" userId="2e6e5431-bb17-4c41-9985-d39c50d83c73" providerId="ADAL" clId="{7F9681A8-EEE2-56F4-9B39-ECCBEE0471AC}" dt="2026-01-17T18:43:27.866" v="14001" actId="164"/>
          <ac:spMkLst>
            <pc:docMk/>
            <pc:sldMk cId="1874645371" sldId="327"/>
            <ac:spMk id="30" creationId="{FAAC493F-F43F-AA68-B2AD-6A06EB0F5055}"/>
          </ac:spMkLst>
        </pc:spChg>
        <pc:spChg chg="add mod">
          <ac:chgData name="Toby Donaldson" userId="2e6e5431-bb17-4c41-9985-d39c50d83c73" providerId="ADAL" clId="{7F9681A8-EEE2-56F4-9B39-ECCBEE0471AC}" dt="2026-01-17T18:43:59.221" v="14032" actId="1076"/>
          <ac:spMkLst>
            <pc:docMk/>
            <pc:sldMk cId="1874645371" sldId="327"/>
            <ac:spMk id="40" creationId="{A1B2BA76-6544-E389-804D-5E456F0FD023}"/>
          </ac:spMkLst>
        </pc:spChg>
        <pc:spChg chg="add mod">
          <ac:chgData name="Toby Donaldson" userId="2e6e5431-bb17-4c41-9985-d39c50d83c73" providerId="ADAL" clId="{7F9681A8-EEE2-56F4-9B39-ECCBEE0471AC}" dt="2026-01-17T18:50:16.690" v="14162" actId="1076"/>
          <ac:spMkLst>
            <pc:docMk/>
            <pc:sldMk cId="1874645371" sldId="327"/>
            <ac:spMk id="49" creationId="{58DA28BF-F3A4-7C4F-5A47-DB7461EACDDF}"/>
          </ac:spMkLst>
        </pc:spChg>
        <pc:spChg chg="add mod">
          <ac:chgData name="Toby Donaldson" userId="2e6e5431-bb17-4c41-9985-d39c50d83c73" providerId="ADAL" clId="{7F9681A8-EEE2-56F4-9B39-ECCBEE0471AC}" dt="2026-01-17T18:50:13.313" v="14161" actId="1076"/>
          <ac:spMkLst>
            <pc:docMk/>
            <pc:sldMk cId="1874645371" sldId="327"/>
            <ac:spMk id="50" creationId="{F2849DD3-1657-F240-DBB3-A0770597BE20}"/>
          </ac:spMkLst>
        </pc:spChg>
        <pc:spChg chg="add mod">
          <ac:chgData name="Toby Donaldson" userId="2e6e5431-bb17-4c41-9985-d39c50d83c73" providerId="ADAL" clId="{7F9681A8-EEE2-56F4-9B39-ECCBEE0471AC}" dt="2026-01-17T18:50:58.925" v="14215" actId="14100"/>
          <ac:spMkLst>
            <pc:docMk/>
            <pc:sldMk cId="1874645371" sldId="327"/>
            <ac:spMk id="51" creationId="{400BA624-1A66-AD54-7B22-4124D56B432C}"/>
          </ac:spMkLst>
        </pc:spChg>
        <pc:spChg chg="add mod">
          <ac:chgData name="Toby Donaldson" userId="2e6e5431-bb17-4c41-9985-d39c50d83c73" providerId="ADAL" clId="{7F9681A8-EEE2-56F4-9B39-ECCBEE0471AC}" dt="2026-01-17T19:11:22.723" v="14860"/>
          <ac:spMkLst>
            <pc:docMk/>
            <pc:sldMk cId="1874645371" sldId="327"/>
            <ac:spMk id="57" creationId="{79D1C151-C367-4839-043D-2F320A7B13C6}"/>
          </ac:spMkLst>
        </pc:spChg>
        <pc:grpChg chg="add mod">
          <ac:chgData name="Toby Donaldson" userId="2e6e5431-bb17-4c41-9985-d39c50d83c73" providerId="ADAL" clId="{7F9681A8-EEE2-56F4-9B39-ECCBEE0471AC}" dt="2026-01-17T18:43:32.869" v="14002" actId="164"/>
          <ac:grpSpMkLst>
            <pc:docMk/>
            <pc:sldMk cId="1874645371" sldId="327"/>
            <ac:grpSpMk id="34" creationId="{8DB4DB5B-D76E-3934-C79B-78299858BD26}"/>
          </ac:grpSpMkLst>
        </pc:grpChg>
        <pc:grpChg chg="add mod">
          <ac:chgData name="Toby Donaldson" userId="2e6e5431-bb17-4c41-9985-d39c50d83c73" providerId="ADAL" clId="{7F9681A8-EEE2-56F4-9B39-ECCBEE0471AC}" dt="2026-01-17T18:43:32.869" v="14002" actId="164"/>
          <ac:grpSpMkLst>
            <pc:docMk/>
            <pc:sldMk cId="1874645371" sldId="327"/>
            <ac:grpSpMk id="35" creationId="{77A85157-A541-B97F-48AD-7580F3593244}"/>
          </ac:grpSpMkLst>
        </pc:grpChg>
        <pc:grpChg chg="add mod">
          <ac:chgData name="Toby Donaldson" userId="2e6e5431-bb17-4c41-9985-d39c50d83c73" providerId="ADAL" clId="{7F9681A8-EEE2-56F4-9B39-ECCBEE0471AC}" dt="2026-01-17T18:43:32.869" v="14002" actId="164"/>
          <ac:grpSpMkLst>
            <pc:docMk/>
            <pc:sldMk cId="1874645371" sldId="327"/>
            <ac:grpSpMk id="36" creationId="{F8CEB773-68E7-087C-7598-20AA429525AD}"/>
          </ac:grpSpMkLst>
        </pc:grpChg>
        <pc:grpChg chg="add mod">
          <ac:chgData name="Toby Donaldson" userId="2e6e5431-bb17-4c41-9985-d39c50d83c73" providerId="ADAL" clId="{7F9681A8-EEE2-56F4-9B39-ECCBEE0471AC}" dt="2026-01-17T18:43:32.869" v="14002" actId="164"/>
          <ac:grpSpMkLst>
            <pc:docMk/>
            <pc:sldMk cId="1874645371" sldId="327"/>
            <ac:grpSpMk id="37" creationId="{EB25E5A8-8488-5B0A-A7FC-40038CCA3DF0}"/>
          </ac:grpSpMkLst>
        </pc:grpChg>
        <pc:grpChg chg="add mod">
          <ac:chgData name="Toby Donaldson" userId="2e6e5431-bb17-4c41-9985-d39c50d83c73" providerId="ADAL" clId="{7F9681A8-EEE2-56F4-9B39-ECCBEE0471AC}" dt="2026-01-17T18:43:32.869" v="14002" actId="164"/>
          <ac:grpSpMkLst>
            <pc:docMk/>
            <pc:sldMk cId="1874645371" sldId="327"/>
            <ac:grpSpMk id="38" creationId="{2CA94036-4583-FB79-1B7B-3B8BBDC82660}"/>
          </ac:grpSpMkLst>
        </pc:grpChg>
        <pc:grpChg chg="add mod">
          <ac:chgData name="Toby Donaldson" userId="2e6e5431-bb17-4c41-9985-d39c50d83c73" providerId="ADAL" clId="{7F9681A8-EEE2-56F4-9B39-ECCBEE0471AC}" dt="2026-01-17T18:47:41.525" v="14076" actId="1076"/>
          <ac:grpSpMkLst>
            <pc:docMk/>
            <pc:sldMk cId="1874645371" sldId="327"/>
            <ac:grpSpMk id="39" creationId="{B7E4F48D-093F-2E92-18E9-F88BCA779094}"/>
          </ac:grpSpMkLst>
        </pc:grpChg>
        <pc:cxnChg chg="add mod">
          <ac:chgData name="Toby Donaldson" userId="2e6e5431-bb17-4c41-9985-d39c50d83c73" providerId="ADAL" clId="{7F9681A8-EEE2-56F4-9B39-ECCBEE0471AC}" dt="2026-01-17T18:51:11.980" v="14218" actId="14100"/>
          <ac:cxnSpMkLst>
            <pc:docMk/>
            <pc:sldMk cId="1874645371" sldId="327"/>
            <ac:cxnSpMk id="52" creationId="{A56282BB-B3CC-79E5-33A9-CEC311D0BDCD}"/>
          </ac:cxnSpMkLst>
        </pc:cxnChg>
        <pc:cxnChg chg="add mod">
          <ac:chgData name="Toby Donaldson" userId="2e6e5431-bb17-4c41-9985-d39c50d83c73" providerId="ADAL" clId="{7F9681A8-EEE2-56F4-9B39-ECCBEE0471AC}" dt="2026-01-17T19:11:22.723" v="14860"/>
          <ac:cxnSpMkLst>
            <pc:docMk/>
            <pc:sldMk cId="1874645371" sldId="327"/>
            <ac:cxnSpMk id="58" creationId="{EE1A70CB-A4DD-8887-7C99-E5634F0615FC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17T19:21:42.330" v="15291" actId="21"/>
        <pc:sldMkLst>
          <pc:docMk/>
          <pc:sldMk cId="724494554" sldId="328"/>
        </pc:sldMkLst>
        <pc:spChg chg="mod">
          <ac:chgData name="Toby Donaldson" userId="2e6e5431-bb17-4c41-9985-d39c50d83c73" providerId="ADAL" clId="{7F9681A8-EEE2-56F4-9B39-ECCBEE0471AC}" dt="2026-01-17T18:58:26.105" v="14497" actId="20577"/>
          <ac:spMkLst>
            <pc:docMk/>
            <pc:sldMk cId="724494554" sldId="328"/>
            <ac:spMk id="4" creationId="{187810EE-B88B-B7C3-F75E-8DE86794F635}"/>
          </ac:spMkLst>
        </pc:spChg>
        <pc:spChg chg="mod">
          <ac:chgData name="Toby Donaldson" userId="2e6e5431-bb17-4c41-9985-d39c50d83c73" providerId="ADAL" clId="{7F9681A8-EEE2-56F4-9B39-ECCBEE0471AC}" dt="2026-01-17T19:08:40.458" v="14834" actId="165"/>
          <ac:spMkLst>
            <pc:docMk/>
            <pc:sldMk cId="724494554" sldId="328"/>
            <ac:spMk id="5" creationId="{FCABB0B0-D400-F9CA-60A0-CFC9AAF9722A}"/>
          </ac:spMkLst>
        </pc:spChg>
        <pc:spChg chg="mod">
          <ac:chgData name="Toby Donaldson" userId="2e6e5431-bb17-4c41-9985-d39c50d83c73" providerId="ADAL" clId="{7F9681A8-EEE2-56F4-9B39-ECCBEE0471AC}" dt="2026-01-17T19:08:40.458" v="14834" actId="165"/>
          <ac:spMkLst>
            <pc:docMk/>
            <pc:sldMk cId="724494554" sldId="328"/>
            <ac:spMk id="6" creationId="{6708B64B-BCF3-7C16-E0C9-895A857FB8ED}"/>
          </ac:spMkLst>
        </pc:spChg>
        <pc:spChg chg="mod">
          <ac:chgData name="Toby Donaldson" userId="2e6e5431-bb17-4c41-9985-d39c50d83c73" providerId="ADAL" clId="{7F9681A8-EEE2-56F4-9B39-ECCBEE0471AC}" dt="2026-01-17T19:08:40.458" v="14834" actId="165"/>
          <ac:spMkLst>
            <pc:docMk/>
            <pc:sldMk cId="724494554" sldId="328"/>
            <ac:spMk id="9" creationId="{3C3DFD9F-E479-ED54-418E-AFBF7859B618}"/>
          </ac:spMkLst>
        </pc:spChg>
        <pc:spChg chg="mod">
          <ac:chgData name="Toby Donaldson" userId="2e6e5431-bb17-4c41-9985-d39c50d83c73" providerId="ADAL" clId="{7F9681A8-EEE2-56F4-9B39-ECCBEE0471AC}" dt="2026-01-17T19:08:40.458" v="14834" actId="165"/>
          <ac:spMkLst>
            <pc:docMk/>
            <pc:sldMk cId="724494554" sldId="328"/>
            <ac:spMk id="13" creationId="{2D375F38-5681-8096-C49F-31BA9872DDE4}"/>
          </ac:spMkLst>
        </pc:spChg>
        <pc:spChg chg="mod">
          <ac:chgData name="Toby Donaldson" userId="2e6e5431-bb17-4c41-9985-d39c50d83c73" providerId="ADAL" clId="{7F9681A8-EEE2-56F4-9B39-ECCBEE0471AC}" dt="2026-01-17T19:08:40.458" v="14834" actId="165"/>
          <ac:spMkLst>
            <pc:docMk/>
            <pc:sldMk cId="724494554" sldId="328"/>
            <ac:spMk id="15" creationId="{D00C14EB-FCBA-E0B2-17CA-96B2DEF767A2}"/>
          </ac:spMkLst>
        </pc:spChg>
        <pc:spChg chg="mod">
          <ac:chgData name="Toby Donaldson" userId="2e6e5431-bb17-4c41-9985-d39c50d83c73" providerId="ADAL" clId="{7F9681A8-EEE2-56F4-9B39-ECCBEE0471AC}" dt="2026-01-17T19:08:40.458" v="14834" actId="165"/>
          <ac:spMkLst>
            <pc:docMk/>
            <pc:sldMk cId="724494554" sldId="328"/>
            <ac:spMk id="18" creationId="{ADDCE7CC-3956-D592-7B02-80EFFBBA1AB4}"/>
          </ac:spMkLst>
        </pc:spChg>
        <pc:spChg chg="mod">
          <ac:chgData name="Toby Donaldson" userId="2e6e5431-bb17-4c41-9985-d39c50d83c73" providerId="ADAL" clId="{7F9681A8-EEE2-56F4-9B39-ECCBEE0471AC}" dt="2026-01-17T19:08:40.458" v="14834" actId="165"/>
          <ac:spMkLst>
            <pc:docMk/>
            <pc:sldMk cId="724494554" sldId="328"/>
            <ac:spMk id="19" creationId="{CB8518EC-F3DD-9AA7-3026-D0BC3880A642}"/>
          </ac:spMkLst>
        </pc:spChg>
        <pc:spChg chg="mod">
          <ac:chgData name="Toby Donaldson" userId="2e6e5431-bb17-4c41-9985-d39c50d83c73" providerId="ADAL" clId="{7F9681A8-EEE2-56F4-9B39-ECCBEE0471AC}" dt="2026-01-17T19:08:40.458" v="14834" actId="165"/>
          <ac:spMkLst>
            <pc:docMk/>
            <pc:sldMk cId="724494554" sldId="328"/>
            <ac:spMk id="28" creationId="{B739A9A3-39A2-7C69-0A9D-575720DAB301}"/>
          </ac:spMkLst>
        </pc:spChg>
        <pc:spChg chg="mod">
          <ac:chgData name="Toby Donaldson" userId="2e6e5431-bb17-4c41-9985-d39c50d83c73" providerId="ADAL" clId="{7F9681A8-EEE2-56F4-9B39-ECCBEE0471AC}" dt="2026-01-17T19:08:40.458" v="14834" actId="165"/>
          <ac:spMkLst>
            <pc:docMk/>
            <pc:sldMk cId="724494554" sldId="328"/>
            <ac:spMk id="29" creationId="{36C86E99-495F-7DF2-12AC-A70EAC9C0616}"/>
          </ac:spMkLst>
        </pc:spChg>
        <pc:spChg chg="mod">
          <ac:chgData name="Toby Donaldson" userId="2e6e5431-bb17-4c41-9985-d39c50d83c73" providerId="ADAL" clId="{7F9681A8-EEE2-56F4-9B39-ECCBEE0471AC}" dt="2026-01-17T19:08:40.458" v="14834" actId="165"/>
          <ac:spMkLst>
            <pc:docMk/>
            <pc:sldMk cId="724494554" sldId="328"/>
            <ac:spMk id="30" creationId="{6919A3DA-6AE1-CECD-4566-5EA5CA0BF342}"/>
          </ac:spMkLst>
        </pc:spChg>
        <pc:spChg chg="mod">
          <ac:chgData name="Toby Donaldson" userId="2e6e5431-bb17-4c41-9985-d39c50d83c73" providerId="ADAL" clId="{7F9681A8-EEE2-56F4-9B39-ECCBEE0471AC}" dt="2026-01-17T19:09:26.057" v="14838" actId="555"/>
          <ac:spMkLst>
            <pc:docMk/>
            <pc:sldMk cId="724494554" sldId="328"/>
            <ac:spMk id="41" creationId="{43CD8006-5934-C9B2-F652-DA1B513B2F73}"/>
          </ac:spMkLst>
        </pc:spChg>
        <pc:spChg chg="mod">
          <ac:chgData name="Toby Donaldson" userId="2e6e5431-bb17-4c41-9985-d39c50d83c73" providerId="ADAL" clId="{7F9681A8-EEE2-56F4-9B39-ECCBEE0471AC}" dt="2026-01-17T19:09:26.057" v="14838" actId="555"/>
          <ac:spMkLst>
            <pc:docMk/>
            <pc:sldMk cId="724494554" sldId="328"/>
            <ac:spMk id="42" creationId="{E5E44D16-CEF3-E608-B68C-124E69B49CB9}"/>
          </ac:spMkLst>
        </pc:spChg>
        <pc:spChg chg="mod">
          <ac:chgData name="Toby Donaldson" userId="2e6e5431-bb17-4c41-9985-d39c50d83c73" providerId="ADAL" clId="{7F9681A8-EEE2-56F4-9B39-ECCBEE0471AC}" dt="2026-01-17T19:09:26.057" v="14838" actId="555"/>
          <ac:spMkLst>
            <pc:docMk/>
            <pc:sldMk cId="724494554" sldId="328"/>
            <ac:spMk id="43" creationId="{24A1F2E1-E929-C795-6ED9-CC17ACD29AD5}"/>
          </ac:spMkLst>
        </pc:spChg>
        <pc:spChg chg="mod">
          <ac:chgData name="Toby Donaldson" userId="2e6e5431-bb17-4c41-9985-d39c50d83c73" providerId="ADAL" clId="{7F9681A8-EEE2-56F4-9B39-ECCBEE0471AC}" dt="2026-01-17T19:09:26.057" v="14838" actId="555"/>
          <ac:spMkLst>
            <pc:docMk/>
            <pc:sldMk cId="724494554" sldId="328"/>
            <ac:spMk id="44" creationId="{80BC651F-40AC-2846-BDA3-88DDD346AAF3}"/>
          </ac:spMkLst>
        </pc:spChg>
        <pc:spChg chg="mod">
          <ac:chgData name="Toby Donaldson" userId="2e6e5431-bb17-4c41-9985-d39c50d83c73" providerId="ADAL" clId="{7F9681A8-EEE2-56F4-9B39-ECCBEE0471AC}" dt="2026-01-17T19:09:26.057" v="14838" actId="555"/>
          <ac:spMkLst>
            <pc:docMk/>
            <pc:sldMk cId="724494554" sldId="328"/>
            <ac:spMk id="45" creationId="{55B68AE9-070E-4CD4-D1BF-8542A124DCE7}"/>
          </ac:spMkLst>
        </pc:spChg>
        <pc:spChg chg="mod">
          <ac:chgData name="Toby Donaldson" userId="2e6e5431-bb17-4c41-9985-d39c50d83c73" providerId="ADAL" clId="{7F9681A8-EEE2-56F4-9B39-ECCBEE0471AC}" dt="2026-01-17T19:06:53.223" v="14808" actId="1076"/>
          <ac:spMkLst>
            <pc:docMk/>
            <pc:sldMk cId="724494554" sldId="328"/>
            <ac:spMk id="46" creationId="{72DA584B-A520-AC3E-CC7E-7D120B067A3E}"/>
          </ac:spMkLst>
        </pc:spChg>
        <pc:spChg chg="mod">
          <ac:chgData name="Toby Donaldson" userId="2e6e5431-bb17-4c41-9985-d39c50d83c73" providerId="ADAL" clId="{7F9681A8-EEE2-56F4-9B39-ECCBEE0471AC}" dt="2026-01-17T19:13:30.325" v="14958" actId="554"/>
          <ac:spMkLst>
            <pc:docMk/>
            <pc:sldMk cId="724494554" sldId="328"/>
            <ac:spMk id="49" creationId="{5D08064B-3B1B-63C5-A467-4EC00060FB77}"/>
          </ac:spMkLst>
        </pc:spChg>
        <pc:grpChg chg="mod">
          <ac:chgData name="Toby Donaldson" userId="2e6e5431-bb17-4c41-9985-d39c50d83c73" providerId="ADAL" clId="{7F9681A8-EEE2-56F4-9B39-ECCBEE0471AC}" dt="2026-01-17T19:09:26.057" v="14838" actId="555"/>
          <ac:grpSpMkLst>
            <pc:docMk/>
            <pc:sldMk cId="724494554" sldId="328"/>
            <ac:grpSpMk id="34" creationId="{BC305CD8-577C-57C8-4482-388896CD41FA}"/>
          </ac:grpSpMkLst>
        </pc:grpChg>
        <pc:grpChg chg="mod">
          <ac:chgData name="Toby Donaldson" userId="2e6e5431-bb17-4c41-9985-d39c50d83c73" providerId="ADAL" clId="{7F9681A8-EEE2-56F4-9B39-ECCBEE0471AC}" dt="2026-01-17T19:09:26.057" v="14838" actId="555"/>
          <ac:grpSpMkLst>
            <pc:docMk/>
            <pc:sldMk cId="724494554" sldId="328"/>
            <ac:grpSpMk id="35" creationId="{D4DB98F2-F602-124F-91DE-3E9FEA22A1F1}"/>
          </ac:grpSpMkLst>
        </pc:grpChg>
        <pc:grpChg chg="mod">
          <ac:chgData name="Toby Donaldson" userId="2e6e5431-bb17-4c41-9985-d39c50d83c73" providerId="ADAL" clId="{7F9681A8-EEE2-56F4-9B39-ECCBEE0471AC}" dt="2026-01-17T19:09:26.057" v="14838" actId="555"/>
          <ac:grpSpMkLst>
            <pc:docMk/>
            <pc:sldMk cId="724494554" sldId="328"/>
            <ac:grpSpMk id="36" creationId="{8CA5870B-4519-2EFA-2AFB-5D1C52FF1F0A}"/>
          </ac:grpSpMkLst>
        </pc:grpChg>
        <pc:grpChg chg="mod">
          <ac:chgData name="Toby Donaldson" userId="2e6e5431-bb17-4c41-9985-d39c50d83c73" providerId="ADAL" clId="{7F9681A8-EEE2-56F4-9B39-ECCBEE0471AC}" dt="2026-01-17T19:09:23.844" v="14837" actId="555"/>
          <ac:grpSpMkLst>
            <pc:docMk/>
            <pc:sldMk cId="724494554" sldId="328"/>
            <ac:grpSpMk id="37" creationId="{529E8FC2-5286-4241-D9F3-D0579920ED14}"/>
          </ac:grpSpMkLst>
        </pc:grpChg>
        <pc:grpChg chg="mod">
          <ac:chgData name="Toby Donaldson" userId="2e6e5431-bb17-4c41-9985-d39c50d83c73" providerId="ADAL" clId="{7F9681A8-EEE2-56F4-9B39-ECCBEE0471AC}" dt="2026-01-17T19:09:26.057" v="14838" actId="555"/>
          <ac:grpSpMkLst>
            <pc:docMk/>
            <pc:sldMk cId="724494554" sldId="328"/>
            <ac:grpSpMk id="38" creationId="{F8B4BEA2-3AFD-D438-7A5D-1947EA3B478F}"/>
          </ac:grpSpMkLst>
        </pc:grpChg>
        <pc:cxnChg chg="mod">
          <ac:chgData name="Toby Donaldson" userId="2e6e5431-bb17-4c41-9985-d39c50d83c73" providerId="ADAL" clId="{7F9681A8-EEE2-56F4-9B39-ECCBEE0471AC}" dt="2026-01-17T19:08:10.919" v="14832" actId="14100"/>
          <ac:cxnSpMkLst>
            <pc:docMk/>
            <pc:sldMk cId="724494554" sldId="328"/>
            <ac:cxnSpMk id="48" creationId="{AD20139D-9AA9-3262-6CF4-8FC9CB0E8399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17T19:21:31.889" v="15288"/>
        <pc:sldMkLst>
          <pc:docMk/>
          <pc:sldMk cId="2471961815" sldId="329"/>
        </pc:sldMkLst>
        <pc:spChg chg="add mod">
          <ac:chgData name="Toby Donaldson" userId="2e6e5431-bb17-4c41-9985-d39c50d83c73" providerId="ADAL" clId="{7F9681A8-EEE2-56F4-9B39-ECCBEE0471AC}" dt="2026-01-17T19:15:15.424" v="15025" actId="1076"/>
          <ac:spMkLst>
            <pc:docMk/>
            <pc:sldMk cId="2471961815" sldId="329"/>
            <ac:spMk id="3" creationId="{209FC10E-0AB3-DFEF-2D0F-3C71636113CD}"/>
          </ac:spMkLst>
        </pc:spChg>
        <pc:spChg chg="mod">
          <ac:chgData name="Toby Donaldson" userId="2e6e5431-bb17-4c41-9985-d39c50d83c73" providerId="ADAL" clId="{7F9681A8-EEE2-56F4-9B39-ECCBEE0471AC}" dt="2026-01-17T19:17:09.030" v="15103" actId="207"/>
          <ac:spMkLst>
            <pc:docMk/>
            <pc:sldMk cId="2471961815" sldId="329"/>
            <ac:spMk id="4" creationId="{5E67B365-2F7E-6F5C-EA62-E184D78DC4A2}"/>
          </ac:spMkLst>
        </pc:spChg>
        <pc:spChg chg="add mod">
          <ac:chgData name="Toby Donaldson" userId="2e6e5431-bb17-4c41-9985-d39c50d83c73" providerId="ADAL" clId="{7F9681A8-EEE2-56F4-9B39-ECCBEE0471AC}" dt="2026-01-17T19:15:28.686" v="15028" actId="14100"/>
          <ac:spMkLst>
            <pc:docMk/>
            <pc:sldMk cId="2471961815" sldId="329"/>
            <ac:spMk id="8" creationId="{FAD655A4-DE8A-C55E-4919-5DC1E4A5305F}"/>
          </ac:spMkLst>
        </pc:spChg>
        <pc:spChg chg="add mod">
          <ac:chgData name="Toby Donaldson" userId="2e6e5431-bb17-4c41-9985-d39c50d83c73" providerId="ADAL" clId="{7F9681A8-EEE2-56F4-9B39-ECCBEE0471AC}" dt="2026-01-17T19:16:35.474" v="15099" actId="14100"/>
          <ac:spMkLst>
            <pc:docMk/>
            <pc:sldMk cId="2471961815" sldId="329"/>
            <ac:spMk id="10" creationId="{B605B836-D205-5658-41CC-40B341081271}"/>
          </ac:spMkLst>
        </pc:spChg>
        <pc:spChg chg="add mod">
          <ac:chgData name="Toby Donaldson" userId="2e6e5431-bb17-4c41-9985-d39c50d83c73" providerId="ADAL" clId="{7F9681A8-EEE2-56F4-9B39-ECCBEE0471AC}" dt="2026-01-17T19:21:31.889" v="15288"/>
          <ac:spMkLst>
            <pc:docMk/>
            <pc:sldMk cId="2471961815" sldId="329"/>
            <ac:spMk id="32" creationId="{F37653C8-E006-1B90-5096-DB33F5DCB1A2}"/>
          </ac:spMkLst>
        </pc:spChg>
        <pc:cxnChg chg="add mod">
          <ac:chgData name="Toby Donaldson" userId="2e6e5431-bb17-4c41-9985-d39c50d83c73" providerId="ADAL" clId="{7F9681A8-EEE2-56F4-9B39-ECCBEE0471AC}" dt="2026-01-17T19:16:35.474" v="15099" actId="14100"/>
          <ac:cxnSpMkLst>
            <pc:docMk/>
            <pc:sldMk cId="2471961815" sldId="329"/>
            <ac:cxnSpMk id="11" creationId="{77E4BA70-9CB4-31F5-7965-4AAC40D81EE2}"/>
          </ac:cxnSpMkLst>
        </pc:cxnChg>
        <pc:cxnChg chg="add mod">
          <ac:chgData name="Toby Donaldson" userId="2e6e5431-bb17-4c41-9985-d39c50d83c73" providerId="ADAL" clId="{7F9681A8-EEE2-56F4-9B39-ECCBEE0471AC}" dt="2026-01-17T19:16:35.474" v="15099" actId="14100"/>
          <ac:cxnSpMkLst>
            <pc:docMk/>
            <pc:sldMk cId="2471961815" sldId="329"/>
            <ac:cxnSpMk id="21" creationId="{FDE55179-2D7C-2ED3-8207-C685905D4FB2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17T19:25:18.121" v="15356" actId="20577"/>
        <pc:sldMkLst>
          <pc:docMk/>
          <pc:sldMk cId="1699869246" sldId="330"/>
        </pc:sldMkLst>
        <pc:spChg chg="mod">
          <ac:chgData name="Toby Donaldson" userId="2e6e5431-bb17-4c41-9985-d39c50d83c73" providerId="ADAL" clId="{7F9681A8-EEE2-56F4-9B39-ECCBEE0471AC}" dt="2026-01-17T19:19:13.496" v="15147" actId="20577"/>
          <ac:spMkLst>
            <pc:docMk/>
            <pc:sldMk cId="1699869246" sldId="330"/>
            <ac:spMk id="4" creationId="{C7C5DEE2-97C1-2A80-71ED-3688A35C53FF}"/>
          </ac:spMkLst>
        </pc:spChg>
        <pc:spChg chg="mod">
          <ac:chgData name="Toby Donaldson" userId="2e6e5431-bb17-4c41-9985-d39c50d83c73" providerId="ADAL" clId="{7F9681A8-EEE2-56F4-9B39-ECCBEE0471AC}" dt="2026-01-17T19:25:18.121" v="15356" actId="20577"/>
          <ac:spMkLst>
            <pc:docMk/>
            <pc:sldMk cId="1699869246" sldId="330"/>
            <ac:spMk id="10" creationId="{3BF29C8F-68B1-E010-29AA-7A9DE83C9621}"/>
          </ac:spMkLst>
        </pc:spChg>
        <pc:spChg chg="add mod">
          <ac:chgData name="Toby Donaldson" userId="2e6e5431-bb17-4c41-9985-d39c50d83c73" providerId="ADAL" clId="{7F9681A8-EEE2-56F4-9B39-ECCBEE0471AC}" dt="2026-01-17T19:20:54.308" v="15279" actId="1076"/>
          <ac:spMkLst>
            <pc:docMk/>
            <pc:sldMk cId="1699869246" sldId="330"/>
            <ac:spMk id="12" creationId="{CA85FE19-50F4-0CC8-E408-BD472B5E31DA}"/>
          </ac:spMkLst>
        </pc:spChg>
        <pc:spChg chg="mod">
          <ac:chgData name="Toby Donaldson" userId="2e6e5431-bb17-4c41-9985-d39c50d83c73" providerId="ADAL" clId="{7F9681A8-EEE2-56F4-9B39-ECCBEE0471AC}" dt="2026-01-17T19:21:14.592" v="15286" actId="1076"/>
          <ac:spMkLst>
            <pc:docMk/>
            <pc:sldMk cId="1699869246" sldId="330"/>
            <ac:spMk id="55" creationId="{9B836A4E-F75D-DF98-1DE2-316E8EB836A4}"/>
          </ac:spMkLst>
        </pc:spChg>
        <pc:cxnChg chg="add mod">
          <ac:chgData name="Toby Donaldson" userId="2e6e5431-bb17-4c41-9985-d39c50d83c73" providerId="ADAL" clId="{7F9681A8-EEE2-56F4-9B39-ECCBEE0471AC}" dt="2026-01-17T19:23:35.397" v="15322" actId="14100"/>
          <ac:cxnSpMkLst>
            <pc:docMk/>
            <pc:sldMk cId="1699869246" sldId="330"/>
            <ac:cxnSpMk id="32" creationId="{16A9C5C7-D8B6-DA12-82BB-D1D04EF3F3C0}"/>
          </ac:cxnSpMkLst>
        </pc:cxnChg>
        <pc:cxnChg chg="add mod">
          <ac:chgData name="Toby Donaldson" userId="2e6e5431-bb17-4c41-9985-d39c50d83c73" providerId="ADAL" clId="{7F9681A8-EEE2-56F4-9B39-ECCBEE0471AC}" dt="2026-01-17T19:23:56.662" v="15325" actId="14100"/>
          <ac:cxnSpMkLst>
            <pc:docMk/>
            <pc:sldMk cId="1699869246" sldId="330"/>
            <ac:cxnSpMk id="50" creationId="{BE36ACAF-3292-F0E7-A0DE-BDC01C12C722}"/>
          </ac:cxnSpMkLst>
        </pc:cxnChg>
        <pc:cxnChg chg="add mod">
          <ac:chgData name="Toby Donaldson" userId="2e6e5431-bb17-4c41-9985-d39c50d83c73" providerId="ADAL" clId="{7F9681A8-EEE2-56F4-9B39-ECCBEE0471AC}" dt="2026-01-17T19:24:06.428" v="15328" actId="14100"/>
          <ac:cxnSpMkLst>
            <pc:docMk/>
            <pc:sldMk cId="1699869246" sldId="330"/>
            <ac:cxnSpMk id="56" creationId="{ED7E3421-237E-5D7F-5736-01355CDBE745}"/>
          </ac:cxnSpMkLst>
        </pc:cxnChg>
        <pc:cxnChg chg="add mod">
          <ac:chgData name="Toby Donaldson" userId="2e6e5431-bb17-4c41-9985-d39c50d83c73" providerId="ADAL" clId="{7F9681A8-EEE2-56F4-9B39-ECCBEE0471AC}" dt="2026-01-17T19:24:26.293" v="15331" actId="14100"/>
          <ac:cxnSpMkLst>
            <pc:docMk/>
            <pc:sldMk cId="1699869246" sldId="330"/>
            <ac:cxnSpMk id="59" creationId="{16773E74-D932-C317-69FE-740989CA7B55}"/>
          </ac:cxnSpMkLst>
        </pc:cxnChg>
        <pc:cxnChg chg="add mod">
          <ac:chgData name="Toby Donaldson" userId="2e6e5431-bb17-4c41-9985-d39c50d83c73" providerId="ADAL" clId="{7F9681A8-EEE2-56F4-9B39-ECCBEE0471AC}" dt="2026-01-17T19:24:35.343" v="15334" actId="14100"/>
          <ac:cxnSpMkLst>
            <pc:docMk/>
            <pc:sldMk cId="1699869246" sldId="330"/>
            <ac:cxnSpMk id="67" creationId="{DFCBF544-BB8B-F3C6-0330-DF9E26905FD6}"/>
          </ac:cxnSpMkLst>
        </pc:cxnChg>
      </pc:sldChg>
      <pc:sldChg chg="delSp modSp add mod">
        <pc:chgData name="Toby Donaldson" userId="2e6e5431-bb17-4c41-9985-d39c50d83c73" providerId="ADAL" clId="{7F9681A8-EEE2-56F4-9B39-ECCBEE0471AC}" dt="2026-01-17T19:26:40.195" v="15437" actId="20577"/>
        <pc:sldMkLst>
          <pc:docMk/>
          <pc:sldMk cId="1835666403" sldId="331"/>
        </pc:sldMkLst>
        <pc:spChg chg="mod">
          <ac:chgData name="Toby Donaldson" userId="2e6e5431-bb17-4c41-9985-d39c50d83c73" providerId="ADAL" clId="{7F9681A8-EEE2-56F4-9B39-ECCBEE0471AC}" dt="2026-01-17T19:26:40.195" v="15437" actId="20577"/>
          <ac:spMkLst>
            <pc:docMk/>
            <pc:sldMk cId="1835666403" sldId="331"/>
            <ac:spMk id="4" creationId="{441081EE-B3A1-AB0E-26FF-99A9DF5C620A}"/>
          </ac:spMkLst>
        </pc:spChg>
        <pc:spChg chg="mod">
          <ac:chgData name="Toby Donaldson" userId="2e6e5431-bb17-4c41-9985-d39c50d83c73" providerId="ADAL" clId="{7F9681A8-EEE2-56F4-9B39-ECCBEE0471AC}" dt="2026-01-17T19:26:24.043" v="15402" actId="1076"/>
          <ac:spMkLst>
            <pc:docMk/>
            <pc:sldMk cId="1835666403" sldId="331"/>
            <ac:spMk id="12" creationId="{792E91A8-D3B2-C437-7E7F-E2E3E13FA1A2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17T19:46:32.019" v="15660" actId="1076"/>
        <pc:sldMkLst>
          <pc:docMk/>
          <pc:sldMk cId="991816514" sldId="332"/>
        </pc:sldMkLst>
        <pc:spChg chg="mod">
          <ac:chgData name="Toby Donaldson" userId="2e6e5431-bb17-4c41-9985-d39c50d83c73" providerId="ADAL" clId="{7F9681A8-EEE2-56F4-9B39-ECCBEE0471AC}" dt="2026-01-17T19:44:07.465" v="15516" actId="20577"/>
          <ac:spMkLst>
            <pc:docMk/>
            <pc:sldMk cId="991816514" sldId="332"/>
            <ac:spMk id="4" creationId="{6FF4D2BE-0427-9665-3208-F682E6C11A5F}"/>
          </ac:spMkLst>
        </pc:spChg>
        <pc:spChg chg="add mod">
          <ac:chgData name="Toby Donaldson" userId="2e6e5431-bb17-4c41-9985-d39c50d83c73" providerId="ADAL" clId="{7F9681A8-EEE2-56F4-9B39-ECCBEE0471AC}" dt="2026-01-17T19:46:23.353" v="15657" actId="14100"/>
          <ac:spMkLst>
            <pc:docMk/>
            <pc:sldMk cId="991816514" sldId="332"/>
            <ac:spMk id="7" creationId="{8071F6B7-AE44-D488-265D-CED42AB6D33E}"/>
          </ac:spMkLst>
        </pc:spChg>
        <pc:spChg chg="mod">
          <ac:chgData name="Toby Donaldson" userId="2e6e5431-bb17-4c41-9985-d39c50d83c73" providerId="ADAL" clId="{7F9681A8-EEE2-56F4-9B39-ECCBEE0471AC}" dt="2026-01-17T19:46:32.019" v="15660" actId="1076"/>
          <ac:spMkLst>
            <pc:docMk/>
            <pc:sldMk cId="991816514" sldId="332"/>
            <ac:spMk id="12" creationId="{56220806-02C0-8D30-99D9-B1512B47B7F3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19T04:40:13.281" v="15693" actId="20577"/>
        <pc:sldMkLst>
          <pc:docMk/>
          <pc:sldMk cId="3132336667" sldId="333"/>
        </pc:sldMkLst>
        <pc:spChg chg="mod">
          <ac:chgData name="Toby Donaldson" userId="2e6e5431-bb17-4c41-9985-d39c50d83c73" providerId="ADAL" clId="{7F9681A8-EEE2-56F4-9B39-ECCBEE0471AC}" dt="2026-01-19T04:39:36.254" v="15678" actId="1076"/>
          <ac:spMkLst>
            <pc:docMk/>
            <pc:sldMk cId="3132336667" sldId="333"/>
            <ac:spMk id="5" creationId="{0C49CC03-BF2E-020E-D447-3A61B1E62596}"/>
          </ac:spMkLst>
        </pc:spChg>
        <pc:spChg chg="add mod">
          <ac:chgData name="Toby Donaldson" userId="2e6e5431-bb17-4c41-9985-d39c50d83c73" providerId="ADAL" clId="{7F9681A8-EEE2-56F4-9B39-ECCBEE0471AC}" dt="2026-01-19T04:40:13.281" v="15693" actId="20577"/>
          <ac:spMkLst>
            <pc:docMk/>
            <pc:sldMk cId="3132336667" sldId="333"/>
            <ac:spMk id="26" creationId="{5C7CFA38-2FE2-5EB9-DAF1-300FE883A066}"/>
          </ac:spMkLst>
        </pc:spChg>
        <pc:picChg chg="mod">
          <ac:chgData name="Toby Donaldson" userId="2e6e5431-bb17-4c41-9985-d39c50d83c73" providerId="ADAL" clId="{7F9681A8-EEE2-56F4-9B39-ECCBEE0471AC}" dt="2026-01-19T04:39:27.504" v="15677" actId="1076"/>
          <ac:picMkLst>
            <pc:docMk/>
            <pc:sldMk cId="3132336667" sldId="333"/>
            <ac:picMk id="1026" creationId="{1FD0CA4E-5996-F9E6-4E0D-32B989802E80}"/>
          </ac:picMkLst>
        </pc:picChg>
      </pc:sldChg>
      <pc:sldChg chg="addSp delSp modSp add mod">
        <pc:chgData name="Toby Donaldson" userId="2e6e5431-bb17-4c41-9985-d39c50d83c73" providerId="ADAL" clId="{7F9681A8-EEE2-56F4-9B39-ECCBEE0471AC}" dt="2026-01-19T04:43:12.207" v="15899" actId="14100"/>
        <pc:sldMkLst>
          <pc:docMk/>
          <pc:sldMk cId="3218496143" sldId="334"/>
        </pc:sldMkLst>
        <pc:spChg chg="add mod">
          <ac:chgData name="Toby Donaldson" userId="2e6e5431-bb17-4c41-9985-d39c50d83c73" providerId="ADAL" clId="{7F9681A8-EEE2-56F4-9B39-ECCBEE0471AC}" dt="2026-01-19T04:43:09.007" v="15898" actId="1076"/>
          <ac:spMkLst>
            <pc:docMk/>
            <pc:sldMk cId="3218496143" sldId="334"/>
            <ac:spMk id="8" creationId="{7344173E-0231-3EA8-A03D-64D63355A473}"/>
          </ac:spMkLst>
        </pc:spChg>
        <pc:spChg chg="add mod">
          <ac:chgData name="Toby Donaldson" userId="2e6e5431-bb17-4c41-9985-d39c50d83c73" providerId="ADAL" clId="{7F9681A8-EEE2-56F4-9B39-ECCBEE0471AC}" dt="2026-01-19T04:42:45.723" v="15893" actId="14100"/>
          <ac:spMkLst>
            <pc:docMk/>
            <pc:sldMk cId="3218496143" sldId="334"/>
            <ac:spMk id="49" creationId="{4E21622F-2EE4-2144-C69F-EB48C21A0DFA}"/>
          </ac:spMkLst>
        </pc:spChg>
        <pc:cxnChg chg="add mod">
          <ac:chgData name="Toby Donaldson" userId="2e6e5431-bb17-4c41-9985-d39c50d83c73" providerId="ADAL" clId="{7F9681A8-EEE2-56F4-9B39-ECCBEE0471AC}" dt="2026-01-19T04:43:12.207" v="15899" actId="14100"/>
          <ac:cxnSpMkLst>
            <pc:docMk/>
            <pc:sldMk cId="3218496143" sldId="334"/>
            <ac:cxnSpMk id="11" creationId="{39DCB0AB-715A-B7BD-7669-EE0A8618F12D}"/>
          </ac:cxnSpMkLst>
        </pc:cxnChg>
      </pc:sldChg>
      <pc:sldChg chg="delSp modSp add mod">
        <pc:chgData name="Toby Donaldson" userId="2e6e5431-bb17-4c41-9985-d39c50d83c73" providerId="ADAL" clId="{7F9681A8-EEE2-56F4-9B39-ECCBEE0471AC}" dt="2026-01-19T04:43:27.673" v="15901" actId="1076"/>
        <pc:sldMkLst>
          <pc:docMk/>
          <pc:sldMk cId="1085555844" sldId="335"/>
        </pc:sldMkLst>
        <pc:spChg chg="mod">
          <ac:chgData name="Toby Donaldson" userId="2e6e5431-bb17-4c41-9985-d39c50d83c73" providerId="ADAL" clId="{7F9681A8-EEE2-56F4-9B39-ECCBEE0471AC}" dt="2026-01-19T04:43:27.673" v="15901" actId="1076"/>
          <ac:spMkLst>
            <pc:docMk/>
            <pc:sldMk cId="1085555844" sldId="335"/>
            <ac:spMk id="3" creationId="{82E31533-8935-5E3D-0989-31A95C73D0AD}"/>
          </ac:spMkLst>
        </pc:spChg>
        <pc:cxnChg chg="mod">
          <ac:chgData name="Toby Donaldson" userId="2e6e5431-bb17-4c41-9985-d39c50d83c73" providerId="ADAL" clId="{7F9681A8-EEE2-56F4-9B39-ECCBEE0471AC}" dt="2026-01-19T04:43:27.673" v="15901" actId="1076"/>
          <ac:cxnSpMkLst>
            <pc:docMk/>
            <pc:sldMk cId="1085555844" sldId="335"/>
            <ac:cxnSpMk id="16" creationId="{3D27A59B-A189-D4D2-9606-6B24371E92E7}"/>
          </ac:cxnSpMkLst>
        </pc:cxnChg>
      </pc:sldChg>
      <pc:sldChg chg="modSp add mod">
        <pc:chgData name="Toby Donaldson" userId="2e6e5431-bb17-4c41-9985-d39c50d83c73" providerId="ADAL" clId="{7F9681A8-EEE2-56F4-9B39-ECCBEE0471AC}" dt="2026-01-19T04:44:27.089" v="15963" actId="1076"/>
        <pc:sldMkLst>
          <pc:docMk/>
          <pc:sldMk cId="671222367" sldId="336"/>
        </pc:sldMkLst>
        <pc:spChg chg="mod">
          <ac:chgData name="Toby Donaldson" userId="2e6e5431-bb17-4c41-9985-d39c50d83c73" providerId="ADAL" clId="{7F9681A8-EEE2-56F4-9B39-ECCBEE0471AC}" dt="2026-01-19T04:44:27.089" v="15963" actId="1076"/>
          <ac:spMkLst>
            <pc:docMk/>
            <pc:sldMk cId="671222367" sldId="336"/>
            <ac:spMk id="3" creationId="{0281D106-30D0-FCA4-8EFA-76954FEED0C9}"/>
          </ac:spMkLst>
        </pc:spChg>
        <pc:spChg chg="mod">
          <ac:chgData name="Toby Donaldson" userId="2e6e5431-bb17-4c41-9985-d39c50d83c73" providerId="ADAL" clId="{7F9681A8-EEE2-56F4-9B39-ECCBEE0471AC}" dt="2026-01-19T04:43:53.341" v="15904" actId="14100"/>
          <ac:spMkLst>
            <pc:docMk/>
            <pc:sldMk cId="671222367" sldId="336"/>
            <ac:spMk id="7" creationId="{ADC7B0D5-5533-4B79-1F03-5E1525D80E0A}"/>
          </ac:spMkLst>
        </pc:spChg>
        <pc:cxnChg chg="mod">
          <ac:chgData name="Toby Donaldson" userId="2e6e5431-bb17-4c41-9985-d39c50d83c73" providerId="ADAL" clId="{7F9681A8-EEE2-56F4-9B39-ECCBEE0471AC}" dt="2026-01-19T04:44:27.089" v="15963" actId="1076"/>
          <ac:cxnSpMkLst>
            <pc:docMk/>
            <pc:sldMk cId="671222367" sldId="336"/>
            <ac:cxnSpMk id="16" creationId="{C0371E08-2EE4-15A8-4ED5-CBD5AA8B1CE1}"/>
          </ac:cxnSpMkLst>
        </pc:cxnChg>
      </pc:sldChg>
      <pc:sldChg chg="modSp new mod ord">
        <pc:chgData name="Toby Donaldson" userId="2e6e5431-bb17-4c41-9985-d39c50d83c73" providerId="ADAL" clId="{7F9681A8-EEE2-56F4-9B39-ECCBEE0471AC}" dt="2026-01-19T05:01:45.519" v="16519" actId="20578"/>
        <pc:sldMkLst>
          <pc:docMk/>
          <pc:sldMk cId="662549577" sldId="337"/>
        </pc:sldMkLst>
        <pc:spChg chg="mod">
          <ac:chgData name="Toby Donaldson" userId="2e6e5431-bb17-4c41-9985-d39c50d83c73" providerId="ADAL" clId="{7F9681A8-EEE2-56F4-9B39-ECCBEE0471AC}" dt="2026-01-19T04:44:42.368" v="15972" actId="20577"/>
          <ac:spMkLst>
            <pc:docMk/>
            <pc:sldMk cId="662549577" sldId="337"/>
            <ac:spMk id="2" creationId="{8DFE9921-D924-A3AA-B4A2-907D28B94E8F}"/>
          </ac:spMkLst>
        </pc:spChg>
        <pc:spChg chg="mod">
          <ac:chgData name="Toby Donaldson" userId="2e6e5431-bb17-4c41-9985-d39c50d83c73" providerId="ADAL" clId="{7F9681A8-EEE2-56F4-9B39-ECCBEE0471AC}" dt="2026-01-19T04:46:41.525" v="16517" actId="12"/>
          <ac:spMkLst>
            <pc:docMk/>
            <pc:sldMk cId="662549577" sldId="337"/>
            <ac:spMk id="3" creationId="{B67F0307-BAA5-87A9-1416-FAB5C1B2E7CA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19T05:16:27.338" v="16996" actId="21"/>
        <pc:sldMkLst>
          <pc:docMk/>
          <pc:sldMk cId="676588485" sldId="338"/>
        </pc:sldMkLst>
        <pc:spChg chg="mod">
          <ac:chgData name="Toby Donaldson" userId="2e6e5431-bb17-4c41-9985-d39c50d83c73" providerId="ADAL" clId="{7F9681A8-EEE2-56F4-9B39-ECCBEE0471AC}" dt="2026-01-19T05:12:36.746" v="16744" actId="20577"/>
          <ac:spMkLst>
            <pc:docMk/>
            <pc:sldMk cId="676588485" sldId="338"/>
            <ac:spMk id="4" creationId="{945D5CD3-1C04-3B0A-8A1A-A8459F07A049}"/>
          </ac:spMkLst>
        </pc:spChg>
        <pc:spChg chg="mod">
          <ac:chgData name="Toby Donaldson" userId="2e6e5431-bb17-4c41-9985-d39c50d83c73" providerId="ADAL" clId="{7F9681A8-EEE2-56F4-9B39-ECCBEE0471AC}" dt="2026-01-19T05:10:27.864" v="16604" actId="20577"/>
          <ac:spMkLst>
            <pc:docMk/>
            <pc:sldMk cId="676588485" sldId="338"/>
            <ac:spMk id="5" creationId="{0BEC8EFE-B099-2104-B9F0-B0996D02E26A}"/>
          </ac:spMkLst>
        </pc:spChg>
        <pc:spChg chg="add mod">
          <ac:chgData name="Toby Donaldson" userId="2e6e5431-bb17-4c41-9985-d39c50d83c73" providerId="ADAL" clId="{7F9681A8-EEE2-56F4-9B39-ECCBEE0471AC}" dt="2026-01-19T05:13:17.674" v="16750"/>
          <ac:spMkLst>
            <pc:docMk/>
            <pc:sldMk cId="676588485" sldId="338"/>
            <ac:spMk id="8" creationId="{7755F0EC-CC24-3DF4-5684-8F536562EA86}"/>
          </ac:spMkLst>
        </pc:spChg>
        <pc:spChg chg="mod">
          <ac:chgData name="Toby Donaldson" userId="2e6e5431-bb17-4c41-9985-d39c50d83c73" providerId="ADAL" clId="{7F9681A8-EEE2-56F4-9B39-ECCBEE0471AC}" dt="2026-01-19T05:13:23.744" v="16751" actId="1076"/>
          <ac:spMkLst>
            <pc:docMk/>
            <pc:sldMk cId="676588485" sldId="338"/>
            <ac:spMk id="12" creationId="{2009EB7F-BC21-AD4A-1F59-1F64DB38EDE4}"/>
          </ac:spMkLst>
        </pc:spChg>
        <pc:spChg chg="mod">
          <ac:chgData name="Toby Donaldson" userId="2e6e5431-bb17-4c41-9985-d39c50d83c73" providerId="ADAL" clId="{7F9681A8-EEE2-56F4-9B39-ECCBEE0471AC}" dt="2026-01-19T05:10:31.119" v="16607" actId="20577"/>
          <ac:spMkLst>
            <pc:docMk/>
            <pc:sldMk cId="676588485" sldId="338"/>
            <ac:spMk id="14" creationId="{0A5ADC2E-763C-815F-469D-630E5A46EA8E}"/>
          </ac:spMkLst>
        </pc:spChg>
        <pc:spChg chg="mod">
          <ac:chgData name="Toby Donaldson" userId="2e6e5431-bb17-4c41-9985-d39c50d83c73" providerId="ADAL" clId="{7F9681A8-EEE2-56F4-9B39-ECCBEE0471AC}" dt="2026-01-19T05:10:33.788" v="16608" actId="20577"/>
          <ac:spMkLst>
            <pc:docMk/>
            <pc:sldMk cId="676588485" sldId="338"/>
            <ac:spMk id="19" creationId="{7B7D9197-F14C-C779-2253-C913794BB822}"/>
          </ac:spMkLst>
        </pc:spChg>
        <pc:spChg chg="mod">
          <ac:chgData name="Toby Donaldson" userId="2e6e5431-bb17-4c41-9985-d39c50d83c73" providerId="ADAL" clId="{7F9681A8-EEE2-56F4-9B39-ECCBEE0471AC}" dt="2026-01-19T05:10:36.264" v="16609" actId="20577"/>
          <ac:spMkLst>
            <pc:docMk/>
            <pc:sldMk cId="676588485" sldId="338"/>
            <ac:spMk id="24" creationId="{7DA28E2D-F5AE-8EAD-38D9-61938891E986}"/>
          </ac:spMkLst>
        </pc:spChg>
        <pc:spChg chg="mod">
          <ac:chgData name="Toby Donaldson" userId="2e6e5431-bb17-4c41-9985-d39c50d83c73" providerId="ADAL" clId="{7F9681A8-EEE2-56F4-9B39-ECCBEE0471AC}" dt="2026-01-19T05:10:38.688" v="16610" actId="20577"/>
          <ac:spMkLst>
            <pc:docMk/>
            <pc:sldMk cId="676588485" sldId="338"/>
            <ac:spMk id="29" creationId="{4B28E428-111C-5424-5B93-F12AE5799D7B}"/>
          </ac:spMkLst>
        </pc:spChg>
        <pc:spChg chg="mod">
          <ac:chgData name="Toby Donaldson" userId="2e6e5431-bb17-4c41-9985-d39c50d83c73" providerId="ADAL" clId="{7F9681A8-EEE2-56F4-9B39-ECCBEE0471AC}" dt="2026-01-19T05:08:46.978" v="16545" actId="20577"/>
          <ac:spMkLst>
            <pc:docMk/>
            <pc:sldMk cId="676588485" sldId="338"/>
            <ac:spMk id="40" creationId="{B1137AA5-71F1-DAC0-80BA-FC1CD302CB4B}"/>
          </ac:spMkLst>
        </pc:spChg>
        <pc:spChg chg="mod">
          <ac:chgData name="Toby Donaldson" userId="2e6e5431-bb17-4c41-9985-d39c50d83c73" providerId="ADAL" clId="{7F9681A8-EEE2-56F4-9B39-ECCBEE0471AC}" dt="2026-01-19T05:15:03.979" v="16893" actId="1076"/>
          <ac:spMkLst>
            <pc:docMk/>
            <pc:sldMk cId="676588485" sldId="338"/>
            <ac:spMk id="46" creationId="{97511093-D102-CB70-0E71-4D5F61DE4AF0}"/>
          </ac:spMkLst>
        </pc:spChg>
        <pc:spChg chg="add mod">
          <ac:chgData name="Toby Donaldson" userId="2e6e5431-bb17-4c41-9985-d39c50d83c73" providerId="ADAL" clId="{7F9681A8-EEE2-56F4-9B39-ECCBEE0471AC}" dt="2026-01-19T05:15:27.332" v="16920" actId="20577"/>
          <ac:spMkLst>
            <pc:docMk/>
            <pc:sldMk cId="676588485" sldId="338"/>
            <ac:spMk id="68" creationId="{D84F2984-EE2D-FA34-4041-2C66C6489E53}"/>
          </ac:spMkLst>
        </pc:spChg>
        <pc:cxnChg chg="add">
          <ac:chgData name="Toby Donaldson" userId="2e6e5431-bb17-4c41-9985-d39c50d83c73" providerId="ADAL" clId="{7F9681A8-EEE2-56F4-9B39-ECCBEE0471AC}" dt="2026-01-19T05:13:29.828" v="16752" actId="11529"/>
          <ac:cxnSpMkLst>
            <pc:docMk/>
            <pc:sldMk cId="676588485" sldId="338"/>
            <ac:cxnSpMk id="11" creationId="{B8F31A70-8F82-81D0-DB9D-65D8FE533A44}"/>
          </ac:cxnSpMkLst>
        </pc:cxnChg>
        <pc:cxnChg chg="mod">
          <ac:chgData name="Toby Donaldson" userId="2e6e5431-bb17-4c41-9985-d39c50d83c73" providerId="ADAL" clId="{7F9681A8-EEE2-56F4-9B39-ECCBEE0471AC}" dt="2026-01-19T05:15:09.729" v="16894" actId="14100"/>
          <ac:cxnSpMkLst>
            <pc:docMk/>
            <pc:sldMk cId="676588485" sldId="338"/>
            <ac:cxnSpMk id="48" creationId="{3D03442C-2352-B4D1-F7DB-DD86D7A2DE74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19T05:28:33.585" v="17730"/>
        <pc:sldMkLst>
          <pc:docMk/>
          <pc:sldMk cId="1779114563" sldId="339"/>
        </pc:sldMkLst>
        <pc:spChg chg="add mod">
          <ac:chgData name="Toby Donaldson" userId="2e6e5431-bb17-4c41-9985-d39c50d83c73" providerId="ADAL" clId="{7F9681A8-EEE2-56F4-9B39-ECCBEE0471AC}" dt="2026-01-19T05:16:59.912" v="17002" actId="14100"/>
          <ac:spMkLst>
            <pc:docMk/>
            <pc:sldMk cId="1779114563" sldId="339"/>
            <ac:spMk id="3" creationId="{AF88326A-31BC-02BC-C81E-2D48288DA8A4}"/>
          </ac:spMkLst>
        </pc:spChg>
        <pc:spChg chg="mod">
          <ac:chgData name="Toby Donaldson" userId="2e6e5431-bb17-4c41-9985-d39c50d83c73" providerId="ADAL" clId="{7F9681A8-EEE2-56F4-9B39-ECCBEE0471AC}" dt="2026-01-19T05:18:58.099" v="17190" actId="20577"/>
          <ac:spMkLst>
            <pc:docMk/>
            <pc:sldMk cId="1779114563" sldId="339"/>
            <ac:spMk id="4" creationId="{B08AB1D0-1ABC-CC9E-F9C0-221F932C690B}"/>
          </ac:spMkLst>
        </pc:spChg>
        <pc:spChg chg="add mod">
          <ac:chgData name="Toby Donaldson" userId="2e6e5431-bb17-4c41-9985-d39c50d83c73" providerId="ADAL" clId="{7F9681A8-EEE2-56F4-9B39-ECCBEE0471AC}" dt="2026-01-19T05:28:33.585" v="17730"/>
          <ac:spMkLst>
            <pc:docMk/>
            <pc:sldMk cId="1779114563" sldId="339"/>
            <ac:spMk id="8" creationId="{8E6B6791-4BA6-FB35-BF2D-FE8BDC6E112A}"/>
          </ac:spMkLst>
        </pc:spChg>
        <pc:spChg chg="add mod">
          <ac:chgData name="Toby Donaldson" userId="2e6e5431-bb17-4c41-9985-d39c50d83c73" providerId="ADAL" clId="{7F9681A8-EEE2-56F4-9B39-ECCBEE0471AC}" dt="2026-01-19T05:28:33.585" v="17730"/>
          <ac:spMkLst>
            <pc:docMk/>
            <pc:sldMk cId="1779114563" sldId="339"/>
            <ac:spMk id="11" creationId="{966E24A2-9C3E-9E26-97B9-CA7BB260DA2B}"/>
          </ac:spMkLst>
        </pc:spChg>
        <pc:spChg chg="mod">
          <ac:chgData name="Toby Donaldson" userId="2e6e5431-bb17-4c41-9985-d39c50d83c73" providerId="ADAL" clId="{7F9681A8-EEE2-56F4-9B39-ECCBEE0471AC}" dt="2026-01-19T05:18:40.144" v="17186" actId="1076"/>
          <ac:spMkLst>
            <pc:docMk/>
            <pc:sldMk cId="1779114563" sldId="339"/>
            <ac:spMk id="12" creationId="{231532BA-9644-EE27-CC73-CA34F7F0C43C}"/>
          </ac:spMkLst>
        </pc:spChg>
        <pc:cxnChg chg="add mod">
          <ac:chgData name="Toby Donaldson" userId="2e6e5431-bb17-4c41-9985-d39c50d83c73" providerId="ADAL" clId="{7F9681A8-EEE2-56F4-9B39-ECCBEE0471AC}" dt="2026-01-19T05:28:33.585" v="17730"/>
          <ac:cxnSpMkLst>
            <pc:docMk/>
            <pc:sldMk cId="1779114563" sldId="339"/>
            <ac:cxnSpMk id="10" creationId="{D44E371C-E889-0495-218A-BC1B39BA2A9A}"/>
          </ac:cxnSpMkLst>
        </pc:cxnChg>
      </pc:sldChg>
      <pc:sldChg chg="delSp add mod">
        <pc:chgData name="Toby Donaldson" userId="2e6e5431-bb17-4c41-9985-d39c50d83c73" providerId="ADAL" clId="{7F9681A8-EEE2-56F4-9B39-ECCBEE0471AC}" dt="2026-01-19T05:16:37.748" v="16998" actId="21"/>
        <pc:sldMkLst>
          <pc:docMk/>
          <pc:sldMk cId="802520717" sldId="340"/>
        </pc:sldMkLst>
      </pc:sldChg>
      <pc:sldChg chg="add">
        <pc:chgData name="Toby Donaldson" userId="2e6e5431-bb17-4c41-9985-d39c50d83c73" providerId="ADAL" clId="{7F9681A8-EEE2-56F4-9B39-ECCBEE0471AC}" dt="2026-01-19T05:16:33.670" v="16997" actId="2890"/>
        <pc:sldMkLst>
          <pc:docMk/>
          <pc:sldMk cId="976691334" sldId="341"/>
        </pc:sldMkLst>
      </pc:sldChg>
      <pc:sldChg chg="addSp delSp modSp add mod">
        <pc:chgData name="Toby Donaldson" userId="2e6e5431-bb17-4c41-9985-d39c50d83c73" providerId="ADAL" clId="{7F9681A8-EEE2-56F4-9B39-ECCBEE0471AC}" dt="2026-01-19T05:28:39.780" v="17732"/>
        <pc:sldMkLst>
          <pc:docMk/>
          <pc:sldMk cId="1505612982" sldId="342"/>
        </pc:sldMkLst>
        <pc:spChg chg="mod">
          <ac:chgData name="Toby Donaldson" userId="2e6e5431-bb17-4c41-9985-d39c50d83c73" providerId="ADAL" clId="{7F9681A8-EEE2-56F4-9B39-ECCBEE0471AC}" dt="2026-01-19T05:21:21.181" v="17276" actId="14100"/>
          <ac:spMkLst>
            <pc:docMk/>
            <pc:sldMk cId="1505612982" sldId="342"/>
            <ac:spMk id="3" creationId="{7067F264-9746-71A7-D0BE-F8C17E3FA1B3}"/>
          </ac:spMkLst>
        </pc:spChg>
        <pc:spChg chg="mod">
          <ac:chgData name="Toby Donaldson" userId="2e6e5431-bb17-4c41-9985-d39c50d83c73" providerId="ADAL" clId="{7F9681A8-EEE2-56F4-9B39-ECCBEE0471AC}" dt="2026-01-19T05:22:03.663" v="17345" actId="14100"/>
          <ac:spMkLst>
            <pc:docMk/>
            <pc:sldMk cId="1505612982" sldId="342"/>
            <ac:spMk id="7" creationId="{B6CED7C9-1073-B7D3-4827-62F00B72CBAD}"/>
          </ac:spMkLst>
        </pc:spChg>
        <pc:spChg chg="add mod">
          <ac:chgData name="Toby Donaldson" userId="2e6e5431-bb17-4c41-9985-d39c50d83c73" providerId="ADAL" clId="{7F9681A8-EEE2-56F4-9B39-ECCBEE0471AC}" dt="2026-01-19T05:28:39.780" v="17732"/>
          <ac:spMkLst>
            <pc:docMk/>
            <pc:sldMk cId="1505612982" sldId="342"/>
            <ac:spMk id="8" creationId="{F79CAFBC-2233-B2D2-4A8C-DBF444E0BA4F}"/>
          </ac:spMkLst>
        </pc:spChg>
        <pc:spChg chg="add mod">
          <ac:chgData name="Toby Donaldson" userId="2e6e5431-bb17-4c41-9985-d39c50d83c73" providerId="ADAL" clId="{7F9681A8-EEE2-56F4-9B39-ECCBEE0471AC}" dt="2026-01-19T05:28:39.780" v="17732"/>
          <ac:spMkLst>
            <pc:docMk/>
            <pc:sldMk cId="1505612982" sldId="342"/>
            <ac:spMk id="11" creationId="{0A63F29A-8C45-961A-85FB-698F835F0D57}"/>
          </ac:spMkLst>
        </pc:spChg>
        <pc:cxnChg chg="add mod">
          <ac:chgData name="Toby Donaldson" userId="2e6e5431-bb17-4c41-9985-d39c50d83c73" providerId="ADAL" clId="{7F9681A8-EEE2-56F4-9B39-ECCBEE0471AC}" dt="2026-01-19T05:28:39.780" v="17732"/>
          <ac:cxnSpMkLst>
            <pc:docMk/>
            <pc:sldMk cId="1505612982" sldId="342"/>
            <ac:cxnSpMk id="10" creationId="{0ABC65A7-CD44-B8D8-5A3C-59BF1D20C9B0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19T05:28:36.150" v="17731"/>
        <pc:sldMkLst>
          <pc:docMk/>
          <pc:sldMk cId="557694227" sldId="343"/>
        </pc:sldMkLst>
        <pc:spChg chg="mod">
          <ac:chgData name="Toby Donaldson" userId="2e6e5431-bb17-4c41-9985-d39c50d83c73" providerId="ADAL" clId="{7F9681A8-EEE2-56F4-9B39-ECCBEE0471AC}" dt="2026-01-19T05:20:30.813" v="17218" actId="14100"/>
          <ac:spMkLst>
            <pc:docMk/>
            <pc:sldMk cId="557694227" sldId="343"/>
            <ac:spMk id="3" creationId="{9EA3EFAB-2078-53FB-4B3B-E2AE3698F746}"/>
          </ac:spMkLst>
        </pc:spChg>
        <pc:spChg chg="mod">
          <ac:chgData name="Toby Donaldson" userId="2e6e5431-bb17-4c41-9985-d39c50d83c73" providerId="ADAL" clId="{7F9681A8-EEE2-56F4-9B39-ECCBEE0471AC}" dt="2026-01-19T05:20:12.883" v="17216" actId="20577"/>
          <ac:spMkLst>
            <pc:docMk/>
            <pc:sldMk cId="557694227" sldId="343"/>
            <ac:spMk id="4" creationId="{EA720582-FD2B-451C-C99C-F8B54184126B}"/>
          </ac:spMkLst>
        </pc:spChg>
        <pc:spChg chg="add mod">
          <ac:chgData name="Toby Donaldson" userId="2e6e5431-bb17-4c41-9985-d39c50d83c73" providerId="ADAL" clId="{7F9681A8-EEE2-56F4-9B39-ECCBEE0471AC}" dt="2026-01-19T05:28:36.150" v="17731"/>
          <ac:spMkLst>
            <pc:docMk/>
            <pc:sldMk cId="557694227" sldId="343"/>
            <ac:spMk id="7" creationId="{F54973F4-D806-5AD0-B3E1-33F30F8906EA}"/>
          </ac:spMkLst>
        </pc:spChg>
        <pc:spChg chg="add mod">
          <ac:chgData name="Toby Donaldson" userId="2e6e5431-bb17-4c41-9985-d39c50d83c73" providerId="ADAL" clId="{7F9681A8-EEE2-56F4-9B39-ECCBEE0471AC}" dt="2026-01-19T05:28:36.150" v="17731"/>
          <ac:spMkLst>
            <pc:docMk/>
            <pc:sldMk cId="557694227" sldId="343"/>
            <ac:spMk id="10" creationId="{3465CA8C-3748-847C-EEFB-0957AB3C3EA9}"/>
          </ac:spMkLst>
        </pc:spChg>
        <pc:spChg chg="mod">
          <ac:chgData name="Toby Donaldson" userId="2e6e5431-bb17-4c41-9985-d39c50d83c73" providerId="ADAL" clId="{7F9681A8-EEE2-56F4-9B39-ECCBEE0471AC}" dt="2026-01-19T05:20:51.462" v="17273" actId="1076"/>
          <ac:spMkLst>
            <pc:docMk/>
            <pc:sldMk cId="557694227" sldId="343"/>
            <ac:spMk id="12" creationId="{65664232-D826-045F-7F3E-B735DEAFC69A}"/>
          </ac:spMkLst>
        </pc:spChg>
        <pc:cxnChg chg="add mod">
          <ac:chgData name="Toby Donaldson" userId="2e6e5431-bb17-4c41-9985-d39c50d83c73" providerId="ADAL" clId="{7F9681A8-EEE2-56F4-9B39-ECCBEE0471AC}" dt="2026-01-19T05:28:36.150" v="17731"/>
          <ac:cxnSpMkLst>
            <pc:docMk/>
            <pc:sldMk cId="557694227" sldId="343"/>
            <ac:cxnSpMk id="8" creationId="{4BAA7D6D-647E-5AAC-F9BD-EF800F368A04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19T05:29:15.256" v="17765" actId="20577"/>
        <pc:sldMkLst>
          <pc:docMk/>
          <pc:sldMk cId="2338666839" sldId="344"/>
        </pc:sldMkLst>
        <pc:spChg chg="mod">
          <ac:chgData name="Toby Donaldson" userId="2e6e5431-bb17-4c41-9985-d39c50d83c73" providerId="ADAL" clId="{7F9681A8-EEE2-56F4-9B39-ECCBEE0471AC}" dt="2026-01-19T05:29:15.256" v="17765" actId="20577"/>
          <ac:spMkLst>
            <pc:docMk/>
            <pc:sldMk cId="2338666839" sldId="344"/>
            <ac:spMk id="7" creationId="{75F54FC4-110E-7FAF-4099-C40331E7FDCA}"/>
          </ac:spMkLst>
        </pc:spChg>
        <pc:spChg chg="add mod">
          <ac:chgData name="Toby Donaldson" userId="2e6e5431-bb17-4c41-9985-d39c50d83c73" providerId="ADAL" clId="{7F9681A8-EEE2-56F4-9B39-ECCBEE0471AC}" dt="2026-01-19T05:28:42.927" v="17733"/>
          <ac:spMkLst>
            <pc:docMk/>
            <pc:sldMk cId="2338666839" sldId="344"/>
            <ac:spMk id="8" creationId="{F643CDB7-0BF1-D42A-ECC7-EAE8595D2D02}"/>
          </ac:spMkLst>
        </pc:spChg>
        <pc:spChg chg="add mod">
          <ac:chgData name="Toby Donaldson" userId="2e6e5431-bb17-4c41-9985-d39c50d83c73" providerId="ADAL" clId="{7F9681A8-EEE2-56F4-9B39-ECCBEE0471AC}" dt="2026-01-19T05:28:42.927" v="17733"/>
          <ac:spMkLst>
            <pc:docMk/>
            <pc:sldMk cId="2338666839" sldId="344"/>
            <ac:spMk id="11" creationId="{EA00DD6F-0C0C-87F8-16C3-DCD88D955939}"/>
          </ac:spMkLst>
        </pc:spChg>
        <pc:cxnChg chg="add mod">
          <ac:chgData name="Toby Donaldson" userId="2e6e5431-bb17-4c41-9985-d39c50d83c73" providerId="ADAL" clId="{7F9681A8-EEE2-56F4-9B39-ECCBEE0471AC}" dt="2026-01-19T05:28:42.927" v="17733"/>
          <ac:cxnSpMkLst>
            <pc:docMk/>
            <pc:sldMk cId="2338666839" sldId="344"/>
            <ac:cxnSpMk id="10" creationId="{67660D1E-1712-8404-3C06-1C33A1548B5E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19T05:27:23.634" v="17725" actId="2711"/>
        <pc:sldMkLst>
          <pc:docMk/>
          <pc:sldMk cId="1062353570" sldId="345"/>
        </pc:sldMkLst>
        <pc:spChg chg="mod">
          <ac:chgData name="Toby Donaldson" userId="2e6e5431-bb17-4c41-9985-d39c50d83c73" providerId="ADAL" clId="{7F9681A8-EEE2-56F4-9B39-ECCBEE0471AC}" dt="2026-01-19T05:22:40.230" v="17349" actId="14100"/>
          <ac:spMkLst>
            <pc:docMk/>
            <pc:sldMk cId="1062353570" sldId="345"/>
            <ac:spMk id="8" creationId="{51CE2C19-E898-F2BD-A21E-6FCAF1EFE6A3}"/>
          </ac:spMkLst>
        </pc:spChg>
        <pc:spChg chg="mod">
          <ac:chgData name="Toby Donaldson" userId="2e6e5431-bb17-4c41-9985-d39c50d83c73" providerId="ADAL" clId="{7F9681A8-EEE2-56F4-9B39-ECCBEE0471AC}" dt="2026-01-19T05:23:53.830" v="17502" actId="1076"/>
          <ac:spMkLst>
            <pc:docMk/>
            <pc:sldMk cId="1062353570" sldId="345"/>
            <ac:spMk id="21" creationId="{8F6B5574-D09C-7D1B-2CEB-7548383D169B}"/>
          </ac:spMkLst>
        </pc:spChg>
        <pc:spChg chg="add mod">
          <ac:chgData name="Toby Donaldson" userId="2e6e5431-bb17-4c41-9985-d39c50d83c73" providerId="ADAL" clId="{7F9681A8-EEE2-56F4-9B39-ECCBEE0471AC}" dt="2026-01-19T05:27:23.634" v="17725" actId="2711"/>
          <ac:spMkLst>
            <pc:docMk/>
            <pc:sldMk cId="1062353570" sldId="345"/>
            <ac:spMk id="51" creationId="{DF2ACA1C-883F-BC17-EC3F-E55221727AC9}"/>
          </ac:spMkLst>
        </pc:spChg>
        <pc:spChg chg="add mod">
          <ac:chgData name="Toby Donaldson" userId="2e6e5431-bb17-4c41-9985-d39c50d83c73" providerId="ADAL" clId="{7F9681A8-EEE2-56F4-9B39-ECCBEE0471AC}" dt="2026-01-19T05:26:28.169" v="17714" actId="1076"/>
          <ac:spMkLst>
            <pc:docMk/>
            <pc:sldMk cId="1062353570" sldId="345"/>
            <ac:spMk id="66" creationId="{13E76F45-620A-7475-5C02-C2C97E8363B5}"/>
          </ac:spMkLst>
        </pc:spChg>
        <pc:cxnChg chg="add mod">
          <ac:chgData name="Toby Donaldson" userId="2e6e5431-bb17-4c41-9985-d39c50d83c73" providerId="ADAL" clId="{7F9681A8-EEE2-56F4-9B39-ECCBEE0471AC}" dt="2026-01-19T05:23:53.830" v="17502" actId="1076"/>
          <ac:cxnSpMkLst>
            <pc:docMk/>
            <pc:sldMk cId="1062353570" sldId="345"/>
            <ac:cxnSpMk id="3" creationId="{428B7C59-D9AA-929D-930C-53F030404A79}"/>
          </ac:cxnSpMkLst>
        </pc:cxnChg>
        <pc:cxnChg chg="add mod">
          <ac:chgData name="Toby Donaldson" userId="2e6e5431-bb17-4c41-9985-d39c50d83c73" providerId="ADAL" clId="{7F9681A8-EEE2-56F4-9B39-ECCBEE0471AC}" dt="2026-01-19T05:27:01.565" v="17720" actId="1076"/>
          <ac:cxnSpMkLst>
            <pc:docMk/>
            <pc:sldMk cId="1062353570" sldId="345"/>
            <ac:cxnSpMk id="57" creationId="{52116701-A0C6-E37F-EDFF-6BB55AA3608E}"/>
          </ac:cxnSpMkLst>
        </pc:cxnChg>
        <pc:cxnChg chg="add mod">
          <ac:chgData name="Toby Donaldson" userId="2e6e5431-bb17-4c41-9985-d39c50d83c73" providerId="ADAL" clId="{7F9681A8-EEE2-56F4-9B39-ECCBEE0471AC}" dt="2026-01-19T05:26:42.329" v="17717" actId="14100"/>
          <ac:cxnSpMkLst>
            <pc:docMk/>
            <pc:sldMk cId="1062353570" sldId="345"/>
            <ac:cxnSpMk id="70" creationId="{17E492C4-0E7E-37D6-E193-B57FA5BBB848}"/>
          </ac:cxnSpMkLst>
        </pc:cxnChg>
      </pc:sldChg>
      <pc:sldChg chg="delSp modSp add mod ord">
        <pc:chgData name="Toby Donaldson" userId="2e6e5431-bb17-4c41-9985-d39c50d83c73" providerId="ADAL" clId="{7F9681A8-EEE2-56F4-9B39-ECCBEE0471AC}" dt="2026-01-19T05:25:41.222" v="17667" actId="20578"/>
        <pc:sldMkLst>
          <pc:docMk/>
          <pc:sldMk cId="3839754400" sldId="346"/>
        </pc:sldMkLst>
      </pc:sldChg>
      <pc:sldChg chg="addSp delSp modSp new mod">
        <pc:chgData name="Toby Donaldson" userId="2e6e5431-bb17-4c41-9985-d39c50d83c73" providerId="ADAL" clId="{7F9681A8-EEE2-56F4-9B39-ECCBEE0471AC}" dt="2026-01-19T05:37:06.502" v="18260" actId="21"/>
        <pc:sldMkLst>
          <pc:docMk/>
          <pc:sldMk cId="2738294030" sldId="347"/>
        </pc:sldMkLst>
        <pc:spChg chg="mod">
          <ac:chgData name="Toby Donaldson" userId="2e6e5431-bb17-4c41-9985-d39c50d83c73" providerId="ADAL" clId="{7F9681A8-EEE2-56F4-9B39-ECCBEE0471AC}" dt="2026-01-19T05:33:20.220" v="18119" actId="1076"/>
          <ac:spMkLst>
            <pc:docMk/>
            <pc:sldMk cId="2738294030" sldId="347"/>
            <ac:spMk id="2" creationId="{DFDBD973-A275-F264-3AB9-6DF03F532B0F}"/>
          </ac:spMkLst>
        </pc:spChg>
        <pc:spChg chg="add mod">
          <ac:chgData name="Toby Donaldson" userId="2e6e5431-bb17-4c41-9985-d39c50d83c73" providerId="ADAL" clId="{7F9681A8-EEE2-56F4-9B39-ECCBEE0471AC}" dt="2026-01-19T05:30:24.647" v="17785" actId="1076"/>
          <ac:spMkLst>
            <pc:docMk/>
            <pc:sldMk cId="2738294030" sldId="347"/>
            <ac:spMk id="4" creationId="{FBF49E83-8F4B-A315-FA9F-2F9A15C1DEC2}"/>
          </ac:spMkLst>
        </pc:spChg>
        <pc:spChg chg="add mod">
          <ac:chgData name="Toby Donaldson" userId="2e6e5431-bb17-4c41-9985-d39c50d83c73" providerId="ADAL" clId="{7F9681A8-EEE2-56F4-9B39-ECCBEE0471AC}" dt="2026-01-19T05:31:09.464" v="17931" actId="1076"/>
          <ac:spMkLst>
            <pc:docMk/>
            <pc:sldMk cId="2738294030" sldId="347"/>
            <ac:spMk id="5" creationId="{B5010B63-BC07-C20E-5CAB-17A63C0404B3}"/>
          </ac:spMkLst>
        </pc:spChg>
        <pc:spChg chg="add mod">
          <ac:chgData name="Toby Donaldson" userId="2e6e5431-bb17-4c41-9985-d39c50d83c73" providerId="ADAL" clId="{7F9681A8-EEE2-56F4-9B39-ECCBEE0471AC}" dt="2026-01-19T05:35:04.090" v="18138" actId="2711"/>
          <ac:spMkLst>
            <pc:docMk/>
            <pc:sldMk cId="2738294030" sldId="347"/>
            <ac:spMk id="17" creationId="{F9521896-AACD-0A04-4AF7-588FCB0D901F}"/>
          </ac:spMkLst>
        </pc:spChg>
        <pc:spChg chg="add mod">
          <ac:chgData name="Toby Donaldson" userId="2e6e5431-bb17-4c41-9985-d39c50d83c73" providerId="ADAL" clId="{7F9681A8-EEE2-56F4-9B39-ECCBEE0471AC}" dt="2026-01-19T05:35:29.925" v="18145" actId="20577"/>
          <ac:spMkLst>
            <pc:docMk/>
            <pc:sldMk cId="2738294030" sldId="347"/>
            <ac:spMk id="24" creationId="{E218E32B-F954-D032-7A60-238201BB5885}"/>
          </ac:spMkLst>
        </pc:spChg>
        <pc:spChg chg="add mod">
          <ac:chgData name="Toby Donaldson" userId="2e6e5431-bb17-4c41-9985-d39c50d83c73" providerId="ADAL" clId="{7F9681A8-EEE2-56F4-9B39-ECCBEE0471AC}" dt="2026-01-19T05:35:33.613" v="18147" actId="20577"/>
          <ac:spMkLst>
            <pc:docMk/>
            <pc:sldMk cId="2738294030" sldId="347"/>
            <ac:spMk id="30" creationId="{0E4A2327-EF5C-48CD-68B5-6B8C8E61941F}"/>
          </ac:spMkLst>
        </pc:spChg>
        <pc:spChg chg="add mod">
          <ac:chgData name="Toby Donaldson" userId="2e6e5431-bb17-4c41-9985-d39c50d83c73" providerId="ADAL" clId="{7F9681A8-EEE2-56F4-9B39-ECCBEE0471AC}" dt="2026-01-19T05:36:06.665" v="18257" actId="1076"/>
          <ac:spMkLst>
            <pc:docMk/>
            <pc:sldMk cId="2738294030" sldId="347"/>
            <ac:spMk id="32" creationId="{39715778-898B-AD02-6158-3935FFBFB655}"/>
          </ac:spMkLst>
        </pc:spChg>
        <pc:grpChg chg="add mod">
          <ac:chgData name="Toby Donaldson" userId="2e6e5431-bb17-4c41-9985-d39c50d83c73" providerId="ADAL" clId="{7F9681A8-EEE2-56F4-9B39-ECCBEE0471AC}" dt="2026-01-19T05:34:44.232" v="18134" actId="1076"/>
          <ac:grpSpMkLst>
            <pc:docMk/>
            <pc:sldMk cId="2738294030" sldId="347"/>
            <ac:grpSpMk id="16" creationId="{81EC8D65-0A15-0F91-2775-BE2E5FA6B496}"/>
          </ac:grpSpMkLst>
        </pc:grpChg>
        <pc:grpChg chg="add mod">
          <ac:chgData name="Toby Donaldson" userId="2e6e5431-bb17-4c41-9985-d39c50d83c73" providerId="ADAL" clId="{7F9681A8-EEE2-56F4-9B39-ECCBEE0471AC}" dt="2026-01-19T05:35:21.519" v="18141" actId="1076"/>
          <ac:grpSpMkLst>
            <pc:docMk/>
            <pc:sldMk cId="2738294030" sldId="347"/>
            <ac:grpSpMk id="20" creationId="{46040EAE-7CA5-78BC-2572-031DF33B67B7}"/>
          </ac:grpSpMkLst>
        </pc:grpChg>
        <pc:grpChg chg="add mod">
          <ac:chgData name="Toby Donaldson" userId="2e6e5431-bb17-4c41-9985-d39c50d83c73" providerId="ADAL" clId="{7F9681A8-EEE2-56F4-9B39-ECCBEE0471AC}" dt="2026-01-19T05:35:26.218" v="18143" actId="1076"/>
          <ac:grpSpMkLst>
            <pc:docMk/>
            <pc:sldMk cId="2738294030" sldId="347"/>
            <ac:grpSpMk id="26" creationId="{9ABC7C33-6D3E-2C81-85C4-1C407FD78F25}"/>
          </ac:grpSpMkLst>
        </pc:grpChg>
        <pc:cxnChg chg="add mod">
          <ac:chgData name="Toby Donaldson" userId="2e6e5431-bb17-4c41-9985-d39c50d83c73" providerId="ADAL" clId="{7F9681A8-EEE2-56F4-9B39-ECCBEE0471AC}" dt="2026-01-19T05:34:23.848" v="18130" actId="164"/>
          <ac:cxnSpMkLst>
            <pc:docMk/>
            <pc:sldMk cId="2738294030" sldId="347"/>
            <ac:cxnSpMk id="8" creationId="{9C7EAF0D-3C06-3E84-230A-1F431E4DC8FF}"/>
          </ac:cxnSpMkLst>
        </pc:cxnChg>
        <pc:cxnChg chg="add mod">
          <ac:chgData name="Toby Donaldson" userId="2e6e5431-bb17-4c41-9985-d39c50d83c73" providerId="ADAL" clId="{7F9681A8-EEE2-56F4-9B39-ECCBEE0471AC}" dt="2026-01-19T05:34:23.848" v="18130" actId="164"/>
          <ac:cxnSpMkLst>
            <pc:docMk/>
            <pc:sldMk cId="2738294030" sldId="347"/>
            <ac:cxnSpMk id="9" creationId="{355D0B45-EE00-49F2-27A5-7EC02910982D}"/>
          </ac:cxnSpMkLst>
        </pc:cxnChg>
        <pc:cxnChg chg="add mod">
          <ac:chgData name="Toby Donaldson" userId="2e6e5431-bb17-4c41-9985-d39c50d83c73" providerId="ADAL" clId="{7F9681A8-EEE2-56F4-9B39-ECCBEE0471AC}" dt="2026-01-19T05:34:23.848" v="18130" actId="164"/>
          <ac:cxnSpMkLst>
            <pc:docMk/>
            <pc:sldMk cId="2738294030" sldId="347"/>
            <ac:cxnSpMk id="11" creationId="{E17548A6-ED96-5E9B-46A7-09FF2D565C9C}"/>
          </ac:cxnSpMkLst>
        </pc:cxnChg>
        <pc:cxnChg chg="add">
          <ac:chgData name="Toby Donaldson" userId="2e6e5431-bb17-4c41-9985-d39c50d83c73" providerId="ADAL" clId="{7F9681A8-EEE2-56F4-9B39-ECCBEE0471AC}" dt="2026-01-19T05:35:13.663" v="18139" actId="11529"/>
          <ac:cxnSpMkLst>
            <pc:docMk/>
            <pc:sldMk cId="2738294030" sldId="347"/>
            <ac:cxnSpMk id="19" creationId="{AD31E700-0F3B-AEF9-5E70-D9AB8EF3B03D}"/>
          </ac:cxnSpMkLst>
        </pc:cxnChg>
        <pc:cxnChg chg="mod">
          <ac:chgData name="Toby Donaldson" userId="2e6e5431-bb17-4c41-9985-d39c50d83c73" providerId="ADAL" clId="{7F9681A8-EEE2-56F4-9B39-ECCBEE0471AC}" dt="2026-01-19T05:35:17.842" v="18140"/>
          <ac:cxnSpMkLst>
            <pc:docMk/>
            <pc:sldMk cId="2738294030" sldId="347"/>
            <ac:cxnSpMk id="21" creationId="{237B6945-31E7-5690-B28C-07445420FED6}"/>
          </ac:cxnSpMkLst>
        </pc:cxnChg>
        <pc:cxnChg chg="mod">
          <ac:chgData name="Toby Donaldson" userId="2e6e5431-bb17-4c41-9985-d39c50d83c73" providerId="ADAL" clId="{7F9681A8-EEE2-56F4-9B39-ECCBEE0471AC}" dt="2026-01-19T05:35:17.842" v="18140"/>
          <ac:cxnSpMkLst>
            <pc:docMk/>
            <pc:sldMk cId="2738294030" sldId="347"/>
            <ac:cxnSpMk id="22" creationId="{BB7E6CF5-9160-19DE-EC15-11B676451C04}"/>
          </ac:cxnSpMkLst>
        </pc:cxnChg>
        <pc:cxnChg chg="mod">
          <ac:chgData name="Toby Donaldson" userId="2e6e5431-bb17-4c41-9985-d39c50d83c73" providerId="ADAL" clId="{7F9681A8-EEE2-56F4-9B39-ECCBEE0471AC}" dt="2026-01-19T05:35:17.842" v="18140"/>
          <ac:cxnSpMkLst>
            <pc:docMk/>
            <pc:sldMk cId="2738294030" sldId="347"/>
            <ac:cxnSpMk id="23" creationId="{5727920E-C004-5D0B-FF84-12240AB165C4}"/>
          </ac:cxnSpMkLst>
        </pc:cxnChg>
        <pc:cxnChg chg="add mod">
          <ac:chgData name="Toby Donaldson" userId="2e6e5431-bb17-4c41-9985-d39c50d83c73" providerId="ADAL" clId="{7F9681A8-EEE2-56F4-9B39-ECCBEE0471AC}" dt="2026-01-19T05:35:29.925" v="18145" actId="20577"/>
          <ac:cxnSpMkLst>
            <pc:docMk/>
            <pc:sldMk cId="2738294030" sldId="347"/>
            <ac:cxnSpMk id="25" creationId="{9DFE8BB9-83C9-38CD-E070-9D869E1C5809}"/>
          </ac:cxnSpMkLst>
        </pc:cxnChg>
        <pc:cxnChg chg="mod">
          <ac:chgData name="Toby Donaldson" userId="2e6e5431-bb17-4c41-9985-d39c50d83c73" providerId="ADAL" clId="{7F9681A8-EEE2-56F4-9B39-ECCBEE0471AC}" dt="2026-01-19T05:35:22.507" v="18142"/>
          <ac:cxnSpMkLst>
            <pc:docMk/>
            <pc:sldMk cId="2738294030" sldId="347"/>
            <ac:cxnSpMk id="27" creationId="{9DDF559B-F805-E0E5-ADB0-0C43ECE7DD6B}"/>
          </ac:cxnSpMkLst>
        </pc:cxnChg>
        <pc:cxnChg chg="mod">
          <ac:chgData name="Toby Donaldson" userId="2e6e5431-bb17-4c41-9985-d39c50d83c73" providerId="ADAL" clId="{7F9681A8-EEE2-56F4-9B39-ECCBEE0471AC}" dt="2026-01-19T05:35:22.507" v="18142"/>
          <ac:cxnSpMkLst>
            <pc:docMk/>
            <pc:sldMk cId="2738294030" sldId="347"/>
            <ac:cxnSpMk id="28" creationId="{915A705A-F6BF-0A48-9B2D-A2ABEB29BB22}"/>
          </ac:cxnSpMkLst>
        </pc:cxnChg>
        <pc:cxnChg chg="mod">
          <ac:chgData name="Toby Donaldson" userId="2e6e5431-bb17-4c41-9985-d39c50d83c73" providerId="ADAL" clId="{7F9681A8-EEE2-56F4-9B39-ECCBEE0471AC}" dt="2026-01-19T05:35:22.507" v="18142"/>
          <ac:cxnSpMkLst>
            <pc:docMk/>
            <pc:sldMk cId="2738294030" sldId="347"/>
            <ac:cxnSpMk id="29" creationId="{3395BC86-B65A-114D-6BE6-2128C6CEF0D8}"/>
          </ac:cxnSpMkLst>
        </pc:cxnChg>
        <pc:cxnChg chg="add mod">
          <ac:chgData name="Toby Donaldson" userId="2e6e5431-bb17-4c41-9985-d39c50d83c73" providerId="ADAL" clId="{7F9681A8-EEE2-56F4-9B39-ECCBEE0471AC}" dt="2026-01-19T05:35:33.613" v="18147" actId="20577"/>
          <ac:cxnSpMkLst>
            <pc:docMk/>
            <pc:sldMk cId="2738294030" sldId="347"/>
            <ac:cxnSpMk id="31" creationId="{B0B8949D-8BC6-275A-BE25-FD4B27A7B6AE}"/>
          </ac:cxnSpMkLst>
        </pc:cxnChg>
        <pc:cxnChg chg="add">
          <ac:chgData name="Toby Donaldson" userId="2e6e5431-bb17-4c41-9985-d39c50d83c73" providerId="ADAL" clId="{7F9681A8-EEE2-56F4-9B39-ECCBEE0471AC}" dt="2026-01-19T05:36:13.693" v="18258" actId="11529"/>
          <ac:cxnSpMkLst>
            <pc:docMk/>
            <pc:sldMk cId="2738294030" sldId="347"/>
            <ac:cxnSpMk id="34" creationId="{71D3E3FE-66C8-575C-CEE3-26A53ACAD3E8}"/>
          </ac:cxnSpMkLst>
        </pc:cxnChg>
      </pc:sldChg>
      <pc:sldChg chg="add">
        <pc:chgData name="Toby Donaldson" userId="2e6e5431-bb17-4c41-9985-d39c50d83c73" providerId="ADAL" clId="{7F9681A8-EEE2-56F4-9B39-ECCBEE0471AC}" dt="2026-01-19T05:36:56.702" v="18259" actId="2890"/>
        <pc:sldMkLst>
          <pc:docMk/>
          <pc:sldMk cId="1431267672" sldId="348"/>
        </pc:sldMkLst>
      </pc:sldChg>
      <pc:sldChg chg="addSp modSp add mod">
        <pc:chgData name="Toby Donaldson" userId="2e6e5431-bb17-4c41-9985-d39c50d83c73" providerId="ADAL" clId="{7F9681A8-EEE2-56F4-9B39-ECCBEE0471AC}" dt="2026-01-19T05:38:43.332" v="18365" actId="1076"/>
        <pc:sldMkLst>
          <pc:docMk/>
          <pc:sldMk cId="1891178105" sldId="349"/>
        </pc:sldMkLst>
        <pc:spChg chg="add mod">
          <ac:chgData name="Toby Donaldson" userId="2e6e5431-bb17-4c41-9985-d39c50d83c73" providerId="ADAL" clId="{7F9681A8-EEE2-56F4-9B39-ECCBEE0471AC}" dt="2026-01-19T05:38:43.332" v="18365" actId="1076"/>
          <ac:spMkLst>
            <pc:docMk/>
            <pc:sldMk cId="1891178105" sldId="349"/>
            <ac:spMk id="3" creationId="{5262BBFB-8B8A-11D0-1415-332A5C7E46C2}"/>
          </ac:spMkLst>
        </pc:spChg>
      </pc:sldChg>
      <pc:sldChg chg="addSp modSp add mod ord">
        <pc:chgData name="Toby Donaldson" userId="2e6e5431-bb17-4c41-9985-d39c50d83c73" providerId="ADAL" clId="{7F9681A8-EEE2-56F4-9B39-ECCBEE0471AC}" dt="2026-01-19T05:57:49.173" v="19015" actId="14100"/>
        <pc:sldMkLst>
          <pc:docMk/>
          <pc:sldMk cId="636178645" sldId="351"/>
        </pc:sldMkLst>
        <pc:spChg chg="mod">
          <ac:chgData name="Toby Donaldson" userId="2e6e5431-bb17-4c41-9985-d39c50d83c73" providerId="ADAL" clId="{7F9681A8-EEE2-56F4-9B39-ECCBEE0471AC}" dt="2026-01-19T05:47:35.207" v="18565" actId="1076"/>
          <ac:spMkLst>
            <pc:docMk/>
            <pc:sldMk cId="636178645" sldId="351"/>
            <ac:spMk id="2" creationId="{E1881E27-712D-5FA5-DA8D-C7F64A778505}"/>
          </ac:spMkLst>
        </pc:spChg>
        <pc:spChg chg="add mod">
          <ac:chgData name="Toby Donaldson" userId="2e6e5431-bb17-4c41-9985-d39c50d83c73" providerId="ADAL" clId="{7F9681A8-EEE2-56F4-9B39-ECCBEE0471AC}" dt="2026-01-19T05:48:03.034" v="18590" actId="1076"/>
          <ac:spMkLst>
            <pc:docMk/>
            <pc:sldMk cId="636178645" sldId="351"/>
            <ac:spMk id="3" creationId="{2B612679-F175-A7D3-D385-E1F8A17233BA}"/>
          </ac:spMkLst>
        </pc:spChg>
        <pc:spChg chg="mod">
          <ac:chgData name="Toby Donaldson" userId="2e6e5431-bb17-4c41-9985-d39c50d83c73" providerId="ADAL" clId="{7F9681A8-EEE2-56F4-9B39-ECCBEE0471AC}" dt="2026-01-19T05:53:53.292" v="18785" actId="20577"/>
          <ac:spMkLst>
            <pc:docMk/>
            <pc:sldMk cId="636178645" sldId="351"/>
            <ac:spMk id="4" creationId="{3471E60C-FFC8-DE14-AA56-44CD423E26C6}"/>
          </ac:spMkLst>
        </pc:spChg>
        <pc:spChg chg="add mod">
          <ac:chgData name="Toby Donaldson" userId="2e6e5431-bb17-4c41-9985-d39c50d83c73" providerId="ADAL" clId="{7F9681A8-EEE2-56F4-9B39-ECCBEE0471AC}" dt="2026-01-19T05:48:03.034" v="18590" actId="1076"/>
          <ac:spMkLst>
            <pc:docMk/>
            <pc:sldMk cId="636178645" sldId="351"/>
            <ac:spMk id="5" creationId="{7BC7542C-C27D-0F52-0E14-E3FE2792CD5E}"/>
          </ac:spMkLst>
        </pc:spChg>
        <pc:spChg chg="add mod">
          <ac:chgData name="Toby Donaldson" userId="2e6e5431-bb17-4c41-9985-d39c50d83c73" providerId="ADAL" clId="{7F9681A8-EEE2-56F4-9B39-ECCBEE0471AC}" dt="2026-01-19T05:48:17.819" v="18595" actId="1076"/>
          <ac:spMkLst>
            <pc:docMk/>
            <pc:sldMk cId="636178645" sldId="351"/>
            <ac:spMk id="6" creationId="{B551A8D7-C123-11B0-3182-F967F8236C23}"/>
          </ac:spMkLst>
        </pc:spChg>
        <pc:spChg chg="add mod">
          <ac:chgData name="Toby Donaldson" userId="2e6e5431-bb17-4c41-9985-d39c50d83c73" providerId="ADAL" clId="{7F9681A8-EEE2-56F4-9B39-ECCBEE0471AC}" dt="2026-01-19T05:49:46.704" v="18613" actId="1076"/>
          <ac:spMkLst>
            <pc:docMk/>
            <pc:sldMk cId="636178645" sldId="351"/>
            <ac:spMk id="7" creationId="{5CA8031E-AD24-AAEC-D79A-9381492509D5}"/>
          </ac:spMkLst>
        </pc:spChg>
        <pc:spChg chg="add mod">
          <ac:chgData name="Toby Donaldson" userId="2e6e5431-bb17-4c41-9985-d39c50d83c73" providerId="ADAL" clId="{7F9681A8-EEE2-56F4-9B39-ECCBEE0471AC}" dt="2026-01-19T05:54:09.372" v="18788" actId="14100"/>
          <ac:spMkLst>
            <pc:docMk/>
            <pc:sldMk cId="636178645" sldId="351"/>
            <ac:spMk id="10" creationId="{1783132C-DE09-CAC1-BC6B-E811021DB73C}"/>
          </ac:spMkLst>
        </pc:spChg>
        <pc:spChg chg="add mod">
          <ac:chgData name="Toby Donaldson" userId="2e6e5431-bb17-4c41-9985-d39c50d83c73" providerId="ADAL" clId="{7F9681A8-EEE2-56F4-9B39-ECCBEE0471AC}" dt="2026-01-19T05:55:01.647" v="18903" actId="2711"/>
          <ac:spMkLst>
            <pc:docMk/>
            <pc:sldMk cId="636178645" sldId="351"/>
            <ac:spMk id="11" creationId="{A1BE0FAE-2259-4D93-2652-58532FCD8D32}"/>
          </ac:spMkLst>
        </pc:spChg>
        <pc:spChg chg="add mod">
          <ac:chgData name="Toby Donaldson" userId="2e6e5431-bb17-4c41-9985-d39c50d83c73" providerId="ADAL" clId="{7F9681A8-EEE2-56F4-9B39-ECCBEE0471AC}" dt="2026-01-19T05:55:28.505" v="18911" actId="122"/>
          <ac:spMkLst>
            <pc:docMk/>
            <pc:sldMk cId="636178645" sldId="351"/>
            <ac:spMk id="17" creationId="{F962A18D-FE6A-2FD5-B1B0-C4D2F97CBB27}"/>
          </ac:spMkLst>
        </pc:spChg>
        <pc:spChg chg="add mod">
          <ac:chgData name="Toby Donaldson" userId="2e6e5431-bb17-4c41-9985-d39c50d83c73" providerId="ADAL" clId="{7F9681A8-EEE2-56F4-9B39-ECCBEE0471AC}" dt="2026-01-19T05:57:41.273" v="19013" actId="1076"/>
          <ac:spMkLst>
            <pc:docMk/>
            <pc:sldMk cId="636178645" sldId="351"/>
            <ac:spMk id="18" creationId="{24D715D2-F72C-21D8-A61D-DDF3F7A6C9B4}"/>
          </ac:spMkLst>
        </pc:spChg>
        <pc:cxnChg chg="add">
          <ac:chgData name="Toby Donaldson" userId="2e6e5431-bb17-4c41-9985-d39c50d83c73" providerId="ADAL" clId="{7F9681A8-EEE2-56F4-9B39-ECCBEE0471AC}" dt="2026-01-19T05:49:53.088" v="18614" actId="11529"/>
          <ac:cxnSpMkLst>
            <pc:docMk/>
            <pc:sldMk cId="636178645" sldId="351"/>
            <ac:cxnSpMk id="9" creationId="{C55B7F24-CEBA-2214-CB92-B101EA74408E}"/>
          </ac:cxnSpMkLst>
        </pc:cxnChg>
        <pc:cxnChg chg="add mod">
          <ac:chgData name="Toby Donaldson" userId="2e6e5431-bb17-4c41-9985-d39c50d83c73" providerId="ADAL" clId="{7F9681A8-EEE2-56F4-9B39-ECCBEE0471AC}" dt="2026-01-19T05:54:44.553" v="18883" actId="20577"/>
          <ac:cxnSpMkLst>
            <pc:docMk/>
            <pc:sldMk cId="636178645" sldId="351"/>
            <ac:cxnSpMk id="13" creationId="{5A0C6BB7-8A05-54C7-996C-828D1A778E06}"/>
          </ac:cxnSpMkLst>
        </pc:cxnChg>
        <pc:cxnChg chg="add mod">
          <ac:chgData name="Toby Donaldson" userId="2e6e5431-bb17-4c41-9985-d39c50d83c73" providerId="ADAL" clId="{7F9681A8-EEE2-56F4-9B39-ECCBEE0471AC}" dt="2026-01-19T05:57:49.173" v="19015" actId="14100"/>
          <ac:cxnSpMkLst>
            <pc:docMk/>
            <pc:sldMk cId="636178645" sldId="351"/>
            <ac:cxnSpMk id="19" creationId="{19B1A455-29D4-461A-EBD9-576366647722}"/>
          </ac:cxnSpMkLst>
        </pc:cxnChg>
        <pc:cxnChg chg="add mod">
          <ac:chgData name="Toby Donaldson" userId="2e6e5431-bb17-4c41-9985-d39c50d83c73" providerId="ADAL" clId="{7F9681A8-EEE2-56F4-9B39-ECCBEE0471AC}" dt="2026-01-19T05:57:45.690" v="19014" actId="14100"/>
          <ac:cxnSpMkLst>
            <pc:docMk/>
            <pc:sldMk cId="636178645" sldId="351"/>
            <ac:cxnSpMk id="23" creationId="{AEAF41CC-DF2A-2242-3B78-083E7EE629E4}"/>
          </ac:cxnSpMkLst>
        </pc:cxnChg>
      </pc:sldChg>
      <pc:sldChg chg="addSp modSp add mod ord">
        <pc:chgData name="Toby Donaldson" userId="2e6e5431-bb17-4c41-9985-d39c50d83c73" providerId="ADAL" clId="{7F9681A8-EEE2-56F4-9B39-ECCBEE0471AC}" dt="2026-01-19T05:55:43.602" v="18913"/>
        <pc:sldMkLst>
          <pc:docMk/>
          <pc:sldMk cId="3146800463" sldId="352"/>
        </pc:sldMkLst>
        <pc:spChg chg="mod">
          <ac:chgData name="Toby Donaldson" userId="2e6e5431-bb17-4c41-9985-d39c50d83c73" providerId="ADAL" clId="{7F9681A8-EEE2-56F4-9B39-ECCBEE0471AC}" dt="2026-01-19T05:51:57.177" v="18682" actId="20577"/>
          <ac:spMkLst>
            <pc:docMk/>
            <pc:sldMk cId="3146800463" sldId="352"/>
            <ac:spMk id="4" creationId="{42B5D2EE-29A7-158C-648B-F2321B9F6DAB}"/>
          </ac:spMkLst>
        </pc:spChg>
        <pc:spChg chg="add mod">
          <ac:chgData name="Toby Donaldson" userId="2e6e5431-bb17-4c41-9985-d39c50d83c73" providerId="ADAL" clId="{7F9681A8-EEE2-56F4-9B39-ECCBEE0471AC}" dt="2026-01-19T05:55:43.602" v="18913"/>
          <ac:spMkLst>
            <pc:docMk/>
            <pc:sldMk cId="3146800463" sldId="352"/>
            <ac:spMk id="8" creationId="{ABE7C434-50BA-6656-F653-1AC66558FB86}"/>
          </ac:spMkLst>
        </pc:spChg>
      </pc:sldChg>
      <pc:sldChg chg="addSp modSp add mod">
        <pc:chgData name="Toby Donaldson" userId="2e6e5431-bb17-4c41-9985-d39c50d83c73" providerId="ADAL" clId="{7F9681A8-EEE2-56F4-9B39-ECCBEE0471AC}" dt="2026-01-19T05:55:40.064" v="18912"/>
        <pc:sldMkLst>
          <pc:docMk/>
          <pc:sldMk cId="802814649" sldId="353"/>
        </pc:sldMkLst>
        <pc:spChg chg="mod">
          <ac:chgData name="Toby Donaldson" userId="2e6e5431-bb17-4c41-9985-d39c50d83c73" providerId="ADAL" clId="{7F9681A8-EEE2-56F4-9B39-ECCBEE0471AC}" dt="2026-01-19T05:52:20.587" v="18687" actId="1076"/>
          <ac:spMkLst>
            <pc:docMk/>
            <pc:sldMk cId="802814649" sldId="353"/>
            <ac:spMk id="10" creationId="{9306E17A-44D2-0E79-CC91-0A1AE9E2EB31}"/>
          </ac:spMkLst>
        </pc:spChg>
        <pc:spChg chg="mod">
          <ac:chgData name="Toby Donaldson" userId="2e6e5431-bb17-4c41-9985-d39c50d83c73" providerId="ADAL" clId="{7F9681A8-EEE2-56F4-9B39-ECCBEE0471AC}" dt="2026-01-19T05:53:09.290" v="18777" actId="2711"/>
          <ac:spMkLst>
            <pc:docMk/>
            <pc:sldMk cId="802814649" sldId="353"/>
            <ac:spMk id="11" creationId="{CBD3B618-ABC7-618C-1ACB-DBF2C255993C}"/>
          </ac:spMkLst>
        </pc:spChg>
        <pc:spChg chg="add mod">
          <ac:chgData name="Toby Donaldson" userId="2e6e5431-bb17-4c41-9985-d39c50d83c73" providerId="ADAL" clId="{7F9681A8-EEE2-56F4-9B39-ECCBEE0471AC}" dt="2026-01-19T05:55:40.064" v="18912"/>
          <ac:spMkLst>
            <pc:docMk/>
            <pc:sldMk cId="802814649" sldId="353"/>
            <ac:spMk id="15" creationId="{522870AA-DFB5-1463-CE10-9FF5251E62A8}"/>
          </ac:spMkLst>
        </pc:spChg>
        <pc:cxnChg chg="mod">
          <ac:chgData name="Toby Donaldson" userId="2e6e5431-bb17-4c41-9985-d39c50d83c73" providerId="ADAL" clId="{7F9681A8-EEE2-56F4-9B39-ECCBEE0471AC}" dt="2026-01-19T05:53:03.822" v="18776" actId="14100"/>
          <ac:cxnSpMkLst>
            <pc:docMk/>
            <pc:sldMk cId="802814649" sldId="353"/>
            <ac:cxnSpMk id="13" creationId="{E8BD7A59-A4E9-E9B4-1129-BACDE3792C91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19T06:04:04.809" v="19387" actId="20577"/>
        <pc:sldMkLst>
          <pc:docMk/>
          <pc:sldMk cId="1711464404" sldId="354"/>
        </pc:sldMkLst>
        <pc:spChg chg="mod">
          <ac:chgData name="Toby Donaldson" userId="2e6e5431-bb17-4c41-9985-d39c50d83c73" providerId="ADAL" clId="{7F9681A8-EEE2-56F4-9B39-ECCBEE0471AC}" dt="2026-01-19T06:01:23.824" v="19329" actId="14100"/>
          <ac:spMkLst>
            <pc:docMk/>
            <pc:sldMk cId="1711464404" sldId="354"/>
            <ac:spMk id="10" creationId="{B2FDB503-0432-D4FA-3E53-3902640554C5}"/>
          </ac:spMkLst>
        </pc:spChg>
        <pc:spChg chg="mod">
          <ac:chgData name="Toby Donaldson" userId="2e6e5431-bb17-4c41-9985-d39c50d83c73" providerId="ADAL" clId="{7F9681A8-EEE2-56F4-9B39-ECCBEE0471AC}" dt="2026-01-19T06:01:14.357" v="19328" actId="1076"/>
          <ac:spMkLst>
            <pc:docMk/>
            <pc:sldMk cId="1711464404" sldId="354"/>
            <ac:spMk id="11" creationId="{80899063-E8CF-D372-B576-222F8ABC99E0}"/>
          </ac:spMkLst>
        </pc:spChg>
        <pc:spChg chg="add mod">
          <ac:chgData name="Toby Donaldson" userId="2e6e5431-bb17-4c41-9985-d39c50d83c73" providerId="ADAL" clId="{7F9681A8-EEE2-56F4-9B39-ECCBEE0471AC}" dt="2026-01-19T06:03:13.581" v="19362"/>
          <ac:spMkLst>
            <pc:docMk/>
            <pc:sldMk cId="1711464404" sldId="354"/>
            <ac:spMk id="17" creationId="{B77E7A6A-1FCA-9C28-FC12-17036B81F411}"/>
          </ac:spMkLst>
        </pc:spChg>
        <pc:spChg chg="add mod">
          <ac:chgData name="Toby Donaldson" userId="2e6e5431-bb17-4c41-9985-d39c50d83c73" providerId="ADAL" clId="{7F9681A8-EEE2-56F4-9B39-ECCBEE0471AC}" dt="2026-01-19T06:04:04.809" v="19387" actId="20577"/>
          <ac:spMkLst>
            <pc:docMk/>
            <pc:sldMk cId="1711464404" sldId="354"/>
            <ac:spMk id="18" creationId="{00542074-5DED-5420-5B16-3BE0AB8280B4}"/>
          </ac:spMkLst>
        </pc:spChg>
        <pc:spChg chg="add mod">
          <ac:chgData name="Toby Donaldson" userId="2e6e5431-bb17-4c41-9985-d39c50d83c73" providerId="ADAL" clId="{7F9681A8-EEE2-56F4-9B39-ECCBEE0471AC}" dt="2026-01-19T06:03:13.581" v="19362"/>
          <ac:spMkLst>
            <pc:docMk/>
            <pc:sldMk cId="1711464404" sldId="354"/>
            <ac:spMk id="20" creationId="{46AA6123-C3B4-A0CA-6F8A-52932C51F769}"/>
          </ac:spMkLst>
        </pc:spChg>
        <pc:cxnChg chg="mod">
          <ac:chgData name="Toby Donaldson" userId="2e6e5431-bb17-4c41-9985-d39c50d83c73" providerId="ADAL" clId="{7F9681A8-EEE2-56F4-9B39-ECCBEE0471AC}" dt="2026-01-19T06:01:23.824" v="19329" actId="14100"/>
          <ac:cxnSpMkLst>
            <pc:docMk/>
            <pc:sldMk cId="1711464404" sldId="354"/>
            <ac:cxnSpMk id="13" creationId="{552DBC8F-EEB3-0409-7CDC-45EB20DB2E7C}"/>
          </ac:cxnSpMkLst>
        </pc:cxnChg>
        <pc:cxnChg chg="add mod">
          <ac:chgData name="Toby Donaldson" userId="2e6e5431-bb17-4c41-9985-d39c50d83c73" providerId="ADAL" clId="{7F9681A8-EEE2-56F4-9B39-ECCBEE0471AC}" dt="2026-01-19T06:04:04.809" v="19387" actId="20577"/>
          <ac:cxnSpMkLst>
            <pc:docMk/>
            <pc:sldMk cId="1711464404" sldId="354"/>
            <ac:cxnSpMk id="19" creationId="{9C3B1E58-88AC-43EB-D003-A29F6A614D94}"/>
          </ac:cxnSpMkLst>
        </pc:cxnChg>
      </pc:sldChg>
      <pc:sldChg chg="modSp add mod ord">
        <pc:chgData name="Toby Donaldson" userId="2e6e5431-bb17-4c41-9985-d39c50d83c73" providerId="ADAL" clId="{7F9681A8-EEE2-56F4-9B39-ECCBEE0471AC}" dt="2026-01-19T06:03:40.921" v="19375" actId="20577"/>
        <pc:sldMkLst>
          <pc:docMk/>
          <pc:sldMk cId="464570271" sldId="355"/>
        </pc:sldMkLst>
        <pc:spChg chg="mod">
          <ac:chgData name="Toby Donaldson" userId="2e6e5431-bb17-4c41-9985-d39c50d83c73" providerId="ADAL" clId="{7F9681A8-EEE2-56F4-9B39-ECCBEE0471AC}" dt="2026-01-19T05:58:23.395" v="19020" actId="20577"/>
          <ac:spMkLst>
            <pc:docMk/>
            <pc:sldMk cId="464570271" sldId="355"/>
            <ac:spMk id="4" creationId="{7576D7FC-BC12-5515-B96B-8A758382F207}"/>
          </ac:spMkLst>
        </pc:spChg>
        <pc:spChg chg="mod">
          <ac:chgData name="Toby Donaldson" userId="2e6e5431-bb17-4c41-9985-d39c50d83c73" providerId="ADAL" clId="{7F9681A8-EEE2-56F4-9B39-ECCBEE0471AC}" dt="2026-01-19T06:03:40.921" v="19375" actId="20577"/>
          <ac:spMkLst>
            <pc:docMk/>
            <pc:sldMk cId="464570271" sldId="355"/>
            <ac:spMk id="7" creationId="{425B9D73-AFF0-0900-A56E-8FCEFB7050FF}"/>
          </ac:spMkLst>
        </pc:spChg>
        <pc:spChg chg="mod">
          <ac:chgData name="Toby Donaldson" userId="2e6e5431-bb17-4c41-9985-d39c50d83c73" providerId="ADAL" clId="{7F9681A8-EEE2-56F4-9B39-ECCBEE0471AC}" dt="2026-01-19T06:02:33.706" v="19359" actId="14100"/>
          <ac:spMkLst>
            <pc:docMk/>
            <pc:sldMk cId="464570271" sldId="355"/>
            <ac:spMk id="8" creationId="{2AA79DAD-11A2-2D87-83F2-78CE3DC9BE8B}"/>
          </ac:spMkLst>
        </pc:spChg>
        <pc:spChg chg="mod">
          <ac:chgData name="Toby Donaldson" userId="2e6e5431-bb17-4c41-9985-d39c50d83c73" providerId="ADAL" clId="{7F9681A8-EEE2-56F4-9B39-ECCBEE0471AC}" dt="2026-01-19T05:58:37.739" v="19024" actId="14100"/>
          <ac:spMkLst>
            <pc:docMk/>
            <pc:sldMk cId="464570271" sldId="355"/>
            <ac:spMk id="10" creationId="{35237CF4-4455-AC0E-C8A3-4DBB890BDAC5}"/>
          </ac:spMkLst>
        </pc:spChg>
        <pc:spChg chg="mod">
          <ac:chgData name="Toby Donaldson" userId="2e6e5431-bb17-4c41-9985-d39c50d83c73" providerId="ADAL" clId="{7F9681A8-EEE2-56F4-9B39-ECCBEE0471AC}" dt="2026-01-19T05:59:25.591" v="19166" actId="2711"/>
          <ac:spMkLst>
            <pc:docMk/>
            <pc:sldMk cId="464570271" sldId="355"/>
            <ac:spMk id="11" creationId="{910CA783-BE75-992A-66D4-B43F20DA60DA}"/>
          </ac:spMkLst>
        </pc:spChg>
        <pc:cxnChg chg="mod">
          <ac:chgData name="Toby Donaldson" userId="2e6e5431-bb17-4c41-9985-d39c50d83c73" providerId="ADAL" clId="{7F9681A8-EEE2-56F4-9B39-ECCBEE0471AC}" dt="2026-01-19T06:03:40.921" v="19375" actId="20577"/>
          <ac:cxnSpMkLst>
            <pc:docMk/>
            <pc:sldMk cId="464570271" sldId="355"/>
            <ac:cxnSpMk id="9" creationId="{8E08F79E-24C9-A4FF-B825-62F4A316B182}"/>
          </ac:cxnSpMkLst>
        </pc:cxnChg>
        <pc:cxnChg chg="mod">
          <ac:chgData name="Toby Donaldson" userId="2e6e5431-bb17-4c41-9985-d39c50d83c73" providerId="ADAL" clId="{7F9681A8-EEE2-56F4-9B39-ECCBEE0471AC}" dt="2026-01-19T05:59:18.630" v="19165" actId="20577"/>
          <ac:cxnSpMkLst>
            <pc:docMk/>
            <pc:sldMk cId="464570271" sldId="355"/>
            <ac:cxnSpMk id="13" creationId="{2A969B38-F117-44AE-40D8-FDBCEE7D7AFF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20:46:35.6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23341 3834 24575,'24'0'0,"24"0"0,-12 0 0,2 0 0,-6 0 0,2 0 0,1 0-669,4 0 1,1 0 0,1 0 668,4 0 0,0 0 0,2 0 0,-9 0 0,0 0 0,1 0 0,1 0-428,2 0 1,1 0-1,0 0 1,1 0 427,1 0 0,0 0 0,0 0 0,0 0 0,-1 0 0,0 0 0,-1 0 0,0 0 0,-1 0 0,-1 0 0,0 0 0,-1 0 30,9-1 0,-2-1 0,0 1-30,-5-1 0,-1 0 0,-1 0 0,-3 0 0,0-1 0,0 1 0,7-2 0,1-1 0,-2 1 0,6 1 0,0 0-118,-7 0 1,0 0 0,-2-1 117,4 1 0,-2 0 436,-1-1 0,-2 0-436,-6 1 0,-3 0 1801,12-2-1801,-14 3 876,-3 0-876,16-2 0,-11 0 0,2 1 0,9-2 0,2 1 0,3 0 0,1 0 0,-1 1 0,0 0 0,-2 0 0,-1 1 0,-3 1 0,-2 0 214,-2-1 0,0 2-214,-3-1 0,-1 2 0,-4-1 0,-1 0 0,22 0 0,-9-2 0,-5-1 0,-4-2 0,3-2 0,9-1 0,-16 4 0,2 1 0,4 0 0,2 0 0,2 1 0,0 0 0,2 1 0,-1 0 0,-2 1 0,0 0 0,-2 0 0,1 0 0,-2 0 0,0 0 0,-2 0 0,1 0 0,-1 0 0,-1 0 0,-1 0 0,-2 0 0,1 0 0,0 0 0,-2 0 0,1 0 0,-1 0 0,1 0 0,-1 0 0,0 0 0,1 0 0,-1 0 0,2 0 0,0 0 0,2 0 0,0 0 0,1 0 0,0 0 0,-1 0 0,0 0 0,-4 0 0,0 0 0,18 0 0,-3 0 0,4 0 0,-19 0 0,1 0 0,3 0 0,0 0 0,0 0 0,-1 0 0,-2 0 0,0 0 0,20 0 0,-5 0 0,2 0 0,3 0 0,-21 0 0,1 0 0,3 0 0,1 0 0,2 0 0,1 0 0,2 0 0,0 0 0,1 1 0,0 1 0,4 1 0,1 0 0,5 2 0,0 1-213,-12-1 1,1 0 0,0 0 212,1-1 0,1 1 0,-1 0 0,0-1 0,0 1 0,-1-1 0,-1 0 0,0-1 0,-1 1 0,14 1 0,0 0-68,-2 1 0,-1-1 68,-3 1 0,0 1 0,-4-1 0,0 1 0,-3-1 0,-1 1 0,-3-1 0,-1 0 0,-2-1 0,-1-1 316,-2-1 1,0-1-317,0 1 0,1-1 70,-1 0 0,0 0-70,24 2 0,-5 1 0,-9-1 0,-8-1 0,-8-1 0,-4 0 0,-3-1 0,3 1 0,9-1 0,14 1 0,-13-1 0,2 1 0,2-1 0,2 0 0,-2 1 0,-1 0 0,21 1 0,-10 1 0,-12-1 0,-7 0 0,-3 1 0,-5-1 0,1 0 0,3 1 0,5-1 0,6-1 0,3 1 0,2-1 0,4 0 0,-1-1 0,1-1 0,-3 0 0,-4 0 0,-3 0 0,-3 0 0,-3 0 0,-3 0 0,-3 0 0,-2 0 0,-2 0 0,-3 0 0,-1 1 0,-2 2 0,1 3 0,0 3 0,3 0 0,2 0 0,8-3 0,22-2 0,-6-4 0,5-2 0,-6-2 0,1-1 0,1-2-324,6-2 1,1-1-1,-1-2 324,1-2 0,0-1 0,-1-2 0,-3 1 0,-1-1 0,-2 0 0,11-4 0,-3 2 0,-13 4 0,-3 3 0,7-2 0,-18 10 0,-7 3 0,-1 1 971,10 0-971,11-2 0,8 0 0,0 0 0,-11 0 0,-12 2 0,-11 0 0,-4 0 0,-4 0 0,0 0 0,2 0 0,1 0 0</inkml:trace>
  <inkml:trace contextRef="#ctx0" brushRef="#br0" timeOffset="7183">29408 3450 24575,'21'0'0,"11"0"0,-7 0 0,2 0 0,6 0 0,2 0 0,4 0 0,0 0 0,3 0 0,-1 0 0,-1 0 0,0 0 0,-3 0 0,-1 0 0,-5 0 0,-1 0 0,-2 0 0,0 0 0,2 0 0,0 0 0,4 0 0,4 0 0,4 0 0,4 0 0,-2 0 0,-10 0 0,-1 0 0,0 0 0,9 1 0,2-1 0,-6 1 0,-4 1 0,-5 0 0,-2 1 0,-2 0 0,20 4 0,-1-1 0,0-1 0,3 0 0,-21-2 0,1 0 0,1 0 0,0 0 0,0-1 0,0 0 0,-2-1 0,-2 0 0,17-1 0,-13 0 0,-9 0 0,-7 0 0,-6 1 0,-1 0 0,-3 0 0,0 2 0,-1 1 0,-2-1 0,-2 1 0,0-2 0,0-1 0,1 0 0</inkml:trace>
  <inkml:trace contextRef="#ctx0" brushRef="#br0" timeOffset="147917">14807 13623 24575,'31'0'0,"-4"0"0,3 0 0,12 0 0,5 0 0,-11 0 0,2 0 0,1 0-625,2 0 1,1 0-1,1 0 625,1 0 0,0 0 0,1-1 0,-2 0 0,0-1 0,1 0 0,-1-1 0,0 1 0,-2-1 187,-4 0 1,-2 0 0,-1 1-188,9-2 0,-2 2 160,-10 0 0,-2 2-160,12 0 0,-14 0 0,-5 0 957,-8 0-957,7 0 34,-5 0-34,0 0 0,-2 0 0,-8 0 0,-1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20:48:56.3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23060 2077 24575,'30'0'0,"-6"0"0,4 0 0,14 0 0,3 0 0,-12 0 0,1 0 0,0 0-360,3 0 0,0 0 1,0 0 359,1 0 0,0 0 0,0 0 0,-1 0 0,0 0 0,0 0 0,3 0 0,1 0 0,1 0 0,1 0 0,0 0 0,0 0-423,3 0 1,1 0-1,0 0 423,1 0 0,1 0 0,1 0 0,-10 0 0,0 0 0,1 0 0,0 0-342,2 0 0,1 0 0,0 0 0,0 0 342,3 0 0,1 0 0,0 0 0,0 0 0,-7 0 0,0 0 0,0 0 0,0 0 0,1 0 0,-1 0 0,0 0 0,0 0 0,0 0 0,1 0-472,1 0 0,0 0 1,0 0-1,0 0 0,1 0 472,1 0 0,0 0 0,0 0 0,3 0 0,2 0 0,-7 0 0,2 0 0,3 0 0,0 0 0,1 0 0,0 0 0,-2 0 0,-2 0 0,4 0 0,-1 0 0,-2 0 0,1 0 0,0 0 0,2 0-273,-4 0 0,1 0 0,2 0 0,0 0 0,-1 0 0,0 0 0,-2 0 0,-4 0 273,8 1 0,-4-1 0,-1 1 0,-1 0 0,0 0 0,0 1 0,-1-1 0,1 0 0,-1 1 0,0 0-191,7 1 1,0 0 0,0 0-1,0 1 191,0-1 0,1 2 0,0-1 0,-1 0 52,-2-1 0,0 1 0,-1-1 1,-1 1-53,-3-1 0,-2 0 0,0 0 0,0 0 439,11 1 0,-1-2 0,-2 1-439,-7-1 0,-3 1 0,0-1 913,-4-1 1,0 1-1,-1-1-913,4 0 0,-1 0 0,-2 0 0,0 0 0,-3-1 1079,4 1 0,-4-2-1079,-6 1 1701,-13 0-1701,-8 0 895,-6 0-895,-2 0 0,-1 0 0,3 0 0,0 0 0</inkml:trace>
  <inkml:trace contextRef="#ctx0" brushRef="#br0" timeOffset="14068">25403 3674 24575,'34'1'0,"0"0"0,12 0 0,3 0 0,-11-1 0,1 0 0,2 0-446,2 0 1,1 0 0,-1 0 445,-4 0 0,0 0 0,-3 0 0,8 0 0,-5 0 217,-8 0 1,-4 0-218,-1 0 0,-17 0 0,-6 0 0</inkml:trace>
  <inkml:trace contextRef="#ctx0" brushRef="#br0" timeOffset="32601">19774 2213 24575,'25'0'0,"21"0"0,-13 0 0,3 0 0,3 0 0,1 0 0,-3 0 0,-2 0 0,-6 0 0,-2 0 0,17 0 0,-4 0 0,-16 0 0,2 0 0,8 0 0,4 0 0,6 0 0,2 0 0,2 0 0,2 0 0,-6 0 0,3 0 0,-3 0 0,3 0 0,0 0 0,-8 0 0,1 0 0,-3 1 0,0 0 0,-1 2 0,0 0 0,1 2 0,-1-1 0,8 2 0,-1 0 0,-3 0 0,1 0 0,-2-1 0,6 1 0,-1-1 0,2-1 0,1 0 0,2 0 0,0 0 0,-2-1 0,-1-1 0,-3 1 0,-2-1 0,-6 1 0,-3-1 0,17 2 0,-13 0 0,-10-1 0,-5 0 0,-5 0 0,-5-1 0,-4 1 0,-3 0 0,-3-1 0,-1-2 0</inkml:trace>
  <inkml:trace contextRef="#ctx0" brushRef="#br0" timeOffset="36117">19385 3635 24575,'24'2'0,"9"-1"0,7 0 0,2-1 0,5 0 0,3 0-656,-12 0 1,2 0-1,1 0 1,1 0 0,0 0 200,5 0 1,2 0 0,0 0 0,1 0-1,0 0 61,-6 0 0,1 0 0,-1 0 0,1 0 0,1 0 0,-1 0 394,2 0 0,0 0 0,0 0 0,1 0 0,0 0 0,0 0-217,-4 0 1,0 0-1,0 0 1,1 0-1,0 0 1,0 0-1,0 0 217,1 0 0,1 0 0,-1 0 0,1 0 0,0 0 0,0 0 0,-1 0 0,1 0 0,-1 0 0,0 0 0,0 0 0,0 0 0,0 0 0,0 0-311,4 0 1,1 0 0,-1 0 0,0 0 0,-1 0 0,-1 0 310,-3 0 0,-2 0 0,0 0 0,0 0 0,-1 0 0,0 0 14,7 0 0,-2 0 0,1 0 0,-1 0 1,0 0-15,-2 1 0,0 0 0,0 0 0,-1 0 0,1 0 0,-3 0 0,0 1 0,0-1 0,0 0 0,0 1 349,0 0 1,-1 1 0,0 0 0,1-1 0,2 1-350,-1-1 0,2 1 0,1-1 0,0 0 0,-1 0 0,-3 0 0,9 0 0,-3 0 0,0 0 0,2-1 295,-9 1 0,2-1 0,1 0 0,-1 0 0,-1 0 0,-3-1-295,4 0 0,-2 0 0,-2 0 0,0 0 0,0 0 0,1 0 0,-1 0 0,0 0 385,1 0 0,-1 0 0,1 0 0,-1 0-385,0 0 0,0 0 0,0 0 0,0 0 0,1 0 0,-1 0 0,1 0 0,1 0 0,0 0 0,1 0 0,-1 0 0,1 0 0,-1 0 0,0 0 0,0 0 0,0 0 0,-1 0 0,0 0 0,0 0 0,-1 0 0,10 0 0,-1 0 0,-2 1 687,-4 1 0,-1-1 1,-2 2-688,10 1 0,-4 2 293,-12 0 0,-3 1-293,7 6 1814,-18-5-1814,-9-4 1376,-2-3-1376,5-1 322,10 0-322,17 0 0,-15 0 0,2 0 0,0 0 0,0 0 0,20 0 0,-15 0 0,-13 0 0,-9 1 0,-6 0 0,-3 1 0,-3 1 0,0 0 0,0 0 0,-1-1 0,-1-1 0,-1 0 0,2-1 0,1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20:50:35.1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24473 5631 24575,'29'0'0,"-1"0"0,1 0 0,0 0 0,5 0 0,1 0 0,-5 0 0,0 0 0,-1 0 0,0 0 0,1 0 0,1 0 0,6 0 0,2 0 0,9-2 0,2-1-338,-11 0 1,0-1 0,2 0 337,1-1 0,2 0 0,2 0 0,-6 2 0,3-1 0,1 0 0,0 1 0,-3 0 0,1 0 0,-2 0 0,0 0 0,1 1-282,0 0 0,2 1 1,0 0-1,-1-1 1,-3 2 281,9-1 0,-3 0 0,-1 0 0,-4 1 0,-1-1 0,1 0-93,-2 0 0,0 1 0,0-1 93,-4-1 0,1 1 0,-2-1 0,14-1 0,-2-1 0,-3 1 0,-1 0 0,-4-1 0,-1 1 461,-3 0 1,0 0-462,-3 0 0,0 0 729,-2 1 1,0 0-730,0-1 0,-1 1 158,1 0 1,-1 0-159,2 1 0,0-1 0,2 1 0,0-2 0,2 1 0,0 0 0,-2 1 0,1 0 0,-2 0 0,-1 0 0,20 1 0,-8 0 0,-7 0 0,-4 0 0,-5 0 0,-1 0 0,0 0 0,0 0 0,3 0 0,-3 0 0,-3 0 0,-4 0 0,-4 0 0,-4 0 0,2 0 0,5 0 0,8 1 0,8 1 0,2 2 0,-4 1 0,-9-1 0,-7-1 0,-6 0 0,-2-1 0,-1 0 0,2 0 0,1 0 0,3-1 0,-2 0 0,2-1 0,3 0 0,2 0 0,4 0 0,-2 0 0,-5 0 0,-4 0 0,-4 0 0,-1 0 0,2 0 0,6 0 0,7 0 0,4 0 0,1 0 0,-6 0 0,-5 1 0,-7 0 0,-3 0 0,-3 0 0</inkml:trace>
  <inkml:trace contextRef="#ctx0" brushRef="#br0" timeOffset="23082">32173 5444 24575,'20'0'0,"13"0"0,14 0 0,-19 0 0,0 0 0,-1 0 0,-1 0 0,20 0 0,-7 0 0,-5 0 0,8 0 0,-15 0 0,4 2 0,-19 0 0,-3 0 0,3 2 0,5-1 0,4 0 0,0 0 0,-3 0 0,-6 0 0,-3-2 0,-4-1 0,6 0 0,11 0 0,13 0 0,10 0 0,-3 0 0,-11 0 0,-14 0 0,-10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20:52:03.5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24248 7040 24575,'48'0'0,"0"0"0,-7 0 0,2 0 0,1 0 0,-5 0 0,1 0 0,1 0 0,-1 0-641,2 0 1,0 0-1,0 0 1,0 0 640,9 0 0,-1 0 0,-2 0 0,-8 0 0,-1 0 0,0 0 177,-2 0 1,-1 0-1,-1 0-177,11 0 0,-1 0 244,-4 0 0,-1 0-244,-6 0 0,-2 0 0,16 0 0,-8 0 1309,-14 0-1309,7-1 233,0-1-233,15 0 0,-18 1 0,1-1 0,4 1 0,1-1 0,1 0 0,-1 0 0,-3-2 0,-1 1 0,-4 0 0,-1 1 0,15-4 0,-9 1 0,-4 1 0,-3 0 0,0 1 0,3-1 0,2 1 0,6-1 0,5-3 0,5-2 0,-21 5 0,2-1 0,8 1 0,2 0 0,7 0 0,3 0-218,-12 2 1,1-1-1,0 1 218,2 0 0,0 0 0,0 0 0,-3 0 0,-1 0 0,0 0 0,14-1 0,-3 1 0,-4 0 0,-3 1 0,-4-1 0,-2 0 0,-3-1 0,-2 1 0,20-2 0,-4 1 0,3 2 326,-21 0 1,0 1-327,4 0 0,1 0 0,2 0 0,2-1 0,3-1 0,2 0 0,5 0 0,0-1 0,3 0 0,-1-1 0,1 1 0,0 0 0,0 1 0,-1 0 0,3 1 0,0 0-150,-15 1 0,-1 0 1,1 0 149,-1 0 0,1 0 0,-2 0 0,12 0 0,-3 1 0,-11-1 0,-2 2 0,11 1 0,-18 0 0,-7-2 0,-5 0 0,-2-1 449,-2 0-449,0 0 0,0 0 0,0 0 0,2 0 0,2 0 0,4 0 0,2 0 0,2 0 0,4 0 0,8-2 0,11 0 0,8 0 0,-24 1 0,0 0 0,19 1 0,-10 0 0,-11 0 0,-7 0 0,-6 0 0,-5 0 0,-2 0 0,-3 0 0</inkml:trace>
  <inkml:trace contextRef="#ctx0" brushRef="#br0" timeOffset="5133">29868 6848 24575,'30'0'0,"12"0"0,-12 0 0,2 0 0,2 0 0,-1 0 0,-3 0 0,-2 0 0,15 0 0,-19 0 0,-9 0 0,-7 0 0,1 0 0,9 0 0,15 0 0,14 0 0,-19 0 0,1 0 0,-3 0 0,0 0 0,14 0 0,-15 0 0,-15 0 0,-8 0 0,-5 0 0</inkml:trace>
  <inkml:trace contextRef="#ctx0" brushRef="#br0" timeOffset="10933">14427 10693 24575,'0'28'0,"0"9"0,0-13 0,0 2 0,0 3 0,0 1 0,0 1 0,0 0 0,0-2 0,0-1 0,0 19 0,0-9 0,0-9 0,0-6 0,0-6 0,0-5 0,0-2 0,1 1 0,2 7 0,1 11 0,2 7 0,0 5 0,0 2 0,-2-3 0,-1-3 0,0-5 0,-2-8 0,1-6 0,-1-5 0,1-5 0,0-2 0,0-3 0,0 0 0,1 0 0,-2-1 0,1 1 0,0 1 0,-1 0 0,0 1 0,-1-2 0,1 0 0,0 0 0,0 1 0,1 3 0,-1 1 0,0 0 0,2-1 0,-1-4 0,1-1 0,1-1 0,0-1 0,1 0 0,1 0 0,2 0 0,1 0 0,1 0 0,3 0 0,3 0 0,4 0 0,1 0 0,-1 0 0,0 0 0,-2 0 0,0 0 0,-2 0 0,-2 1 0,-2 1 0,2-1 0,5 0 0,8 1 0,4 0 0,0 0 0,-5-1 0,-4-1 0,0 0 0,2 0 0,2 0 0,0 0 0,-4 0 0,-4 0 0,-4 0 0,0 0 0,1 0 0,6 0 0,8 0 0,8 0 0,6 0 0,-1 0 0,-3 0 0,-5-1 0,-3-2 0,2 0 0,0-1 0,-1 0 0,-2-2 0,-4 1 0,-1 1 0,-2-1 0,3 0 0,2-1 0,1 1 0,1 1 0,-1 0 0,3 0 0,3-1 0,7-3 0,-17 4 0,0-2 0,1 1 0,-1-1 0,1-1 0,-1 0 0,18-5 0,-8 2 0,-6 3 0,-6 3 0,-4 1 0,-2 2 0,-1 1 0,1 0 0,4 0 0,1 0 0,2 0 0,1 0 0,-1 0 0,-1 0 0,1 0 0,1-2 0,-1 0 0,-2 0 0,-6 0 0,-5 0 0,-6-1 0,-2 0 0,-2-4 0,-1-4 0,-1-2 0,-2-1 0,-1-1 0,0 1 0,2-5 0,1-9 0,1-19 0,0 15 0,0-3 0,0-5 0,0-2 0,0-3 0,0 2 0,0 4 0,0 1 0,0 7 0,0 1 0,0-15 0,0 9 0,0 4 0,0 1 0,0 1 0,0 5 0,0 6 0,0 6 0,0 3 0,0 4 0,0 0 0,0 2 0,0 0 0,-1 0 0,0 1 0,-1 0 0,0-1 0,0 1 0,-2-1 0,0 2 0,0 0 0,-1 2 0,-1 0 0,-5 0 0,-8 0 0,-13 0 0,-12 0 0,18 0 0,-2 0 0,0 0 0,0 0 0,1 0 0,-1 0 0,0 0 0,-1 0 0,-2 0 0,0 0 0,-1 0 0,-1 0 0,-1 0 0,2 0 0,1 0 0,2 0 0,3 0 0,1 0 0,-21 0 0,4 0 0,-8 0 0,21 0 0,-1 0 0,-4 0 0,-1 0 0,1 0 0,-1 0 0,0 0 0,1 0 0,-1 0 0,0 0 0,-3 0 0,-2 0 0,-4 0 0,-1 0 0,-3 0 0,-1 0 0,15 0 0,0 0 0,1 0 0,-15 0 0,2 0 0,4 0 0,1 0 0,6 0 0,2 0 0,6 0 0,2 0 0,-15 0 0,10 0 0,6 0 0,3 0 0,3 0 0,3 0 0,0 0 0,3 0 0,-2 0 0,3 0 0,1 0 0,3 0 0,4 0 0,1 0 0,2 0 0</inkml:trace>
  <inkml:trace contextRef="#ctx0" brushRef="#br0" timeOffset="33834">29235 6768 24575,'16'0'0,"5"-3"0,2 0 0,3-1 0,-3 0 0,1 0 0,3-1 0,-1-1 0,-1 2 0,-6 1 0,-5 1 0,-4 0 0,-4 0 0,-2 1 0,0 1 0,1 0 0,2 0 0,2 0 0,1 0 0,0 0 0,1 0 0,-1 0 0,2 0 0,3 0 0,2 0 0,2 0 0,0 0 0,-1 0 0,-2 0 0,1 0 0,0 0 0,1 0 0,-1 0 0,1 0 0,-2 0 0,-2 0 0,-3 0 0,-2 0 0,0 0 0,0 0 0,2 0 0,-1 0 0,-1 0 0,-2-2 0,-4 0 0,-4 0 0,-1 0 0,-3 0 0,0-1 0,-1-2 0,-1-4 0,0-5 0,-1-5 0,0-7 0,2 2 0,1-2 0,-3-13 0,3 11 0,-1 0 0,0-8 0,-1 0 0,-1 0 0,-1 2 0,0 5 0,-1 3 0,0 0 0,1-2 0,-1-4 0,-2-8 0,0-3 0,-2-5 0,7 23 0,2 0 0,-6-19 0,2 4 0,2 8 0,0 7 0,0 4 0,0 1 0,2 1 0,0 2 0,2 2 0,0 2 0,-1-2 0,-1-2 0,0 1 0,1 3 0,1 2 0,0 2 0,-1-3 0,0-5 0,-1-5 0,2-2 0,0 5 0,0 5 0,1 6 0,-1 4 0,-2 4 0,-2 4 0,-3 0 0,-1 0 0,-2-3 0,-5-1 0,-8 0 0,-7 2 0,-8 1 0,1 2 0,3-2 0,6-1 0,7-2 0,4 0 0,4 0 0,4 0 0,0 0 0,3 0 0,-2 0 0,-2 0 0,-2 1 0,-1 1 0,5 0 0,3 0 0,4 1 0,2 0 0,0 0 0,2 2 0,0 1 0,0-1 0,0 1 0,1-1 0,3 0 0,1 0 0,1 2 0,0 1 0,-3 2 0,1 0 0,-2 1 0,1-1 0,0 0 0,-1 1 0,1-1 0,-1 2 0,1 3 0,-2 6 0,2 7 0,-1 3 0,1 2 0,1-1 0,-3-3 0,1 0 0,-2-1 0,0 3 0,0 2 0,0 0 0,0-2 0,0-4 0,0-5 0,0-2 0,0-3 0,0-1 0,0-3 0,0 0 0,0-2 0,0 0 0,0-1 0,0 2 0,0 4 0,0 3 0,0 4 0,0 1 0,0 1 0,0 1 0,0 0 0,0 2 0,0 1 0,0-3 0,0-2 0,0-7 0,0-2 0,0-3 0,0-2 0,0 1 0,0-1 0,0 1 0,0-2 0,0-1 0,0-1 0,0-1 0,0 0 0,0-1 0,0 1 0,0 0 0,0-1 0,0 0 0,0 0 0,0 0 0,0-3 0,0 0 0</inkml:trace>
  <inkml:trace contextRef="#ctx0" brushRef="#br0" timeOffset="44734">22417 6706 24575,'33'0'0,"13"0"0,-17 0 0,0 0 0,-1 0 0,-1 0 0,11 0 0,-15 0 0,-9 0 0,0 0 0,5 0 0,8 0 0,7 3 0,0 3 0,-5 2 0,-9 0 0,-7-4 0,-4-2 0,-3-2 0,3 0 0,0 0 0,8 0 0,3 1 0,14 5 0,12 3 0,-19-3 0,2 1 0,1-1 0,0 1 0,-3-2 0,-2 0 0,16 3 0,-16-4 0,-10-1 0,-7-1 0,-5-2 0,-1 1 0</inkml:trace>
  <inkml:trace contextRef="#ctx0" brushRef="#br0" timeOffset="49035">24514 5439 24575,'0'17'0,"0"8"0,0 2 0,0 4 0,0-5 0,0-6 0,0-1 0,0 4 0,0 8 0,0 8 0,0 6 0,0 1 0,0-1 0,0-1 0,0-2 0,0 0 0,-1 3 0,-3-20 0,0 1 0,-6 13 0,-1 1 0,2-11 0,-1-1 0,-3 7 0,1-2 0,-1 0 0,4-8 0,2-6 0,1 1 0,0 2 0,-1 7 0,-3 6 0,0 4 0,-1 2 0,1 0 0,3-3 0,3-6 0,2-7 0,2-6 0,3-2 0,7-2 0,10 1 0,15 1 0,-10-6 0,3-1 0,7 1 0,3 0 0,8 1 0,2 1-265,-12-5 0,0 1 1,1-1 264,1 1 0,0-1 0,1 0 0,-2 0 0,0-1 0,1-1 0,-1-1 0,1-1 0,1-1 0,0 0 0,1-1 0,1 0 0,2-1 0,0-1 0,0 1 0,2-1 0,1-1 0,-1 0 0,1-2 0,-1 0 0,1-1 0,-2-1 0,-1-2 0,2 0 0,1-2 0,1-1 0,0 0 0,-2 0 0,-1-1 0,1 0 0,-1 1 0,1 0 0,-1 1 0,0 0 0,0 0 0,0 1 0,-2 0 0,-1 1 0,1 1 0,3-1 0,0 1 0,0 0 0,-1 1 0,0 0 0,0 1 0,0 0 0,0 1 0,-1 0 0,-3 1 0,0-1 0,-2 1 0,13 0 0,-3-1 0,-5 1 0,-2 0 0,-6 0 0,0-1 0,-3 1 0,-1-1 0,2 1 0,0 0 0,1 1 0,-1 0 397,2 0 0,0 1-397,1 0 0,1 0 0,0 0 0,2 0 0,0 2 0,1 0 0,2 3 0,0 0 0,0 2 0,-1 1 0,-3 1 0,-1 0 0,-5 0 0,-2-1 0,-4 0 0,-1-1 0,15 6 0,-10-2 0,-3-3 0,-3 0 0,-1-2 0,1-2 0,2-1 0,5-2 0,9-1 0,-14 0 0,0 0 0,3 0 0,1 0 0,1 0 0,1 0 0,-4 0 0,0 0 0,15 0 0,-12 0 0,-12 0 0,-1 0 0,5 0 0,11 0 0,-9 0 0,3 0 0,5 0 0,2 0 0,3 0 0,1 0 0,1 0 0,-1 0 0,-4-1 0,-3 0 0,-5-1 0,-3 0 0,11-4 0,-17 1 0,-10 1 0,-6 1 0,-5-1 0,-3-2 0,-2-2 0,-3-6 0,-1-9 0,-3-14 0,1-10 0,7 20 0,1 0 0,-1 2 0,2 0 0,-3-20 0,4 2 0,2-6 0,2 19 0,0 0 0,0-2 0,0 1 0,0 1 0,0 2 0,0-16 0,-2 10 0,0 1 0,-2-4 0,1 13 0,0-1 0,0-5 0,0 0 0,-1-2 0,1-1 0,-1 0 0,0 2 0,1 3 0,0 1 0,-1-15 0,1 10 0,1 11 0,-1 8 0,1 5 0,0 4 0,-1 0 0,-3-3 0,-5-4 0,-5-5 0,-2-5 0,0 3 0,-2 3 0,-16 4 0,1 6 0,-8 1 0,10 2 0,-4 0 0,-2 1 0,-2 0-656,-2 0 1,-2 0-1,-1 0 1,-3 1 0,-2-1 482,10 1 0,-2 1 1,-1-1-1,-2 0 0,0 1 1,0 0-1,-1 0 1,0 0-193,1 1 1,-1-1 0,0 1 0,-1 0 0,0 0 0,0 1 0,-1-1 0,0 1 0,0 0 167,2-1 1,-1 1-1,0 1 1,-1-1 0,0 0-1,0 1 1,0 0 0,-1-1-1,1 1 1,-1 1-102,3-1 0,0 0 0,-1 0 0,1 0 0,-1 1 0,0 0 0,0-1 0,0 1 1,1 0-1,1 0 0,0 0 275,-1 0 0,1 0 0,0 0 1,0 0-1,1 0 0,0 0 0,1 1 1,-1-1-1,1 0 0,0 0 23,-7 1 0,0-1 0,0 1 0,0 0 0,1-1 0,1 1 0,1-1 0,2 0-139,-7 1 0,2 0 0,1 0 0,1-1 0,2 1 0,2-2 139,-6 2 0,3-1 0,2-1 0,2 1 542,-3-1 1,2-1-1,3 0-542,7-1 0,1-1 0,0 0 0,-2-1 0,0 0 0,-2 0 0,-3 0 0,-2 0 0,0 0 1054,-6-1 0,0 1 0,-1 1-1054,1-1 0,1 0 0,0 1 0,3 0 0,2 0 0,0 1 1092,3 0 0,1-1 0,2 1-80,-11 2 1,3-1 78,4 0 1,3 0-1092,3-2 0,3 1 247,5-1 0,2 0-247,-12-1 1269,17 0-1269,13-1 202,6-1-202,4 1 0,0-2 0,-1 1 0,0-3 0,-1 3 0,-1 0 0</inkml:trace>
  <inkml:trace contextRef="#ctx0" brushRef="#br0" timeOffset="69071">30611 8614 24575,'31'0'0,"-5"0"0,4 0 0,8 0 0,3 0 0,7 0 0,1 0 0,0 0 0,0 0 0,-6 0 0,-1 0 0,-6 0 0,-1 0 0,-9 0 0,-2 0 0,9 0 0,-11 0 0,-2 0 0,5 0 0,6 0 0,7 0 0,5 0 0,-12 0 0,-1 0 0,16 0 0,-18 0 0,-1 0 0,9 0 0,-3 0 0,-3 0 0,2 0 0,6 0 0,-2 0 0,3 0 0,-7 0 0,1 0 0,11 0 0,1 0 0,-14 0 0,-2 0 0,1 0 0,0 0 0,1 0 0,1 0 0,4 0 0,2 0 0,3 0 0,0 0 0,4 0 0,-1 0 0,1 0 0,-1 0 0,-2 0 0,0 0 0,-3 0 0,-1 0 0,-3 0 0,-1 0 0,-3 0 0,-1 0 0,-2 0 0,-1 0 0,20 0 0,-9 0 0,-10 0 0,-12 0 0,-7 0 0,-7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20:57:08.5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21131 2258 24575,'44'0'0,"0"0"0,-1 0 0,1 0 0,-3 0 0,2 0 0,2 0 0,2 0 0,1 0 0,2 0 0,-6 0 0,1 0 0,2 0 0,1 0 0,1 0 0,1 0 0,0 0 0,1 0 0,0 0-298,-4 0 0,1 0 0,0 0 0,1 0 0,0 0 0,0 0 0,1 0 0,1 0 1,-1 0-1,1 0 0,0 0 45,-4 0 1,0 0 0,0 0 0,1 0 0,0 0 0,1 0 0,-1 0 0,1 0 0,0 0 0,-1 0 0,1 0 0,-1 0 0,0 0-1,0 0 1,0 0 0,0 0 0,0 0 0,0 0 0,0 0 0,0 0 0,0 0 0,0 0 0,0 0 0,0 0 0,0 0 0,0 0-1,-1 0 1,0 0 0,0 0 0,0 0 0,0 0 0,1 0 0,-1 0 0,-1 0 0,1 0 0,0 0 0,0 0 0,-1 0 0,0 0 148,2 0 0,1 0 0,-1 0 0,0 0 0,0 1 0,0-1 0,0 0 1,-1 0-1,0 0 0,0 0 0,-1-1 0,0 1 104,6-1 0,-2 0 0,0-1 0,0 1 0,0-1 0,-1 0 0,0 1 0,1-1 0,-1 0 0,0 0-185,0 0 0,1 1 0,0-1 1,-1 1-1,1-1 0,-1 0 1,-1 0-1,1 0 0,-2-1 1,0 1 184,0-2 0,-1 1 0,-1-1 0,0 0 0,0 0 0,-1 0 0,0-1 0,0 1 0,0 0 198,4 0 0,-1 0 0,1-1 0,-1 1 0,0-1 0,0 1 1,-1-1-1,0 1-198,5-1 0,1 0 0,0 1 0,-1-1 0,-2 0 0,-1-1 0,-4 1 0,1-2 0,-4-1 0,-2 1 0,0 0 0,1 0 687,12 2 1,2 0 0,-4 1 0,-10-1-688,-10-4 0,-5 2 1638,0 6 0,1 2-1143,-2-1 1,3 0 596,10 4 0,6 2 0,2 0-520,-5-1 0,1 0 0,2 0 1,0-1-573,4 1 0,1 1 0,1-2 0,-1 1 0,1 0 0,0-1 0,-1 0 0,-6-1 0,7-3 0,-4 0 839,8 0 0,-8 0-839,-21 0 356,23 0-356,-12 0 0,-12 0 0,9-16-820,-32-4 1,0 1 0,0 3 0</inkml:trace>
  <inkml:trace contextRef="#ctx0" brushRef="#br0" timeOffset="1570">14235 14623 24575,'25'0'0,"1"0"0,7 0 0,4 0 0,-1 0 0,2 0 0,2 0 0,1 0 0,1 0 0,2 0 0,-3 0 0,2 0 0,-1 0 0,-3 0 0,12 0 0,-4 0 0,-2 0 0,-8 0 0,-21 0 0,-1 0 0,-11 0 0,28 0 0,3 0 0,-1 0 0,8 0 0,0 0 0,-3 0 0,0 0 0,0 0 0,4 0 0,0 0 0,-3 0 0,5 0 0,-8 0 0,-17 0 0,-5 0 0</inkml:trace>
  <inkml:trace contextRef="#ctx0" brushRef="#br0" timeOffset="17220">24377 3881 24575,'-39'0'0,"0"0"0,-1 0 0,4 0 0,0 0 0,-3 0 0,-3 0 0,3 0 0,-4 0 0,-1 0 0,-2 0 0,1 0 0,2 0-656,-5 0 1,0 0-1,1 0 1,1 0 0,0 0 480,2 0 1,-1 0-1,2 0 1,1 0 0,4 0 174,-6 0 0,5 0 0,4 0 640,8 0 0,3 0-640,-11 0 677,0 0-677,10 0 0,-1 0 0,-4 0 0,-3 0 0,0 0 0,-2 0 0,-1 0 730,3 0 1,-1 0 0,-1 0-731,-5 0 0,-2 0 0,3 0 0,-7 0 0,2 0 0,1 0 0,0 0 0,9 0 0,0 0 0,0 0 0,-3 0 0,0 0 0,1 0 0,-12 0 0,2 0 0,2 0 0,5 0 0,12 0 0,9 0 0,-21 15 0,13-12 0,-3-2 0,-15 7 0,-2 0 0,8-7 0,2-2 0,1 1 0,3 0 0,-3 0 0,-1 0 0,1 0 0,3 0 0,-2 0 0,-3 0 0,-1 0 0,1 0 0,0 0 0,-6 0 0,3 0 0,1 0 0,13 0 0,1 0 0,-10 0 0,0 0 0,15 0 0,4 0 0,16 0 0</inkml:trace>
  <inkml:trace contextRef="#ctx0" brushRef="#br0" timeOffset="26599">24994 4233 24575,'26'0'0,"-1"0"0,10 0 0,1 0 0,0 0 0,2 0 0,1 0 0,2 0 0,-3 0 0,-6 0 0,-1 0 0,13 0 0,-6 0 0,-18 0 0,-5 0 0,1 0 0,-12 0 0,27 0 0,-11 0 0,-1 0 0,-3 0 0,-16 0 0</inkml:trace>
  <inkml:trace contextRef="#ctx0" brushRef="#br0" timeOffset="38720">13917 9913 24575,'0'20'0,"31"-5"0,-6-13 0,5-4 0,11 2 0,7 0 0,1 0 0,-10 0 0,2 0 0,1 0 0,0 0 0,4 0 0,1 0 0,1 0 0,-1 0 0,1 0 0,1 0 0,-1 0 0,-3 0 0,3 0 0,-3 0 0,0 0 0,2 0 0,0 0 0,-4 0 0,-5 0 0,-2 0 0,5 0 0,1 0 0,1 0 0,0 0 0,-5 0 0,2 0 0,-4 0 0,5 0 0,0 0 0,-2 0 0,0 0 0,-1 0 0,1 0 0,9 1 0,3 0 0,-1-3 0,-9-2 0,0-1 0,-2-1 0,-4 0 0,0 0 0,1-2 0,9-2 0,3-2 0,-4-1 0,-10 1 0,-3-1 0,2 3 0,7 3 0,2 2 0,-6-3 0,-7-9 0,-3 3 0,9 10 0,-19-12 0,-16 0 0,0-3 0,-16-1 0,12 4 0,-12 1 0,16 11 0,0-28 0,-15 13 0,11-1 0,-4-9 0,0-4 0,-1-4 0,2-1 0,5-7 0,0-4 0,-3 4 0,-1-2 0,2 6 0,3 8 0,2 3 0,-1-14 0,0 6 0,0 18 0,-16 4 0,12 16 0,-43 0 0,24 0 0,-9 0 0,-3 0 0,1 0 0,-3 0 0,0 0 0,-4 0 0,-2 0 0,1 0 0,-3 0 0,-1 0 0,2 0 0,-4 0 0,0 0 0,-1 0 0,5 0 0,-3 0 0,1 0 0,1 0 0,-6 0 0,1 0 0,2 0 0,8 1 0,2-1 0,-1-1 0,-7-1 0,0-1 0,4 1 0,6 1 0,2 0 0,-2-3 0,1 0 0,7 3 0,1 2 0,-8-1 0,4 0 0,-1 0 0,-11 0 0,12 0 0,0 0 0,-18 0 0,21 0 0,8 0 0,-11 0 0,12 0 0,-5 0 0,-3 0 0,-1 0 0,1 0 0,-1 0 0,1 0 0,1 0 0,1 0 0,-10 0 0,-1 0 0,1 0 0,15 0 0,-11 8 0,27 9 0,-12-5 0,16 4 0,0-16 0,0 15 0,0-11 0,0 28 0,0-28 0,16 27 0,-12-11 0,4 4 0,0 2 0,-8 14 0,0-16 0,0 3 0,0 14 0,0 0 0,0 6 0,0 1 0,0 2 0,1-14 0,-2-1 0,-7 1 0,0 2 0,6 6 0,0-2 0,-5-13 0,-2-3 0,-6 9 0,11-3 0,-12-28 0,16 27 0,0-27 0,0 12 0,0-16 0</inkml:trace>
  <inkml:trace contextRef="#ctx0" brushRef="#br0" timeOffset="42553">24959 10971 24575,'0'20'0,"0"27"0,0-21 0,0 3 0,0 4 0,0 4 0,0-1 0,0 11 0,0 0 0,0-2 0,0-4 0,0-14 0,0-3 0,0 11 0,0 1 0,0-17 0,0 13 0,0 3 0,0-9 0,0 3 0,0-2 0,0 1 0,0-2 0,0-1 0,0 10 0,0-16 0,16-3 0,-12-16 0,43 0 0,-39 0 0,39 0 0,-22-8 0,0 0 0,19 4 0,-4-4 0,2 1 0,-7 6 0,0 2 0,-2-1 0,2 0 0,3 0 0,-1 0 0,3 0 0,3 0 0,-1 0 0,0 0 0,8 0 0,0 0 0,0 0 0,0 0-315,-7 0 1,0 0 0,1 0 0,-1 0 0,-2 0 314,1 0 0,-1 0 0,-2 0 0,-1 0 0,4 0 0,-2 0 0,0 0 0,-3 0 0,0 0 0,-1 0 0,10 0 0,-2 0 0,-1 0 0,-4 0 0,0 0 0,-13 0 0,-1 0 1571,11 0-1571,-1 0 0,-8 0 0,-9 0 0,-10 0 0,-8-16 0,15-3 0,-26-17 0,17 4 0,-1-2 0,-15 4 0,-3 1 0,3-7 0,2 1 0,2 9 0,1 1 0,-3 0 0,0-1 0,-1-8 0,2-2 0,5-1 0,0-1 0,-6 2 0,1 2 0,6 6 0,2 5 0,-1 3 0,0-11 0,-16 11 0,12 1 0,-12 3 0,1 16 0,11 0 0,-43 0 0,7 0 0,6 1 0,-2-2 0,2-6 0,-3-2 0,1 3 0,-4-1 0,-1 1 0,3-1 0,-2 0 0,-1 0 0,-1 0 0,-5-1 0,-1-2 0,-1 2 0,1 1 0,3 3 0,-1 1 0,2 1 0,1-1 0,-9-2 0,3-1 0,5 1 0,5 5 0,3 0 0,-6 0 0,2 0 0,12 0 0,1 0 0,-8 0 0,-1 0 0,8 0 0,1 0 0,1 0 0,2 0 0,-12 0 0,17 0 0,3 0 0,0 0 0,12 0 0,-11 0 0</inkml:trace>
  <inkml:trace contextRef="#ctx0" brushRef="#br0" timeOffset="108953">27746 3916 24575,'38'0'0,"0"0"0,-5 0 0,1 0 0,4 0 0,3 0 0,-2 0 0,0 0 0,0 0 0,-2 0 0,2 0 0,3 0 0,-6 0 0,1 0 0,1 0 0,3 0 0,3 0 0,2 0 0,2 0 0,2 0 0,2 0-410,-11 0 0,2 0 1,1 1-1,1-1 1,1 0-1,0 0 0,-1 0 1,-1-1-60,4-1 1,0 0 0,-1 0 0,0-1 0,0 0 0,1 1 0,1 0 214,-4 1 1,1 1-1,1 1 1,0-1 0,0 0-1,0 0 1,1-1-1,-1-2 280,1-1 1,1-1 0,0-2 0,0 0-1,0 0 1,0 0 0,-1 1 0,-1 2-27,2 2 0,-1 0 0,0 2 0,0 0 0,-1-1 0,0 1 0,-1-3 242,-1 0 1,0-2 0,1 0 0,-2-1 0,-1 1-1,-3 1 1,-3 1-243,18 2 0,-7 1 0,-10 1 0,-7-1 0,-46 0 3276,-5 0-3018,1 0 0,3 0 0,16 0 1</inkml:trace>
  <inkml:trace contextRef="#ctx0" brushRef="#br0" timeOffset="110419">28011 3528 24575,'43'0'0,"0"0"0,-9 0 0,1 0 0,2 0 0,3 0 0,2 0 0,1 0-543,4 0 1,1 0-1,-2 0 543,-6-1 0,-1 1 0,0 1 0,1 3 0,1 3 0,-3-3 264,5-2 0,-3 0-264,-4 5 0,-2 2 134,-7 0 1,-3-2-135,11-3 0,-15 11 0,11-15-820,-27 0 1,12 0 0,-16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21:02:10.2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14376 9843 24575,'35'0'0,"0"0"0,0 0 0,1 0 0,10 0 0,2 0 0,-3 0 0,2 0-524,-5 0 0,2 1 0,-1-2 524,-5-4 0,-2-1 0,0 1 0,0 4 0,0 1 0,-2-3 255,10-13 0,-2 1-255,-6 12 0,-1 2 130,-7-8 0,-1 2-130,-2 6 0,1 2 0,0-1 0,-1 0 0,-2 0 802,24 0-802,-27 0 0,15 0 0,-15 0 0,-5 16 0,9 3 0,6-8 0,8-2 0,-1 1 0,3 1 0,1-1 0,2-2 0,1-2 0,-2 0 0,-4 0 0,-2 1 0,-4-1 0,-3 3 0,-7-2 0,-6-7 0</inkml:trace>
  <inkml:trace contextRef="#ctx0" brushRef="#br0" timeOffset="7384">25171 11007 24575,'41'0'0,"0"0"0,-6 0 0,5 0 0,3 0 0,0 0 0,0 0 0,-2 0 0,-1 0 0,0 0 0,2 0 0,3 0-469,-4 0 1,4 0 0,1 0 0,1 0 0,-1 0 0,-3 0 0,-4 0 144,5 0 0,-4 0 0,-2 0 0,1 0 324,2 0 0,1 0 0,-1 0 0,0 0 466,6 0 0,-2 0 0,0 0-466,-6 0 0,-1 1 0,2-2 0,-1-2 0,2-2 0,-1 0 0,-7 2 0,-1 2 0,-5-2 0,20-13 0,-47 16 0</inkml:trace>
  <inkml:trace contextRef="#ctx0" brushRef="#br0" timeOffset="9430">26811 10971 24575,'0'20'0,"0"11"0,0 7 0,0 7 0,0-10 0,0 3 0,0 2 0,0 2 0,0 3 0,0 1 0,0-2 0,0 5 0,0-1 0,0 0 0,1-10 0,-1 1 0,0 0 0,-1-2 0,-3 4 0,-3-2 0,2-2 0,4 11 0,-1-4 0,-5-11 0,-2-7 0,-7-10 0,12-16 0,-43 0 0,17 0 0,-4 1 0,-4-2 0,-6-2 0,-5-1 0,-2 0 0,-1-1 0,6 2 0,-2-1 0,-1 0 0,1 0 0,0 0 0,2-2 0,0 1 0,1-1 0,1 0 0,2 1-120,0 0 1,2 0-1,2 1 1,3 0 119,-14-1 0,4 3 0,2 5 0,0 1 0,8-3 0,0 0 0,-1-1 0,-5 3 0,0 0 0,-3-1 0,7-1 0,-3-2 0,1 0 0,-1 2 0,-3 2 0,0 2 0,0-1 0,3 0 0,0-3 0,2 0 0,0 1 0,-1 5 0,1 2 0,10-9 0,8-24 0,4 2 0,16-21 239,7 18 0,2-1-239,0-1 0,2 0 0,6-1 0,1 1 0,-8 0 0,-1 3 0,7 4 0,-8-11 0,10-5 0,2-5 0,3-4 0,-3 6 0,-1 0 0,0 3 0,-3 1-820,0-12 1,-16 43 0,0-11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21:05:49.3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21131 3881 24575,'39'0'0,"-1"0"0,3 0 0,0 0 0,4 0 0,0 0 0,-11 0 0,0 0 0,0 0-354,1 0 0,1 0 1,-1 0 353,1 0 0,0 0 0,2 0 0,7 0 0,3 0 0,-4 0 0,4 0 0,-2 0 115,-11 0 1,1 0 0,-5 0-116,16 0 88,-14 0 0,-1 0-88,-1 0 0,0 0 0,5 0 0,5 0 0,4 0 179,-6-4 0,3-2 1,2 0-180,-2 1 0,3 0 0,0 0 0,0 0 0,-3 1 0,-1-1 0,0 1 0,-1-2 0,-2-2 0,0-1 0,-1 0 0,-1 3 0,11 4 0,-2 3 0,-1-4 0,-10-6 0,-1-4 0,1 4 0,6 6 0,2 3 0,-2-1 0,-4-4 0,-1-1 0,0 1 0,0 4 0,1 2 0,-1-1 0,10 0 0,0 0 0,0 0 0,-4 0 0,-2 0 0,-7 0 0,-17 0 0,-11 0 0,43 0 0,-8 0 0,-12 0 0,1 0 0,3 2 0,-3-4 0,9-13 0,6 11 0,-7-12 0,-17 16 0,-3 0 0,0 0 0,-12 0 0,11 0 0,-15 0 0,0 16 0,16-12 0,-12 11 0,12-15 0,-16 0 0,0 0 0</inkml:trace>
  <inkml:trace contextRef="#ctx0" brushRef="#br0" timeOffset="3967">26564 5503 24575,'35'0'0,"1"0"0,6 0 0,2 0 0,-7 0 0,2 0 0,-1 0 0,10 0 0,0 0 0,1 0 0,-4 0 0,-18 0 0,-3 0 0,11 0 0,0 0 0,-15 0 0,11 0 0,-11 0 0,15 0 0,0 0 0,1 0 0,-11 0 0,1 0 0,13 0 0,-4 0 0,-4 0 0,5 0 0,3 0 0,-13 0 0,-1 0 0,-6 0 0,13 0 0,-13 0 0,17 0 0,-17 0 0,-3 0 0,-16 0 0,0 0 0,0 16 0,0-12 0,0 12 0,0-16 0</inkml:trace>
  <inkml:trace contextRef="#ctx0" brushRef="#br0" timeOffset="23151">14958 10848 24575,'-8'25'0,"0"1"0,-8 12 0,-3 2 0,6-10 0,1 0 0,-2 2 0,-7 10 0,-3 1 0,2 2 0,8-11 0,1 2 0,-1-1 0,0 1 0,-3 0 0,-2 0 0,0 0 0,4 1 0,-1 10 0,4 0 0,0 0 0,-2 0 0,-1 0 0,5-4 0,8 1 0,2-2 0,-2-9 0,-1 0 0,0 1 0,2 2 0,2 1 0,-1 0 0,1 5 0,1 2 0,3-1 0,4-6 0,3 0 0,1-1 0,2 0 0,5 7 0,1-1 0,5-6 0,1-9 0,4-5 0,1 0 0,0 1 0,1 0 0,4-3 0,1-4 0,5-3 0,1 0 0,-1 0 0,-1 1 0,-1 0 0,2 0 0,4-1-469,-7-3 1,4 1 0,3-1 0,0 0 0,0 0 0,-1-2 0,-3 0 420,1-2 1,-1-1 0,-2-1 0,1 0 0,1 0 47,1 2 0,2 3 0,1-1 0,-1-1 0,-4-4 0,-4-5 0,4-9 0,-6-7 0,-1 0 0,2 6 0,-2-1 0,-9-5 0,-13-15 0,-6-4 0,7 2 0,3 3 0,1 12 0,0 1 0,-6-7 0,-1 1 3276,21-10-3039,-32 15-237,15-27 0,-11 8 0,4-2 0,0-4 0,-7 0 0,-2-1 0,1 12 0,0-2 0,0 1 0,0-15 0,0 2 0,0 3 0,0 1 0,0 5 0,0 0 0,0 4 0,0 0 0,0 3 0,1-3 0,-2 0 0,-3-10 0,-2-3 0,0-1 0,2 9 0,0-2 0,-1 0 0,-1 2 0,-5-10 0,-1 2 0,-1 1 0,2 0 0,0 1 0,-2 6 0,-4 6 0,-1 1 0,5 0 0,1-2 0,1 3 0,2 6 0,-1 1 0,-6-17 0,0 2 0,-3 0 0,11 14 0,-4 2 0,-17 5 0,-4 2 0,12-1 0,-2 1 0,-17 7 0,-6 0 0,8-5 0,-2-3 0,1 4 0,-10 10 0,0 0 0,8-6 0,-2-2 0,5 3 0,6 8 0,1 2 0,-2-1 0,2 0 0,-16 0 0,19 0 0,1 0 0,0-1 0,3 2 0,-11 15 0,10-6 0,-1-1 0,-1 1 0,-1 0 0,-5 1 0,-3 1 0,3-4 0,1-5 0,1-2 0,-13 8 0,6-2 0,18-7 0,5 16 0,15-12 0,0 27 0,0-27 0,0 12 0</inkml:trace>
  <inkml:trace contextRef="#ctx0" brushRef="#br0" timeOffset="59951">14817 8202 24575,'0'0'0</inkml:trace>
  <inkml:trace contextRef="#ctx0" brushRef="#br0" timeOffset="61216">14817 8202 24575,'0'35'0,"0"-9"0,0-1 0,0 15 0,0-15 0,0 0 0,0 1 0,0-1 0,0 15 0,0-15 0,0 1 0,0 0 0,0-1 0,0-2 0,0 24 0,0-43 0,0 27 0,0-27 0,0 28 0,0-13 0,0 17 0,0-11 0,0 0 0,0 15 0,0-14 0,0-1 0,0-6 0,0-3 0</inkml:trace>
  <inkml:trace contextRef="#ctx0" brushRef="#br0" timeOffset="63566">15240 8449 8191,'-20'16'0,"5"19"3276,15 4-2383,0-7 1,0 3 515,0-1 0,0 2-1409,0-1 0,0 1 0,0-1 0,0 5 0,0-1 859,0 4 1,0-4-860,0-4 3276,0 0 0,0-15-3044,15 4-232,5-22 0,15 5 0,1-7 0,-17 0 0,13 0 0,-13 0 0,16-23 0,1 1 0,-17 2 0,-3-3 0,4-12 0,-5 0 0,-15-1 0,0 1 0,0 15 0,0-11 0,-15 12 0,-5-17 0,-5 25 0,-1 3 0,2-8 0,-7 16 0,15 0 0,-19 0 0,-4 0 0,4 0 0,-12 0 0,39 0 0,-24-16 0,32 12 0,0-11 0</inkml:trace>
  <inkml:trace contextRef="#ctx0" brushRef="#br0" timeOffset="65283">15610 8555 24575,'28'0'0,"-1"0"0,-1 0 0,-1 0 0,11 0 0,-11 0 0,0 0 0,15 0 0,-5 0 0,-19 16 0,-16-13 0,-16 29 0,12-13 0,-12 17 0,9-12 0,-1 3 0,-9 8 0,-2 0 0,8-5 0,-1-1 0,-13 5 0,3-1 0,18 2 0,-27 0 0,27 8 0,-12-21 0,0 17 0,12-19 0,-11-1 0,15-3 0</inkml:trace>
  <inkml:trace contextRef="#ctx0" brushRef="#br0" timeOffset="69667">15205 8343 24575,'-39'5'0,"-1"1"0,1-1 0,-7 0 0,-3 1 0,-1 2 0,5 3 0,-1 2 0,-2 1 0,-1-1-656,5-2 1,-2-1-1,-1 1 1,2 0 0,2 1 305,-4 5 0,3 1 1,1 1-1,0-2 706,2-3 1,-1-1-1,3 0 1,4 2-357,-12 12 0,24-3 0,45-14 0,26-4 0,7-3 0,-18-1 0,5-1 0,4 0 0,3-2 0,1 0 0,1 1 0,0-1 0,0 0-328,-8 1 0,2 0 0,0 0 1,0 0-1,1-1 0,0 1 1,0 0-1,0-1 0,-1 0 1,0 0 255,4 0 1,0-1 0,0 0-1,0 0 1,0 0 0,-2 0 0,-2 0-1,-1 1 1,-3 0 71,10 0 0,0 1 0,-4 0 0,-7 1 0,-10-1 0,2 0 1842,-64 15-1842,9 5 0,-8-9 0,11-2 0,45-7 0,24-4 0,-14-3 0,6-3 0,4-2 0,3-1 0,-2 2 0,-2 1 642,-1 1 1,-1 2 0,-1 0-1,1 0 1,2-1-643,2-1 0,5-3 0,0 1 0,-1 0 0,-5 2 0,-8 2 0,12 3 0,-24 4 0,-41 6 0,-22 3 0,-6 1 0,5 1 0,-6 0 0,-3 2 0,-2 0 0,-1 0-469,6-2 1,-1 0 0,-2 0 0,0 0 0,-2 1 0,0 0 0,0 0 298,6-1 0,-1 0 0,-1 1 0,0 1 0,0-1 0,0 0 0,1-1 0,2 0 0,2 0 170,-7 0 0,2 0 0,1 0 0,2-1 0,2 0 0,2-1 0,-6 3 0,3 0 0,4-1 0,6-3 0,-15 6 0,66-23 0,13-2 0,11 5 780,-6-7 0,-8 6-780,-25 29 3276,-23-2-2755,-5 5 0,-7-11 0,31-16 1</inkml:trace>
  <inkml:trace contextRef="#ctx0" brushRef="#br0" timeOffset="72833">17074 8520 24575,'28'0'0,"-1"0"0,6 0 0,1 0 0,1 0 0,1 0 0,-3 0 0,0 0 0,2-2 0,-1 4 0,9 13 0,-24 21 0,-9-10 0,-4 2 0,-5 0 0,-2-1 0,2-1 0,-2-1 0,-5 1 0,-4-1 0,-9 14 0,3-12 0,-4 2 0,-3-2 0,-9-4 0,-5-2 0,2 1 0,5 8 0,1 1 0,-2-3 0,-3-10 0,-1-3 0,2-1 0,-3 4 0,5-5 0,8-13 0,-24 0 0,43 0 0,-27 0 0,58 0 0,12 0 0,-3 0 0,3 0 0,-3 0 0,-2 0 0,-7 0 0,-3 0 0,12 0 0,-17 0 0,13 0 0,-29 0 0,13 0 0,0 0 0,-12 0 0,27 16 0,-11-12 0,-1 27 0,5-27 0,-16 16 0,1 7 0,19 0 0,3 1 0,-9 8 0,-1 2 0,2-9 0,1 1 0,-4-3 0,-8 1 0,-4-1 0,1 0 0,-3-3 0,-6-4 0,0 11 0,-15-11 0,-5-1 0,-3-2 0,-5-2 0,-2-6 0,-3 1 0,0 6 0,-3 3 0,1-3 0,-7-4 0,-2 0 0,5 3 0,-1 2 0,2-2 0,0-4 0,1-2 0,-6 1 0,0-1 0,6 0 0,3-2 0,-5-7 0,8 0 0</inkml:trace>
  <inkml:trace contextRef="#ctx0" brushRef="#br0" timeOffset="78847">7303 11853 24575,'43'0'0,"0"0"0,0 0 0,-2 1 0,-1 0 0,-4-3 0,2-5 0,-5-1 0,6 4 0,8-12 0,-43 16 0,28 0 0,-29 0 0,29 0 0,-28 0 0,27 0 0,-27 16 0,12 3 0,-16 1 0,0 3 0,0-21 0,0 6 0,0 8 0,0 4 0,0-1 0,0 12 0,0-27 0,0 28 0,-16-28 0,12 11 0,-12-15 0,1 0 0,-5 16 0,-15-12 0,15 27 0,-11-27 0,27 12 0,-43 0 0,23 3 0,0-9 0,-3 0 0,2 6 0,-1-1 0,0-4 0,-2-2 0,-8 0 0,1 1 0,7 7 0,1-2 0,1-13 0,1 0 0,-10 13 0,15-15 0,5 0 0,15 0 0,15 0 0,5 0 0,15 0 0,1 0 0,-11 0 0,0 0 0,15 0 0,-15 0 0,1 0 0,9 0 0,-16 0 0,13 0 0,-28 0 0,27 0 0,-11 0 0,-1 0 0,13 0 0,-13 16 0,17-12 0,-1 27 0,0-27 0,0 28 0,-15-13 0,11 1 0,-11 11 0,0-11 0,-5 15 0,1-15 0,-12 11 0,12-11 0,-16 15 0,-8-10 0,0 1 0,4 13 0,-18-13 0,-3-1 0,1 10 0,0-16 0,-3-3 0,-8 12 0,16 5 0,-29-21 0,30 3 0,-3 1 0,-9-7 0,-6-4 0,0 1 0,-11 3 0,0 2 0,12-1 0,-1 2 0,1-3 0,-10-8 0,4 2 0,12 13 0,3-1 0,-9-11 0,19 12 0</inkml:trace>
  <inkml:trace contextRef="#ctx0" brushRef="#br0" timeOffset="82914">14676 14958 24575,'38'0'0,"0"0"0,0 0 0,0 0 0,6 0 0,0 0 0,2 0 0,1 0 0,-3 0 0,2 0 0,1 0 0,1 0 0,-2 0-656,-1 0 1,0 0-1,-1 0 1,1 0 0,-1 0 318,2 0 1,-1 0 0,0 0 0,0 0-1,0 0 337,-4 0 0,0 0 0,-1 0 0,1 0 0,0 0 0,1 0 0,1 0 0,-1 0 0,1 0 0,-2 0-39,8-1 0,-2 1 0,0 0 0,-2 1 39,-3 2 0,-2 1 0,0 1 0,-3-2 381,4-1 1,-3-2-1,-3 2-381,3 7 0,-6-2 0,4-7 0,-21 16 2455,-15-12-2455,0 27 0,0-27 0,0 12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21:13:21.8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21220 7144 24575,'19'0'0,"13"0"0,3 0 0,-2 0 0,4 0 0,-3 0 0,1 0 0,2 0-561,9 0 0,1 0 0,1 0 561,0 0 0,1 0 0,-1 0 0,-8 0 0,0 0 0,0 0 0,-3 0 0,-2 0 0,-2 0 0,1 0-35,10 0 0,1 0 0,-3 0 35,2 0 0,-1 0 0,-9 0 0,3 0 0,-3 0 0,11 0 0,-3 0 0,-7 0 0,0 0 0,0 0 0,1 0 0,-3 0 0,2 0 0,-1 0 0,5 0 0,0 0 0,-5 0 0,2 0 0,-4 0 0,-4 0 0,-1 0 621,7 0 0,-1 0-621,14 0 273,-21-1 0,0 2-273,4 3 0,-1 0 0,-2-3 0,1 0 0,7 3 0,1-1 0,-1-2 0,0-2 0,-1 1 0,3 0 0,0 0 0,3 0 0,0 0 0,-1 0 0,-2 0 0,1 0 0,-1 0 0,0 0 0,-1 0 0,16 0 0,-6 0 0,-7 0 0,-11 0 0,3 0 0,3 0 0,0 0 0,-1 0 0,1 0 0,-2 5 0,3 1 0,0-1 0,-1-3 0,0-1 0,4 0 0,1 2 0,5 0 0,3 1 0,-1-1 0,-3 0-622,1-2 0,-3-2 0,1 1 0,4 0 622,-4 0 0,3 0 0,1 0 0,1 0 0,-1 0 0,-4 0 0,8-1 0,-4 1 0,0 0 0,0 1 0,3 2 0,0 1 0,0 1 0,0-2 0,0-1 0,0-2 0,-1 1 0,-2 0-240,-4 3 1,-1 0 0,-2 1 0,0-2 239,7-2 0,-1-2 0,-3 1-4,-5 0 0,-3 0 1,-1 0 3,8 0 0,-3 0 0,-11 0 0,1 0 0,6 0 0,-2 0 2353,7 0-2353,-13 0 0,-1 0 1089,11 0-1089,-17 0 14,13 0-14,-28 0 0,11 0 0,-15-16 0,0 12 0,0-11 0,0 30 0,0-11 0,0 12 0,0-32 0,0 12 0,0-35 0,-15 18 0,11-7 0,-28-3 0,28 27 0,-11-27 0,15 27 0,0-12 0,15 16 0,5 0 0,15 0 0,1 0 0,-1 0 0,-16 0 0,-3 0 0,-16 16 0,0-12 0,0 11 0,0-15 0,0 0 0,16 0 0,-12 0 0,11 0 0,-15 0 0,16 0 0,-12 0 0,12 16 0,-16-12 0,0 11 0,0-15 0</inkml:trace>
  <inkml:trace contextRef="#ctx0" brushRef="#br0" timeOffset="1216">26494 7108 24575,'25'0'0,"1"0"0,0 0 0,2 0 0,14 0 0,3 0 0,-5 0 0,2 0 0,-8 0 0,1 0 0,0 0 0,15 0 0,-2 0 0,-10 0 0,-2 0 0,-1 0 0,-3 0 0,3 0 0,-15 0 0,-4 0 0</inkml:trace>
  <inkml:trace contextRef="#ctx0" brushRef="#br0" timeOffset="5951">14605 12577 24575,'34'0'0,"0"0"0,0 0 0,1 0 0,1 0 0,3 0 0,-2 0 0,3 0 0,0 0 0,-1 0-678,10 0 0,0 0 0,-2 0 678,1 0 0,0 0 0,-2 0 0,-9 0 0,-2 0 0,-2 0 327,5 0 1,-5 0-328,2 0 335,-19 15-335,-16-11 0,0 12 0,0-1 1044,23-26-1044,2 16 0,3 1 0,11-20 0,5-3 0,0 14 0,5 5 0,-5-5 0,-2-13 0,-2 1 0,13 13 0,-8 0 0,-25-14 0,-5 16 0</inkml:trace>
  <inkml:trace contextRef="#ctx0" brushRef="#br0" timeOffset="21035">26529 8555 24575,'44'0'0,"1"0"0,-1 0 0,-3 0 0,1 0 0,2 0 0,2 0 0,0 0 0,2 0 0,2 0 0,2 0 0,1 0-469,-8 0 1,2 0 0,2 0 0,0 0 0,-1 0 0,-1 0 0,-3 0-148,2 0 1,-2 0-1,-2 0 1,0 0 0,1 0 615,4 0 0,1 0 0,-1 0 0,-3 0 0,-6 0 931,9 0 0,-8 0-931,-11 0 0,-1 0 510,-1 0 1,-1 0-511,10 0 0,-15 0 0,-5 0 0,-15 0 0</inkml:trace>
  <inkml:trace contextRef="#ctx0" brushRef="#br0" timeOffset="27200">24448 8696 24575,'41'0'0,"0"0"0,-3 1 0,2-2 0,-5-3 0,2-3 0,-3 2 0,2 4 0,-1-2 0,-2-5 0,0 1 0,4 6 0,5 2 0,-7-1 0,5 0 0,1 0 0,-3 0 0,6 0 0,-2 0 0,2 0 0,-6 0 0,2 0 0,-1 0 0,-3 0 0,10 0 0,-6 0 0,-1 0 0,-8 0 0,-15 0 0,-12 0 0,12 0 0,-16 0 0,15 0 0,-11 0 0,28 0 0,-28 0 0,11 15 0,-15-11 0,0 12 0,0-16 0,0 16 0,0-12 0,0 11 0</inkml:trace>
  <inkml:trace contextRef="#ctx0" brushRef="#br0" timeOffset="-182564.73">24906 3704 24575,'26'0'0,"17"0"0,-10 0 0,4 0 0,8 0 0,0 0 0,1 0 0,-1 0 0,-1 0 0,-2 0 0,-14 0 0,-1 0 0,-1 0 0,-1 0 0,10 0 0,0 0 0,-15 0 0,27 0 0,-24 0 0,9 0 0,3 0 0,-7 0 0,-1 0 0,1 0 0,-1 0 0,8 0 0,-19 0 0,-16 0 0,0 0 0,0 16 0,0-12 0,0-20 0,0 8 0,-6-20 0,-4-6 0,-10-6 0,13 10 0,2-6 0,-2 0 0,-4 3 0,-1 0 0,3-2-371,7-10 1,3-3 0,-3 1 370,-8 2 0,-2 0 0,2 2 0,8 6 0,1 1 0,0-1-128,-4-7 0,-1-3 1,2 5 127,3 2 0,2 2 0,-1 4 0,0-2 0,0 4 0,0 4 0,0 1 0,-8-8 0,0 3 0,4 9 1089,-12 7-1089,1 36 202,6 5 1,-2 1-203,-24-3 0,-1 8 0,1-31 0,-11 0 0,-6 0 0,5 0 0,-4 0 0,15 0 0,-4 0 0,0 0 0,-1 0 0,0 0 0,-1 0 0,1 0 0,1 0 0,-5 0 0,2 0 0,-1 0 0,0 0 0,-1 0 0,5 0 0,2 0 0,6 0 0,-4 0 0,21 0 0,30 0 0,-11 16 0,28 4 0,-29-1 0,29 13 0,-28-28 0,11 27 0,1 4 0,-14-8 0,0 1 0,13 6 0,1 3 0,-5 5 0,-2 2 0,0 0 0,2 2 0,-1-11 0,2 1 0,-3-1 0,-8 15 0,2-2 0,13-11 0,-1-2 0,-12 4 0,-2-3 0,15 3 0,0-4 0,-13-3 0,13-28 0,-16 11 0,0 1 0,0-12 0,0 12 0,0-1 0,0-11 0,0 12 0,0-16 0,0 16 0,0-13 0,0 13 0,0-16 0</inkml:trace>
  <inkml:trace contextRef="#ctx0" brushRef="#br0" timeOffset="-175799.73">7832 9384 24575,'-36'0'0,"1"0"0,0 0 0,0 0 0,9 5 0,1 6 0,5 5 0,0 3 0,-12 6 0,-2 5 0,5 5 0,1 6 0,-1 0 0,5-9 0,1 1 0,-1-1 0,0 1 0,1-1 0,0 2 0,1-2 0,0-1 0,-1 3 0,0-2 0,3-4 0,1-2 0,2-3 0,-2 5 0,3-9 0,16 12 0,0-27 0,0 28 0,-16 3 0,6 6 0,1 4 0,-1-6 0,0 1 0,4-7 0,0 2 0,3-1 0,2 10 0,2-2 0,-1-6 0,0 2 0,-1 5 0,0 3 0,3-1 0,4 4 0,3 0 0,-3-12 0,1 2 0,0-2 0,2 7 0,1-3 0,5-2 0,2 0 0,0 6 0,1 0 0,0 1 0,3-2 0,5-7 0,-1-3 0,-6-7 0,-2-3 0,2-5 0,4 6 0,1-3 0,0-14 0,0 16 0,3-1 0,8-19 0,-16 12 0,-3-16 0,0 0 0,-12 0 0,11 0 0,-15 0 0,16-16 0,-12 12 0,27-27 0,-11 11 0,5 4 0,1-3 0,-6-6 0,-1-1 0,6 7 0,1-1 0,0-12 0,-1-3 0,2 1 0,1-2 0,-7 7 0,0-1 0,0-1-268,-3-1 1,-1-1-1,1 0 268,2-6 0,0-2 0,-2 1 0,-4 1 0,-1 0 0,0-1 0,-1 6 0,1-2 0,0 0 0,0 1 0,-1-3 0,-1 2 0,1 0 0,6-9 0,-1 4 0,-7 13 0,0 5 0,5 4 0,-15 3 0,0 0 0,0-3 0,0-17 401,0 12 1,0-2-402,0-2 0,0 1 0,0 0 0,0-1 0,0-7 0,0 3 0,0 1 0,0-8 0,0-3 0,1 17 0,-2-1 0,-5-16 0,-3-2 0,0 8 0,-2 2 0,-5-2 0,-3 1 0,1 7 0,1 1 0,0 0 0,-2 3 0,-16 5 0,0 3 0,15 0 0,-3 12 0,21-11 0,-6 15 0,8 0 0,0 0 0,-16 0 0,12 0 0,-27 0 0,27 0 0,-12 0 0,1 0 0,11 0 0,-28 15 0,-3-11 0,-4 12 0,12-15 0,3-2 0,4 1 0,5 0 0,15 0 0</inkml:trace>
  <inkml:trace contextRef="#ctx0" brushRef="#br0" timeOffset="-168331.73">20197 2699 24575,'0'25'0,"0"1"0,0 8 0,0 2 0,0 1 0,0 1 0,0 5 0,0 0 0,0-7 0,0-1 0,0-8 0,0 0 0,0 15 0,0-1 0,0 2 0,0-8 0,0-4 0,0-11 0,15 4 0,-11-22 0,20 21 0,-22-19 0,21 12 0,12-1 0,-5-12 0,6-4 0,0 3 0,0 7 0,0 4 0,6-3 0,-6-7 0,5-2 0,3-1 0,0-1 0,0 1 0,-2 1-341,-1 1 1,-3 1-1,1 1 1,1-1-1,6 0 341,-5-1 0,3 1 0,3-1 0,2-1 0,1 1 0,1 0 0,0-1 0,-1 1 0,0-1-328,-5 0 0,0-1 0,0 1 1,1-1-1,0 0 0,-1 0 1,1 0-1,0 0 0,-1 1 1,1 0 34,4 0 0,0 1 1,0 0-1,0 0 1,0 0-1,-1 0 1,1 0-1,0-1 1,-1 1 292,0-2 0,1 1 0,0-1 0,0 0 0,0-1 0,-2 1 0,-1 0 0,-2 0 0,-3 0-288,11 0 1,-4 0 0,-2 0 0,-2-1 0,1 2 287,4-1 0,-1 0 0,-1 0 0,-1 0-159,-5 0 1,0 0-1,-1 0 1,-2 0 158,5-1 0,-3 0 0,0 3 326,-5 2 0,0 2 1,-2-1-327,2-3 0,-2 0 1638,1 6 0,-3 0 495,7-8-2133,-5 3 0,7 3 0,-2 0 0,5 4 0,2 0 173,-7-2 0,5 1 1,1 0-1,-3 0-173,5 3 0,-3 0 0,2 0 0,-4-3 0,1 0 0,1-1 0,0 1 0,4 0 0,2 0 0,-1 0 0,-4-1 0,-3-1 0,-2 0 0,-1-1 350,8 0 1,1 0-1,-13-3-350,-16-3 0,-3 0 0,-16-31 0,-16-8 0,7-2 0,-1-4 0,-1 11 0,-1-2 0,0 0 320,0-6 0,0-1 1,0-5-321,4 8 0,-1-5 0,1-1 0,-1-2 0,1 1 0,-1 4-501,-1-8 0,0 3 0,0 1 0,1-3 501,2 2 0,0-2 0,0 0 0,0 2 0,0 5 0,-4-1 0,-1 5 0,3 4 0,7 7 0,1 1 0,-6 0 0,-2 4 0,-7 3 0,12-4 531,-27 22-531,11-5 2063,-15 7-2063,10 0 0,-1 0 0,0 0 0,-3 0 0,-1-1 0,-4 1 0,-4 1 0,-2 0 0,-4 1 0,-2 0 0,-4 0-469,10 0 1,-2 1 0,-2-1 0,-1 1 0,-2 0 0,-1-1 0,-2 1 140,7 0 0,-2-1 0,-1 1 1,-1-1-1,-1 1 0,0 0 1,-2 0-1,0 0 0,0 0 1,-1 0 74,7-1 1,-1 1 0,-1-1 0,0 1 0,-1-1 0,0 1 0,-1 0 0,1-1 0,-1 1 0,-1 0 0,1 0 0,-1 0 0,0 0 161,3 0 0,-1 0 0,0 0 0,-1 1 0,0-1 0,0 1 0,0-1 0,0 1 0,-1-1 0,1 1 0,0 0 0,0-1 0,0 0 0,1 1 0,-1-1-129,0 0 0,0 0 1,-1 0-1,1 0 0,0 0 1,0-1-1,1 1 0,-1 0 1,0 0-1,1-1 1,0 1-1,0 0 0,1-1 1,-1 1 219,-4 0 0,0 0 0,-1 0 0,1 1 0,1-1 0,-1 0 0,1 0 0,0 0 0,1 0 0,1-1 0,0 1 0,1-1-154,-1 0 1,0 1 0,1-1 0,1-1 0,0 1-1,1 0 1,0-1 0,1 0 0,1 0 0,1 0 153,-9 0 0,1-1 0,0 0 0,3 0 0,0-1 0,1 1 0,2 0 316,-8 0 0,3 0 0,1 0 1,2 0-1,1 0-316,-1 0 0,1 0 0,2 0 0,5 0 1550,-10-1 0,6 2-1550,5 7 0,7 0 3276,11-4-1917,-13 11 1917,28-15-1968,-11 0 595,15 0-1903,0 16-820,15-12 1,-11 11 0,12-15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21:16:00.0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23865 5468 24575,'0'26'0,"0"-1"0,0 14 0,0 7 0,0 2 0,0-4 0,0 1 0,0 2 0,0 2-656,0-3 1,0 2-1,0 1 1,0 1 0,0 0 217,0-7 0,0 0 0,0 1 0,0 0 0,0-1 0,0 0 438,0 5 0,0 0 0,0-1 0,0 0 0,0 2-478,0-3 1,0 1-1,0 1 1,0 0-1,0 1 1,0-1 477,1-3 0,-1-1 0,0 1 0,0 0 0,0 1 0,0 1 0,-1 1-301,0-5 1,0 1-1,0 1 1,-1 0-1,1 1 1,-1 1-1,0 0 1,-1 0 0,1 0 300,-1 0 0,0 1 0,0-1 0,-1 1 0,0 1 0,1 0 0,-1 0 0,0 1 0,0-1 0,0 2-249,1-6 0,0 0 1,0 1-1,0 0 1,0 0-1,0 0 0,0 1 1,0 0-1,0 0 1,-1 1-1,0-1 0,0 1 249,0-1 0,-1 0 0,0 0 0,-1 0 0,1 0 0,-1 1 0,0-1 0,0 2 0,1-1 0,0 1 0,0 0 0,0 1 0,2 0-78,0-4 0,0 1 0,1 1 0,0 0 0,1 1 0,0 0 0,-1 0 0,1 0 0,1 1 0,-1-1 0,0-1 0,0 1 0,0-2 0,-1 0 0,1-2 0,-1 0 78,0 4 0,-1-2 0,0 0 0,0-1 0,0-1 0,0 0 0,0-1 0,0 1 0,1 0 0,-1 0 0,1 1 0,1 0 63,0 1 1,0 1 0,0 2 0,1 0 0,0 0 0,0 1 0,1-1 0,-1-1 0,1-2 0,-1-1 0,0-3 0,1-2 0,-1-3-64,-1 16 0,1-5 0,-1-4 0,2-1 0,0-1 691,2 7 1,1 1-1,1-5 1,-2-9-692,-2-7 0,2-9 3276,13-5-2406,0-16 2406,3 0-2692,8 0 1,12 0 0,7 0 0,6 0 0,0 0-585,-12 0 0,3 0 0,3 0 0,2 0 0,1 0 0,2 0 0,0 0 0,0 0 0,0 0 0,-1 0-274,-6 0 1,1 0 0,-1 0 0,1 0 0,0 0 0,0 0 0,1 0 0,0 0 0,1 0 0,0 0 0,1 0 0,1 0 186,-4 0 0,2 0 1,0 0-1,1 0 1,1 0-1,0 0 1,1 0-1,-1 0 1,1 0-1,-1 0 1,0 0-1,0 0 0,-2 0 1,0 0-1,-1 0-187,4 0 1,-1 0 0,-1 0 0,0 1 0,0-1 0,-1 0 0,0 0 0,-1 0 0,1 0 0,-1 0 0,1 0 0,0-1 156,0 0 1,0 0 0,0 0 0,-1 0-1,1 0 1,-1-1 0,1 1 0,-1-1-1,1 1 1,-1-1 0,1 1 0,-1-1-170,4 1 1,0-1 0,0 1 0,1 0 0,-1 0 0,0-1 0,0 0 0,0 1-1,-1-2 1,1 1 0,-1-1 285,-2-1 0,0 0 0,0 0 0,0-1 0,0 0 0,-1 0 0,0 0 0,1 0 0,-1 0 0,-1 0 0,1 1 0,2 0 0,0 0 0,0 0 0,0 1 0,-1-1 0,0 1 0,1-1 0,-1 0 0,0 0 0,-1-1 0,1-1 0,-1 0 0,-1-1 0,1 0 0,0 0 0,-1 0 0,1 0 0,-1 0 0,1 0 0,-1 1 0,5-1 0,-1 1 0,1 0 0,-1 1 0,1-1 0,-1 0 0,0 0 0,0 0 0,-1-1-204,-2 0 0,0-1 0,0 1 0,-1-1 1,0 0-1,0 0 0,1-1 0,-1 1 1,1 0 203,1 1 0,0-1 0,0 0 0,1 0 0,-1 0 0,0 1 0,0-1 0,0 0 0,-1 0 0,3-1 0,-1 0 0,0 0 0,0 0 0,-1 0 0,1 0 0,0 0 0,0 1 0,-3 2 0,-1-1 0,1 2 0,0-1 0,1 1 0,-1-1 0,0 0 0,1 0 0,-1-2 0,1 0 0,0-1 0,1 0 0,-1-1 0,1 0 0,-1 0 0,1 1 0,0 0 0,0 1-2,2 1 1,0 2-1,0 0 1,0 0 0,0 0-1,0 1 1,1-2-1,-1 0 1,-1-2 1,0-1 0,0-1 0,0-1 0,0-1 0,-1 0 0,1 0 0,0 0 0,0 1 0,0 0 0,-3 2 0,1 1 0,-1 0 0,1 0 0,0 0 0,0 0 0,-1 0 0,1 0 0,-2 0 0,0-1 0,1-1 0,-1 1 0,0-1 0,0 0 0,-1-1 0,0 1 0,0 0 0,0 0 0,0 0 277,7 1 1,2 4 0,0 2 0,0-1-1,-2-3 1,-2-5 0,-4-7 0,-6-8-278,-14 0 0,-3-6 0,-2-5 0,-2-5 0,-2-3 0,-2-3 0,-1-2 0,-1-2 0,-1 1 0,-1-1 0,1 2 0,0 1 0,0 4 0,1 2 0,1 5 21,8-12 1,1 6 0,0 2 0,-2 2 0,-1-2 0,-3-4 0,-4-6-22,-6 13 0,-2-4 0,-1-4 0,-2-2 0,-1-2 0,-2-2 0,0 0 0,-2-2 0,0 1 0,-1 0 0,0 1 0,-1 2 0,0 3 0,0 2 0,0 3 0,0 4 0,-4-12 0,-1 5 0,-1 3 0,0 3 0,-1 1 0,0-1 0,0 0 0,-1-3 0,0 0 0,-1 0 0,0 1 0,2 0 0,0-1 201,2-2 1,2 0 0,0-1 0,0 0-1,0 1 1,0 1-202,-3-4 0,-1 1 0,1 0 0,0 1 0,1 0 446,2 4 1,1-1 0,0 1 0,0 0 0,-1 1-447,0-1 0,-1 0 0,0 1 0,0 1 0,-1 2-119,-5-9 0,-1 3 0,2 1 119,3 3 0,1 1 0,2 1 0,1-10 0,-2 4 1638,-5 16 0,1-1-979,13-11 0,0 0 772,-13 14 0,-1-1-1431,5-13 0,2-4 0,-8 0 0,-1 0 518,6 11 0,0-2 0,0 0-518,0-4 0,1-1 0,-1 1 0,0 3 0,-1 0 0,3 1 0,3-3 0,2 0 0,-3 3 340,-8-2 0,1 4-340,13 3 0,0 3 0,-14-7 0,16 15 0,0-11 0,-15 27 843,-5-28-843,-3 22 0,-5 1 0,2-6 0,-3-2 0,-2-2-820,-3-1 1,-2-1 0,-2-2 0,-3 0 803,4 4 1,-2-1 0,-2-1 0,-1 0 0,-1 0 0,0-2-395,4 3 0,0-2 1,-2 0-1,0 0 1,0-1-1,-1 0 0,-1 1 1,0 0 200,0 1 0,1 0 0,-2 0 1,0 0-1,0 0 0,-1 0 0,0 0 1,-2 0-1,1 1-89,3 0 0,-1 1 0,0 0 0,-1 0 0,0 0 0,0 0 0,-1-1 0,0 1 1,0 0-1,0 0 0,0 1 241,3 0 0,0 1 0,-1 0 0,1 0 0,0 0 0,-1 0 0,0 0 0,0 0 0,0 0 0,-1 1 0,0-1 0,0 0-147,0 0 0,0 1 1,0-1-1,-1 0 0,1 1 1,-1-1-1,-1 0 0,1 1 1,-1 0-1,1 0 0,-1 0 1,-1 0-1,1 1 204,1 1 0,0 0 0,0 0 0,0 1 0,-1 0 0,0 0 0,0 0 0,0 0 0,0 0 0,-1 1 0,1 0 0,-1 0 0,1 0 0,-1 0-72,3 1 1,0 0 0,0 0 0,0 1 0,-1-1 0,1 1 0,-1 0-1,0 0 1,1 0 0,-1 0 0,0 1 0,0-1 0,0 1 0,0 1-1,0-1 72,0 1 0,0 0 0,0 0 0,-1 1 0,1-1 0,-1 1 0,0 0 0,1 1 0,-1-1 0,1 0 0,0 1 0,-1 0 0,2 0 0,-1-1 0,1 1-15,-5-1 1,0 1 0,1-1 0,-1 0 0,1 1 0,0 0 0,0-1 0,0 1 0,1 1 0,1-1 0,0 1 0,0 0 0,2 0 14,-7 0 0,1 0 0,1 1 0,0 0 0,1 0 0,0 1 0,1-1 0,1 1 0,0-1 0,2 1 115,-5-2 1,1 1 0,1-1 0,0 1 0,2-1 0,1 2 0,1-1-1,1 2-115,-10 1 0,3 1 0,1 0 0,1 1 0,1-1 438,-5 0 1,2 0 0,1 0 0,0 0-439,5 0 0,1 0 0,0 0 0,-1 0 0,-2 0 0,-1 0 0,1 0 0,1 0 0,3 0 0,1-1 0,0 1 0,0 1 657,-2 1 1,-1 2 0,0 0-1,3 2-657,-8 3 0,2 3 0,1 2 0,2 3 0,0 3 0,-1-2 0,7-6 0,-2-1 0,1 0 0,1 2 0,-3 8 0,1 2 0,0-2 1092,-6-5 0,-1-1 0,3 1-837,6 1 0,3 2 1,2 0 1220,-6 7 1,3-1-1477,1-8 0,4 1 1775,-5 17-1775,17 0 1403,-13 1-1403,29-1 900,-29 0-900,30-9 0,0-1 0,-13-1 0,15 23 0,-16-28 0,12 17 0,-27-1 0,27-11 0,4 3 0,-7 0 0,-2 1 0,0-1 0,2 1 0,7 7 0,-4-4 0,-27-7 0,27 23 0,-12-43 0,16 27 0,0-27 0,0 12 0,0-8 0,0-6 0,0 5 0,0 9 0,-15-12 0,11 12 0,-28-1 0,-11 5 0,10-2 0,-6-1 0,3-9 0,-3-3 0,0 2 0,2 3 0,1 2 0,-1-3 0,1-5 0,0-4 0,3 0-656,-5 1 1,5-2-1,-2-3 1,19-11 0</inkml:trace>
  <inkml:trace contextRef="#ctx0" brushRef="#br0" timeOffset="32066">4286 7338 24575,'36'0'0,"-1"0"0,-10 0 0,1 0 0,1 0 0,1 0 0,7 0 0,0 0 0,-7 0 0,-1 0 0,6 1 0,1-2 0,-7-7 0,1 0 0,6 6 0,2 0 0,-1-6 0,1 1 0,7 5 0,0 4 0,-14-2 0,1 0 0,11 0 0,0 0 0,6 0 0,-13 0 0,1 0 0,-4 0 0,0 0 0,-3 0 0,-1 0 0,-1 0 0,-1 0 0,1 0 0,-1 0 0,14 0 0,-3 0 0,-5 0 0,-27 0 0,12 0 0,-1 0 0,21 0 0,-3-1 0,4 2 0,0 6 0,1 1 0,5-7 0,0 2 0,-7 13 0,-2-1 0,-5-13 0,-3 0 0,10 30 0,-21-28 0,-15 11 0,0-15 0,0 0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21:17:55.6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4463 12400 24575,'41'0'0,"1"0"0,0 0 0,-6 0 0,0 0 0,-2 0 0,9 0 0,0 0 0,-9 0 0,2 0 0,-4 0 0,-1 0 0,1 0 0,5 0 0,4 0 0,-6 0 0,-9 0 0,-1 0 0,17 0 0,1 0 0,-12 0 0,0 0 0,12 0 0,1 0 0,-7 1 0,0-2 0,7-6 0,-2-2 0,-13 8 0,-3-1 0,0-7 0,-1 2 0,10 7 0,1-16 0,-17 12 0,13-11 0,-13 15 0,17 0 0,-1 0 0,0 0 0,0 0 0,1 0 0,-17 0 0,13 0 0,-28 0 0,23 0 0,8 0 0,1 0 0,-3 0 0,9 0 0,4 0 0,-5 0 0,-2 0 0,-3 0 0,3 0-250,2-3 0,4-2 1,-1 0-1,-2 2 250,0 1 0,-2 2 0,0-2 0,0-2 0,0-2 0,1 0-149,4 1 1,1-1 0,-3 2 148,6 2 0,-2 0 0,0-7 0,-4 2 0,-16 6 0,-3 2 0,15-1 0,-6 0 0,1 0 487,-7 0 1,1 0-488,6 0 0,2 0 234,-1 0 1,1 0-235,-2 0 0,2 0 0,-3 0 0,1 0 0,1 0-265,1 0 1,0 0 0,2 0 264,5 1 0,1-1 0,2-1-387,-8-2 0,1-2 1,0 1-1,0 0 387,-1 3 0,0 1 0,0 0 0,1-3 0,1-3 0,1-3 0,-1 0 0,0 2-233,8 4 0,-1 4 0,-1-3 233,-5-3 0,0-1 0,-2 1 0,-3 4 0,-2 2 0,2-1 0,3 0 0,2 0 0,0 0 0,8 1 0,1 0 0,0-3-402,-10-1 0,1-1 0,0-1 0,0 2 402,4 1 0,0 2 0,1-1 0,2 0 0,-2-2 0,1 0 0,2 0 0,-1-1 0,1 1 0,-5 1 0,-1-1 0,2 1 0,-1-1 0,0 0 0,-1 1 0,6-2 0,0 0 0,-1 0 0,0 0 0,-1 0 0,0 0 0,0 0 0,0 0 0,-2 0 0,-4 0 0,9-1 0,-4 0 0,0 0-46,1-1 0,0 0 0,0 2 46,-5 3 0,0 1 0,-1-3 0,3-6 0,-1-4 0,-1 4 0,-6 6 0,0 4 0,0-3 0,11-7 0,3-3 0,-2 1 0,-5 5 0,-1 0 0,3-1-34,-4-1 0,3-2 0,0 1 0,-1 1 34,-3 2 0,0 1 0,0 1 0,1-1 0,3-1 0,1 0 0,2 0 0,1 0 0,-7 3 0,2 0 0,1 0 0,0 0 0,-1 0 0,-1 1 0,0-1 0,-3 1 0,1 0 0,0-1 0,3 1-311,2 0 1,3-1 0,2 0-1,-1 1 1,-1-1 0,-2 0 310,-3 0 0,-2 0 0,0-1 0,-1 1 0,3 1 0,4 0 0,2 2 0,1 0 0,-1-1 0,1 0 0,-2-2 0,0 0 0,0-1 0,0 0 0,-1 2-49,-3 1 1,-1 1 0,0 0-1,0 1 1,-1-1 48,9 0 0,1 0 0,-2 0 0,-3 0 13,3 0 0,-3 0 0,-1 0-13,-1 0 0,-1 0 0,-3 0 639,-3 0 1,-2 0-640,-1 0 0,-3 0 2681,3 0-2681,3 13 0,6 5 0,1-3 0,3 0 0,0 2 0,-13 0 0,-2 1 0,1 1 0,2 0 229,7 1 0,3 0 1,-1 0-1,-3-2-229,-4 1 0,-3-1 0,0 0 0,3 5 0,0 0 0,-1-2 387,9 0 1,-1-3-388,-2 0 0,0-1 0,-8 1 0,0-4 0,1-12 0,-1 0 0,-8 6 0,1-1 0,4-6 0,2-2 0,-1 1 0,2 0 0,-1 0 0,11 0 0,0 0 417,-1 0 1,2 0 0,0 0-418,-8 0 0,0 0 0,-1 0 0,0 0 0,-1 0 0,1 0 0,4 0 0,1 0 0,-3 0 0,-1 0 0,-2 0 40,8 0 1,-6 0-41,-14 0 0,23 0 0,-27 0 0,-1 0 0,13 0 0,-29 0 0,29 0 0,-28 0 0,11 0 0,-15 0 0,0 0 0,0 0 0</inkml:trace>
  <inkml:trace contextRef="#ctx0" brushRef="#br0" timeOffset="14766">4427 14958 24575,'36'0'0,"-13"0"0,5 0 0,2 0 0,5 0 0,2 0-820,0 0 1,2 0 0,2 0 0,2 0 527,-1 0 0,2 0 0,1 0 0,1 0 0,1 0-163,-5 0 0,2 0 0,0 0 0,0 0 1,1 0-1,0 0 455,2 0 0,0 0 0,0 0 0,2 0 0,0 0 0,2 0 0,-8 0 0,1 0 0,1 0 0,1 0 0,1 0 0,-1 0 0,0 0 0,-2 0 0,-1 0 0,4 0 0,-3 0 0,0 0 0,0 0 0,0 0 0,0 0 0,1 0 0,4 0 0,3 0 0,0 0 0,0 0 0,-1 0 0,-3 0 0,-3 0 390,7 0 1,-3 0-1,-3 0 1,-1 0-391,2 0 0,-3 0 0,-2 0 0,5 0 0,-6 0 0,2 0 0,-27 0 0,-16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22:00:16.9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12330 9596 24575,'25'0'0,"1"0"0,15 0 0,4 0 0,-13 0 0,2 0 0,2 0 0,0 0 0,1 0 0,3 0 0,2 0 0,-1 0 0,2 0 0,2 0 0,-1 0 0,-2 0-780,3 0 1,-1 0 0,-1 0 0,1 0 779,-3-1 0,1 1 0,0-1 0,-1 1 0,-3 2 0,11 2 0,-4 2 0,-1-1 77,-10-4 1,-1 0-1,1 1-77,10 8 0,3 2 0,-2-2 0,-6-8 0,0-3 0,0 3 0,3 8 0,0 2 0,0-2 0,-6-8 0,-1-2 0,0 2 340,10 6 1,-4-1-341,-2-7 0,8 0 0,-27 0 1572,-1 0-1572,13 0 632,-13 0-632,5 0 0,3 0 0,0 0 0,1 0 0,14 0 0,2 0 0,-3 0 0,1 0 0,-4 0 0,3 0 0,-1 0-181,-6 0 0,0 0 0,0 0 181,6 0 0,2 0 0,-2 0 0,5 0 0,0 0 0,-12 0 0,2 0 0,-1 0 0,11 0 0,0 0 0,-1 0 0,2 0 0,-12 0 0,0 0 0,0 0 0,7 0 0,0 0 0,4 0 0,-2 0 0,-11 0 0,-1 0 0,3 0 0,-1 0 0,6 0 0,-4 0 0,-4 0 543,-27-15-543,28 11 0,-13-12 0,17 16 0,-1 0 0,0 0 0,0 0 0,-15 0 0,-4 0 0,-16 0 0,0 16 0,0-12 0,0 11 0,0-15 0</inkml:trace>
  <inkml:trace contextRef="#ctx0" brushRef="#br0" timeOffset="29050">25171 9913 24575,'49'0'0,"1"0"0,0 0 0,-13 0 0,3 0 0,2 0 0,2 0 0,1 0 0,1 0 0,-4 0 0,1 0 0,1 0 0,2 0 0,1 0 0,0 0 0,0 0 0,0 0 0,0 0-365,1 0 1,0 0 0,1 0 0,0 0 0,0 0 0,0 0 0,0 0 0,0 0 0,0 0 36,-4 0 0,1 0 0,1 0 1,-1 0-1,0 0 0,1 0 1,-2 0-1,0 0 0,-2 0 1,0 0-142,7 0 1,-1 0 0,-1 0 0,-1 0 0,-1 0 0,-1 0 0,-1 0 589,8 0 0,0 0 1,-3 0-1,-1 0 0,-2 0-121,0 0 0,-1 0 0,-3 0 0,-3 0 885,13 0 0,-6 0-885,-1 0 0,-5 0 0,7 0 0,-14 0 0,0 0 3276,7 0-1071,-5 0-305,-19 0-1900,-16 0 0,0 0 0,0 0 0</inkml:trace>
  <inkml:trace contextRef="#ctx0" brushRef="#br0" timeOffset="44750">25241 10072 24575,'43'0'0,"0"0"0,-8 0 0,0 0 0,1 0 0,5 0 0,1 0 0,1 0 0,4 0 0,1 0 0,-2 0 0,-11 0 0,-2 0 0,1 0 0,16 0 0,0 0 0,-3 1 0,0-2 0,-1-7 0,2 0 0,-12 7 0,0 2 0,-2-5 0,1-11 0,0-1 0,14 13 0,0 2 0,-11-7 0,3 0-456,-7 5 1,5 1 0,2 1 0,-2-1 455,6 2 0,1-1 0,0 0 0,-7 0 0,2-2 0,-1 1 0,-2 1 146,4 0 1,-3 1 0,-2 1-147,9-1 0,-6 0 0,-4 0 0,-5 0 0,-27 0 0,12 0 1381,-1 0-1381,5 0 0,4-1 0,3 2 0,12 6 0,-12-6 0,-3 0 0,-4 7 0,11-8 0,-12 0 0,17 0 0,-17 0 0,13 0 0,-28 0 0,11 0 0,-15 16 0,0-12 0,0 12 0,0-16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22:01:37.2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15169 10918 24575,'26'0'0,"-1"0"0,9 0 0,3 0 0,-4 0 0,2 0 0,3 0-820,0 0 1,3 0 0,1 0 0,1 0 563,-2 0 1,0 0-1,2 0 1,0 0-1,3 0-213,-5 0 1,1 0 0,1 0 0,1 0 0,1 0 0,0 0 0,1 0 358,-2 1 0,0-1 1,0 0-1,1 0 1,1 0-1,1 0 1,0 0-1,0-1-144,-3 1 0,0-2 0,2 1 0,-1 0 0,2-1 0,-1 0 0,1 0 0,-1 0 0,0 1 0,0-1 254,-1 0 0,0 0 0,1 0 0,-1 0 0,0 0 0,0 0 0,0 0 0,0 0 0,0 0 0,0 0 0,4 0 0,0 0 0,1 0 0,-1-1 0,0 1 0,1 0 0,-2 0 0,1 0 0,-1 0-264,-3 0 0,0 0 0,0 0 1,0 0-1,0 0 0,-1 0 0,0 0 1,-1 1-1,1 0 264,1 0 0,0 1 0,0 0 0,-1 0 0,0 0 0,0 1 0,0-1 0,-1 0-75,5 0 0,0 0 0,-1 0 0,1 0 0,-2 0 0,1 0 0,-1 0 75,3 0 0,0 0 0,0 0 0,-1 0 0,0 0 0,-1 0 217,3 0 0,1 1 0,-2-1 0,-1 0 0,-1-1-217,1-2 0,-1-2 0,-1 1 0,1 0 583,0 3 0,0 1 1,0 0-1,0-3-583,-3-3 0,0-3 0,0 0 0,0 2 0,2 4 0,0 4 0,2-1 0,0-2 242,-1-3 1,1-1 0,1-1 0,0 0 0,-1 1-243,1 1 0,-1 1 0,1 0 0,0 1 0,0-1 0,-8 1 0,1 0 0,1 0 0,-1 0 0,0 0 0,-2-2 243,6 0 0,-2-3 0,1 1 0,-2 1 1,-1 1-244,3 3 0,-1 3 0,-1-1 0,-1-3 267,-3-3 1,-2-4 0,0 1 0,-1 3-268,7 3 0,-2 3 0,1-1 504,-2-4 0,-1 0 1,3-1-505,-1 2 0,3-1 0,-1 2 0,-2 0 0,-3 1 0,-2 2 0,3-2 500,5-5 0,4-2 1,0 0-1,-5 2-500,-8 5 0,-3 2 0,3-2 0,1-4 0,3-3 0,0 0 0,-1 2 0,6 4 0,-1 3 0,0-1 0,4-3 0,0-2 0,0 0 480,-5 1 0,-1-1 1,-3 2-481,9 3 0,-3-2 0,-1-13 0,0 0 0,-4 14 0,0 1 0,4-7 0,2 0 0,-8 6 0,1 3 0,1 0 26,2-1 1,2 1 0,-1-2-27,0-4 0,0-1 0,-1 1 0,-5 4 0,0 0 0,-2-1 0,11-6 0,-4 1 0,-13 6 0,-1 2 495,-1-1 0,-1 0-495,10 0 347,-15 0-347,-5 0 857,1 0-857,4 0 0,15 0 0,-8 0 0,7 0 0,-23 0 0,5 0 0</inkml:trace>
  <inkml:trace contextRef="#ctx0" brushRef="#br0" timeOffset="26666">15169 10777 24575,'26'0'0,"-1"0"0,2 0 0,1 0 0,15 0 0,1 0 0,-15 0 0,0 0 0,8 0 0,1 0 0,-5 0 0,2 0 0,1 0 0,2 0 0,2 0-655,6 0 0,3 0 0,1 0 655,-4 0 0,3 0 0,0 0 0,-1 0 0,-2 0 0,-1 0 0,-1 0 0,1 0 0,2 0 0,0 0 0,-1 0 0,-1 0 0,4 0 0,-2 0 0,0 0 0,-4 0 0,-1 0 0,2 0-237,-6 0 1,2 0-1,-1 0 1,-3 0 236,-1 0 0,-3 0 0,3 0-181,14 0 0,3 0 0,-4 0 181,-2 1 0,-2-2 0,-4-3 0,1-2 0,0 1 0,-7 3 0,-1 2 0,1-2 0,9-8 0,2-2 0,3 2 0,-5 8 0,3 2 0,0 1 0,-1-4 0,-5-3 0,-2-3 0,1 0 0,1 2-276,6 4 1,3 3-1,-1 1 1,-3-3 275,3-3 0,-2-1 0,-3 2 0,-8 3 0,-2 1 0,1 1 316,10-1 0,3 0 0,-3 0-316,-9 0 0,-1 0 0,-1 0 225,2 0 1,1 0 0,-1 0-226,-1 0 0,0 0 0,0 0 0,11 0 0,0 0 0,-11 0 0,2 0 0,0 0 0,4 0 0,1 0 0,-1 0 0,-1 0 0,-1 0 0,3 0 0,-3 0 0,3 0 0,2 0 0,-2 0 0,-2 0 0,7 0 0,-4 0 0,3 0 0,1-3 0,2-2 0,0 0 0,-6 2 0,5 1 0,-3 0 0,-11-3 0,2-1 0,-2 1 0,12 5 0,1 0 0,-12-4 0,2-2 0,-1 1 0,3 3 0,0 1 0,0 0 0,-2-4 0,0-2 0,0 3 0,2 3 0,0 1 0,0 1 0,-3-1 0,0 0 0,0 0 0,1 0 0,0 0 0,-2 0 0,12 0 0,-2 0 279,0 0 1,-1 0-280,-7 0 0,-2 0 627,-6 0 0,-1 0-627,-1 0 0,-1 0 851,10 0-851,-10 0 0,1 0 133,1 0 1,1 0-134,3 0 0,1 0 0,9 0 0,2 0 0,5 0 0,2 0-469,-5 0 1,3 0 0,0 0 468,0 0 0,0 0 0,1 0 0,-9 0 0,0 0 0,0 0 0,-3 0 0,1 1 0,-2-1 0,0-1 0,-1-4 0,0-1 0,-3 1 0,0 4 0,-2-2 0,5-5 0,-1 1 0,-3 6 0,1 2 0,4-1 0,-2 0 0,5 0 351,9 0 0,-45 0 0,13 0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22:03:50.8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5221 4604 24575,'26'0'0,"-1"0"0,14 0 0,-6 0 0,1 0 0,-7 0 0,1 0 0,3 0 0,4 0 0,1 0-607,4 0 1,2 0-1,1 0 607,-4 0 0,2 1 0,0-1 0,-1-1 0,9-3 0,-1-2 0,0 0 97,3 0 1,-1 0 0,-6-2-98,-12-1 0,-3-1 0,8 0 0,-4 4 0,-13 6 0,4 0 0,3 0 0,12 0 685,-14 0 0,1 0-685,0 0 0,-1 0 157,14 0-157,-14 0 0,1 0 0,0 0 0,-1 0 0,14 0 0,-13 0 0,-1 0 0,10 0 0,-15 0 0,11 0 0,-11 0 0,15 0 0,-15 0 0,-4 0 0</inkml:trace>
  <inkml:trace contextRef="#ctx0" brushRef="#br0" timeOffset="3362">9560 7303 24575,'36'0'0,"-4"0"0,2 0 0,9 0 0,-1-1 0,-1 2 0,-2-1 0,-10-1 0,1 2 0,-4-1 0,1 0 0,20 0 0,-21-1 0,-1 2 0,10-1 0,0 0 0,-15 0 0,11 0 0,-11 0 0,-1 0 0,13 0 0,-28 15 0,11-11 0,1 12 0,-12-16 0,11 0 0,-15 0 0,0 0 0</inkml:trace>
  <inkml:trace contextRef="#ctx0" brushRef="#br0" timeOffset="14951">12612 7549 24575,'29'0'0,"1"0"0,12 0 0,4 0 0,-9 0 0,2 0 0,2 0 0,4 0 0,4 0 0,0 0 0,-3 0 0,0 0 0,-2 0 0,3 0-820,1 1 1,4 0 0,-1-1 0,-2-2 621,-2-2 0,-3-2 0,2 1 198,-4 3 0,3 3 0,-1-1 0,-1-3 0,-4-4 0,-1-2 0,0 0 0,0 2 300,1 5 0,0 2 1,1 1-1,-1-3-300,0-5 0,-1-2 0,1 0 0,2 2 0,7 4 0,2 3 0,1 0 0,0-1-57,-12-1 0,0-2 0,0 0 1,2 1-1,2 1 57,1 0 0,3 2 0,1 0 0,2 0 0,-1 1 0,-2-1 0,-2 1-404,1-1 1,-2 0-1,-2 0 1,1 0-1,1 0 404,0 0 0,1 0 0,1 0 0,0 0 0,-3 0 0,-4 0 0,11 0 0,-5 0 0,-1 0 283,0 0 1,-1 0-1,-1 0-283,0 0 0,0 0 0,0 0 0,4 0 0,2 0 0,-1 0 0,0 0 0,0 0 0,0 0 0,0 0 0,1 0 0,-2 0 0,-3 0 0,-2 0 0,1 0-110,-4 0 0,0 0 0,-1 0 110,-2 0 0,0 0 0,-1 0 0,13 0 0,4 0 0,-8 0 0,5 0 0,0 0 0,-3 0 0,-2 0 0,-3 0 0,3 0 6,2 0 0,3 0 0,0 0 1,-5 0-7,-5 0 0,-4 0 0,0 0 0,15 0 0,0 0 604,-15 0 1,1 0 0,0 0-605,13 0 0,2 0 0,-10 0 0,1 0 0,-1 0 0,7 0 0,0 0 0,-8 0 0,2 0 0,-3 0 0,0 0 0,-2 0 471,8 0 0,-1 0-471,-8 0 0,0 0 194,0 0 0,1 0-194,3 0 0,0 0 486,-3 0 1,1 0-487,2 0 0,0 0 155,-4 0 0,1 0-155,6 0 0,2 0 0,0 0 0,2 0 0,-12 0 0,2 0 0,0 0-225,4 0 0,1 0 1,-1 0 224,-3 0 0,-1 0 0,1 0 0,8 0 0,2 0 0,-2 0 0,-5 0 0,-2 0 0,2 0 0,6 0 0,1 0 0,-1 0 0,-6 0 0,-2 0 0,2 0 0,5 0 0,1 0 0,0 0 0,-4 0 0,0 0 0,-1 0 0,1 0 0,0 0 0,0 0 0,-1 0 0,0 0 0,-2 0 0,7 0 0,-2 0-99,3 0 0,0 0 99,-2 1 0,-1-2 0,-4-7 0,2 0 0,-8 6 0,1 2 0,-2-2 0,4-5 0,0-2 0,6 1 0,1 1 0,-2 5 0,2 0 0,-10-3 0,1-1 0,2 1-392,8 4 1,3 1 0,0 1 391,-3 0 0,0-1 0,2-1 0,-5-2 0,1-1 0,1-1 0,-3 1 0,6 3 0,-2 0 0,1-1 0,1-2 0,0-3 0,0 3 0,-1 3 0,0 1 0,-1 1-198,-8-1 1,-1 0 0,1 0 197,3 0 0,2 0 0,-3 0 303,7 0 1,-2 0-304,-4 0 0,-1 0 93,-4 1 0,-2-2-93,14-15 593,-13 14 1,-1 0-594,6-13 329,-13 13 0,-1 4-329,10-2 0,1 0 0,-17 0 0,-3 0 0,-16 0 0,0 0 0,16 15 0,-12-11 0,11 12 0,-15-16 0,0 0 0,0 15 0,0-11 0,0 12 0,0 0 0,0-12 0,-15 11 0,11-15 0,-12 0 0</inkml:trace>
  <inkml:trace contextRef="#ctx0" brushRef="#br0" timeOffset="52516">20285 7973 24575,'25'0'0,"1"0"0,1 0 0,1 0 0,6 0 0,2 0 0,6 0 0,2 0 0,-11 0 0,1 0 0,5 0 0,3-1 0,5 1 0,3-1 0,-1 2 0,-2 0-704,2 2 1,-2 1 0,0 1-1,2-2 704,-5-1 0,2-2 0,1-1 0,0 1 0,-1 1 0,-3 1 0,6 5 0,-3 1 0,-1 1 0,-1-1 0,-3-3 0,0 0 0,-1 0 0,-1-1 155,9 2 0,0 1 0,-3 0-155,-8 1 0,-2 1 0,-1-3 0,10-4 0,-2-2 0,-10 4 0,-1 0 0,4 4 0,-2 0 0,-1-4 0,15 12 2125,-43-16-2125,11 0 0,-15 0 0,0 0 0,0 0 0</inkml:trace>
  <inkml:trace contextRef="#ctx0" brushRef="#br0" timeOffset="72514">9843 9066 24575,'38'0'0,"0"0"0,-13 0 0,1 0 0,16 0 0,-2 0 0,-1 0 0,10 1 0,0-2 0,-2-6 0,-6 5 0,1 2 0,-8-3 0,-2-2 0,-3-3 0,1 0 0,2 6 0,4 3 0,-2-4 0,10-12 0,2-1-415,-4 13 1,2 4-1,0-3 415,-2-8 0,1-2 0,-1 3 0,-2 6 0,-1 3 0,0-1 0,-3-4 0,-1-2 0,-4 3 0,8 4 0,-8 0 0,-31 0 0</inkml:trace>
  <inkml:trace contextRef="#ctx0" brushRef="#br0" timeOffset="102882">10354 5891 24575,'-20'0'0,"-11"0"0,27 0 0,-12 0 0,1 0 0,-20 32 0,7-10 0,-7 5 0,-2 3 0,3 1 0,5 0 0,2 3 0,0 0 0,-3 2-381,1-7 1,-3 2 0,-1 0 0,-1 1 0,3-1 0,3-1 380,0 7 0,3-1 0,1 0 0,-1-4 0,-4 0 0,-1-2 0,3-2 0,-1 7 0,5-3 0,4 3 0,3 0 0,16-15 0,-16 27 0,-3-23 1140,1 8 1,0 2-1141,-1 5 0,2-13 0,2-1 0,12 11 0,-13-17 0,16-3 0,0 0 0,16-12 0,-13 11 0,13 1 0,0-12 0,3 27 0,17-19 0,-11 3 0,1 3 0,1 3 0,1 1 0,-1 5 0,0 1 0,8 0 0,-3-1 0,-12 0 0,-1-3 0,7-13 0,-1-2 0,-5 6 0,11-15 0,-19 0 0,21 0 0,10 0 0,-9 0 0,3 0 0,-1 0 0,2 0 0,-4 1 0,1 0 0,-2-3 0,5-5 0,-1-1 0,6 6 0,0 0 0,-7-5 0,-1-2 0,-7 1 0,-2 0 0,2 8 0,-5-4 0,-3-27 0,-4 12 0,-16-1 0,0-11 0,0 11 0,0 0 0,0-11 0,15 19 0,-11-21 0,28 5 0,-30 4 0,0-2 0,13-1 0,1-1 0,-13-6 0,-2-3 0,7-6 0,0 0 0,-8 6 0,0-1 0,0-6 0,0 2 0,0 14 0,0 1 0,0-6 0,0 0 0,0 6 0,0-1 0,0-14 0,0-2 0,0-1 0,0-1 0,1-3 0,-2 0 0,-6 5 0,-2 0 0,1-4 0,-4 2 0,-4 15 0,-3 3 0,2 0 0,-1 5 0,-18 8 0,17 15 0,-13 0 0,29 0 0,-29 0 0,13 0 0,-17 15 0,11-13 0,-1 0 0,-13 14 0,14-15 0,-1-2 0,-9 1 0,15 0 0,5 0 0</inkml:trace>
  <inkml:trace contextRef="#ctx0" brushRef="#br0" timeOffset="105215">1940 4886 24575,'-19'16'0,"3"3"0,14 11 0,4 7 0,-2-3 0,0 4 0,0 4-434,0-5 0,0 3 0,0 2 0,0 3 1,0 0 433,0-3 0,0 1 0,0 2 0,0 0 0,0 1 0,0-1 0,0-1-527,0 3 0,0-2 1,0 1-1,0-1 0,0 0 1,0 1 526,0 2 0,0 1 0,0 1 0,0-2 0,0 0 0,0-3 0,0 0 0,0-1 0,0-2 0,0 0 0,0 1 0,0 1 0,0 0 0,-1 0 0,1 3 0,1 5-328,0-10 0,0 4 0,1 3 1,0 1-1,-1 2 0,1 1 1,0 0-1,0-2 0,0-1 1,-1-2 208,-1 2 0,1-2 1,-1-1-1,0 0 1,0-1-1,0 2 1,1 1-1,1 2 119,-1-7 0,1 1 0,1 2 0,0 1 0,0 0 0,0 1 0,0 0 0,1 0 0,-2-2 0,1 0 0,-1-2 0,0-2-310,-1 7 1,0-2-1,-1-1 1,0-1 0,0-1-1,0 0 1,1-1-1,0 1 310,1 4 0,0 0 0,1-1 0,-1 0 0,1 0 0,-1 0 0,0-1-167,-2-1 0,1 0 0,-1-1 1,-1 1-1,1-1 0,0-1 0,0 0 167,0 3 0,0 0 0,0-1 0,0-1 0,0 0 0,0-1 55,0 4 0,0-1 0,0-1 0,0-1 0,0 0-55,-1-1 0,1-1 0,-1 0 0,2 0 0,0 0 0,1-1 0,1 0 0,1 0 0,0 0 0,-2 0 0,0-1 0,-2 1 0,0-1 0,1 1 0,0 0 0,2 0 0,0 1 0,1 0 0,0-1 0,-2-1 751,-1 5 1,-1-1 0,-1-2 0,1 0-752,0 5 0,0-1 0,0-1 837,0-8 0,0 0 1,0-1-838,0 3 0,0 0 0,0 0 0,0-1 0,0 0 0,0 1 0,0 6 0,0 1 0,0 1 0,0-1 0,0 0 0,0 0 0,0-5 0,0 0 0,0-1 990,0-4 0,0-1 1,0-3-991,0 4 0,0-3 1141,0-8 1,0-1-1142,0 0 0,0 0 1277,0 15-1277,0 3 437,-8-11 0,0 0-437,7-7 0,-2 1 0,-6 6 0,-4 3 0,4 0 0,7 10 0,0 0-267,-7-5 0,-4 1 1,4 0 266,6-4 0,3-1 0,-1 1 0,-4-2 0,-2 0 0,3 1-19,4-2 1,1 1 0,-2-3 18,-7 6 0,0-1 0,6 10 0,0 0 0,-6-10 0,1-1 0,6 3 0,2 0 0,-1-4 0,0 1 399,0-1 0,0 0-399,1 1 0,-2-1 28,-7-7 1,0-2-29,6 0 0,0-1 0,-6 1 0,0-1 0,8 15 0,0-14 0,0-1 0,0-6 0,0-3 0,0-16 0</inkml:trace>
  <inkml:trace contextRef="#ctx0" brushRef="#br0" timeOffset="111048">9843 16669 24575,'46'0'0,"0"0"0,-9 0 0,2 0 0,2 0 0,1 0 0,2 0 0,1 0 0,1 0-820,2 0 1,1 0 0,0 0 0,1 0 586,-1 0 1,0 0 0,0 0 0,0 0 232,-3 0 0,0 0 0,0 0 0,0 0 0,-2 0 0,0 1 0,-1-1 0,0-1 182,-1-2 1,-2-1 0,2-1 0,3 1-183,-3 1 0,3 0 0,3 0 0,-1-1 0,-1 1 0,-4-1 0,5 0 0,-4-1 0,-1-1 0,3 2 0,-2 0 0,3 0 0,1 1 0,-4 0 0,-5 1 0,13 2 0,-8 0 0,-14 0 0,-3 0 161,1 0 1,-3 0 0,-4 0 0,-5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22:06:10.5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12541 7726 24575,'50'0'0,"-1"0"0,1 0 0,-1 0 0,1 0 0,-1 0 0,1 0 0,-1 0 0,-1 0 0,0 0 0,-1 0 0,0 0 0,0 0 0,2 0 0,2 0 0,2 0-253,-10 0 1,3 0 0,0 0 0,2 0 0,1 0 0,1 0 0,0 0 0,0 0 0,0 0 0,-1 0 0,-1 0 0,-1 0 0,-2 0-76,6 0 0,-1 0 0,-1 0 1,0 0-1,-1 0 0,0 0 1,-1 0-1,-1 0 0,0 0 1,-1 0-83,4 0 0,-1 0 1,0 0-1,-1 0 1,-1 0-1,-1 0 0,-1 0 1,-1 0 434,3 0 1,-1 0-1,-1 0 1,-2 0 0,-2 0-1,-2 0-25,14 0 0,-5 0 0,-5 0 937,-6 0 0,-5 0-937,0 0 0,-27 0 0,12 0 0</inkml:trace>
  <inkml:trace contextRef="#ctx0" brushRef="#br0" timeOffset="5518">21325 15558 24575,'46'0'0,"-1"0"0,1 0 0,-1 0 0,1 0 0,-1 0 0,1 0 0,-1 0 0,1 0 0,-1 0 0,0-1 0,0 2 0,0-1 0,0-1 0,1 2 0,0-1 0,0-1 0,0 2 0,0-1 0,1 0 0,0 0-274,-2 0 1,1 0 0,0 0 0,1 0 0,-1 0 0,1 0 0,0 0 0,-1 0 0,1 0 0,0 0 0,-1 0 0,0 0-25,4-1 0,0 2 0,1-1 0,-1 0 0,0 0 0,0 0 0,0 0 0,-1 0 1,0 0-1,-2 0 0,0 0-67,3-1 1,0 2 0,-1-2 0,-1 2 0,0-1 0,-1 0 0,-1 0 0,-1 0 0,0 0 276,3 0 0,0 0 1,0 0-1,-2 0 0,-1-1 1,-2 2-1,-2-1 88,13 0 0,-3 0 0,-2 0 0,-3 0 528,1 0 1,-2 0-1,-4 0-528,5 0 0,-2 0 0,-9 0 0,1 0 0,-1 0 0,11 0 0,-2 0-39,0 0 1,-1 0 38,-13 0 0,2 0 0,9 0 0,5 0 0,-1 0 0,-9 0 0,0 0 0,1 0 819,1 0 0,3 0 0,-1 0 0,-2 0-159,0 0 1,-3 0 0,-2 0 531,5 0 0,-5 0-1192,2 0 618,-20 0-618,-15 0 131,0 15-131,0-11 0,0 12 0,0-16 0</inkml:trace>
  <inkml:trace contextRef="#ctx0" brushRef="#br0" timeOffset="9716">2081 11606 24575,'-35'0'0,"0"0"0,0 0 0,-1 16 0,1 19 0,17-9 0,1 3 0,-2 12 0,2 4 0,6 3 0,3 2-353,2-10 0,0 2 0,2 0 353,3 2 0,2 0 0,-1 1 0,0-8 0,0 1 0,0 1 0,0 4 0,0-2 0,0 4 0,0 2 0,0 1 0,0 1 0,0-1 0,0-2 0,0 1 0,-1 0 0,1 1 0,0 0 0,0 0 0,1 0-469,1-2 1,-1 1 0,2 0 0,-1 0 0,1 0 0,-1-1 0,1-1 462,-1 5 0,0 0 0,0 0 0,1-1 0,1-4 0,2-3 6,5-1 0,1-3 0,2-3 0,0 0-223,4 7 0,0-1 1,1-1 222,4-1 0,1-1 0,0-1 0,-1-1 0,0 0 0,1-2 0,4-3 0,2-1 0,-1-1 0,-4 1 0,-1 0 0,1-4 0,14 3 0,0-3 0,-4 2 0,-1-5 420,-3-11 1,1-4-421,3 1 0,0-3 1638,1-3 0,-1-6-1601,0-11 0,0-3-37,1 7 0,-1-3 0,-11-10 0,-1-7 0,1 0-274,3 1 1,2 0 0,1-3 273,-4 0 0,0-3 0,0-2 0,2 0-656,-1 2 1,1 0-1,1-2 1,0-1 0,-1-1 638,-4 1 1,-1-1 0,0-1 0,-1-1 0,1-2 0,-1-1-394,-2 4 0,0-1 1,1-1-1,-1-2 1,0 0-1,-1-1 0,-1-1 1,-1-1 227,-4 4 0,-1-1 1,-1 0-1,-1-2 1,0 0-1,-1-1 1,0 0-1,0-1 1,0 0-1,1 0-116,-1 1 0,1-1 0,0 0 0,0-1 0,0 0 0,0-1 0,-1 1 0,0 0 1,0-1-1,-1 1 0,0 0 284,-2 2 0,1-1 1,-2 0-1,1 0 1,-1 0-1,-1 1 1,1-1-1,-1 1 1,0 1-1,0 0 1,0 0 13,1-5 0,0 1 0,0 0 0,-1 0 0,0 1 0,0 0 0,0 2 0,-1 0 0,-1 1-80,0-4 1,-1 0 0,0 1 0,0 2 0,-2 0-1,-1 2 1,0 2 79,-2-5 0,1 2 0,-3 2 0,-3 1 0,-5 0 0,-3 4 0,-6 0 0,-3 1 0,-1 1 0,-1 2 0,1 4 0,-5-3 0,1 5 0,-2 2 0,-5-1 0,2 4 0,-5-1 0,-2 1 0,-2 1 0,1 2 0,0 5 0,0 3 0,0 4 0,0 3 0,-1 1 0,-1-1 0,3-1 0,-1 1 0,-1 0 0,0 1 0,0 1 0,0 0 0,2 3 0,0 0 0,0 1 0,1 1 0,-2 0 0,1-1 0,-4 0 0,-1 0 0,0 0 0,1 0 0,2 0 0,3 0 408,-11 0 0,5 0 0,0 0-408,1-1 0,1-1 0,10 5 3276,5 13-2817,43-12 2817,-24 27-943,27-11-779,-13 4 0,-4 3-1554,2 12 0,-5-9 0,-6 4 0,-4 0 0,-5-4 0,-4 1 0,-4 0 0,-2 2-547,3 1 1,-3 1 0,-1 2 0,-1 1 0,-2 0 0,0 0 402,5-7 1,-2 0-1,-1 0 1,0 0 0,0 1-1,-1 0 1,1 0 0,0 1 143,-1 2 0,1 1 0,-1 0 0,0 1 0,1 0 0,0-1 0,0 1 0,0-1 0,3-2 0,-1 0 0,-1-1 0,2 1 0,0-1 0,1 0 0,2 0 0,1-1 0,-5 11 0,3-1 0,1 0 0,2-1 0,2-1-410,-2 5 0,0 1 1,4-3-1,5-6 1,5-2-1,5-4 0,5 16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22:07:01.6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10530 16245 24575,'44'0'0,"-1"0"0,1 0 0,2 0 0,3 0 0,0 0 0,-4 0 0,-2 0 0,-10 0 0,-3 0 0,5 0 0,-19 0 0,-16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22:07:16.7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12577 7408 24575,'42'0'0,"0"0"0,0 0 0,0 0 0,6 0 0,-1 0 0,5 0 0,-12 0 0,5 0 0,1 0 0,1 0 0,-1 0 0,-3 0-765,8 0 0,-1 0 1,-2 0-1,-1 0 765,-8 0 0,-1 0 0,0 0 0,-1 0 0,2 0 0,0 0 0,-1 0 0,-3 0 199,1 0 1,-3 0 0,0 0-200,3 0 0,0 0 0,-2 0 0,12 0 0,-6 0 586,0 0-586,7 0 0,-43 0 0,11 0 1567,1 0-1567,3 0 153,5 0 1,3 0-154,1 0 0,-1 0 0,1 0 0,-1 0 0,0 0 0,-3 0 0,-4 0 0,-5 0 0,-15 0 0</inkml:trace>
  <inkml:trace contextRef="#ctx0" brushRef="#br0" timeOffset="2666">4357 12294 24575,'33'0'0,"0"0"0,4 0 0,5 0 0,3 0 0,0 0 0,1 0 0,1 0 0,1 0 0,3 0-547,-8 0 1,1 0 0,2 0 0,0 0 0,0 0 0,0 0 30,-3 0 1,1 0-1,-1 0 1,1 0 0,-1 0-1,0 0 516,0 0 0,0 1 0,0-1 0,0 0 0,1 0 0,-1-1 0,1 0 0,1-2 0,0 1 0,0-1 0,-1 0 0,-1 0-142,3-1 1,-1 0 0,0 0 0,-1 0 0,0 0 141,1 0 0,0 0 0,0 0 0,-1 0 0,-2 0 0,3 0 0,-3 0 0,0 0 0,2 1 228,-4 2 0,1 0 0,1 2 0,0-1 0,1 1-228,3-1 0,1 0 0,1 0 0,-1 0 0,0 0 0,-5 0 0,-2 0 0,1 0 0,0 0 0,1 0 0,3 0 0,0-1 0,1 1 0,1 0 0,1 1 0,-4 1 0,2 0 0,1 1 0,-1 0 0,-1 0 0,-3-1-470,8 0 1,-4-2 0,1 1 0,2 0 469,-5 1 0,2 1 0,1 1 0,0-1 0,-2-1 0,-5 0 0,9-2 0,-6-1 0,2 2 463,-7 2 1,2 2-1,-2-1 1,-1 0-464,1-3 0,-3-1 0,2 3 0,3 6 0,1 4 0,-1-4 0,-4-6 0,-1-3 0,0 1 603,0 4 0,1 1 0,-1-1-603,14-4 0,0-2 0,-15 1 0,1 0 0,0 0 0,13 0 0,2 0 0,-11 0 0,2 0 0,0 0-242,5 0 0,2 0 1,-1 0 241,1 0 0,0 0 0,1 0 0,-6 0 0,0 0 0,1 0 0,-1 0 0,-5 0 0,0 0 0,0 0 0,1 0 0,4-1 0,1 1 0,0-1 0,-1 3 0,-4 1 0,0 1 0,-2 1 0,1-2 0,10-1 0,-1-2 0,-1 2 736,-4 3 0,0 2 0,-4-3-736,0-4 0,-2 0 453,7 7 1,-4 2-454,1-6 269,-5 13-269,-4-16 1371,-27 0-1371,-4 0 120,-4 0-120,-11 0 0,15 0 0,-16 0 0,12 0 0,-12-16 0,16 13 0,0-13 0,0 16 0,-15 0 0,11 0 0,-12 0 0</inkml:trace>
  <inkml:trace contextRef="#ctx0" brushRef="#br0" timeOffset="-171331.73">9807 15787 24575,'43'0'0,"-9"0"0,5 0 0,4 0 0,-6 0 0,2 0 0,2 0 0,2 0 0,1 0-547,-1 0 1,1 0 0,2 0 0,0 0 0,1 0 0,1 0 77,-1 0 1,2 0 0,0 0 0,1 0 0,0 0 0,-1 0 0,-2 0 272,3 0 0,-1 0 0,-1 0 0,0 0 0,-1 0 0,-1 0 310,4 0 1,0 0 0,-2 0 0,-1 0 0,-3 0-115,-1 0 0,-3 0 0,-2 0 0,-2 0 504,2 0 0,-4 0 0,-4 0-504,9 0 0,8 0 0,-43 0 0,12 0 0,-16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22:11:43.3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2417 11818 24575,'-20'31'0,"11"-2"0,2 5 0,6 3 0,2 5 0,-1 3-820,-3-2 1,-1 3 0,0 1 0,0 1 212,1-6 1,2 0-1,0 1 1,-2 1 0,-1 0 606,-2-2 0,-1-1 0,-2 2 0,0 0 0,0 0 0,0 0 0,-1 3 0,0 1 0,0 0 0,-1 0 0,0 0 0,0-1 0,-1-1 0,0-2 0,-1 0 0,0 1 0,1-1 0,0 2 0,1-3 0,0 2 0,1 0 0,-1 0 0,1-1 0,1-3 0,0-3 325,-1 4 1,0-4 0,2-2-1,1 1-325,-1 18 0,3-1 0,2-17 1123,3-24-1123,16 19 0,19-11 0,-1-3 0,3 1 1638,0 1 0,0-3-1598,-5-5 0,-1-2 65,4 0 1,-6-2-1,-13-7 1,16 0 0</inkml:trace>
  <inkml:trace contextRef="#ctx0" brushRef="#br0" timeOffset="868">2417 13988 24575,'35'-36'0,"0"17"0,-15-13 0,11 28 0,-27-27 0,12 27 0,-16-27 0,0 19 0,0-37 0,0 19 0,0-3 0,0-10 0,0-4 0,0 13 0,0-2 0,0 0 0,-1 1 0,0-1 0,3 2 0,4-12 0,3 1 0,1 1 0,0 2 0,0 14 0,0 1 0,-1-5 0,-3-2 0,-4-1 0,-4-1 0,-5-1 0,-1 0 0,7-3 0,-2 1 0,-13 4 0,0 2 0,12-14 0,-11 11 0,15 5 0,0 27 0,-16-12 0,12 16 0,-12-15 0,16 11 0,-15-28 0,-5 13 0,-15-16 0,0 15 0,-1 4 0,17 16 0,3 0 0,16 0 0,0 0 0</inkml:trace>
  <inkml:trace contextRef="#ctx0" brushRef="#br0" timeOffset="104537">2117 12012 24575,'-20'0'0,"4"0"0,16 16 0,1 7 0,-2 5 0,-5 0 0,-3 3 0,3 1 0,0 3 0,-2-1 0,-9 12 0,-1-1 0,5-10 0,1 1 0,2-2 0,-1 4 0,2-1 0,0 7 0,2-6 0,7-14 0,0 23 0,0-43 0,0 27 0,0 4 0,0 5 0,0-5 0,0-4 0,0-19 0,0 21 0,16-5 0,-15-3 0,2 1 0,12-7 0,1 1 0,-6 12 0,0 2 0,6-6 0,3-1 0,5 9 0,3-1 0,0-7 0,1-1 0,-1 6 0,1 0 0,6-5 0,-2-1 0,-8 8 0,-1 1 0,10 0 0,3-2 0,3-5 0,0-3 0,-2 1 0,1-3 0,5-5 0,0-2 0,-7 1 0,-1-1 0,-8-6 0,1-3 0,6 2 0,-2-4 0,7-6 0,1 1 0,3-2 0,-7-6 0,2-2 0,-4 4 0,3-1 0,-2-2 0,-2-3 0,0-1 0,-1 0 0,14-6 0,-4 0 0,-9 1 0,-3-1 0,-2 0 0,-5 1 0,-3-3 0,-5-11 0,-15 11 0,0-4 0,0-3 0,0 0 0,0-1 0,0-6 0,0-2 0,1 0 0,-2 1 0,-6 0 0,-1 0 0,-1-9 0,-2 1 0,-6 6 0,-1 0 0,0-2 0,0 0 0,5 3 0,-1 3 0,-2 8 0,-1 3 0,-11-13 0,-7 3 0,10 22 0,-1 1 0,-1-9 0,-1 0 0,-6 8 0,-2 1 0,-7-7 0,-1 0 0,-1 6 0,0 1 0,0 0 0,0-2 0,1-6 0,2 3 0,13 12 0,3 0 0,0-5 0,1-2 0,-10-6 0,15 11 0,-11-12 0,11 16 0,0 0 0,-11 0 0,27 0 0,-11 0 0</inkml:trace>
  <inkml:trace contextRef="#ctx0" brushRef="#br0" timeOffset="179750">4463 11942 24575,'35'0'0,"-4"0"0,5 0 0,7 0 0,4 0-998,-3 0 1,4 0 0,1 0 997,-10 0 0,1 0 0,0 0 0,2 0 0,2 0 0,2 0 0,0 0 0,2 0 0,-6-2 0,1-1 0,1 0 0,3-1 0,2 0 0,-5 0 0,3-1 0,3 0 0,0 0 0,2-1 0,-1 0 0,-1 0 0,-2 0-469,1-1 1,-2-1 0,0 1 0,-1-1 0,1-1 0,2 0 0,1 0 282,-6 1 1,2-1-1,1-1 1,0 1-1,2-1 1,-1 0-1,0 0 1,-1 0-1,-1 1 1,-1 0 185,2-1 0,-1 1 0,-1 0 0,0 0 0,-1 0 0,0 0 0,1-1 0,-1 0 0,1 0 0,0-1 0,0 0 0,-1 0 0,1 0 0,0 0 0,0 0 0,0 1 0,1 0 0,0 1 0,0 0 0,1 0 0,-1 0 0,0 1 0,0 0 0,-1 0 0,4-1 0,0 1 0,-1 0 0,0 0 0,-1 1 0,1-1 0,-1 1-161,-3-1 0,1 0 0,-1 0 0,0 0 0,0 1 0,0 0 0,0 2 161,7 0 0,-1 2 0,1 0 0,-1 1 0,-1-1 0,-2-1-302,1-1 1,-3-2 0,0 0 0,-1 0 0,1 2 301,3 0 0,1 1 0,-1 1 0,0-1 0,-3 0-30,0 0 1,-2-1 0,-1 0 0,0 0 29,3-3 0,-1 0 0,1 0 0,-3 0 941,7 1 1,-2 1-1,-1 0-941,-5-1 0,0 0 0,-2 1 1544,7-3 1,-2 2-1545,-4 6 0,-1 2 0,3 0 0,0-2 0,-1-6 0,0-1 0,4 6 0,0 0 1201,-1-6 1,-1 0-1202,-7 7 0,-2 2 855,-6-1 0,-1 0-855,-1 0 0,-1 0 848,10 0-848,-15 0 0,-4 0 0,-16 0 0,-16 16 0,12-12 0,-12 11 0,16-15 0</inkml:trace>
  <inkml:trace contextRef="#ctx0" brushRef="#br0" timeOffset="183753">1905 14482 24575,'38'0'0,"0"0"0,1 0 0,-1 0 0,7 0 0,1 0 0,1 0 0,3 0 0,-8 0 0,1 0 0,2 0 0,0 0 0,1 0 0,-2 0-656,6 0 1,-1 0-1,0 0 1,0 0 0,1 0 385,-1 0 1,2 0-1,-1 0 1,-2 0-1,-3 0 270,7 0 0,-4 0 0,-3 0 470,-7 0 1,-2 0 0,-8 0-471,-9 0 753,-23 0-753,-31 0 0,0 0 0,15 0 0,4 0 0,16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0:31:54.6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12711 7452 24575,'25'0'0,"0"0"0,3 0 0,2 0 0,7 0 0,3 0 0,3 0 0,2 0 0,0 0 0,2 0 0,-3 0 0,4 0 0,-3 0 0,-9 0 0,-2 0 0,2 0 0,8 0 0,1-1 0,-2-1 0,1 0 0,-3-1 0,-2-1 0,0 0 0,-6-1 0,0 1 0,-4 0 0,0 1 0,-2 0 0,-1 0 0,1 1 0,0 0 0,1-1 0,1 0 0,1 0 0,1-1 0,2 0 0,1 0 0,-1-1 0,0 0 0,-2-1 0,0-1 0,-3 0 0,-1 0 0,20-9 0,-6 1 0,-3 3 0,-7 0 0,-6 5 0,-6 2 0,-7 4 0,-4 3 0,-4-1 0,-3 1 0</inkml:trace>
  <inkml:trace contextRef="#ctx0" brushRef="#br0" timeOffset="2384">4530 11974 24575,'28'0'0,"-1"0"0,6 0 0,1 0 0,9 0 0,1 0 0,-8 0 0,0 0 0,1 0-506,1 0 0,1 0 1,0 0 505,3 0 0,0 0 0,0 0 0,3 0 0,-1 0 0,1 0 0,1 0 0,-1 0 0,4 0 0,-10 0 0,2 0 0,2 0 0,-1 0 0,-2 0 0,1 0 0,-2 0 0,0 0 0,2 0-276,8 0 0,1-1 0,1 1 0,-5-1 276,-3 0 0,-3 0 0,-1 0 0,1 1 0,-1-1 0,0 0-24,1 0 1,-1 0 0,1 0 23,0 1 0,0 0 0,0 0 0,0 0 0,1 0 0,-1 0 0,0 0 0,0 0 0,0 0 0,-2 0 0,0 0 0,-1 0 0,-1 0 0,-1 0 0,0 0 0,-1 0 0,0-1 0,-1 0 0,12-1 0,0-1 0,-2 1 0,0-1 0,-3 1 0,0 0 349,-4 0 0,1 2-349,-2-1 0,0 2 0,3-1 0,1 0 0,4-1 0,1-1 0,-11 1 0,0-1 0,1 0 218,3-1 1,1-1 0,0 0-219,2-1 0,0-1 0,1 0 0,2-1 0,1 0 0,-1-1-77,1 0 1,0-1 0,-1 1 76,0-1 0,-1 0 0,-1 0 0,-2 0 0,-2 1 0,-1 0 0,13-2 0,-3 1 0,-8 2 0,-3 1 0,-8 2 0,-2 2 0,8-3 563,-14 4-563,-11 0 0,-4 0 0,-4 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22:17:10.8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13018 7197 24575,'47'0'0,"0"0"0,0 0 0,0 0 0,-4 0 0,0 0 0,2 0 0,0 0 0,2 0 0,-2 0 0,2 0 0,0 0 0,1 0 0,1 0 0,-1 0-469,-4 0 1,0 0 0,0 0 0,1 0 0,0 0 0,-1 0 0,0 0-79,5 0 1,-2 0 0,0 0 0,2 0 0,0 0 0,4 0 469,-11 0 1,1-1 0,3 1 0,0 0-1,1-1 1,1 1 0,-1 0 0,-1 0-1,-1 1 1,-2 0 76,7 0 0,-2 1 0,-1 1 0,-1 0 0,1-1 0,1 1 0,3-2-319,-7 0 0,3 0 1,2-1-1,0 0 0,1 0 1,0 0-1,-1 0 0,-1 1 1,-2-1-1,-2 1 319,4 1 0,-1 0 0,-3 1 0,0 0 0,-1-1 0,1 0 0,0 0 0,6-1 0,1-1 0,-1 0 0,0 0 0,-1-1 0,-2 1 84,3 0 1,-2-1-1,0 1 1,-1 0-1,0 1-84,-2 1 0,1 2 0,-1-1 0,0 1 0,-1-1 0,-3-2 0,0-1 0,-1 1 0,1-1 0,0 2 0,1 0 0,0 2 0,1 0 0,-1-1 0,0-1 0,-1-1 0,0-1 0,-1 0 0,1-1 0,0 1 0,4 0 0,0-1 0,1 1 0,0 0 0,-2 1 0,5 2 0,-2 2 0,1-1 0,0 0 0,-6-3 0,1-2 0,0 1 0,-2 1 0,-3 2 0,8 6 0,-4 3 0,0-2 0,4-3 0,0-2 0,-5 3 0,-2 9 0,-3 1 1286,-4-7 0,-2-2-1286,-5 0 0,-1-3 3276,19-6-1689,-3 0-264,-15 0 1,1 0-1324,-1 0 0,1 0 0,7 0 0,4 0 0,-3 0 0,2 0 0,0 0 0,0 0 0,1-1 0,0 2 0,-1 4 0,0 1 0,-3-1 0,5-4 0,-5 2 0,2 13 0,-19-1 0,-16-11 0,0 28 0,-16-29-820,12 13 1,-11-16 0,15 0 0</inkml:trace>
  <inkml:trace contextRef="#ctx0" brushRef="#br0" timeOffset="12581">12982 7620 24575,'36'0'0,"-1"0"0,-16 0 0,13 0 0,-28 0 0,43 0 0,-8 0 0,1 0 0,6 0 0,-12 0 0,1 0 0,2 0-706,10 0 1,3 0 0,2 0 705,-10 0 0,1 0 0,2 0 0,3 0 0,-7 0 0,3 0 0,2 0 0,1 0 0,0 0 0,-2 0 0,-1 0 0,5 0 0,-2 0 0,0 0 0,0 0 0,2 0-362,-6 0 0,3 0 0,0 0 1,1 0-1,-1 0 0,-2 0 1,-2 0 361,10 0 0,-3 0 0,-2 0 0,-1 0 0,-7 0 0,0 0 0,-2 0 0,0 0-100,11 0 0,-2 0 1,-2 0 99,3 0 0,-4 0 0,-7 0 0,-2 0 0,-6 0 0,-5 0 1789,-3 0-1789,-4 0 2771,-32-16-2771,12 12 96,-27-27 1,27 27 0,-12-12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0:40:11.8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5738 5718 24575,'19'0'0,"0"0"0,1 0 0,-5 0 0,-3 0 0,-4 0 0,3 0 0,4-2 0,5-1 0,4-2 0,2 0 0,-1-2 0,1 1 0,-1 0 0,1 0 0,1 0 0,1 1 0,-2 1 0,-2-1 0,-6 2 0,-4-1 0,-2 2 0,2 0 0,3 1 0,3 1 0,1 0 0,-3 0 0,-3 0 0,-5 0 0,-2 0 0,-3 0 0,0 0 0,-1-2 0,3 0 0,3-3 0,5 1 0,1 2 0,-1 1 0,-3 1 0,-6 0 0,-4 0 0,-6 3 0,-6 1 0,-5 2 0,-3-1 0,-3-2 0,-4-2 0,-3-1 0,-10 2 0,-11 2 0,20 0 0,-2 1 0,-3 0 0,-1 1 0,0 0 0,-1-1 0,0 1 0,1-1 0,-1-1 0,1 0 0,0 0 0,2-1 0,1-1 0,2 0 0,4-1 0,1 0 0,-12-1 0,10 1 0,7 0 0,5 1 0,3-1 0,2-1 0,-2 0 0,-4 3 0,-3 3 0,0 0 0,3-1 0,5-2 0,7-1 0,9-1 0,13 0 0,7-1 0,6 0 0,2 0 0,1-3 0,2-2 0,1-2 0,0-2 0,1 1 0,3-2 0,1 1 0,3 0 0,3 1 0,-22 5 0,0 1 0,1-1 0,1 1 0,0 0 0,-1 0 0,-1 0 0,0 1 0,20-1 0,-9-1 0,-8 1 0,-8 0 0,-6 1 0,-5 1 0,-2 0 0,-2 0 0,-3 0 0,-1 0 0</inkml:trace>
  <inkml:trace contextRef="#ctx0" brushRef="#br0" timeOffset="4167">8316 6099 24575,'27'0'0,"0"0"0,6 0 0,2 0 0,10 0 0,4 0-810,-9 0 1,2 0 0,1 0 809,3 0 0,1 0 0,0 0 0,-8 0 0,1 0 0,0 0 0,1 0-536,4 0 1,1 0-1,0 0 1,1 0 535,-7 0 0,1 0 0,0 0 0,1 0 0,1-1-389,4 1 1,2-1 0,1 0 0,0 0-1,1-1 389,-6 1 0,-1-1 0,1 0 0,1-1 0,1 1 0,2-1 0,-4 1 0,3-1 0,1 0 0,1 1 0,-1-1 0,1 0 0,-3 0 0,-1 0 0,3-1 0,-3 1 0,0 0 0,-1 0 0,1-1 0,2 1 0,0 0 0,1-1 0,2 0 0,-1 1 0,0-1 0,-2 1 0,-4 0 0,2 0 0,-3 1 0,-2 0 0,0 0 0,1 0-322,0 0 1,0 1 0,-1-1 0,1 0 0,0 1 321,-2 0 0,1 0 0,-1 1 0,0-1 0,0 1 0,8-1 0,-1 1 0,1 0 0,-2 1 0,0-1 0,0 0 0,-1 0 0,1 0 0,2 0 0,1 0 0,0 0 0,0 0 0,-1 0 0,0 0 0,0 0 0,0 0 0,-7-1 0,-1 1 0,1-1 0,0 0 0,-1 1 0,1-1 0,-1-1 0,0 1 0,0 0 0,0-1-109,7 0 1,-1-1-1,0 1 1,0-1 108,1-1 0,-1 1 0,-1-1 0,0 1 0,-2-1 0,-1 1 0,0-1 0,-1 1 0,9-1 0,-2-1 0,0 1 430,-4 0 0,-2 0 1,0 0-431,-7 1 0,-2 0 0,0 0 1409,10 0 0,-2 1-1409,-5 0 0,0 1 1042,-3 0 0,-1 1-1042,-4 0 0,-1 0 1882,15 0-1882,-10 0 477,-12 0-477,-2 0 0,-2 0 0,6 0 0,7 3 0,10 3 0,7 3 0,-20-3 0,0 0 0,-1 0 0,0 0 0,21 3 0,-7-2 0,-9-4 0,-5-1 0,-7 0 0,-3-1 0,-3-1 0,-2 0 0,-1 0 0,-1 0 0,0 2 0,6 1 0,10 2 0,6 1 0,9 0 0,6 3 0,1 0 0,3-1 0,-5 0 0,-10-4 0,-9 0 0,-10-2 0,-6 0 0,-4 0 0,-3 1 0,-2-1 0,0 0 0</inkml:trace>
  <inkml:trace contextRef="#ctx0" brushRef="#br0" timeOffset="15866">4746 8412 24575,'28'0'0,"7"0"0,14 0 0,-23 0 0,0 0 0,22 0 0,-10 0 0,-12 0 0,-7 0 0,-6 0 0,-7 0 0,-2 0 0</inkml:trace>
  <inkml:trace contextRef="#ctx0" brushRef="#br0" timeOffset="20349">14964 8323 24575,'46'0'0,"-12"0"0,3 0 0,9 0 0,3 0 0,-14 0 0,1 0 0,3 0 0,6 0 0,5 0 0,1 0 0,-4 0 0,1 0 0,-3 0 0,2-1-462,0 0 0,3 0 0,0 0 0,-5 0 462,-6-1 0,-4 0 0,-1 0 0,10-1 0,-3 1 298,-6 0 1,-2 0-299,-2 2 0,-1 0 152,-1 0 1,1 0-153,1 0 0,1 0 0,3 0 0,1 0 0,3 0 0,0 0 0,3 0 0,1 0 0,3 0 0,0 0 0,-12 0 0,0 0 0,0 0 133,1 0 1,1 0-1,-1 0-133,2 0 0,0 0 0,0 0 0,1 0 0,1 0 0,-1 0 0,1 0 0,-1 0 0,1 0 0,1 0 0,0 0 0,0 0 0,2 0 0,1 0 0,-1 0 0,0 0 0,-1 0 0,1-1 0,-1 0 0,1 0 0,-1-2 0,-1 1 0,0-1 0,-1-1 0,1 0 0,0 0 0,1-1 0,1 1 0,1-1 0,1 0-333,0 1 1,0 0-1,0 1 333,1 1 0,0-1 0,1 2 0,-2-1 0,0 1 0,0 1 0,-1-1 0,0 1 0,-1 1 0,-1-1 0,0 0 0,-1 0-63,-3 0 1,-1 0 0,-1 0 62,12 0 0,-1 0 0,-3 0 0,1 0 0,2 0 0,3 0-371,-11 0 1,2 0-1,1 0 371,5 0 0,2-1 0,0 2 0,-10-1 0,1 0 0,-1 1 0,1 0 0,11 0 0,0 0 0,-1 1 0,-4-1 0,-1 1 0,-1 0 161,-8-1 0,-1 1 0,-2 0-161,8 0 0,-3 0 477,-9-1 1,-3 1-478,15 0 190,-7-1-190,-2-1 1215,-4 0-1215,-3 0 0,-1 0 0,-1-4 0,-4-3 0,-3-4 0,-4 1 0,-4 2 0,-4 4 0,-1 2 0</inkml:trace>
  <inkml:trace contextRef="#ctx0" brushRef="#br0" timeOffset="25582">21488 6733 24575,'21'0'0,"11"0"0,15 0 0,-18 0 0,2 0 0,6 0 0,2 0 0,7 0 0,2 0-490,-10 0 1,2 0 0,1 0 489,3 0 0,2 0 0,3 0 0,-10 0 0,2-1 0,1 1 0,0 0 0,-3-1 0,12 0 0,-2 0 0,0 0 0,-4-1 0,1 0 0,0 0 0,-4 0 0,-4-1 0,-3-1 0,0 1-3,-1 0 0,0-1 1,-1 2 2,16-2 0,-2 1 0,-3 2 0,-1 0 0,-5 1 0,-1 0 0,-3 0 0,0 0 0,-2 0 0,1 0 0,-1 0 0,0 0 545,1 0 0,-2 0-545,-2 0 0,-2 0 386,19 0-386,-15 0 0,-13 0 0,-8-1 0,-6 0 0,-6 0 0,-2 0 0</inkml:trace>
  <inkml:trace contextRef="#ctx0" brushRef="#br0" timeOffset="38333">8681 5949 24575,'22'0'0,"13"0"0,-9 0 0,4 0 0,10 0 0,3 0 0,-10 0 0,1 0 0,1 0-387,4 0 0,2-1 1,0 0 386,3 0 0,0 0 0,0 0 0,-1 0 0,-1 0 0,-1 0 0,-2 0 0,0-1 0,-1 1 94,2-1 1,-1 2-1,-2-1-94,1-1 0,-3 1 0,5 0 0,-3 0 0,7 1 0,4 0 0,-22 0 0,0-2 438,1 1 1,1 0-439,0-1 0,1 0 0,0-1 0,1 1 0,3-1 0,0 1 0,5-1 0,1 0 0,3 0 0,1 1 0,2 0 0,-1 1 0,0 0 0,-1 0 0,-6 0 0,-1 0 0,-5 0 0,0 0 0,-3 0 0,-1 0 0,22-3 0,-22 3 0,-1 0 0,2 0 0,0 0 0,1 0 0,1 1 0,2 0 0,1 0 0,5 0 0,1 0 0,5 0 0,2 0 0,-13 0 0,1 0 0,1 0-232,4 0 0,0 0 0,0 0 232,1 0 0,0 0 0,1 0 0,1-1 0,2 0 0,0 0 0,3-1 0,0-1 0,2-1-460,-11 0 0,0 0 1,1-2-1,1 1 460,4-2 0,1-1 0,0-1 0,2 0-567,-6 2 1,0-1 0,2-1-1,0 1 1,1-1 566,4 0 0,0 0 0,1 0 0,1-1 0,0 1 0,-6 1 0,0 0 0,1 0 0,0 0 0,0 0 0,0 1 0,-2 0 0,1 0 0,-1 0 0,1 0 0,-1 0 0,0 1 0,6-2 0,0 1 0,-1 0 0,0 0 0,0 0-299,-5 1 1,0 0-1,0 0 1,-1 0-1,-1 1 299,5-1 0,-1 0 0,0 1 0,-1 0 3,-5 0 1,0 0 0,-1 1 0,-2 0-4,2-1 0,-1 1 0,-3 1 698,4 0 1,-3 0-699,7 0 2817,-20 2-2817,-12 2 1957,2 3-1957,13 4 674,21 5-674,-12-4 0,3 1 0,6 1 0,0 0 0,-2 0 0,-1 1 0,-5-2 0,-3 1 0,11 4 0,-19-5 0,-11-5 0,-9-4 0,-2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0:41:01.0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7302 7767 24575,'33'0'0,"2"0"0,7 0 0,0 0 0,-1 0 0,-3 0 0,-6 0 0,-1 0 0,-1 0 0,0 0 0,-2 0 0,4 0 0,-10 0 0,7 0 0,-5 0 0,4 0 0,4-1 0,0-1 0,1-3 0,-3-2 0,-1 1 0,-2 0 0,1 1 0,5 0 0,9-4 0,-17 5 0,1 0 0,2-1 0,2 2 0,-1-1 0,0 2 0,-2 0 0,0 1 0,22-3 0,-9 2 0,-6 1 0,-7-1 0,-4 0 0,-3 1 0,-1-2 0,1 1 0,0 1 0,-2-1 0,-5 2 0,-5 0 0,-4 0 0</inkml:trace>
  <inkml:trace contextRef="#ctx0" brushRef="#br0" timeOffset="14582">24222 5619 8191,'14'7'0,"-3"-3"3276,2-1-1489,-1-3 1031,2 0-2818,0 0 1719,-6 0-1719,-26 0 0,-17 0 0,-10 0 0,10 0 0,-4 0 0,-2 0 0,-1 0 655,1 0 0,-2 0 1,0 0-1,-2 0 0,1 0-506,-3 0 0,-1 0 0,0 0 0,1 0 0,0 0-149,5 0 0,0 0 0,1 0 0,1 0 0,2 0-97,-13 0 0,3 0 1,3 0 96,-3 0 0,8 0 0,2 0 0,31 0 0,51 0 0,-9 0 0,4 0 0,3 0 0,4 0 0,1 0 262,-10 2 1,0-1-1,1 1 1,1 0-263,5 1 0,1 0 0,1 0 0,-1 1 0,-2 1 0,0 0 0,0 0 0,-2 1 0,10 3 0,-2 0 0,-1 1 65,-6-2 0,-2 1 0,-3 0-65,2 2 0,-4 1 0,-8-3 0,-3 0 0,7 3 0,-12-4 0,-7-2 1684,-5-4-1684,-2 1 124,0-1-124,2 0 0,2-1 0,8-1 0,6 0 0,6 0 0,2 0 0,-3 0 0,-2 0 0,-4 0 0,-1 0 0,-1 0 0,1 0 0,-1 0 0,-4 0 0,-5 0 0,-5 2 0,-4-1 0,-2-1 0</inkml:trace>
  <inkml:trace contextRef="#ctx0" brushRef="#br0" timeOffset="32299">6981 7108 24575,'0'5'0,"0"3"0,0 4 0,0 13 0,0 21 0,0-15 0,0 3 0,0 8 0,0 4-386,0-10 0,0 2 0,0 2 386,0 6 0,0 1 0,0 1 0,0-9 0,0-1 0,0 2 0,0-1-369,-1 2 1,1 1 0,-1 0 0,0-1 368,-1 0 0,0 0 0,0-1 0,-1 0 0,-1 9 0,0 0 0,0 0 0,-2 0 0,1-1 0,-1 1 0,0-3 0,0 0 0,1 0 0,1-1 0,0 0 0,0 4 0,0-7 0,0 4 0,0 2 0,0-1 0,0-3 0,1 3 0,0-3 0,0 1 0,-1 3-429,1-5 1,-1 1 0,0 2 0,-1 0 0,1 0 0,-1-3 428,1 1 0,-1-2 0,1 0 0,-2-1 0,1 1 0,-1 0 0,-1 0 0,1-1 0,-1 1 0,0 0-292,0-2 1,-1 0 0,1 0 0,0 0 0,-1-1 291,-1 5 0,1-1 0,-1-1 0,0 0 74,-1 7 1,0-1-1,1-1-74,1-6 0,0 0 0,0-2 580,-1 9 0,1-2-580,1-8 0,1-3 1278,1-4 0,0-1-1278,1-3 0,1 1 935,-1 0 1,1 1-936,0 2 0,0 1 0,0 4 0,0 2 0,-2 10 0,0 1 86,2-15 1,0 1 0,0 1-87,-1 2 0,0 0 0,0 1 0,1 0 0,-1 1 0,1-2 0,0-3 0,1 0 0,0-1 0,-1 14 0,1-1 0,0-10 0,2-2 0,0 12 0,0-19 0,0-17 0,0-5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0:41:56.0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7320 12697 8191,'-10'1'0,"0"8"3276,-16 19-2383,5-2 1,-2 6-894,3-4 0,-2 4 0,0 0 669,-2 5 1,-1 1 0,0 0-670,1 2 0,0 0 0,0 0 0,2-2 0,1 0 0,0 0 0,1-2 0,1-1 0,0 0 541,1-1 1,1 0-1,0-1-541,-4 12 0,0-2 1638,4-4 0,0-2-108,4-3 1,1 0-1531,1-1 0,0 1 0,2 0 0,-1 0 515,2-1 0,-1-2-515,2-3 0,-1-2 321,-3 9-321,3-11 0,4-8 0,3-3 0,0 6 0,1 9 0,0 11 0,3 9 0,1-20 0,0 1 0,2 2 0,1 2 0,2 1 0,0 0 0,1 1 0,2-1 0,0 2 0,2 0 0,1-1 0,2 0 0,0-2 0,0 0 0,0-2 0,-1 0 0,0-5 0,-1-2 0,-1-1 0,0-2 0,11 16 0,1-7 0,3 2 0,-10-16 0,0 1 0,5 3 0,0-1 0,4 1 0,0 1 0,3 0 0,2 0 0,0-1 0,1-1 0,2-1 0,2-2 0,4 1 0,2-1-224,-13-6 1,2-2 0,0 1 223,5-1 0,1-1 0,1-1 0,3 0 0,0-1 0,0-1 0,2-1 0,0-1 0,0-1 0,0 0 0,0 0 0,-1-1 0,-2 0 0,0 0 0,0 0 0,-1-1 0,0 0 0,0-1 0,-1 0 0,0 0 0,-1-1 0,1-1 0,0-1 0,0 1 0,0-1 0,0-1 0,0 1 0,-2-1 0,-1 0 0,0-1 0,13-3 0,-3-3 0,-8 0 0,-4-4 0,-7-4 0,-3-4 0,-2-7 0,-1-4 0,-1-5 0,1-2 0,-6 12 0,1-1 0,0 1 0,0 0 0,0 1 0,0 2 0,9-10 0,-1 3 0,0 5 0,1 3 0,-4 7 0,1 2 0,18-11 0,-8 5 670,-4 1-670,-2-3 0,-2-1 0,4-4 0,3-6 0,-15 15 0,1-1 0,1-3 0,-1-2 0,1-3 0,0-3 0,1-3 0,0-2 0,0-2 0,0-1 0,0 0 0,1-1 0,-1 1 0,0 0 0,-2 0 0,-1 0 0,-1 0 0,-2 0 0,-2 2 0,-2 0 0,-3 5 0,-1 0 0,-2 5 0,-1 1 0,-1-17 0,-2 0 0,0-3 0,-2 22 0,-1 1 0,-2-2 0,0 2 0,-11-21 0,-2 10 0,1 11 0,2 8 0,2 6 0,-4 4 0,-8-4 0,-13-6 0,15 6 0,-2 0 0,-3 0 0,1 0 0,-1 0 0,0 1 0,2 1 0,1 0 0,-1 0 0,1 0 0,0 0 0,0 0 0,-1 1 0,0 0 0,0 0 0,0 0 0,2 2 0,-1 0 0,1 1 0,0-1 0,-1 0 0,-1 0 0,-3-1 0,-2 0 0,-2-2 0,-1 0 0,-1 0 0,0-1 0,0-1 0,0 1 0,2-1 0,-1-1 0,0 1 0,0-1 0,-2 0 0,0-1 0,1 0 0,-1 1 0,1 1 0,1 1 0,4 2 0,0 1 0,5 2 0,1 2 0,-15 0 0,5 3 0,-2 1 0,-6 0 0,-8 0 0,23 0 0,-1 0 0,-1 0 0,0 0 0,-3 0 0,1 0 0,-3 0 0,1 0 0,-1 0 0,0 0 0,3 0 0,0 0 0,-19 0 0,15 0 0,12 2 0,4 4 0,-13 7 0,2-3 0,-4 1 0,4-1 0,-3-1 0,-1 1-262,-5 1 0,-3 0 1,1-1 261,-1 1 0,0-1 0,2 0 0,5-2 0,2 0 0,2 0 0,-5 1 0,4 0 0,-5 1 0,20-4 0,9-5 0,2-1 0,2 1 785,1 0-785,-1 1 0,1 0 0,2-1 0,4 0 0</inkml:trace>
  <inkml:trace contextRef="#ctx0" brushRef="#br0" timeOffset="35851">32972 3701 24575,'-6'0'0,"-6"0"0,-6 0 0,-9 0 0,-6 0 0,-2 0 0,-3 0 0,-9 1 0,19 2 0,-1 2 0,-3 2 0,-1 2 0,-1 2 0,1 1 0,2 0 0,2 0 0,4-1 0,0-1 0,-16 8 0,7-2 0,3 1 0,6-3 0,8-1 0,4-1 0,3-1 0,1 2 0,-3 5 0,-2 6 0,-5 10 0,6-11 0,0 2 0,-3 5 0,-1 3 0,-2 5 0,-1 2 0,0 5 0,-1 0 0,1 0 0,1-2 0,1-2 0,2-2 0,4-8 0,2-2 0,-2 12 0,8-16 0,3-10 0,1-3 0,0-1 0,0 3 0,0 4 0,0 5 0,0 3 0,0 6 0,1 2 0,1 0 0,1 1 0,3-3 0,3-3 0,2-1 0,1-2 0,0-1 0,2 0 0,2-1 0,3-2 0,2-3 0,1-1 0,0-3 0,-1-1 0,3-1 0,2 0 0,2 0 0,-2-1 0,-1-2 0,-5-2 0,0 0 0,3 1 0,3-1 0,4 1 0,4 0 0,3 2 0,1-2 0,-2-4 0,-4-2 0,2-3 0,2 0 0,5 0 0,3 0 0,0 0 0,-3-4 0,-3-4 0,-2-6 0,2-4 0,-2-2 0,-2-2 0,-4 1 0,-9 2 0,-4 2 0,-5 5 0,-2 0 0,-2 3 0,0 0 0,-1-3 0,4-5 0,5-7 0,5-4 0,4-5 0,2-3 0,-2-2 0,-2-2 0,-1-3 0,-11 19 0,-1-1 0,1-4 0,-2-2 0,1-3 0,0-2 0,-2-3 0,-1 0 0,0-2 0,-2-1 0,-2 2 0,0-1 0,-2 4 0,-1 0 0,0 2 0,0 1 0,0 2 0,0 2 0,0 1 0,0 1 0,-1 0 0,0 1 0,-2 0 0,-2 2 0,-7-23 0,-6 5 0,-2 5 0,0 2 0,0 0 0,1 4 0,3 6 0,1 6 0,0 8 0,0 2 0,-3 2 0,-3 0 0,0 1 0,0 1 0,-1 1 0,2 2 0,0 1 0,0 2 0,4 0 0,2 0 0,3 0 0,2 0 0,2 0 0,1 0 0,0 0 0,1 0 0,2 0 0,0 0 0</inkml:trace>
  <inkml:trace contextRef="#ctx0" brushRef="#br0" timeOffset="56469">7920 13894 24575,'43'0'0,"5"0"0,-15 0 0,3 0 0,1 0 0,1 0 0,0 0 0,0 0 0,0 0 0,0 0 0,-5 0 0,-1 0 0,-5 0 0,-1 0 0,15 0 0,-10 0 0,-10 0 0,-6 0 0,-5 0 0,-3 0 0,-1 1 0,1 0 0,1 0 0,0 0 0,0-1 0,-1 0 0,1 0 0,-1 0 0,3 0 0,2 0 0,6 0 0,8 0 0,7 0 0,7 0 0,-1-1 0,-6-2 0,-8 0 0,-11 0 0,-7 3 0,-4 2 0,-3 2 0,0 0 0,-1-1 0,0 0 0,0-1 0,1 0 0,0 0 0,1-1 0</inkml:trace>
  <inkml:trace contextRef="#ctx0" brushRef="#br0" timeOffset="58050">7764 14999 24575,'14'0'0,"9"0"0,9 0 0,7 0 0,-2 0 0,-9 0 0,-8 0 0,-9 0 0,-4 0 0,-1 0 0,1 0 0,9 0 0,12 0 0,17-3 0,-14 1 0,0 0 0,4-2 0,-1 0 0,1-1 0,-1 1 0,-3 1 0,-2 1 0,15-2 0,-14 4 0,-13 0 0,-8 1 0,-4 1 0,-3 2 0,-1 0 0,-1-2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0:43:54.4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7274 13935 24575,'15'0'0,"20"0"0,-8 0 0,2 0 0,11 0 0,4 0 0,-11 0 0,2 0 0,0 0-326,2 0 1,0 0-1,0 0 326,1 0 0,1 0 0,-1 0 0,-3 0 0,0 0 0,-1 0 120,13 0 0,-3 0-120,-7 0 0,-2 0 0,-6 0 0,-1 0 0,17 0 0,-4 0 0,-1 0 737,5 0-737,-19 0 0,0 0 0,1 0 0,1 0 0,0-1 0,-1 0 0,-2 0 0,0 0 0,20-1 0,-4 0 0,0 1 0,7-1 0,-21 1 0,1 0 0,2 0 0,0-1 0,2 2 0,1-1 0,2 1 0,1 0 0,1 0 0,1 0 0,3 0 0,0 0 0,1 0 0,-1 0 0,-5 0 0,-2 0 0,-6 0 0,-3 0 0,8 0 0,-18-1 0,-9-3 0,-5-2 0,-5-1 0,-1-1 0,0 0 0,-1-3 0,1 0 0,-1-1 0,0 0 0,1 1 0,0 2 0,1 2 0,1 4 0,1 3 0,1 1 0,0 3 0,1 0 0,0 0 0,0 1 0,0-3 0,0 0 0</inkml:trace>
  <inkml:trace contextRef="#ctx0" brushRef="#br0" timeOffset="2751">10462 13857 24575,'44'0'0,"-17"0"0,3 0 0,11 0 0,2 0 0,5 0 0,1 0 0,-14 0 0,0 0 0,0 0 0,2 0 0,1 0 0,-1 0 0,-2 1 0,1 0 0,-1 0 0,0 1 0,0 0 0,-1 0 0,10 2 0,-1 1 0,-5 0 0,-2 2 0,-4-2 0,-1 1 0,-4-1 0,-1 2 0,21 6 0,-7-2 0,-7 0 0,-3-4 0,1-4 0,8 0 0,8 0 0,-19-2 0,0 1 0,3 0 0,0 0 0,-2 0 0,0 0 0,-3 0 0,-2 1 0,13 2 0,-12-3 0,-9 0 0,-6-2 0,-1 0 0,7 0 0,6 0 0,6 0 0,1 0 0,-6 0 0,-8 0 0,-5 0 0,-6 2 0,-1 0 0,-2 1 0,1 0 0,-1 2 0,-1 2 0,0 1 0,0-2 0,-1 0 0,1-5 0,-1 1 0</inkml:trace>
  <inkml:trace contextRef="#ctx0" brushRef="#br0" timeOffset="7051">13522 13934 24575,'12'2'0,"4"0"0,4-2 0,2 0 0,0 0 0,3 0 0,5 0 0,10 0 0,8 0 0,-21 0 0,2 0 0,2 0 0,0 0 0,0 0 0,-1 0 0,0 0 0,-2 0 0,21 0 0,-10 0 0,-11 0 0,-6 0 0,-4 0 0,-5 0 0,-4 0 0,-2 0 0,1 0 0,4 0 0,11 0 0,9 0 0,11 0 0,-18 0 0,1 0 0,1 0 0,0 0 0,0 0 0,-1 0 0,20 0 0,-12 0 0,-13 0 0,-7 0 0,-4 0 0,1 0 0,3 0 0,4 0 0,3 0 0,0 0 0,-4 0 0,-8 0 0,-4 0 0</inkml:trace>
  <inkml:trace contextRef="#ctx0" brushRef="#br0" timeOffset="12350">7843 15360 24575,'46'0'0,"-15"0"0,4 0 0,9 0 0,4 0-476,-11 0 0,1 0 0,0 0 476,1 0 0,0 0 0,1 0 0,3 0 0,1 0 0,0 0 0,1 0 0,0 0 0,1 0 0,-1 0 0,0 0 0,0 0 0,0 0 0,0 0 0,-1 0 0,-2 0 0,0 0 0,-1 0 0,-1 0 0,1 0 0,-1 0 0,-1 0 0,1 0 0,0 0 0,-2 0 0,0 0 0,-1 0 0,-2 0 0,1 0 0,-1 0 0,-1 0 0,1 0 0,0 0 0,3 0 0,0 0 0,1 0 0,3 0 0,0 0 0,2-1 0,1 0 0,2 0 0,0 0-383,-7 0 1,0 0-1,1 0 1,0 0 382,-1-1 0,0 0 0,1 0 0,-1 0 0,3-1 0,-1 1 0,1-1 0,0 0 0,2 1 0,1-1 0,-1 0 0,1 0 0,-3 0 0,0 0 0,-1-1 0,1 1 0,-1 1 0,0-1 0,0 1 0,0 0 0,-2 0 0,1-1 0,-1 1 0,-1 0 0,8-1 0,-1 1 0,0-1 102,-4 1 1,-1 0-1,-1 0-102,11-1 0,-3 0 0,-12 2 0,-3 0 0,11 1 656,-19 0-656,-15 0 389,-10-4 0,-1 3 1,-3-3-1</inkml:trace>
  <inkml:trace contextRef="#ctx0" brushRef="#br0" timeOffset="14133">5337 12117 24575,'29'0'0,"0"0"0,8 0 0,3 0 0,-3 0 0,2 0 0,2 0-890,5 0 0,2 0 0,0 0 890,-10 0 0,1 0 0,0 0 0,0 0 0,2 0 0,2 0 0,-1 0 0,0 0 0,0 0 0,1 0 0,-1 0 0,1 0 0,0 0 0,1 0 0,1 0 0,-2 0 0,0 0 0,-1 0 0,0 0 0,-1 0 0,-1 0 0,0 0 0,-1 0 0,0 0 0,0 0 0,-1 0 0,0 0 0,0 0 0,11-2 0,-1 1 0,1-1 0,0 0 0,0 0 0,-1 0 0,-2 0 0,-2-1 0,-1 1 133,-4 0 1,0-1 0,-2 1-134,12 0 0,-1 1 271,-9 0 1,-1 0-272,-5-1 0,-2 2 0,-4 0 0,-1 0 0,20 0 1356,-3 0-1356,1 0 185,-19 0 0,2 0-185,5-1 0,2 0 0,7-1 0,2-1 0,-10 1 0,1-1 0,0 1-230,3-1 1,1 0 0,0 1 229,2-1 0,1 1 0,0 1 0,0 0 0,0 0 0,0 0 0,0 1 0,0 0 0,0 0 0,0 0 0,0 0 0,0 0 0,-2 0 0,1 0 0,-1 0 0,-1 0 0,0 1 0,-1 0 0,-1 0 0,-2 1 0,1 0-110,14 2 1,-1 0 109,0 0 0,2-1 0,-12-1 0,1 0 0,-3-1 0,-3 0 0,-3 0 0,1-1 0,0 0 0</inkml:trace>
  <inkml:trace contextRef="#ctx0" brushRef="#br0" timeOffset="24933">12193 12735 24575,'-3'18'0,"-4"22"0,1-11 0,-2 4 0,-3 8 0,-3 2 0,3-12 0,-2 0 0,-1 0 0,0-1 0,0 0 0,-1 0 0,-7 12 0,-1-1 0,3-6 0,1-1 0,3-7 0,3-1 0,-8 16 0,9-7 0,3-4 0,2 2 0,0 7 0,-1 9 0,6-23 0,0 2 0,1 0 0,0 2 0,0 0 0,1 0 0,0 0 0,0 1 0,2 1 0,0 0 0,2-1 0,0 0 0,2-2 0,1 0 0,1-1 0,0-1 0,9 19 0,-1-9 0,-1-11 0,0-11 0,-2-8 0,0-4 0,2-2 0,6-1 0,10 0 0,12 0 0,-17-2 0,1 0 0,1-1 0,0-2 0,-3-1 0,-1-1 0,11-10 0,-12 1 0,-10-1 0,-2-4 0,5-8 0,6-11 0,-8 15 0,1-2 0,1-3 0,1 0 0,0-3 0,1-1 0,-1 1 0,0-1 0,-1 3 0,-1 0 0,-2 3 0,-1 0 0,-2 4 0,-2 1 0,2-14 0,-4 7 0,-5 2 0,-1-9 0,0 9 0,0-2 0,0-8 0,0-3 0,0-5 0,1-1 0,2-3 0,0 1 0,1 2 0,-1 2 0,1 2 0,0 2 0,-1 1 0,-1 1 0,0 2 0,-3 1 0,0 1 0,-3 0 0,-1 4 0,-3 2 0,-10-16 0,-6 10 0,2 14 0,3 7 0,3 7 0,2 5 0,0 1 0,-2 1 0,2 0 0,2 0 0,0 1 0,-3 5 0,-8 9 0,-5 9 0,-1 7 0,7-1 0,9-5 0,8-5 0,4-6 0,1-2 0,0-2 0,0 1 0,0 1 0,0 1 0,0 9 0,-10 12 0,-2-10 0,-3 1 0,-5 5 0,-3-1 0,-2-1 0,0-1 0,4-6 0,2-3 0,-2 3 0,14-14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0:48:17.2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7299 13836 24575,'13'0'0,"8"0"0,21 0 0,-9 0 0,3 0 0,4 0 0,2 0 0,-8 0 0,1 0 0,1 0 0,0 0 0,0 0 0,0 0 0,-1 0 0,-1 0 0,0 0 0,0 0 0,0 0 0,0 0 0,9 0 0,-2 0 0,-1 0 0,-2 0 0,-3 0 0,0 0 0,-1 0 0,-1 0 0,-1 0 0,0 0 0,-1 0 0,-2 0 0,-1 0 0,-2 0 0,15 0 0,-11 0 0,-10 0 0,-8 0 0,-3 0 0,-2 0 0,8 0 0,17 0 0,-8 0 0,3 0 0,8 0 0,1 0 0,3-1 0,-1 0 0,-3-1 0,-3 0 0,17-3 0,-22 0 0,-15 2 0,-8 2 0,-3 1 0,-2 0 0</inkml:trace>
  <inkml:trace contextRef="#ctx0" brushRef="#br0" timeOffset="1718">10298 13726 24575,'46'0'0,"-20"0"0,2 0 0,9 0 0,2 0 0,0 0 0,1 0 0,2 0 0,1 0 0,2 0 0,0 0 0,0 0 0,2 0 0,1 0 0,1 0 0,-1 0 0,-1 0 0,-2 0 0,-1 0 0,0 0 0,-2 0 0,-1 0 0,-1-1 0,-2 0 0,-1-1 0,-6 0 0,-1 0 0,16-3 0,-16 1 0,-10 2 0,-2-2 0,10-3 0,15-4 0,-12 3 0,2 0 0,5-1 0,2 0 0,3 0 0,0 1 0,0 1 0,-1 0 0,-2 2 0,-1 1 0,-2 1 0,0 1 0,-1 1 0,-1 0 0,-3 1 0,0 0 0,-4 0 0,-1 0 0,18 0 0,-9 1 0,-4 2 0,-4 0 0,-3 1 0,-6-2 0,-5-1 0,-5-1 0,-6 0 0,-3 0 0,-3 0 0</inkml:trace>
  <inkml:trace contextRef="#ctx0" brushRef="#br0" timeOffset="3651">13696 13691 24575,'23'0'0,"11"0"0,-10 0 0,2 0 0,4 0 0,1 0 0,2 0 0,0 0 0,0 0 0,-1 0 0,-1 0 0,-1 0 0,0 0 0,-2 0 0,-2 0 0,-1 0 0,20 0 0,-7 0 0,0 0 0,8 0 0,-19 0 0,0 0 0,3 0 0,0 0 0,0 0 0,-2 0 0,21 0 0,-13 0 0,-12 0 0,-10 0 0,-6 0 0,-2 0 0,1 0 0,3 0 0,3 0 0,1 0 0,0 0 0,-3 0 0,-1 0 0,-4 0 0,-2 1 0,-3-1 0</inkml:trace>
  <inkml:trace contextRef="#ctx0" brushRef="#br0" timeOffset="7268">8817 15198 24575,'26'-1'0,"1"-1"0,10 1 0,6 1 0,3-1 0,-7 1 0,2 0 0,3 0 0,0 0 0,1 0-547,-4 0 1,1 0 0,0 0 0,1 0 0,0 0 0,-1 0 132,7 0 0,0 0 1,-1 0-1,-1 0 0,-2 0 414,2 0 0,-2 0 0,-2 0 0,-3 0 535,-3 0 0,-2 0 1,-4 0-536,1 0 0,-5 0 865,3 0-865,-3 0 0,13 0 0,-12 0 0,3 0 1437,3-1 1,2-2-1438,2-1 0,2-2 0,1 0 0,0-2 0,0-1 0,0-1 0,0 1 0,0 0 0,-4 1 0,0 1 0,-7 2 0,0 0 0,17 0 0,-10 3 0,-1 2 0,5 0 0,7 0 0,-21 0 0,3 0 0,6 0 0,2-2 0,7-3 0,2-3-278,-11 1 0,0-1 0,1-2 278,3-1 0,-1-1 0,1 0 0,-3-2 0,0 0 0,-1 0 0,11-4 0,-3 0 0,-10 5 0,-4 1 0,8-3 0,-17 10 0,-10 4 0,-1 1 834,0 0-834,3 0 0,7 3 0,10 0 0,13 0 0,6-2 0,0 0 0,-10-1 0,-13 0 0,-10 0 0,-9 1 0,-4 1 0,-2 2 0,-1 1 0,0 0 0,0 0 0,0 0 0,1-2 0,2 1 0,-1 0 0,1-1 0,-1 1 0,0-1 0,2-1 0,0 0 0,-1 1 0,0 0 0,-2 1 0,-1-1 0,0 2 0,0-1 0,0 2 0,2 1 0,3 1 0,4 0 0,4 0 0,3 0 0,4-1 0,2 0 0,-1-1 0,-5-3 0,-3-2 0,-7-1 0,-4 0 0,-4-2 0,-1-2 0,-1-6 0,2-4-820,-3-2 1,2 4 0,0 4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0:50:41.3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6419 7578 24575,'27'0'0,"5"0"0,10 0 0,6 0 0,-23 0 0,0 0 0,25 0 0,-24 0 0,0 0 0,0 0 0,0 0 0,1 0 0,1 0 0,1 0 0,1 0 0,0 0 0,0 0 0,0 0 0,-2 0 0,0 0 0,-1 0 0,23 0 0,-8 0 0,-5 0 0,-5 0 0,-6 0 0,-5 0 0,-6 0 0,-4 0 0,-3 0 0,0 0 0,7 0 0,14 0 0,15 0 0,-16 0 0,2 0 0,2 0 0,0 0 0,0 0 0,-2 0 0,-3 0 0,-2 0 0,13 0 0,-15 0 0,-9 0 0,-5 0 0,-2 0 0,-1 0 0,3 0 0,3 1 0,6 2 0,0 1 0,-3 0 0,-3 0 0,-5-1 0,-3-2 0,-3 0 0,-2-1 0</inkml:trace>
  <inkml:trace contextRef="#ctx0" brushRef="#br0" timeOffset="1883">8985 7519 24575,'33'3'0,"6"-2"0,7-1 0,-5 0 0,-10 0 0,-14 0 0,-9 0 0,-3 1 0,0 0 0,2 2 0,4 2 0,9 2 0,9 4 0,8 2 0,3 0 0,-4-1 0,-5-1 0,-6-3 0,-8 0 0,-4-3 0,-6 0 0,-4-3 0,-2 0 0</inkml:trace>
  <inkml:trace contextRef="#ctx0" brushRef="#br0" timeOffset="5183">10804 7789 24575,'32'0'0,"11"0"0,-12 0 0,2 0 0,3 0 0,0 0 0,1 0 0,-2 0 0,0 0 0,-2 0 0,-2 0 0,-1 0 0,1 0 0,-1 0 0,4 0 0,0 0 0,5 1 0,1 2 0,7 1 0,2 1-286,-14-1 0,2 1 0,0 0 286,3 1 0,1 0 0,0 0 0,0 0 0,0 1 0,1-1 0,3 1 0,0 0 0,1-1 0,-3 1 0,1 1 0,0-1 0,-1 0 0,0 1 0,0-1 0,-1 0 0,-1 1 0,0-1 0,-4-1 0,-1 0 0,-1 0-56,1 0 0,-1-1 0,0-1 56,12 3 0,-1-2 0,-4-1 0,0-1 0,-4-1 0,-1 1 0,-2-1 0,-1 1 0,0-1 0,0 1 0,0 2 0,0 0 425,1 2 0,1-1-425,3 2 0,2 0 0,2-2 0,2 0 0,-13-2 0,1-1 0,1 0-96,3 0 1,0-1-1,0-1 96,-1 0 0,-1 0 0,0 0 0,-1 0 0,1 0 0,-2-1 0,12 0 0,-1 0 0,-6 0 0,-1 0 0,-5 0 0,-1 0 0,-5 0 0,-1 0 0,15 0 0,-8 0 0,-2 0 463,4-1-463,7-4 0,4-4 0,3-5 0,-4-3 0,-4-2 0,-4 3 0,-7 3 0,-7 3 0,-7 4 0,-3 1 0,-3 2 0,0 0 0,0-1 0,0 1 0,1-1 0,-1 1 0,-2-1 0,-1 0 0,-3 1 0,-1 1 0,-5 6 0,0-2 0,-2 2 0,2-3 0,1 1 0,1 1 0,1 1 0,0 0 0,-2 0 0,2-2 0,-2-1 0</inkml:trace>
  <inkml:trace contextRef="#ctx0" brushRef="#br0" timeOffset="9933">32591 3709 24575,'0'15'0,"0"8"0,0 14 0,0-12 0,0 2 0,0 12 0,0 4 0,0-11 0,0 1 0,0 2-333,0 4 1,0 0 0,0 2 332,0 0 0,0 1 0,0 1 0,0-1 0,0 0 0,0 0 0,0 1 0,0 0 0,0 0 0,0-1 0,0-1 0,0 0 0,0 1 0,0 0 0,0 1 0,0-1 0,0 1 0,0 0 0,1 1 0,0 0 0,1 0 0,0 1 0,0 1 0,0-2 0,2 0 0,-1-1 0,1-1 0,0-3 0,0-1 0,-1-1 122,2 10 0,-1-3-122,-1-7 0,0-2 0,0 14 0,0-16 0,0-6 0,1-2 753,0 8-753,1 8 0,-3-16 0,-1 1 0,0 8 0,0 2 0,0 8 0,0 3-370,-1-8 1,0 2 0,0 0 369,0 5 0,0 0 0,0 0 0,0 0 0,0 0 0,0-1 0,0-4 0,0-1 0,0-2 0,0 6 0,0-4 0,0-11 0,0-5 0,0 0 0,0-17 0,3-13 0,6-10 1108,16-12-1108,-2 6 0,4-1 0,8-5 0,2-1-339,-7 5 1,2-1 0,0 0 338,3-2 0,0-2 0,0 0 0,0-1 0,0-1 0,0-2 0,-2 0 0,0-1 0,-2 0 0,-3 1 0,-3 1 0,-1-2-146,-3 2 1,-2 0-1,-2-1 146,-3 0 0,-1 0 0,-2-1 0,-2-2 0,-1-1 0,-2 0 0,0-3 0,-2 0 0,-1-1 0,0 0 0,-1-1 0,-1 1 0,0 0 0,-1 1 0,0 0 0,0 4 0,0 0 0,0 0 0,0-1 0,0-1 0,0 0 0,0-4 0,-1-1 0,-1-1-505,1 5 0,0 0 0,-1-2 0,-1-1 505,1-5 0,-2-2 0,0 0 0,0-1 0,1 11 0,0-1 0,-1 0 0,0 0 0,0 0 0,-1-8 0,-1 1 0,0 0 0,0 1-188,-1 5 1,1 2 0,-1 0 0,0 2 187,-2-4 0,0 2 0,-1 1 423,-5-10 1,-1 3-424,1 9 0,-1 3 196,0 5 1,0 2-197,-14-14 2078,3 17-2078,3 11 903,-4 8-903,-11 7 0,11 1 0,-1 1 0,-5 0 0,-1 1 0,1 1 0,1 0 0,6-1 0,1 2 0,-13 16 0,17 1 0,0 5 0,1 0 0,-3 3 0,0 1-404,2-3 1,0 1 0,-2 0 0,1 1 403,-2 1 0,-1 1 0,0 0 0,1 0 0,1-3 0,1 1 0,0-1 0,1-1-235,-3 7 0,2-1 0,1 0 235,2-1 0,2 0 0,1 0 0,1 2 0,1-1 0,2 2 0,-1 3 0,1 1 0,0 1 0,0 1 0,0 0 0,1-1 0,1-1 0,-1-1 0,2-1 0,0-3 0,2-1 0,0-1 0,0 8 0,1-2 0,3-6 0,1 0 0,2-2 0,0 1 0,1-1 0,0 1 776,1 3 1,-1 0-777,1 2 0,0-1 382,1-2 1,0 0-383,0-3 0,1-1 0,0 0 0,1 0 0,2 4 0,1 1 0,4 5 0,2 2-139,-2-12 1,1 0 0,0 0 138,2 0 0,1 0 0,1-1 0,7 10 0,1-3 0,-2-6 0,0-5 0,-3-7 0,1-2 0,20 5 0,-17-15 0,1 0 0,4-2 0,1-1 0,2 0 0,1-2 207,0 0 1,-1-2-208,-2-1 0,-1-1 0,22-7 0,-6-9 0,-6-11 0,-4-9 0,-4-2 0,-3-2 0,-14 18 0,0-1 0,1-1 0,0-1 0,-1-3 0,0 0 0,-1 1 0,0-1 0,-1 2 0,-1-1 0,2-1 0,-1-3 0,5-8 0,0-2 0,-4 6 0,0-1 0,0-2-484,2-6 0,0-3 0,0 0 484,-4 9 0,0-1 0,0-1 0,-1 1 0,-1 1 0,1-1 0,-2 1 0,1 0 0,1-9 0,0 0 0,-1 1-176,-2 5 0,0 1 0,-1 1 176,-2 2 0,0 1 0,-1 0 0,0-3 0,-1 0 0,-1-1-437,-1-4 1,-2-2-1,0-1 437,-1 9 0,-1-2 0,0 1 0,-1-1 0,-1 0 0,-1-1 0,0 0 0,0 1 0,-1 1 0,-1 1 0,1 1 0,-1 1-39,-2-6 0,1 2 0,0 2 39,-2-7 0,-1 6 651,4 13 1,0 5-652,-5-1 524,5 14-524,3 7 0,4 1 0,0 0 0</inkml:trace>
  <inkml:trace contextRef="#ctx0" brushRef="#br0" timeOffset="18533">15728 7918 24575,'35'0'0,"5"0"0,-15 0 0,1 0 0,0 0 0,0 0 0,1 0 0,0 0 0,-2 0 0,0 0 0,1 0 0,0 0 0,3 0 0,0 0 0,3 0 0,0 0 0,2 0 0,1 0 0,0 0 0,1 0 0,-1 0 0,1 0 0,-1 0 0,0 0 0,1 0 0,0 0 0,0 0 0,2 0 0,-1 0 0,1 0 0,-3 0 0,0 0 0,-5 0 0,-1 0 0,11 0 0,-15 0 0,-14 1 0,-5 1 0,-4 0 0,0 1 0,1 1 0,3-1 0,2 2 0,1-1 0,6-2 0,8-1 0,7-1 0,5 1 0,-4 0 0,-7 1 0,-8 1 0,-9 0 0,-4-2 0,-2 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0:53:03.0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1358 10001 24575,'-19'16'0,"-13"19"0,23-9 0,-1 3 0,-15 6 0,-1 1 0,6-1 0,0 0 0,-5 0 0,0 1 0,6 7 0,2 0 0,0-14 0,-1 1 0,-1 12 0,3-2 0,-4-1 0,3-12 0,3-3 0,10-4 0,-12 11 0,16-11 0,0 15 0,0 0 0,0 1 0,0-17 0,0 13 0,0-28 0,16 27 0,3-4 0,6-2 0,1 3 0,-7 4 0,2-1 0,11-4 0,2 1 0,-6 6 0,-1-2 0,0-11 0,1-2 0,5 7 0,1-1 0,-11-15 0,1-1 0,16 8 0,4-2 0,4-12 0,2-3-371,-10 5 0,2 2 0,1-3 371,4-3 0,0-1 0,0-1 0,0 1 0,1 0 0,-1 0 0,0 1 0,1-1 0,-2-1 0,-5-3 0,-1-3 0,-4 2 0,3 4 0,-5-1 0,5-14 0</inkml:trace>
  <inkml:trace contextRef="#ctx0" brushRef="#br0" timeOffset="1166">2346 11289 24575,'16'-33'0,"-1"-1"0,-2 1 0,-1-3 0,3-1 0,1 4 0,2 0 0,1-2 0,-2-1 0,-1-2 0,-2-2 0,-1 0 0,-1-1 0,-1 0 0,-2-2 0,-1 1 0,-1 4 0,3-13 0,-4 4 0,-5-4 0,-2 4 0,3 20 0,-4 3 0,-12-3 0,-3-1 0,-1-14 0,-4-2-361,-3 14 0,-6 1 0,1-2 361,3-6 0,0-1 0,-1-1 0,2 8 0,-1 0 0,0 0 0,3 0 0,1-3 0,2-1 0,-2 3 0,-4 1 0,-2 2 0,3 2 0,6-1 0,1 5 0,-16 4 0,3 3 0,13 16 0,-1 0 0,-27 0 1083,23 0-1083,-1-1 0,-1 2 0,-9 15 0,10-8 0,-1 3 0,7 6 0,-1 2 0,-13 6 0,-1 1 0,14-7 0,1 1 0,-7 6 0,1-1 0,6-6 0,3 13 0,16-28 0,0 27 0,0-27 0,0 19 0,0-21 0,0 6 0,0 8 0,0 4 0,-16-1 0,12-3 0,-11-16 0,-1 0 0,12 15 0,-12-26 0,16 22 0,0-26 0,0-1 0,0 12 0,0-11 0,-15 15 0,11 0 0,-12-16 0,16 12 0,0-12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0:53:55.5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5256 6138 24575,'36'0'0,"-11"0"0,1 0 0,13 0 0,-14 0 0,1 0 0,9 0 0,-15 0 0,11 0 0,-27 0 0,12 0 0,15 0 0,8 0 0,-5 0 0,3 0 0,6 0 0,0 0 0,-5 0 0,-2 0 0,1 0 0,-3 0 0,-7 0 0,-3 0 0,-4 0 0,-5 0 0</inkml:trace>
  <inkml:trace contextRef="#ctx0" brushRef="#br0" timeOffset="6535">14411 459 24575,'0'9'0,"0"15"0,0 11 0,0-9 0,0 3 0,0 13 0,0 2 0,0-6 0,0-1 0,0 6 0,0 0 0,0-7 0,0-1 0,0-1 0,0 2 0,0 6 0,0 2 0,0-9 0,0 0 0,0 1-223,0 5 0,0 2 1,0-1 222,0-3 0,0 1 0,0-2 0,-1-2 0,1-1 0,1-2-7,6 7 1,2-1 6,0 4 0,1 0 0,-1-6 0,2 0 0,6 6 0,-3 0 0,-12 1 0,0-1 0,13-6 0,1 0 0,-5 7 0,-2-2 0,1-14 0,0-1 333,1 15 1,1-1-334,6 2 7,-14-8 0,4-4-7,23-11 0,-11 3 0,15-5 0,0-6 0,0 4 0,-10-8 0,1-1 0,1-5 0,1 0 0,14 6 0,2 0 0,0-7 0,3-2-595,-4 1 0,3 0 0,2 0 595,-8 0 0,1 0 0,2 0 0,1 0-656,2 0 1,2 0-1,2 0 1,1 0 0,-1 0 621,-4 0 1,0 0-1,0 1 1,1-1 0,0 0-1,0-1 34,1-1 0,1 0 0,1-1 0,-1 0 0,0 0 0,0 0 0,-2 0 0,0 0 0,0 0 0,0 0 0,-1-1 0,0 1-355,-3-2 0,1 1 0,-2-1 0,1 0 0,-1 0 1,-1 1 354,3 0 0,-1 1 0,0 0 0,-1-1 0,1 0 0,2 0 0,1-2 0,-1 1 0,0 0 0,-2 2-306,1 1 1,-1 3 0,-1-2 0,1-1 305,5-5 0,0-2 0,0 0 0,-2 3 0,-6 3 0,-1 3 0,-2 0 0,0-1 367,7-4 0,-2-2 0,-2 3-367,6 3 0,-6 2 2963,-5-1-2963,-19 0 2592,-1 0-2592,5 0 1906,15 0-1906,-3 0 0,3 0 0,8 0 0,4 0-359,-5 0 0,4 0 0,-1 0 359,2 0 0,1 0 0,0 0 0,-7 0 0,1 1 0,0-1 0,-2-1 0,5-3 0,-3-2 0,0 0 0,1 1 0,-2-1 0,-3-2 0,-1-10 0,-4 1 0,-5 7 0,-5 0 0,-3-21 0,-4 27 0,-16-28 0,0 28 1128,0-11-1128,15-17 0,-5 7 0,0-5 0,5-6 0,3-6 0,0-1-461,-4 8 0,-1-1 1,1 0-1,0-2 461,1-7 0,1-2 0,-1 0 0,2 2 0,0 3 0,2 2 0,-2 0 0,-2-1 0,-5-1 0,-2 0 0,-2 0 0,2 3 0,3 1 0,1 1 0,-4 3 0,-7-11 0,-2 3 0,1 15 0,0 3 0,0-11 0,0 10 0,0-1 0,0 0 0,0-3 921,0-13 1,0-2-922,0 7 0,0 0 0,0-7 0,0 1 0,1 15 0,-2 1 0,-7-3 0,0 2 0,4-10 0,-11-5 0,-1 8 0,12 15 0,-12-11 0,8 12 0,-9-1 0,5-11 0,-19 27 0,27-12 0,-43 16 0,8 0 0,-2 0 0,-5 0 0,12 0 0,-2 0 0,0 0-183,0 0 1,0 0 0,-1 0 182,-4 0 0,0 0 0,1 0 0,-5 0 0,0 0 0,11 0 0,-1 0 0,2 0 0,-4 0 0,0 0 0,1 0 0,-1 0 0,0 0 0,-9 0 0,0 0 0,9 0 0,-1 0 0,-1 0 0,-1 0 0,-1 0 0,1 0 0,3 0 0,0 0 0,1 0 0,0 0 0,1 0 0,0 0 0,1 0 0,0 0 0,0 0 0,-1 0 0,-1 0 0,1 0 0,1 0 0,1 0 0,-2 0 0,-5 0 0,-1 0 0,3 0 0,-4 0 0,2 0 0,-4 0 0,1 0 0,8 0 0,0 0 0,-1 0 0,1 0 0,-1 0 0,2 0 0,6 0 0,1 0 0,-7 0 0,1 0 273,5 0 1,1 0-274,0-1 0,-1 2 0,-5 6 0,0 2 0,6-7 0,-1 0 0,-18 6 0,-2-1 0,2-6 0,0-2-288,9 1 0,-1 0 0,-1 0 288,-1 0 0,-1 0 0,0 0 0,5 0 0,1 0 0,-3 0 0,-2 0 0,-4 0 0,1 0 0,1 0 0,-3 0 0,2 0 0,-2 0 0,4 0 0,-1 0 0,0 0 0,2 0 0,-2 0 0,1 0 0,1 0 0,-4 0 0,0 0 0,2 0 0,-5-1 0,0 2-73,13 4 1,0 1 0,0-1 72,-10-4 0,2 2 0,13 4 0,-1 2 0,-13-1 0,4-1 0,16-3 0,-24 12 855,43-16-855,-12 0 226,16 0-226,-16 0 0,12 0 0,-27 0 0,11 0 0,1 0 0,-13 0 0,29 0 0,-13 0 0,0 0 0,12 0 0,-27 0 0,11 0 0,-7 0 0,-22 0 0,17 0 0,-3 0 0,20 0 0,15 0 0,15 0 0,-11 0 0,12 0 0</inkml:trace>
  <inkml:trace contextRef="#ctx0" brushRef="#br0" timeOffset="11584">22789 2628 24575,'44'0'0,"-6"0"0,10 0 0,-13 0 0,6 0 0,2 0 0,2 0 0,1 0-547,-3 0 1,1 0 0,2 0 0,0 0 0,1 0 0,1 0 77,-3 0 1,2 0 0,0 0 0,0 0 0,1 0 0,0 0 0,-1 0 268,1 0 1,1 0 0,-1 0 0,1 0 0,-1 0 0,1 0 0,-1 0 199,1 0 0,0 0 0,1 0 0,-1 0 0,0 0 0,-1 0 0,-1 0 0,3 0 0,0 1 0,-2-1 0,0 0 0,1 0 0,0-1-219,-5 0 1,1-1 0,0-1 0,0 0 0,0 1 0,-1-1 0,0 2 218,3-1 0,-1 2 0,0 0 0,0-1 0,0 1 0,1-1 0,2-1 0,1-1 0,0 1 0,0-1 0,0 0 0,-1 0 0,-3 0 0,1 0 0,-2 0 0,1 1 0,-1-1 0,0 1-16,0 1 0,-1 1 0,1-1 0,-1 1 0,0 0 0,-1-2 16,6 0 0,-1-2 0,0 0 0,-1 1 0,0 1-229,-4 1 1,0 1 0,0 0 0,-1 0 0,-1 1 228,6-1 0,0 0 0,-1 0 0,-2 0 906,4 0 1,-1 0 0,1 0-907,-4 0 0,1 0 0,0 0 0,-3 0 0,-1 0 0,-3 0 0,1 0 614,-1-1 1,1 0-1,0 1 1,-2 2-615,0 2 0,-3 2 0,1-1 0,0-3 0,1-2 0,-1 2 1332,11 6 0,-2 0-1332,-4-7 0,-2-2 1028,-10 1 0,-3 0-1028,2 0 0,-11 0 0,-16 0 814,16 0-814,-12 0 0,11 0 0,-15 0 0,16 0 0,-12 0 0,12 0 0,-1 0 0,5 0 0,4 0 0,3 0 0,-1 0 0,3 0 0,13 0 0,2 0 0,2 0 0,-2 0 0,-6 0 0,-1 0 0,-1 0 0,-6 0 0,-10 0 0,-4 0 0,-16 0 0,0 0 0</inkml:trace>
  <inkml:trace contextRef="#ctx0" brushRef="#br0" timeOffset="35568">9278 5680 24575,'35'0'0,"1"0"0,-1 0 0,0 0 0,-10 0 0,1 0 0,8 0 0,3 0 0,7 0 0,2 0 0,-11 0 0,0 1 0,1-2 0,13-6 0,0-2 0,-14 3 0,0 1 0,-1-4 0,7-8 0,0-1 0,-8 11 0,3 2 0,-3-2 0,4-10 0,0 2 0,7 14 0,-2-2 0,-13-13 0,-3 1 0,0 12 0,-1 2 0,11-15 0,-17 16 0,13 0 0,-29 0 0,13 0 0</inkml:trace>
  <inkml:trace contextRef="#ctx0" brushRef="#br0" timeOffset="37333">10742 6033 24575,'35'0'0,"-15"0"0,3 0 0,-21 0 0,6 0 0,8 0 0,-12 0 0,27 0 0,-11 15 0,4-12 0,3-2 0,12 15 0,-13-8 0,-1-1 0,-5-3 0,-5 28 0,-15-28 0,0 11 0,0-15 0,0 0 0,0 0 0</inkml:trace>
  <inkml:trace contextRef="#ctx0" brushRef="#br0" timeOffset="38850">11677 6138 24575,'43'0'0,"-17"0"0,1 0 0,20 0 0,-21 0 0,-1 0 0,10 0 0,-15 0 0,-4 0 0</inkml:trace>
  <inkml:trace contextRef="#ctx0" brushRef="#br0" timeOffset="43417">22066 5962 24575,'0'0'0</inkml:trace>
  <inkml:trace contextRef="#ctx0" brushRef="#br0" timeOffset="44931">24201 5962 24575,'19'0'0,"-3"0"0</inkml:trace>
  <inkml:trace contextRef="#ctx0" brushRef="#br0" timeOffset="46114">26000 5997 24575,'0'0'0</inkml:trace>
  <inkml:trace contextRef="#ctx0" brushRef="#br0" timeOffset="47867">28222 5891 24575,'20'0'0,"-4"0"0,-1 0 0,5 0 0,15 0 0,0 0 0,-15 0 0,-4 0 0,-16 0 0</inkml:trace>
  <inkml:trace contextRef="#ctx0" brushRef="#br0" timeOffset="49350">30268 6103 24575,'26'0'0,"-1"0"0,14 0 0,-13 0 0,-1 0 0,11 0 0,-11 0 0,1 0 0,21 0 0,-13 0 0,0 0 0,13 0 0,-20 0 0,-3 0 0,-4 0 0,-4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0:55:51.8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5927 15822 24575,'0'20'0,"0"-5"0,0 17 0,0-6 0,0 3 0,0 7 0,0 2 0,1 5 0,-2 0 0,-7-6 0,0-3 0,4 5 0,-12 8 0,16-43 0,0 27 0,0-27 0,0 43 0,0-21 0,0 3 0,0 4 0,0 3 0,0 1-221,0 2 1,0 0 0,0 1 220,0 1 0,0 1 0,0-2 0,0 10 0,0-2 0,0-3 0,0-4 0,0-12 0,0-3 0,0 9 0,0-19 0,0-16 0,16 0 661,-12 0-661,12 16 0,-1-12 0,-5 17 0,0 5 0,25-3 0,-10 10 0,1 1 0,-3-14 0,1-1 0,3 8 0,-1-3 0,17-4 0,-18-3 0,1-3 0,1-11 0,1-2 0,6 6 0,3 2 0,5-1 0,2-1 0,0-4 0,2-2-242,-7 4 0,3 1 0,-1-1 242,-5-4 0,0-2 0,1 1 0,4 0 0,1 0 0,-3 0 0,3 0 0,-2 0 0,3 0 0,-2 0 0,-8 0 0,-3 0 0,9 0 0,8-16 0,-43 12 726,12-27-726,-16-4 0,0-4 0,0 6 0,0-1 0,0 7 0,0-1 0,0-14 0,0-2 0,0 7 0,0-1 0,0-5 0,0 0 0,1 7 0,-2 2 0,-7 6 0,0 1 0,7-4 0,-2 3 0,-12-9 0,15 9 0,0-3 0,0 27 0,0-12 0,-16 1 0,12-5 0,-3-5 0,-2-1 0,-6-13 0,13 12 0,0 3 0,-14 4 0,16 5 0</inkml:trace>
  <inkml:trace contextRef="#ctx0" brushRef="#br0" timeOffset="600">7126 16387 24575,'-31'-36'0,"15"17"0,-6 3 0,-5 0 0,-9-1 0,-2-1 0,-1 0 0,-1-3-401,6 0 0,-1-3 0,-2 2 401,-2 4 0,-1 1 0,2-3 0,6-2 0,2-3 0,-2 2 0,-1 4 0,-2 1 0,0 1 0,1 0 0,-4-1 0,2 0 0,0-1 0,0-4 0,0-1 0,2 5 147,-6 7 0,2 0-147,1-13 0,5 3 0,1 18 0,-16-11 0,43 15 0,-12 0 909,16 0-909,-16 0 0,12 0 0,-11 0 0,15 0 0,0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1:31:04.5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4463 5750 24575,'35'0'0,"0"0"0,-15 0 0,-5 0 0,1 0 0,-12 0 0,12 0 0,-1 0 0,5 0 0,15 0 0,1 0 0,-17 0 0,13 0 0,-29 0 0,29 0 0,-13 0 0,1 0 0,11 0 0,-27 0 0,12 0 0,-16 0 0</inkml:trace>
  <inkml:trace contextRef="#ctx0" brushRef="#br0" timeOffset="3016">5256 5891 24575,'20'0'0,"11"0"0,-11 0 0,15 0 0,1 0 0,-1 0 0,-16 0 0,13-15 0,-13 11 0,17-12 0,-1 16 0,0 0 0,0 0 0,1 0 0,-17 0 0,13 0 0,-28 0 0,11 16 0,-15-12 0,0 11 0,0-15 0,0 16 0,0-12 0,0 12 0,0-16 0,0 0 0,0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0:56:57.5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10530 6138 24575,'34'0'0,"-1"0"0,2 0 0,3 0 0,3 0 0,-3 0 0,2 0 0,2 0 0,0 0-656,-2 0 1,0 0-1,2 0 1,-1 0 0,0 0 408,8 0 1,-2 0 0,2 0 0,2 0 246,-7 1 0,3-1 0,1 1 0,0-1 0,-1-1 0,-2 0 0,-1-1 0,-2-1 0,-1 0 0,1-1 0,2 1 0,0 0 0,1 0 0,1 1 0,0-1 0,-2-1 0,-2-1 0,5-3 0,-3-1 0,-1-1 0,-1 2 0,7 0 0,-2 2 0,-2 0 395,-8 0 1,-2 0 0,-1 3-396,11 2 0,-4 2 361,-13-1 0,-1 0-361,2 0 0,1 0 0,4 0 0,1 0 0,4 0 0,4 0 0,-4-5 0,2-1 0,0 1 399,1 3 1,-1 2 0,2-2-400,4-3 0,0-1 0,0 1 0,-5 4 0,0 2 0,-1-1 0,0 0 0,0 0 0,-1 0 25,10 0 1,-2 0-26,-3 0 0,-2 0 0,-4 0 0,0 0 0,5 0 0,-1 0 0,-6 0 0,0 0 0,-4 1 0,2-1 0,-1-1 0,11-6 0,0-1 0,1 7 0,-2-2 0,0-13 0,-1 0 0,-7 14 0,-2 0 0,-6-6 0,-1 1 0,0 6 0,-3 2 0,-4-1 0,-5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0:58:31.3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8590 9984 24575,'26'0'0,"-1"0"0,9 0 0,3 0 0,7 1 0,2-2 0,2-6 0,2-2-633,-11 3 1,1 0 0,0-2 632,0-3 0,-2-2 0,2 2 0,1 4 0,2 1 0,-2-1 0,0-3 0,0-2 0,-1 3 0,-4 7 0,-1 3 0,0-4 289,10-13 0,0 1-289,-1 12 0,-2 2 0,-6-7 0,-1 0 0,1 9 0,-2-2 322,13-14-322,2 5 0,-2 0 0,-8-10 0,3 3 0,-1 3 970,-6 10-970,-15-12 27,11 16-27,-27 0 0,12 0 0,-1 0 0,-11 0 0,28 0 0,-13 0 0,5 0 0,3 0 0,0 0 0,1 0 0,7 0 0,1 0 0,-1 0 0,0 0 0,0 0 0,1 0 0,-1 0 0,0 0 0,1 0 0,-1 0 0,-7 0 0,-1 0 0,16 0 0,-10 0 0,-21 0 0,19 0 0,-11 0 0,15 0 0,0 0 0,1 0 0,-1 0 0,0 0 0,1 0 0,-17 0 0,12 0 0,-27 0 0,28 0 0,-28 0 0,11 0 0,1 0 0,-12 0 0,27 0 0,-27 0 0,28 0 0,-13 0 0,6 0 0,1 0 0,13 0 0,-13-1 0,-1 2 0,11 15 0,-1-12 0,-16 12 0,13-16 0,-28 0 0,27 0 0,-27 0 0,12 0 0,-16 0 0</inkml:trace>
  <inkml:trace contextRef="#ctx0" brushRef="#br0" timeOffset="20797">23089 6685 24575,'26'0'0,"-1"0"0,14 0 0,-5 0 0,-1 0 0,6 0 0,-13 0 0,-1 0 0,11 0 0,-17 0 0,12 0 0,-27 0 0,28 0 0,-28 0 0,27 0 0,-11 16 0,15-12 0,0 11 0,0-15 0,-15 0 0,11 0 0,-27 0 0,28 0 0,-13 0 0,17 0 0,-17 0 0,13 0 0,-13 0 0,16 0 0,-8 0 0,-3 0 0,0 0 0,15 0 0,-21 16 0,-7-12 0,5 12 0,-16-16 0,16 0 0,-12 0 0,11 0 0,-15 0 0,0 15 0,0-11 0,0 12 0,0-16 0</inkml:trace>
  <inkml:trace contextRef="#ctx0" brushRef="#br0" timeOffset="26099">17445 5292 24575,'0'43'0,"0"0"0,0-9 0,0 1 0,0 2 0,0 4 0,0 1 0,0 0-457,0 0 1,0 0 0,0 0 456,0-2 0,0 0 0,0 1 0,0 5 0,0 1 0,0-3 0,0-8 0,0-2 0,0 2 0,0 9 0,0 1 0,0-2 0,0 6 0,0-2 0,0-8 0,0 0 0,0 2 0,-1 3 0,0 1 0,3 4 0,2-6 0,2 5 0,1 1 0,1-1 0,-2-2 0,0 1 0,0-2 0,0 0 0,0 2-378,-1-7 0,1 2 1,0 1-1,0-1 0,0-1 1,0-2 377,2 5 0,0-3 0,0-1 0,-1 0 0,-1-1 0,-2-1 0,0 1 0,2 1 0,2 6 0,0 1 0,2-1 0,-1-1 0,0-6 0,0-2 0,0 0 0,0 3 0,-2 0 0,-1 1 0,0 2 0,1 2 0,2 3 0,-2-10 0,2 3 0,0 2 0,0 2 0,1 0 0,0 0 0,0 0 0,-1-2 0,0-1 0,0 1 0,0-2 0,0-2 0,-1 0 0,1 2 0,0 3 0,1 3-253,-2-6 1,0 3 0,1 2 0,0 3 0,1 1 0,-1 2 0,1-1 0,-1 1 0,1-1 0,-1-2 0,0-1 0,0-3 0,-1-3 34,2 6 1,0-4-1,0-2 1,-1-1 0,0-1-1,0 1 1,0 2 0,0 1 217,-1 0 0,-1 1 0,1 2 0,-1 1 0,0 0 0,0 0 0,-1-1 0,1 0 0,0-3 0,-1-1-288,2 4 0,0-1 1,0-1-1,0-2 1,-1-1-1,0 0 1,-2-1 287,1 9 0,-2-2 0,0-1 0,-1-1 0,0 1-158,1 1 0,-1 1 0,1-1 1,-1-1-1,-1-3 158,-1 1 0,-2-3 0,1-1 0,0 0 185,0-2 1,0 1-1,0-2 1,0-2-186,-1 0 0,0-1 0,3-4 1638,5 5 0,1-3-857,-6-6 1,0-5 2214,14-3-2996,-16 11 0,0-27 0,0 12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1:00:38.7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19562 16316 24575,'25'0'0,"0"0"0,15 0 0,-7 0 0,0 0 0,7 0 0,-7 0 0,0 0 0,6 0 0,-3 0 0,-21 0 0,-15 0 0,16 0 0,-12 0 0,27 0 0,-11 0 0,15 0 0,0 0 0,1 0 0,-1 0 0,0 0 0,1 0 0,-9 0 0,6 0 0,-5 0 0,7 0 0,0 0 0,1 0 0,-17 0 0,13 0 0,-29 0 0,29 16 0,-28-12 0,11 11 0,-15-15 0,0 16 0,0-12 0,0 12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1:02:10.7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7303 5203 24575,'35'0'0,"-10"0"0,1 0 0,1 0 0,1 0 0,6 0 0,2 0 0,-1 0 0,1 0 0,-1 0 0,0 0 0,8 0 0,1 0 0,-7 0 0,0 0 0,5 0 0,2 0 0,-8 0 0,2 0 0,-2 0 0,4 0 0,0 0 0,1 0 0,3 0 0,-3 0 0,-4 0 0,0 0 0,-3 0 0,1 0 0,-2 0 0,6 0 0,-3 0 0,-8 0 0,-1 0 0,20 0 0,-28 0 0,1 0 0,-5 0 0,-15 0 0,16 0 0,4 0 0,15 0 0,0 0 0,-15 0 0,-4 0 0,-16 0 0</inkml:trace>
  <inkml:trace contextRef="#ctx0" brushRef="#br0" timeOffset="2932">9384 5168 24575,'33'0'0,"1"0"0,-2 0 0,4 0 0,1 0 0,10 1 0,1-1 0,2-1-742,-8-2 0,0-1 0,1-1 0,-1 2 742,-1 1 0,-1 2 0,0-1 0,-2 0 0,3-4 0,-1-2 0,-4 3 469,2 3 0,-5 2-469,14-1 488,-43 0-488,27 0 0,-27 0 0,27 0 1542,5 0-1542,-10 0 0,3 0 0,6 0 0,0 0 0,-7 0 0,-1 0 0,-1 0 0,-1 0 0,10 0 0,-15 0 0,-4 0 0,-16 0 0,15 0 0,-11 0 0,27 0 0,-11 0 0,23 0 0,-6 0 0,7 0 0,-9 0 0,-16 0 0,-3 16 0,-16-12 0,0 11 0,16-15 0,3 0 0,1 0 0,11 0 0,-11 0 0,0 0 0,11 0 0,-11 0 0,15 0 0,-9-1 0,-1 2 0,-2 15 0,9-12 0,-17 11 0,-11-15 0,12 0 0,-16 0 0,16 0 0,-13 0 0,-18 0 0,7 0 0,-23 0 0</inkml:trace>
  <inkml:trace contextRef="#ctx0" brushRef="#br0" timeOffset="6150">11642 5256 24575,'19'0'0,"28"0"0,-15 0 0,-6 0 0,1 0 0,16 0 0,-8 0 0,0 0 0,-10 0 0,1 0 0,1 0 0,1 0 0,7 0 0,1 0 0,-9 0 0,1 0 0,6 0 0,-2 0 0,7 0 0,-13 0 0,-1 0 0,11 0 0,-1 0 0,-10 0 0,1 0 0,13 0 0,-6 0 0,1 0 0,-7 0 0,1 0 0,-1 0 0,0 0 0,4 0 0,-3 0 0,9 0 0,7 0 0,-9 16 0,-10-14 0,1 0 0,13 14 0,-6-7 0,1-3 0,5-2 0,-7 12 0,2 0 0,-6-14 0,-1 0 0,8 13 0,1 1 0,-1-13 0,0-2 0,1 7 0,-1 0 0,-8-8 0,1 0 0,5 0 0,1 0 0,-7 0 0,0 0 0,1 0 0,-1 0 0,16 0 0,-9 0 0,-23 0 0,5 0 0,-16 0 0,16 0 0,3 0 0,1 0 0,11 0 0,-11 0 0,0 0 0,11 0 0,-27 0 0,27 0 0,-11 0 0,15 0 0,-10 0 0,1 0 0,13 0 0,-13 0 0,-1 0 0,10 0 0,1 0 0,-17 0 0,-3 15 0,-16-11 0,0 12 0,0-16 0,0 0 0,0 0 0</inkml:trace>
  <inkml:trace contextRef="#ctx0" brushRef="#br0" timeOffset="12999">11677 4269 24575,'39'0'0,"0"0"0,-2 0 0,-1 0 0,-4 0 0,-1 0 0,-4 0 0,-3 0 0,-5 0 0,-3 0 0</inkml:trace>
  <inkml:trace contextRef="#ctx0" brushRef="#br0" timeOffset="14967">13741 4233 24575,'35'0'0,"-11"0"0,3 0 0,7-1 0,2 2 0,2 7 0,-1 0 0,0-7 0,-3 2 0,1 13 0,-20-16 0,-15 0 0,0 7 0,0-5 0,0 6 0,0-8 0,0 0 0</inkml:trace>
  <inkml:trace contextRef="#ctx0" brushRef="#br0" timeOffset="36650">19773 4427 24575,'0'20'0,"47"-4"0,-4-16 0,0 0 0,1 0 0,-17 0 0,0 0 0,7 0 0,-1 0 0,6 0 0,-13 0 0,-1 0 0,11 0 0,-17 15 0,5-11 0,-7 12 0,-5-16 0,19 0 0,-27 0 0,12 0 0,-16 0 0,0 0 0</inkml:trace>
  <inkml:trace contextRef="#ctx0" brushRef="#br0" timeOffset="42250">29016 2452 24575,'0'19'0,"0"12"0,0 1 0,0-4 0,0 11 0,0 4 0,0-16 0,0 1 0,0 14 0,0 2 0,0-7 0,0 0 0,0-4 0,0 2 0,0-1 0,0 11 0,0 1-385,0-8 0,0 3 0,0 1 385,1 2 0,-1 0 0,-1 1 0,-3 3 0,-3-1 0,2 1 0,4 1 0,1 0 0,-3 2 0,-3-4 0,-3 1 0,-1 0 0,4-3 0,4 2 0,1-2 0,0 1 0,-2-8 0,-2 2 0,0-1 0,2-3 0,4 9 0,-2-4 0,-6-9 0,-1-2 0,6 5 0,0-1 0,-6-3 0,0 1 0,8 3 0,0 0 0,-7 2 0,-2-3 1155,6 5-1155,-13 8 0,16-43 0,0 27 0,0-27 0,0 12 0,0 0 0,0 3 0,0 17 0,-1-12 0,2 3 0,6-1 0,2 2 0,-7 8 0,-1-1 0,8-7 0,-2-1 0,-6 7 0,-2-2 0,1 8 0,0-5 0,0-4 0,0-27 0,0 28 0,0-28 0,0 11 0,0 1 0,0 3 0,0 9 0,0 21 0,0-18 0,0 5 0,0-5 0,0-27 0,0 12 0</inkml:trace>
  <inkml:trace contextRef="#ctx0" brushRef="#br0" timeOffset="50450">1940 18397 24575,'43'0'0,"1"0"0,0 0 0,2 0 0,-9 0 0,1 0 0,0 0-483,-2 0 1,0 0 0,0 0 482,7 0 0,1 0 0,-2 0 0,-5 0 0,-2 0 0,3 0 0,6 0 0,3 0 0,1 0 0,-3 0 0,2 0 0,-2 0 0,1 0 0,-4 0 0,3 0 0,-1 0 0,-3 0 0,-3 0 0,-4 0 0,0 0 0,14 0 0,-2 0 235,-9 0 0,-1 0-235,-5 0 0,0 0 120,4 0 0,-3 0-120,7 0 0,-6 0 0,1 0 0,-7 0 0,1 0 368,6 0 1,2 0-369,-1 0 0,1 0 0,7 0 0,0 0 0,-7 0 0,2 0 0,0 0 0,3 0 0,-2 0-256,4 0 0,0 0 256,1 0 0,3 0 0,-3 0 0,-9 1 0,-2-1 0,1-1 0,6-3 0,2-2 0,-2 1 0,-4 3 0,0 2 0,-2-2 0,4-6 0,-2 0 0,6 7 0,-1 2 0,-14-1 0,0 0 0,9 0 0,-1 0 0,-7 0 0,-1 0 0,-2 0 0,1 0 256,0 0 0,-1 0-256,14 0 0,-14 0 0,1 0 0,17 0 0,-17 0 0,1 0 0,20 0 0,-22 0 0,1 0 0,0 0 0,-1 0 0,14 0 0,-6 0 0,1 0 0,-7 0 0,1 0 0,6 0 0,2 0 0,-1 0 0,1 0 0,0 0 0,-2 0 0,-6 0 0,-1 0 0,0 0 0,-3 0 0,-4 0 0,11 0 0,-11 0 0,15 0 0,0 0 0,-9 0 0,-1 0 0,7 0 0,17 0 0,-22 0 0,-7 0 0,11 0 0,-27 0 0,27 0 0,-27 0 0,27 0 0,-27 0 0,12 16 0,-16-12 0,16 11 0,-12-15 0,27 0 0,4 0 0,5-15 0,-5 11 0,-4-12 0,-27 16 0,12 0 0,-16-16 0,0 12 0,0-11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1:03:30.9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26317 6615 24575,'36'0'0,"-12"0"0,2 0 0,8 0 0,3 0 0,7 0 0,2 0 0,-7 0 0,2 0 0,1 0 0,2 0 0,1 0 0,-1 0 0,-6 0 0,-2 0 0,2 0-199,4 0 1,1 0 0,-3 0 198,6 0 0,-2 0 0,-9 0 0,1 0 0,-1 0 0,11 0 0,-2 0 73,1 0 1,-4 0-74,-13 0 0,-1 0 0,14 0 0,1 0 0,-13 0 0,0 0 0,10 0 0,1 0 0,2 0 0,0 0 0,-1 0 0,0 0 0,4 0 0,1 0 224,-2 0 0,-2 0-224,-13 0 0,-3 0 0,9 0 0,-4 0 0,-27 15 0,12-11 0,-16 12 0,0-16 0,0 0 0,0 0 0</inkml:trace>
  <inkml:trace contextRef="#ctx0" brushRef="#br0" timeOffset="7001">10354 7373 24575,'20'0'0,"11"0"0,4 0 0,-9-7 0,3-2 0,13 7 0,2 0 0,-6-6 0,-1 1 0,6 6 0,0 2 0,-3-1 0,-2 0 0,-1 1 0,-1-2 0,3-7 0,0 0 0,-3 6 0,-1 0 0,1-6 0,-1 1 0,-8 6 0,0 2 0,0 0 0,-3-2 0,12-15 0,-1 12 0,0-12 0,-15 16 0,-5 0 0,1 0 0,4 0 0,15 0 0,-11 0 0,3 0 0,7 0 0,3 0 0,-1 0 0,2 0 0,9 0 0,0 0 0,-10 0 0,-1 0 0,-5 0 0,0 0 0,4 0 0,-3 0 0,7 0 0,-4 0 0,-3 0 0,-28 0 0,27 0 0,-27 0 0,12 0 0,-1 0 0,21 0 0,-10 0 0,2 0 0,7 0 0,1 0 0,0 0 0,-1 0 0,-7 0 0,-2 0 0,2 0 0,-5 0 0,-3 0 0,-4 0 0,-1 0 0,-11 0 0,12 0 0,0 0 0,-12 0 0,27 0 0,-27 0 0,12 0 0,-32 0 0,12 0 0,-12 0 0,16 16 0,0-12 0,0 12 0,0-16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1:05:02.5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10707 10283 24575,'25'0'0,"1"0"0,5 0 0,1 0 0,1 0 0,14 0 0,-20 0 0,1 0 0,-2 0 0,-1 0 0,10 0 0,0 0 0,1 0 0,-1 0 0,0 0 0,-15 0 0,-5 0 0,1 0 0,-12 0 0,12 0 0,-16 0 0,15 0 0,-11 0 0,28 0 0,-29 0 0,13 16 0,-16-12 0,0 12 0,0-16 0</inkml:trace>
  <inkml:trace contextRef="#ctx0" brushRef="#br0" timeOffset="9348">28081 4198 24575,'28'0'0,"-1"0"0,5 0 0,3 0 0,7 0 0,2 0 0,2 0 0,2 0 0,-13 0 0,1 0 0,-1 0 0,9 0 0,-2 0 0,-2 0 0,-2 0 0,-2 0 0,1 0 0,10 0 0,0 0 0,-10 0 0,0 0 0,2 0 0,2 0 0,-3 0 0,2 0 0,-2 0 0,7 0 0,-3 0 0,-15 0 0,-3 0 0,-5 0 0,13 0 0,-28 0 0,27 0 0,-27 0 0,11 0 0,1 0 0,-12 0 0,12 0 0,-1 0 0,21 0 0,-10 0 0,3 0 0,6 0 0,0 0 0,12 0 0,2 0 0,-37 0 0,19 0 0,-27 0 0,12 0 0,-16 0 0</inkml:trace>
  <inkml:trace contextRef="#ctx0" brushRef="#br0" timeOffset="11266">27905 7108 24575,'35'0'0,"0"0"0,-10 0 0,1 0 0,1 0 0,1 0 0,7 0 0,1 0 0,-2 0 0,2 0 0,6 0 0,5 0 0,-3 0 0,-9 0 0,-2 0 0,1 0 0,14 0 0,3 0 0,-5 0 0,0 0 0,-3 0 0,4-1 0,0 2 0,-10 7 0,0 0 0,-3-6 0,1-2 0,-2 2 0,4 6 0,1 0 0,-5-5 0,2 0 0,-2-1 0,5-1 0,-1 0 0,6 3 0,0-1 0,1-2 0,-2-2 0,-4 1 0,-1 0 0,-1 0 0,-2 0 0,-7 0 0,-3 0 0,4 0 0,-11 0 0,-9 0 0,-16 0 0,7 0 0,-7 0 0,8 0 0</inkml:trace>
  <inkml:trace contextRef="#ctx0" brushRef="#br0" timeOffset="16149">26670 5098 24575,'35'0'0,"-6"0"0,1 0 0,-3 0 0,3 0 0,4 0 0,4 0 0,0 0 0,8 0 0,2 0-304,-8 0 1,2 0-1,-3 0 304,7 0 0,-2 0 0,-10 0 0,1 0 0,-2 0 0,13 0 0,-2 0 0,2 0 0,-1 0 0,-2 0 0,0 0 149,-7 0 1,-2 0-150,-3 0 0,1 0 75,10 0 1,0 0-76,-8 0 0,-1 0 0,10 0 0,0 0 0,-7 0 0,-1 0 230,8 0 1,0 0-231,-6 0 0,1 0 0,5 0 0,0 0 0,-15 0 0,-1 0 0,8 0 0,-4 0 0,-7 0 0,23 0 0,-43 0 0,11 0 0</inkml:trace>
  <inkml:trace contextRef="#ctx0" brushRef="#br0" timeOffset="26249">26635 8096 24575,'43'0'0,"0"0"0,-17 0 0,-1 0 0,18-2 0,-6 4 0,-21 14 0,31-12 0,-27 12 0,15-1 0,0-11 0,-10 3 0,1 2 0,1-1 0,1-1 0,0-5 0,-1 0 0,0 7 0,-3-2 0,-5-7 0,28 0 0,-7 16 0,1-14 0,4 0 0,-1 12 0,2 3 0,-11-9 0,1-3 0,-1 2 0,7 2 0,-2 1 0,-4-1 0,-3-2 0,10-7 0,-8 0 0,-15 0 0,-5 0 0,-15 0 0,0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1:06:35.0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1517 12682 24575,'0'28'0,"0"15"0,0-4 0,0 4 0,0 0 0,0-1 0,0-10 0,0-2 0,0-2 0,0-1 0,0 6 0,0 1 0,0-6 0,0-1 0,0-1 0,0 2 0,0 14 0,0-1 0,0 2 0,0-10 0,0 1 0,0-9 0,0 1 0,0 0 0,0 2 0,0 8 0,0-1 0,0-8 0,0 1 0,0 5 0,0 0 0,0-1 0,0-1 0,0 5 0,0 1 0,0 10 0,0 0 0,0-10 0,0 0 0,0 7 0,0-2 0,0-13 0,0-3 0,0 10 0,0-5 0,0-27 0,0 27 0,0-27 0,0 28 0,0-13 0,0 1 0,0 11 0,0-27 0,0 12 0,0-1 0,0-11 0,0 28 0,16-28 0,-12 27 0,11-27 0,-15 12 0,0-16 0,0 15 0,0-11 0,16 12 0,-12-16 0,12 15 0,-16-11 0,0 12 0,0 0 0,0-12 0,0 11 0,0-15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4A08A-2663-6E4C-B1DC-5BBC17F83115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F16645-A47E-C944-9552-3D8AE4E8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44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D693B-B54A-FB4B-6EC7-953239DD3C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D7A95D-1D0C-D780-2D1A-E47B84D398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3E244-328F-31AF-AAD9-5708E4CE4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4D83C-6A18-5C4C-CE2C-4CA9C86FA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5C8DC-6465-E180-030D-D8350DC1E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690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01A5C-B8FA-0036-118C-15968D63C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3926E-41D9-3434-A925-09F95F50D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48096-9067-B680-57E3-356722FED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F7A65-6C5B-BE68-E09E-0D35E7D06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D3053-442F-0CC5-1E8D-064506BB5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212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9CFFD-1729-A7FC-BF93-AA6C50CC5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22C75-A012-3A3D-7C00-01338FFF3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F7050-D5C7-E6F2-1660-387BB2A57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8CBF4-1FA8-63B3-0A03-95A1D9CC2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663B-EEEB-8217-1C51-6DF46F9F6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2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D8772-2F5A-F349-3750-9F42244D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D90C5-D36C-A7C1-D70B-187BF565E4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75813-7964-167E-2699-B5C2D236E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719A2-D7FB-CC9B-1322-79059BF3A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6EB3D-B949-4375-09DD-B48F9477A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41877-2E38-856E-6ED2-BB434572A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509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530C1-CF65-1F4E-62A4-8A267B4F6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8DD89-A9BD-5A57-CCE8-19DD489AF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1C458-7330-D04D-F9F2-7D1987EF3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BF7821-D00A-CE8D-8EEA-217BD2657B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9AF7A-FB79-797C-54E0-2E6F228DB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E28ED9-755F-63D2-728E-4E8E10DE9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63508A-6563-84B4-15B3-5F772E7A2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B56A40-C8F2-FEE2-44BD-7F1C7E6A8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88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E70F-A2C9-CA1E-5EA7-F2DCF6318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6240F6-F282-949A-9C97-AF366DADA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4A81E-B830-2343-C925-DA0D1234A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5D7C86-5AD2-1955-140C-0742BC026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2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B214CF-D0A7-FF95-52B1-614170CD0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F9B845-F2AE-B8A1-CF7C-9FFBF349E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3606E-8D2F-7901-820A-7C33D3723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01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56DD1-FCA5-F5DA-BD35-9746F3AF9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BBC1F-E81B-CC4D-DC4C-FE2CD7E50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ACC53-6868-A490-D8C2-0CACD49C0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E3745-42F8-8C0C-3A79-4A3F68ACC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FCC9E-FC77-541B-C2D9-075E8AF71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22C65-7714-4DB1-44ED-9223360E0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885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0CCD9-E4C6-6962-B2FE-6F4D50B02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5559F1-3560-2B7B-0961-1B12846E53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CA246-DEAE-F413-7601-9F6C7D0E5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B5172-7CEF-F8B3-AD57-399A9646D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03944-5759-EA95-455D-0DFAFBB8B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61D3E-D83A-3035-1494-CEFA8340F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43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B2262-78EC-3BB3-F7B7-9C5938997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B8B63C-F4AF-FB61-B4C9-28210DE5F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5A544-98CB-6877-CA8C-483E22F13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86F01-CCC1-8CC0-619A-B49294B9C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1B96D-297C-FEA8-716E-61D6837D2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89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903BE-3057-0B24-84CF-48FC011FDD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11AC69-023D-6415-1FD6-8F9246558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05223-9301-1F7D-53FB-81DA4CAAA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C2D39-8526-CD27-4DC1-A59696E94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2349E-39FB-E1B5-2272-65D67BDCE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87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38FFE2-83AC-9C12-C7C0-B5568690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696B9-60CE-E4DD-26C3-E868ADC22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4A305-BC6D-9691-BE5B-3C57B7E7D8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424796-D03B-5E41-81B6-00E7B73B0CFA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C8E59-6D69-29F0-83AE-27F8589A1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7A18C-424A-C1AB-CEDE-834BA0871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9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3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3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ustomXml" Target="../ink/ink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8CB0B-4803-44BC-000B-BAB5ABBDE4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53C373-5F3F-7832-0AE2-DDDB2F4181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CMPT 125-D100</a:t>
            </a:r>
            <a:br>
              <a:rPr lang="en-US"/>
            </a:br>
            <a:r>
              <a:rPr lang="en-US"/>
              <a:t>Spring 2026</a:t>
            </a:r>
          </a:p>
          <a:p>
            <a:r>
              <a:rPr lang="en-US"/>
              <a:t>SFU Burnaby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74CA26-60A0-F5E3-EA9F-04376B69C722}"/>
              </a:ext>
            </a:extLst>
          </p:cNvPr>
          <p:cNvSpPr txBox="1"/>
          <p:nvPr/>
        </p:nvSpPr>
        <p:spPr>
          <a:xfrm>
            <a:off x="8865252" y="1577499"/>
            <a:ext cx="2888976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Pointers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management</a:t>
            </a:r>
          </a:p>
        </p:txBody>
      </p:sp>
    </p:spTree>
    <p:extLst>
      <p:ext uri="{BB962C8B-B14F-4D97-AF65-F5344CB8AC3E}">
        <p14:creationId xmlns:p14="http://schemas.microsoft.com/office/powerpoint/2010/main" val="2354529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5E1DE-BDF1-9BCF-4C1F-5E5A8F68E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C8DA4-E4B5-5F54-509D-E372D6FDE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Memory management is one of the major aspects of C/C++</a:t>
            </a:r>
          </a:p>
          <a:p>
            <a:pPr lvl="1"/>
            <a:r>
              <a:rPr lang="en-US" b="1" dirty="0"/>
              <a:t>Joke</a:t>
            </a:r>
            <a:r>
              <a:rPr lang="en-US" dirty="0"/>
              <a:t>: C turns all programming problems into memory management problems</a:t>
            </a:r>
          </a:p>
          <a:p>
            <a:r>
              <a:rPr lang="en-US" dirty="0"/>
              <a:t>It requires using </a:t>
            </a:r>
            <a:r>
              <a:rPr lang="en-US" b="1" dirty="0"/>
              <a:t>pointers</a:t>
            </a:r>
            <a:r>
              <a:rPr lang="en-US" dirty="0"/>
              <a:t>, i.e. variables that store addresses of memory locations</a:t>
            </a:r>
          </a:p>
          <a:p>
            <a:pPr lvl="1"/>
            <a:r>
              <a:rPr lang="en-US" dirty="0"/>
              <a:t>They are tricky to use at first: few languages support pointers in the same way</a:t>
            </a:r>
          </a:p>
          <a:p>
            <a:pPr lvl="1"/>
            <a:r>
              <a:rPr lang="en-US" dirty="0"/>
              <a:t>When you request a chunk of memory, you get a pointer to the memory</a:t>
            </a:r>
          </a:p>
          <a:p>
            <a:pPr lvl="1"/>
            <a:r>
              <a:rPr lang="en-US" dirty="0"/>
              <a:t>When you are done with the memory, you use the pointer to de-allocate it</a:t>
            </a:r>
          </a:p>
          <a:p>
            <a:r>
              <a:rPr lang="en-US" dirty="0"/>
              <a:t>It is helpful to first understand the basic “memory model” that C++ assumes …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232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F0CE5-42B3-437D-702E-6374D387E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6EDF77-5FA4-6529-3F4B-625AE1A3B827}"/>
              </a:ext>
            </a:extLst>
          </p:cNvPr>
          <p:cNvSpPr txBox="1"/>
          <p:nvPr/>
        </p:nvSpPr>
        <p:spPr>
          <a:xfrm>
            <a:off x="3153531" y="1386908"/>
            <a:ext cx="321696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C++, we often think of computer memory (RAM) as one big array of </a:t>
            </a:r>
            <a:r>
              <a:rPr lang="en-US" b="1" dirty="0"/>
              <a:t>words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08958D-46F0-3360-21E3-35E5A34A0B4F}"/>
              </a:ext>
            </a:extLst>
          </p:cNvPr>
          <p:cNvSpPr txBox="1"/>
          <p:nvPr/>
        </p:nvSpPr>
        <p:spPr>
          <a:xfrm>
            <a:off x="2916126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03A56C4-193E-1865-7975-DAC73ED93FD4}"/>
              </a:ext>
            </a:extLst>
          </p:cNvPr>
          <p:cNvGrpSpPr/>
          <p:nvPr/>
        </p:nvGrpSpPr>
        <p:grpSpPr>
          <a:xfrm>
            <a:off x="5044162" y="3797905"/>
            <a:ext cx="944489" cy="1229260"/>
            <a:chOff x="4441717" y="4154269"/>
            <a:chExt cx="944489" cy="122926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20ECDF0-A32E-5D51-7733-8E7DBB4AD00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B701C35-3A2B-6110-4318-AAB86C6A078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B884386-C7AB-14C1-E99C-BECFF189F82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1077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7A71CE-1D82-F131-F4EB-B405AAF2A9A4}"/>
              </a:ext>
            </a:extLst>
          </p:cNvPr>
          <p:cNvGrpSpPr/>
          <p:nvPr/>
        </p:nvGrpSpPr>
        <p:grpSpPr>
          <a:xfrm>
            <a:off x="4096317" y="3797905"/>
            <a:ext cx="944489" cy="1229260"/>
            <a:chOff x="4441717" y="4154269"/>
            <a:chExt cx="944489" cy="122926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B2E4100-A86C-CB7A-6309-D5188B41889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4BB197B-B6C2-8981-880E-2BED8D82303B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1F9B60A-6000-EF06-DF75-47CE8C1F313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1076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355750-B7E4-CD01-ED8F-051FBB6E50FE}"/>
              </a:ext>
            </a:extLst>
          </p:cNvPr>
          <p:cNvGrpSpPr/>
          <p:nvPr/>
        </p:nvGrpSpPr>
        <p:grpSpPr>
          <a:xfrm>
            <a:off x="6939851" y="3797905"/>
            <a:ext cx="944489" cy="1229260"/>
            <a:chOff x="4441717" y="4154269"/>
            <a:chExt cx="944489" cy="12292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E357A18-861C-03A6-BF30-71FC84B6824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1DD1295-E5A8-8CD2-9F3D-A569A0ED1AB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1F2A502-AE54-556A-10E5-A249C8CB30F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1079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70F41D7-748C-E379-2D41-8D71AA2FC1AF}"/>
              </a:ext>
            </a:extLst>
          </p:cNvPr>
          <p:cNvGrpSpPr/>
          <p:nvPr/>
        </p:nvGrpSpPr>
        <p:grpSpPr>
          <a:xfrm>
            <a:off x="5992007" y="3797905"/>
            <a:ext cx="944489" cy="1229260"/>
            <a:chOff x="4441717" y="4154269"/>
            <a:chExt cx="944489" cy="122926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283FC73-03F0-6111-4F45-B70584237E7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9CD722C-2587-64FC-5ACB-27F4FCB2127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A6E6878-9AFE-F15D-303E-41B4B0C0814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1078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D310FA3-E2F4-77DC-0211-625091B15B45}"/>
              </a:ext>
            </a:extLst>
          </p:cNvPr>
          <p:cNvGrpSpPr/>
          <p:nvPr/>
        </p:nvGrpSpPr>
        <p:grpSpPr>
          <a:xfrm>
            <a:off x="9856472" y="3793666"/>
            <a:ext cx="944489" cy="1229260"/>
            <a:chOff x="4441717" y="4154269"/>
            <a:chExt cx="944489" cy="122926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44E3380-1873-F80C-BFC6-26EC18D0358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57CC1F0-5712-4E52-0FD0-6A62F24F2440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3CC29B4-509B-C39B-8967-E96BB3B72F5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N-1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7F479ED-5E71-6E03-E0E2-C750621DBB6D}"/>
              </a:ext>
            </a:extLst>
          </p:cNvPr>
          <p:cNvGrpSpPr/>
          <p:nvPr/>
        </p:nvGrpSpPr>
        <p:grpSpPr>
          <a:xfrm>
            <a:off x="1521768" y="3793666"/>
            <a:ext cx="944489" cy="1229260"/>
            <a:chOff x="4441717" y="4154269"/>
            <a:chExt cx="944489" cy="1229260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EFAD46D-9E12-59D1-8747-7FB138B71B9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9C08CF4-5EAE-1C53-5E00-639CFF1849A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A7BDD43-AF11-B231-DB23-50CAEB99306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13F4D4D8-4759-4E60-944C-0965170FDA2B}"/>
              </a:ext>
            </a:extLst>
          </p:cNvPr>
          <p:cNvSpPr txBox="1"/>
          <p:nvPr/>
        </p:nvSpPr>
        <p:spPr>
          <a:xfrm>
            <a:off x="8633001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5A2AEF3-C008-7B70-F30C-9E0C0732FC66}"/>
              </a:ext>
            </a:extLst>
          </p:cNvPr>
          <p:cNvSpPr/>
          <p:nvPr/>
        </p:nvSpPr>
        <p:spPr>
          <a:xfrm>
            <a:off x="915139" y="3652892"/>
            <a:ext cx="10438623" cy="198958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A01323D-CA95-31A6-7835-B5B03FB13892}"/>
              </a:ext>
            </a:extLst>
          </p:cNvPr>
          <p:cNvSpPr txBox="1"/>
          <p:nvPr/>
        </p:nvSpPr>
        <p:spPr>
          <a:xfrm>
            <a:off x="838200" y="2926843"/>
            <a:ext cx="33352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Computer’s Main Memory</a:t>
            </a:r>
            <a:br>
              <a:rPr lang="en-US" dirty="0"/>
            </a:br>
            <a:r>
              <a:rPr lang="en-US" dirty="0"/>
              <a:t>RAM = Random Access Memory</a:t>
            </a:r>
          </a:p>
        </p:txBody>
      </p:sp>
    </p:spTree>
    <p:extLst>
      <p:ext uri="{BB962C8B-B14F-4D97-AF65-F5344CB8AC3E}">
        <p14:creationId xmlns:p14="http://schemas.microsoft.com/office/powerpoint/2010/main" val="4045112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CCAE5-A518-B062-C75E-43B140FB8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8BDAE-52FD-5207-FE7B-7803A599A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3E3D34-DB91-AA2D-4D3E-1E776CC4BD18}"/>
              </a:ext>
            </a:extLst>
          </p:cNvPr>
          <p:cNvSpPr txBox="1"/>
          <p:nvPr/>
        </p:nvSpPr>
        <p:spPr>
          <a:xfrm>
            <a:off x="2916126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A2CFEF3-A52F-1F0F-06B5-8CAFE046AE7D}"/>
              </a:ext>
            </a:extLst>
          </p:cNvPr>
          <p:cNvGrpSpPr/>
          <p:nvPr/>
        </p:nvGrpSpPr>
        <p:grpSpPr>
          <a:xfrm>
            <a:off x="5044162" y="379790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9927EFA-B741-FCCD-6D76-93D759AEA22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E7720AD-95DD-B888-A568-EA64948803A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5739667-FF1D-659C-1B5C-DA510B17D5F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1077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09F3F09-62AC-58D1-E852-CD19BC3EA9C4}"/>
              </a:ext>
            </a:extLst>
          </p:cNvPr>
          <p:cNvGrpSpPr/>
          <p:nvPr/>
        </p:nvGrpSpPr>
        <p:grpSpPr>
          <a:xfrm>
            <a:off x="4096317" y="379790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2FC7868-6DFE-1793-6B43-90C355BCE71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86B1FEF-EFAC-0BC8-CE85-179AF96C1C5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7D35259-A174-E47B-DF02-FF2D3D7ED5C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1076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2387037-9B34-60B8-548B-FB96E9BFA9A2}"/>
              </a:ext>
            </a:extLst>
          </p:cNvPr>
          <p:cNvGrpSpPr/>
          <p:nvPr/>
        </p:nvGrpSpPr>
        <p:grpSpPr>
          <a:xfrm>
            <a:off x="6939851" y="379790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5D35287-F026-F6B3-D045-E41DC404188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958D53F-9205-6E60-DBDC-CD96555E780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D815702-5CA2-6F1D-517C-1356D31B629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1079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F0D8342-5559-CEFE-4149-FA828439DDE3}"/>
              </a:ext>
            </a:extLst>
          </p:cNvPr>
          <p:cNvGrpSpPr/>
          <p:nvPr/>
        </p:nvGrpSpPr>
        <p:grpSpPr>
          <a:xfrm>
            <a:off x="5992007" y="379790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48819BC-00F8-FED1-B01F-B3B22748899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7B3EAFB-6C39-467A-7E51-5595780A2DC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82D6EA3-85F3-CB86-3507-772289081D8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1078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8B88859-FF4F-645D-8FEB-C82EDC97B4F1}"/>
              </a:ext>
            </a:extLst>
          </p:cNvPr>
          <p:cNvGrpSpPr/>
          <p:nvPr/>
        </p:nvGrpSpPr>
        <p:grpSpPr>
          <a:xfrm>
            <a:off x="9856472" y="379366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721669D-5E91-F4DC-FDD9-FDFC4702E6F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6D8E6FD-A707-2613-574E-1A685A3EC285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44D89C7-9C9D-7BFB-613D-4DCA7D7B818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3EF3EA6-E1A2-FB34-68F5-35839E8DB0F8}"/>
              </a:ext>
            </a:extLst>
          </p:cNvPr>
          <p:cNvGrpSpPr/>
          <p:nvPr/>
        </p:nvGrpSpPr>
        <p:grpSpPr>
          <a:xfrm>
            <a:off x="1521768" y="379366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F482DE0-A5C5-184A-48F0-D44583CCEA9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DB7E3AF-9412-EA5B-4F0C-BB550AA682F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D66B333-DB9F-FBB8-CE5C-D2C452C5078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6567A1EB-F505-4149-6C90-19FFEB575550}"/>
              </a:ext>
            </a:extLst>
          </p:cNvPr>
          <p:cNvSpPr txBox="1"/>
          <p:nvPr/>
        </p:nvSpPr>
        <p:spPr>
          <a:xfrm>
            <a:off x="8633001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AA9424-CCB8-E56C-3112-AB44C5047994}"/>
              </a:ext>
            </a:extLst>
          </p:cNvPr>
          <p:cNvSpPr txBox="1"/>
          <p:nvPr/>
        </p:nvSpPr>
        <p:spPr>
          <a:xfrm>
            <a:off x="3153531" y="1386908"/>
            <a:ext cx="321696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C++, we often think of computer memory (RAM) as one big array of </a:t>
            </a:r>
            <a:r>
              <a:rPr lang="en-US" b="1" dirty="0"/>
              <a:t>words</a:t>
            </a:r>
            <a:r>
              <a:rPr lang="en-US" dirty="0"/>
              <a:t>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15F63D5-004C-C647-98DD-A9E8FDD672EA}"/>
              </a:ext>
            </a:extLst>
          </p:cNvPr>
          <p:cNvSpPr txBox="1"/>
          <p:nvPr/>
        </p:nvSpPr>
        <p:spPr>
          <a:xfrm>
            <a:off x="7104994" y="957118"/>
            <a:ext cx="4711483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 byte = 8 bits, e.g. 1001 0010</a:t>
            </a:r>
          </a:p>
          <a:p>
            <a:r>
              <a:rPr lang="en-US" sz="2800" dirty="0"/>
              <a:t>1 word = 64 bits</a:t>
            </a:r>
            <a:br>
              <a:rPr lang="en-US" sz="2800" dirty="0"/>
            </a:br>
            <a:r>
              <a:rPr lang="en-US" sz="2800" dirty="0"/>
              <a:t>               = 8 bytes</a:t>
            </a:r>
          </a:p>
          <a:p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AEB1FAE-B07F-EB07-F39D-FAD7F2ADF513}"/>
              </a:ext>
            </a:extLst>
          </p:cNvPr>
          <p:cNvSpPr txBox="1"/>
          <p:nvPr/>
        </p:nvSpPr>
        <p:spPr>
          <a:xfrm>
            <a:off x="5073015" y="5797529"/>
            <a:ext cx="168648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memory location stores one word.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FE44E2E-B919-DA85-BCE7-D08255932794}"/>
              </a:ext>
            </a:extLst>
          </p:cNvPr>
          <p:cNvCxnSpPr/>
          <p:nvPr/>
        </p:nvCxnSpPr>
        <p:spPr>
          <a:xfrm flipH="1" flipV="1">
            <a:off x="2466256" y="5022926"/>
            <a:ext cx="2606759" cy="7595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198AF79-4BF7-BAF6-9C1B-742EDC507866}"/>
              </a:ext>
            </a:extLst>
          </p:cNvPr>
          <p:cNvCxnSpPr>
            <a:cxnSpLocks/>
            <a:endCxn id="32" idx="2"/>
          </p:cNvCxnSpPr>
          <p:nvPr/>
        </p:nvCxnSpPr>
        <p:spPr>
          <a:xfrm flipH="1" flipV="1">
            <a:off x="4582988" y="5027165"/>
            <a:ext cx="689211" cy="720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3C415BF-F5FB-AB36-7926-A4EFE0BA60F9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5530833" y="5027165"/>
            <a:ext cx="0" cy="720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7DE2C12-9825-0FB3-8572-11D0FBE93CDF}"/>
              </a:ext>
            </a:extLst>
          </p:cNvPr>
          <p:cNvCxnSpPr>
            <a:cxnSpLocks/>
            <a:stCxn id="54" idx="0"/>
          </p:cNvCxnSpPr>
          <p:nvPr/>
        </p:nvCxnSpPr>
        <p:spPr>
          <a:xfrm flipV="1">
            <a:off x="5916257" y="5062651"/>
            <a:ext cx="371332" cy="7348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ED7B66F-224E-9CBD-C23F-D63149791FDE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6273277" y="5027165"/>
            <a:ext cx="1153245" cy="770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875738C-212C-EF75-F900-56A225355722}"/>
              </a:ext>
            </a:extLst>
          </p:cNvPr>
          <p:cNvCxnSpPr>
            <a:cxnSpLocks/>
          </p:cNvCxnSpPr>
          <p:nvPr/>
        </p:nvCxnSpPr>
        <p:spPr>
          <a:xfrm flipV="1">
            <a:off x="6759498" y="5029934"/>
            <a:ext cx="3125826" cy="781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E45FF9C5-013F-0245-67E5-599E08032FF9}"/>
              </a:ext>
            </a:extLst>
          </p:cNvPr>
          <p:cNvSpPr txBox="1"/>
          <p:nvPr/>
        </p:nvSpPr>
        <p:spPr>
          <a:xfrm>
            <a:off x="10250054" y="1636244"/>
            <a:ext cx="1838245" cy="954107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This is for 64-bit computers. For 32-bit computers, word size would be 32 bits.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FDBD21-84B5-C79C-A756-A194CFAE0C81}"/>
              </a:ext>
            </a:extLst>
          </p:cNvPr>
          <p:cNvSpPr/>
          <p:nvPr/>
        </p:nvSpPr>
        <p:spPr>
          <a:xfrm>
            <a:off x="915139" y="3652892"/>
            <a:ext cx="10438623" cy="198958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2675AB-6237-D6CC-EB58-8C82655BFC1B}"/>
              </a:ext>
            </a:extLst>
          </p:cNvPr>
          <p:cNvSpPr txBox="1"/>
          <p:nvPr/>
        </p:nvSpPr>
        <p:spPr>
          <a:xfrm>
            <a:off x="838200" y="2926843"/>
            <a:ext cx="33352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Computer’s Main Memory</a:t>
            </a:r>
            <a:br>
              <a:rPr lang="en-US" dirty="0"/>
            </a:br>
            <a:r>
              <a:rPr lang="en-US" dirty="0"/>
              <a:t>RAM = Random Access Memory</a:t>
            </a:r>
          </a:p>
        </p:txBody>
      </p:sp>
    </p:spTree>
    <p:extLst>
      <p:ext uri="{BB962C8B-B14F-4D97-AF65-F5344CB8AC3E}">
        <p14:creationId xmlns:p14="http://schemas.microsoft.com/office/powerpoint/2010/main" val="3597263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32ACA-1967-AA84-F7BA-38CB2E01F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FA0F6-76A7-50A7-4416-DECB0BC90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B66116-47BA-703B-15DF-66966AFB5342}"/>
              </a:ext>
            </a:extLst>
          </p:cNvPr>
          <p:cNvSpPr txBox="1"/>
          <p:nvPr/>
        </p:nvSpPr>
        <p:spPr>
          <a:xfrm>
            <a:off x="2916126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2D2EB97-1395-5B17-D037-1105B59E0BDB}"/>
              </a:ext>
            </a:extLst>
          </p:cNvPr>
          <p:cNvGrpSpPr/>
          <p:nvPr/>
        </p:nvGrpSpPr>
        <p:grpSpPr>
          <a:xfrm>
            <a:off x="5044162" y="379790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AA8BF44-0255-358C-FA28-1C809621118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CCCD35E-3A2A-BFE2-FD97-8F9F7B36CEC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358B68C-EBCE-A1AC-5163-2D2AC3A7DF8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1077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E06D2D3-97D8-A5D7-467A-DEF15576AC90}"/>
              </a:ext>
            </a:extLst>
          </p:cNvPr>
          <p:cNvGrpSpPr/>
          <p:nvPr/>
        </p:nvGrpSpPr>
        <p:grpSpPr>
          <a:xfrm>
            <a:off x="4096317" y="379790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FA8AD8C-B323-3713-DCFC-CB2E2D079EB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D7398F6-FA0D-655C-F3B7-B37D0FCCF7BB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09808ED-0E9D-B869-4BC3-EDD53D9088C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1076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279E204-5D32-FB02-CA84-D85AC7521E46}"/>
              </a:ext>
            </a:extLst>
          </p:cNvPr>
          <p:cNvGrpSpPr/>
          <p:nvPr/>
        </p:nvGrpSpPr>
        <p:grpSpPr>
          <a:xfrm>
            <a:off x="6939851" y="379790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301E0F5-3F85-ED54-3C98-6378743E7DC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2C2F519-7A6D-5BC6-6FA0-829CDD140BE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443FBE0-BF48-EF68-104B-D7BA34AA17A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1079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A19BF39-B086-7B37-3C6C-052A80E035F5}"/>
              </a:ext>
            </a:extLst>
          </p:cNvPr>
          <p:cNvGrpSpPr/>
          <p:nvPr/>
        </p:nvGrpSpPr>
        <p:grpSpPr>
          <a:xfrm>
            <a:off x="5992007" y="379790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8279D8D-89D3-E32E-3B27-D09B12A01CA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3D9A31E-C9C2-1B6B-C511-228BE520BAB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A5EAF5E-EF0F-382F-1730-97585F41917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1078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55F2199-3B27-81A0-4711-4CBA6476D604}"/>
              </a:ext>
            </a:extLst>
          </p:cNvPr>
          <p:cNvGrpSpPr/>
          <p:nvPr/>
        </p:nvGrpSpPr>
        <p:grpSpPr>
          <a:xfrm>
            <a:off x="9856472" y="379366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E65CDC3-B209-DA94-8AD1-E69B132FE5C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F6FF04C-7C4D-FE86-15B8-91D3A765801A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5C3D066-B1B0-139F-1119-2150E555FBB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B04963D-97DA-FD06-1CA9-E8643A10841D}"/>
              </a:ext>
            </a:extLst>
          </p:cNvPr>
          <p:cNvGrpSpPr/>
          <p:nvPr/>
        </p:nvGrpSpPr>
        <p:grpSpPr>
          <a:xfrm>
            <a:off x="1521768" y="379366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C959BCC-8CAA-268B-3AE8-066E81E9802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45075FD-C849-474A-A89F-F46FF437C27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43F933A-E606-A232-DBAA-2E40D1D8CB8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FB678A8A-6B0C-1AEB-E8C8-31B82B5711BA}"/>
              </a:ext>
            </a:extLst>
          </p:cNvPr>
          <p:cNvSpPr txBox="1"/>
          <p:nvPr/>
        </p:nvSpPr>
        <p:spPr>
          <a:xfrm>
            <a:off x="8633001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197E75C-3C42-B5E5-3B12-880900434603}"/>
              </a:ext>
            </a:extLst>
          </p:cNvPr>
          <p:cNvSpPr txBox="1"/>
          <p:nvPr/>
        </p:nvSpPr>
        <p:spPr>
          <a:xfrm>
            <a:off x="3153531" y="1386908"/>
            <a:ext cx="321696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C++, we often think of computer memory (RAM) as one big array of </a:t>
            </a:r>
            <a:r>
              <a:rPr lang="en-US" b="1" dirty="0"/>
              <a:t>words</a:t>
            </a:r>
            <a:r>
              <a:rPr lang="en-US" dirty="0"/>
              <a:t>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DB4DCBD-4A43-E845-8D79-C39170B77EFC}"/>
              </a:ext>
            </a:extLst>
          </p:cNvPr>
          <p:cNvSpPr txBox="1"/>
          <p:nvPr/>
        </p:nvSpPr>
        <p:spPr>
          <a:xfrm>
            <a:off x="7104994" y="957118"/>
            <a:ext cx="4711483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 byte = 8 bits, e.g. 1001 0010</a:t>
            </a:r>
          </a:p>
          <a:p>
            <a:r>
              <a:rPr lang="en-US" sz="2800" dirty="0"/>
              <a:t>1 word = 64 bits</a:t>
            </a:r>
            <a:br>
              <a:rPr lang="en-US" sz="2800" dirty="0"/>
            </a:br>
            <a:r>
              <a:rPr lang="en-US" sz="2800" dirty="0"/>
              <a:t>               = 8 bytes</a:t>
            </a:r>
          </a:p>
          <a:p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BA56603-8A1C-223A-45BC-DA384212809E}"/>
              </a:ext>
            </a:extLst>
          </p:cNvPr>
          <p:cNvSpPr txBox="1"/>
          <p:nvPr/>
        </p:nvSpPr>
        <p:spPr>
          <a:xfrm>
            <a:off x="4762013" y="2554678"/>
            <a:ext cx="1865281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location has an </a:t>
            </a:r>
            <a:r>
              <a:rPr lang="en-US" b="1" dirty="0"/>
              <a:t>address</a:t>
            </a:r>
            <a:r>
              <a:rPr lang="en-US" dirty="0"/>
              <a:t>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FD64C23-34DF-9C0F-BB8B-DBABAD58A263}"/>
              </a:ext>
            </a:extLst>
          </p:cNvPr>
          <p:cNvSpPr txBox="1"/>
          <p:nvPr/>
        </p:nvSpPr>
        <p:spPr>
          <a:xfrm>
            <a:off x="10250054" y="1636244"/>
            <a:ext cx="1838245" cy="954107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This is for 64-bit computers. For 32-bit computers, word size would be 32 bits.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B7D737B-D441-A7E4-C97E-7BC9FE5BD7F7}"/>
              </a:ext>
            </a:extLst>
          </p:cNvPr>
          <p:cNvCxnSpPr/>
          <p:nvPr/>
        </p:nvCxnSpPr>
        <p:spPr>
          <a:xfrm flipH="1">
            <a:off x="2168434" y="3196046"/>
            <a:ext cx="2593579" cy="7489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CDD4C37-1C2B-BB66-11CF-AC677115ECC3}"/>
              </a:ext>
            </a:extLst>
          </p:cNvPr>
          <p:cNvCxnSpPr>
            <a:cxnSpLocks/>
          </p:cNvCxnSpPr>
          <p:nvPr/>
        </p:nvCxnSpPr>
        <p:spPr>
          <a:xfrm flipH="1">
            <a:off x="4724071" y="3196046"/>
            <a:ext cx="221564" cy="699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CE771EF-CAE4-526B-A15B-D8DA36AF4796}"/>
              </a:ext>
            </a:extLst>
          </p:cNvPr>
          <p:cNvCxnSpPr>
            <a:cxnSpLocks/>
          </p:cNvCxnSpPr>
          <p:nvPr/>
        </p:nvCxnSpPr>
        <p:spPr>
          <a:xfrm>
            <a:off x="5530833" y="3196046"/>
            <a:ext cx="94904" cy="667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25E405E-DEDB-15DE-3332-DF5E1BEEB643}"/>
              </a:ext>
            </a:extLst>
          </p:cNvPr>
          <p:cNvCxnSpPr>
            <a:cxnSpLocks/>
          </p:cNvCxnSpPr>
          <p:nvPr/>
        </p:nvCxnSpPr>
        <p:spPr>
          <a:xfrm>
            <a:off x="6020860" y="3196046"/>
            <a:ext cx="348043" cy="667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5E28001-7E1D-C670-1465-E28F3C105766}"/>
              </a:ext>
            </a:extLst>
          </p:cNvPr>
          <p:cNvCxnSpPr>
            <a:cxnSpLocks/>
          </p:cNvCxnSpPr>
          <p:nvPr/>
        </p:nvCxnSpPr>
        <p:spPr>
          <a:xfrm>
            <a:off x="6435442" y="3196046"/>
            <a:ext cx="863178" cy="699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FE0610E-7D3C-788C-9F45-24C4F21E1A5C}"/>
              </a:ext>
            </a:extLst>
          </p:cNvPr>
          <p:cNvCxnSpPr>
            <a:cxnSpLocks/>
          </p:cNvCxnSpPr>
          <p:nvPr/>
        </p:nvCxnSpPr>
        <p:spPr>
          <a:xfrm>
            <a:off x="6616937" y="3077069"/>
            <a:ext cx="3406629" cy="8679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507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54F87-F498-4900-D234-141B7710C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8B2B7-0532-2E80-319E-99C723852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A102F2-CBCC-8C6D-79B1-8A7BF248330C}"/>
              </a:ext>
            </a:extLst>
          </p:cNvPr>
          <p:cNvSpPr txBox="1"/>
          <p:nvPr/>
        </p:nvSpPr>
        <p:spPr>
          <a:xfrm>
            <a:off x="2916126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0CB4EFB-8B6E-C115-A538-C778F8DE072B}"/>
              </a:ext>
            </a:extLst>
          </p:cNvPr>
          <p:cNvGrpSpPr/>
          <p:nvPr/>
        </p:nvGrpSpPr>
        <p:grpSpPr>
          <a:xfrm>
            <a:off x="5044162" y="379790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8E2EEFA-DC8E-B8FD-7B13-E1FFA100DBD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265A61D-A557-AFBA-F12C-9368BDC92D9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84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0A15FED-2CFD-75D2-F0B7-46BC3037184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1077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816D18D-D130-519A-15B0-0CE0CB2C4B26}"/>
              </a:ext>
            </a:extLst>
          </p:cNvPr>
          <p:cNvGrpSpPr/>
          <p:nvPr/>
        </p:nvGrpSpPr>
        <p:grpSpPr>
          <a:xfrm>
            <a:off x="4096317" y="379790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AE782AC-B961-C259-8B37-0920A213D65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A9B7FC3-E874-1254-4D14-52CC0B48F2A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1824090-F7B2-24B1-4250-C00E4817672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1076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5C16927-F62B-9C44-AD17-2AEFC840B548}"/>
              </a:ext>
            </a:extLst>
          </p:cNvPr>
          <p:cNvGrpSpPr/>
          <p:nvPr/>
        </p:nvGrpSpPr>
        <p:grpSpPr>
          <a:xfrm>
            <a:off x="6939851" y="379790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F33259A-6AC2-D7BF-DC35-A23E9A64A52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2593158-7758-408E-E845-159750CB4D9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D20DEA0-B70D-AF84-7A1A-58C8627E45E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1079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54AEF5D-591E-9600-6254-7D70B9EC989C}"/>
              </a:ext>
            </a:extLst>
          </p:cNvPr>
          <p:cNvGrpSpPr/>
          <p:nvPr/>
        </p:nvGrpSpPr>
        <p:grpSpPr>
          <a:xfrm>
            <a:off x="5992007" y="379790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F26BFB2-B41F-6650-058F-B5850F143CB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99F976C-2CD2-3CD5-9C58-05E07A3D749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7F8904D-F59F-B8E6-9DC2-E97DBBD2667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1078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7A23246-02C3-8D71-CC16-3E36F7E1A6E2}"/>
              </a:ext>
            </a:extLst>
          </p:cNvPr>
          <p:cNvGrpSpPr/>
          <p:nvPr/>
        </p:nvGrpSpPr>
        <p:grpSpPr>
          <a:xfrm>
            <a:off x="9856472" y="379366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3A33CF5-8608-2CBB-9868-47F8A86953C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C157F9C-8359-79F1-CDDC-A5BB40722DF1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2FB5F9D-1295-FA98-9403-E7B1AA9B489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26FC982-2B2F-8412-7F60-14FFBFB4BA9B}"/>
              </a:ext>
            </a:extLst>
          </p:cNvPr>
          <p:cNvGrpSpPr/>
          <p:nvPr/>
        </p:nvGrpSpPr>
        <p:grpSpPr>
          <a:xfrm>
            <a:off x="1521768" y="379366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AAF8EC0-B5B5-1BE8-A7E3-CF3436F5B21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600599F-B59E-1BC3-7F49-4B4F1473837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342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9733DB4-A6D6-B69D-ADDA-5522804F568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F992A597-F5C8-A883-FACF-E25157FD4908}"/>
              </a:ext>
            </a:extLst>
          </p:cNvPr>
          <p:cNvSpPr txBox="1"/>
          <p:nvPr/>
        </p:nvSpPr>
        <p:spPr>
          <a:xfrm>
            <a:off x="8633001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61F4139-1549-726F-0F87-F25F8A5B5830}"/>
              </a:ext>
            </a:extLst>
          </p:cNvPr>
          <p:cNvSpPr txBox="1"/>
          <p:nvPr/>
        </p:nvSpPr>
        <p:spPr>
          <a:xfrm>
            <a:off x="3153531" y="1386908"/>
            <a:ext cx="321696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C++, we often think of computer memory (RAM) as one big array of </a:t>
            </a:r>
            <a:r>
              <a:rPr lang="en-US" b="1" dirty="0"/>
              <a:t>words</a:t>
            </a:r>
            <a:r>
              <a:rPr lang="en-US" dirty="0"/>
              <a:t>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E7AE7D-7AA9-20BC-84A2-C0783D101F62}"/>
              </a:ext>
            </a:extLst>
          </p:cNvPr>
          <p:cNvSpPr txBox="1"/>
          <p:nvPr/>
        </p:nvSpPr>
        <p:spPr>
          <a:xfrm>
            <a:off x="7104994" y="957118"/>
            <a:ext cx="4711483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 byte = 8 bits, e.g. 1001 0010</a:t>
            </a:r>
          </a:p>
          <a:p>
            <a:r>
              <a:rPr lang="en-US" sz="2800" dirty="0"/>
              <a:t>1 word = 64 bits</a:t>
            </a:r>
            <a:br>
              <a:rPr lang="en-US" sz="2800" dirty="0"/>
            </a:br>
            <a:r>
              <a:rPr lang="en-US" sz="2800" dirty="0"/>
              <a:t>               = 8 bytes</a:t>
            </a:r>
          </a:p>
          <a:p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D12C52D-BDA2-4403-F6AE-DCBDA4866A4B}"/>
              </a:ext>
            </a:extLst>
          </p:cNvPr>
          <p:cNvSpPr txBox="1"/>
          <p:nvPr/>
        </p:nvSpPr>
        <p:spPr>
          <a:xfrm>
            <a:off x="4539929" y="5468149"/>
            <a:ext cx="2961861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word is a sequence of 64 bits, but can be thought of as a non-negative integer.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D1F45DE-564A-5F41-DA99-2D620A93EF16}"/>
              </a:ext>
            </a:extLst>
          </p:cNvPr>
          <p:cNvSpPr txBox="1"/>
          <p:nvPr/>
        </p:nvSpPr>
        <p:spPr>
          <a:xfrm>
            <a:off x="10250054" y="1636244"/>
            <a:ext cx="1838245" cy="954107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This is for 64-bit computers. For 32-bit computers, word size would be 32 bits.</a:t>
            </a:r>
          </a:p>
        </p:txBody>
      </p:sp>
    </p:spTree>
    <p:extLst>
      <p:ext uri="{BB962C8B-B14F-4D97-AF65-F5344CB8AC3E}">
        <p14:creationId xmlns:p14="http://schemas.microsoft.com/office/powerpoint/2010/main" val="2143143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48C20-FD0C-1370-B0AE-BC7341C5B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A732-1D2E-D0A2-F295-2FB39D33B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1EE953-AFD9-AAE3-145D-E9F2D6A2E2A3}"/>
              </a:ext>
            </a:extLst>
          </p:cNvPr>
          <p:cNvSpPr txBox="1"/>
          <p:nvPr/>
        </p:nvSpPr>
        <p:spPr>
          <a:xfrm>
            <a:off x="2916126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B02E421-DC00-7511-9A88-57BE8F1C50FB}"/>
              </a:ext>
            </a:extLst>
          </p:cNvPr>
          <p:cNvGrpSpPr/>
          <p:nvPr/>
        </p:nvGrpSpPr>
        <p:grpSpPr>
          <a:xfrm>
            <a:off x="5044162" y="379790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2E890BD-CD6F-FBF1-5F4A-071B9F01994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77E3A12-7FC6-5C7E-6897-7AB8A249ED8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84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49CE99C-C5ED-E4A5-0504-5012EC91176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1077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14956A7-6EB6-7B54-7427-7D190EEB8ADD}"/>
              </a:ext>
            </a:extLst>
          </p:cNvPr>
          <p:cNvGrpSpPr/>
          <p:nvPr/>
        </p:nvGrpSpPr>
        <p:grpSpPr>
          <a:xfrm>
            <a:off x="4096317" y="379790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D7625BC-4BC2-5170-6F2E-2959B44086C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BEDD577-F6C0-7825-6E11-2BC88C2F44D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1804BA8-3BA6-0ACA-43E7-EB78AB9AF69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1076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B5A5844-CF24-0F42-E191-42A4930EEA66}"/>
              </a:ext>
            </a:extLst>
          </p:cNvPr>
          <p:cNvGrpSpPr/>
          <p:nvPr/>
        </p:nvGrpSpPr>
        <p:grpSpPr>
          <a:xfrm>
            <a:off x="6939851" y="379790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AC822DE-4818-5D84-0E23-214E2829CCB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F3443EE-DED7-DB7A-9D3A-91861F74745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0FAB513-0F19-92A2-6225-3C3D759D8FC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1079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B7DA119-BDCC-4F47-784D-ED45475CA40F}"/>
              </a:ext>
            </a:extLst>
          </p:cNvPr>
          <p:cNvGrpSpPr/>
          <p:nvPr/>
        </p:nvGrpSpPr>
        <p:grpSpPr>
          <a:xfrm>
            <a:off x="5992007" y="379790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AB4E5E2-C0DD-D071-18EB-2741CB5CE54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18B43A9-D47E-5446-9156-2CDE3A4EABB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A284BCA-0515-24A0-3265-00B050E9394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1078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CB9DDAE-8F49-EDF7-A5DB-95500CBE16B6}"/>
              </a:ext>
            </a:extLst>
          </p:cNvPr>
          <p:cNvGrpSpPr/>
          <p:nvPr/>
        </p:nvGrpSpPr>
        <p:grpSpPr>
          <a:xfrm>
            <a:off x="9856472" y="379366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40A9BAD-4B9D-D2E1-A1F1-7CEBA2A317F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27CE268-C859-8FDE-1B4A-87DE56202337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BE08959-622D-3E97-E7B0-75FF6582F64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63373D6-2411-CDBB-C824-66E8C58430C7}"/>
              </a:ext>
            </a:extLst>
          </p:cNvPr>
          <p:cNvGrpSpPr/>
          <p:nvPr/>
        </p:nvGrpSpPr>
        <p:grpSpPr>
          <a:xfrm>
            <a:off x="1521768" y="379366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88DA9DE-52AE-EC26-731F-8A08CF2E288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55D12A2-9CDD-ACD3-0F9A-64C26CABD6F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342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5AC43DE-ED09-5885-6BF4-F3CD4665563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D43180B3-6086-37E1-7535-1B67EE09AE0A}"/>
              </a:ext>
            </a:extLst>
          </p:cNvPr>
          <p:cNvSpPr txBox="1"/>
          <p:nvPr/>
        </p:nvSpPr>
        <p:spPr>
          <a:xfrm>
            <a:off x="8633001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419B10B-7220-A398-46C6-2B51237F9F16}"/>
              </a:ext>
            </a:extLst>
          </p:cNvPr>
          <p:cNvSpPr txBox="1"/>
          <p:nvPr/>
        </p:nvSpPr>
        <p:spPr>
          <a:xfrm>
            <a:off x="3153531" y="1386908"/>
            <a:ext cx="321696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C++, we often think of computer memory (RAM) as one big array of </a:t>
            </a:r>
            <a:r>
              <a:rPr lang="en-US" b="1" dirty="0"/>
              <a:t>words</a:t>
            </a:r>
            <a:r>
              <a:rPr lang="en-US" dirty="0"/>
              <a:t>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E524FC-969B-A283-6177-AC29435BC4A4}"/>
              </a:ext>
            </a:extLst>
          </p:cNvPr>
          <p:cNvSpPr txBox="1"/>
          <p:nvPr/>
        </p:nvSpPr>
        <p:spPr>
          <a:xfrm>
            <a:off x="7104994" y="957118"/>
            <a:ext cx="4711483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 byte = 8 bits, e.g. 1001 0010</a:t>
            </a:r>
          </a:p>
          <a:p>
            <a:r>
              <a:rPr lang="en-US" sz="2800" dirty="0"/>
              <a:t>1 word = 64 bits</a:t>
            </a:r>
            <a:br>
              <a:rPr lang="en-US" sz="2800" dirty="0"/>
            </a:br>
            <a:r>
              <a:rPr lang="en-US" sz="2800" dirty="0"/>
              <a:t>               = 8 bytes</a:t>
            </a:r>
          </a:p>
          <a:p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4CAE758-C78A-C78D-69D0-9F39183DD806}"/>
              </a:ext>
            </a:extLst>
          </p:cNvPr>
          <p:cNvSpPr txBox="1"/>
          <p:nvPr/>
        </p:nvSpPr>
        <p:spPr>
          <a:xfrm>
            <a:off x="4498098" y="5468149"/>
            <a:ext cx="2271734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Characters are represented by integer codes, e.g. </a:t>
            </a:r>
            <a:r>
              <a:rPr lang="en-US" b="1" dirty="0"/>
              <a:t>T</a:t>
            </a:r>
            <a:r>
              <a:rPr lang="en-US" dirty="0"/>
              <a:t> is </a:t>
            </a:r>
            <a:r>
              <a:rPr lang="en-US" b="1" dirty="0"/>
              <a:t>84</a:t>
            </a:r>
            <a:r>
              <a:rPr lang="en-US" dirty="0"/>
              <a:t> (in ASCII code).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282801D-F30A-3432-60B4-9C6E25ABF9EB}"/>
              </a:ext>
            </a:extLst>
          </p:cNvPr>
          <p:cNvSpPr txBox="1"/>
          <p:nvPr/>
        </p:nvSpPr>
        <p:spPr>
          <a:xfrm>
            <a:off x="10250054" y="1636244"/>
            <a:ext cx="1838245" cy="954107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This is for 64-bit computers. For 32-bit computers, word size would be 32 bits.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36852B2-B31F-3EDA-9284-EF64F5F6CF07}"/>
              </a:ext>
            </a:extLst>
          </p:cNvPr>
          <p:cNvSpPr/>
          <p:nvPr/>
        </p:nvSpPr>
        <p:spPr>
          <a:xfrm>
            <a:off x="5154271" y="4393374"/>
            <a:ext cx="724269" cy="4963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7FDDEBC-9550-4C36-8EAD-F65ABE49E28F}"/>
              </a:ext>
            </a:extLst>
          </p:cNvPr>
          <p:cNvCxnSpPr>
            <a:stCxn id="54" idx="0"/>
            <a:endCxn id="3" idx="4"/>
          </p:cNvCxnSpPr>
          <p:nvPr/>
        </p:nvCxnSpPr>
        <p:spPr>
          <a:xfrm flipH="1" flipV="1">
            <a:off x="5516406" y="4889762"/>
            <a:ext cx="117559" cy="578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919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1C8F9-B35C-B8E6-0079-B7FDBC455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15ACF-410C-C126-9310-A4015D243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AF12C4-0C56-7C91-E19D-F20890425B20}"/>
              </a:ext>
            </a:extLst>
          </p:cNvPr>
          <p:cNvSpPr txBox="1"/>
          <p:nvPr/>
        </p:nvSpPr>
        <p:spPr>
          <a:xfrm>
            <a:off x="2916126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FD0A6B4-2CF1-6136-F581-B6B5EBE98BD6}"/>
              </a:ext>
            </a:extLst>
          </p:cNvPr>
          <p:cNvGrpSpPr/>
          <p:nvPr/>
        </p:nvGrpSpPr>
        <p:grpSpPr>
          <a:xfrm>
            <a:off x="5044162" y="379790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9DB09-FAA2-3C97-539B-E237FD53CFE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E6268C3-B06C-42B6-1439-23DEE9A6585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A645708-4B2F-4FA1-50AE-E203B718407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1077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9BB2FE5-CB66-69F1-209D-B4BAFF77C746}"/>
              </a:ext>
            </a:extLst>
          </p:cNvPr>
          <p:cNvGrpSpPr/>
          <p:nvPr/>
        </p:nvGrpSpPr>
        <p:grpSpPr>
          <a:xfrm>
            <a:off x="4096317" y="379790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709E675-2866-BDDA-C33B-B7884D14C68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9A9AF6F-04EF-08BF-EB7E-7249503832B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CFE4C0D-C8EB-D01E-80EE-7CFAC096685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1076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BF00FFB-127A-66F4-9AED-6440A6381A79}"/>
              </a:ext>
            </a:extLst>
          </p:cNvPr>
          <p:cNvGrpSpPr/>
          <p:nvPr/>
        </p:nvGrpSpPr>
        <p:grpSpPr>
          <a:xfrm>
            <a:off x="6939851" y="379790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767A159-A88E-0419-FE4D-0C07F11AB3B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E489D34-F995-E127-CF26-A0E3613DBBA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85A3C2A-A42D-103A-E4C1-C0456C84546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1079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E8DBDB6-3841-E208-EFD5-36E480BFAB2A}"/>
              </a:ext>
            </a:extLst>
          </p:cNvPr>
          <p:cNvGrpSpPr/>
          <p:nvPr/>
        </p:nvGrpSpPr>
        <p:grpSpPr>
          <a:xfrm>
            <a:off x="5992007" y="379790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D571CE7-80C9-88D7-96A9-3D6FB058952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69F069D-A7E4-1AB1-10D6-6A3BB58EDBB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71F099F-F050-C257-9565-D2C72200CBC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1078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CB75C10-C1CF-B3C0-714E-38B498E7CD37}"/>
              </a:ext>
            </a:extLst>
          </p:cNvPr>
          <p:cNvGrpSpPr/>
          <p:nvPr/>
        </p:nvGrpSpPr>
        <p:grpSpPr>
          <a:xfrm>
            <a:off x="9856472" y="379366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B72B5DC-6421-6DC4-D7BA-F1E5CC13C23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3A65CC7-BF09-5DDC-4A68-4BEF6B706352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824DEDD-BBE6-439B-9C15-6DFD632BD49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ADF9A2A-28A9-B718-4A86-1F4E7DACA8D0}"/>
              </a:ext>
            </a:extLst>
          </p:cNvPr>
          <p:cNvGrpSpPr/>
          <p:nvPr/>
        </p:nvGrpSpPr>
        <p:grpSpPr>
          <a:xfrm>
            <a:off x="1521768" y="379366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306EC76-65DC-3D1D-674B-DD202DFC81C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CF90F8A-8498-70ED-CDB9-96EA6C13D8EB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342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0DA50AC-185D-698E-DD05-59B5298B9AE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0C0AA125-8AD2-D76E-7782-11B5BD2886B9}"/>
              </a:ext>
            </a:extLst>
          </p:cNvPr>
          <p:cNvSpPr txBox="1"/>
          <p:nvPr/>
        </p:nvSpPr>
        <p:spPr>
          <a:xfrm>
            <a:off x="8633001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CCDBB98-6206-8B50-2C56-13D76E42085F}"/>
              </a:ext>
            </a:extLst>
          </p:cNvPr>
          <p:cNvSpPr txBox="1"/>
          <p:nvPr/>
        </p:nvSpPr>
        <p:spPr>
          <a:xfrm>
            <a:off x="3153531" y="1386908"/>
            <a:ext cx="321696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C++, we often think of computer memory (RAM) as one big array of </a:t>
            </a:r>
            <a:r>
              <a:rPr lang="en-US" b="1" dirty="0"/>
              <a:t>words</a:t>
            </a:r>
            <a:r>
              <a:rPr lang="en-US" dirty="0"/>
              <a:t>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79CA696-9297-2BF8-5C4B-768AB5A74243}"/>
              </a:ext>
            </a:extLst>
          </p:cNvPr>
          <p:cNvSpPr txBox="1"/>
          <p:nvPr/>
        </p:nvSpPr>
        <p:spPr>
          <a:xfrm>
            <a:off x="7104994" y="957118"/>
            <a:ext cx="4711483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 byte = 8 bits, e.g. 1001 0010</a:t>
            </a:r>
          </a:p>
          <a:p>
            <a:r>
              <a:rPr lang="en-US" sz="2800" dirty="0"/>
              <a:t>1 word = 64 bits</a:t>
            </a:r>
            <a:br>
              <a:rPr lang="en-US" sz="2800" dirty="0"/>
            </a:br>
            <a:r>
              <a:rPr lang="en-US" sz="2800" dirty="0"/>
              <a:t>               = 8 bytes</a:t>
            </a:r>
          </a:p>
          <a:p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5BE634-A420-A24F-357E-863F15B7ECFA}"/>
              </a:ext>
            </a:extLst>
          </p:cNvPr>
          <p:cNvSpPr txBox="1"/>
          <p:nvPr/>
        </p:nvSpPr>
        <p:spPr>
          <a:xfrm>
            <a:off x="4498098" y="5468149"/>
            <a:ext cx="227173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 usually write the character instead of its code number.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A62D694-1F61-76FB-5D6A-970DC5266A1E}"/>
              </a:ext>
            </a:extLst>
          </p:cNvPr>
          <p:cNvSpPr txBox="1"/>
          <p:nvPr/>
        </p:nvSpPr>
        <p:spPr>
          <a:xfrm>
            <a:off x="10250054" y="1636244"/>
            <a:ext cx="1838245" cy="954107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This is for 64-bit computers. For 32-bit computers, word size would be 32 bits.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7898C55-0579-7CD6-1B92-5DD1395D2207}"/>
              </a:ext>
            </a:extLst>
          </p:cNvPr>
          <p:cNvSpPr/>
          <p:nvPr/>
        </p:nvSpPr>
        <p:spPr>
          <a:xfrm>
            <a:off x="5154271" y="4393374"/>
            <a:ext cx="724269" cy="4963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CE222DA-09B5-7879-C24F-62C74AC3D1FE}"/>
              </a:ext>
            </a:extLst>
          </p:cNvPr>
          <p:cNvCxnSpPr>
            <a:stCxn id="54" idx="0"/>
            <a:endCxn id="3" idx="4"/>
          </p:cNvCxnSpPr>
          <p:nvPr/>
        </p:nvCxnSpPr>
        <p:spPr>
          <a:xfrm flipH="1" flipV="1">
            <a:off x="5516406" y="4889762"/>
            <a:ext cx="117559" cy="578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929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1C0FC-56F5-D23D-F711-4B934F4C6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591FD-E47D-E26A-7BA1-2B27FCB45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9BA551-A744-F13E-3C17-905FB7121812}"/>
              </a:ext>
            </a:extLst>
          </p:cNvPr>
          <p:cNvSpPr txBox="1"/>
          <p:nvPr/>
        </p:nvSpPr>
        <p:spPr>
          <a:xfrm>
            <a:off x="2916126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4BA84AB-3297-AAA1-E4DE-105318E3ACB6}"/>
              </a:ext>
            </a:extLst>
          </p:cNvPr>
          <p:cNvGrpSpPr/>
          <p:nvPr/>
        </p:nvGrpSpPr>
        <p:grpSpPr>
          <a:xfrm>
            <a:off x="5044162" y="379790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9EF0B26-0993-35EF-9254-FD65BDF88B6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5F410D1-CBFA-0113-C576-E0EA293B53A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AC53926-1F46-6C28-A644-5EA5EBF9D4A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1077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2B68449-C0A5-2FA1-DA73-321CA8AFF7ED}"/>
              </a:ext>
            </a:extLst>
          </p:cNvPr>
          <p:cNvGrpSpPr/>
          <p:nvPr/>
        </p:nvGrpSpPr>
        <p:grpSpPr>
          <a:xfrm>
            <a:off x="4096317" y="379790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57785E0-7440-03CB-5FFA-A968B3B6CEE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998FDBD-AA23-737B-F916-74A84093A2D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EDA1C7A-5A9C-B8A8-694F-1B53927E162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1076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3ECAD95-A655-805E-D324-901B0EF37BC5}"/>
              </a:ext>
            </a:extLst>
          </p:cNvPr>
          <p:cNvGrpSpPr/>
          <p:nvPr/>
        </p:nvGrpSpPr>
        <p:grpSpPr>
          <a:xfrm>
            <a:off x="6939851" y="379790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BC5C462-3BEB-0DF1-3ED2-CD7DBC77353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BD49BCA-B7E3-56E8-49D0-EB1DE088D6C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CC9FD32-B540-553F-A7B4-5E68A2B4153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1079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A29427C-6D31-C04D-7601-9508425717BF}"/>
              </a:ext>
            </a:extLst>
          </p:cNvPr>
          <p:cNvGrpSpPr/>
          <p:nvPr/>
        </p:nvGrpSpPr>
        <p:grpSpPr>
          <a:xfrm>
            <a:off x="5992007" y="379790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6026EAB-119B-8DA1-0D75-2BA1A5FD6ED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BEF091C-1BA9-F256-E1F2-D4AE35C5AB8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F251188-3DC3-7F94-828E-B89740F9345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1078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F781E3A-E5DC-AD25-6ED6-EC77FCC71967}"/>
              </a:ext>
            </a:extLst>
          </p:cNvPr>
          <p:cNvGrpSpPr/>
          <p:nvPr/>
        </p:nvGrpSpPr>
        <p:grpSpPr>
          <a:xfrm>
            <a:off x="9856472" y="379366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6A9F09A-430E-553E-D0BA-916C1898EA6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C5F13BC-0C43-2D2B-F05B-C281A9A3D0F5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6775768-D1CB-6235-719B-FC94AA3BE1C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3DC4CB2-9E8C-5E59-D0F3-4C1266ECCEF7}"/>
              </a:ext>
            </a:extLst>
          </p:cNvPr>
          <p:cNvGrpSpPr/>
          <p:nvPr/>
        </p:nvGrpSpPr>
        <p:grpSpPr>
          <a:xfrm>
            <a:off x="1521768" y="379366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A3E39DB-E7A8-2255-2FD6-5A6009835AF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99A9410-B0E7-65D4-7A91-B44B3840A6C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342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2EF90D5-16A0-2478-1136-C2365492CBD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D179775D-5A98-948B-C6FA-ED091FB5BD1A}"/>
              </a:ext>
            </a:extLst>
          </p:cNvPr>
          <p:cNvSpPr txBox="1"/>
          <p:nvPr/>
        </p:nvSpPr>
        <p:spPr>
          <a:xfrm>
            <a:off x="8633001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5FEB986-0392-D220-D488-5FBA54AAAA0B}"/>
              </a:ext>
            </a:extLst>
          </p:cNvPr>
          <p:cNvSpPr txBox="1"/>
          <p:nvPr/>
        </p:nvSpPr>
        <p:spPr>
          <a:xfrm>
            <a:off x="4256350" y="2086473"/>
            <a:ext cx="2637669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T character happens to be stored at memory address 1077.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EA76AA6-DB2E-435E-8A70-B9140096AB50}"/>
              </a:ext>
            </a:extLst>
          </p:cNvPr>
          <p:cNvSpPr txBox="1"/>
          <p:nvPr/>
        </p:nvSpPr>
        <p:spPr>
          <a:xfrm>
            <a:off x="4498098" y="5468149"/>
            <a:ext cx="227173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 usually write the character instead of its code number.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076F3E2-B22E-04F2-E777-995CA40231C3}"/>
              </a:ext>
            </a:extLst>
          </p:cNvPr>
          <p:cNvSpPr/>
          <p:nvPr/>
        </p:nvSpPr>
        <p:spPr>
          <a:xfrm>
            <a:off x="5154271" y="4393374"/>
            <a:ext cx="724269" cy="4963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E662A61-F93A-2A5C-58B2-9E93F0330E29}"/>
              </a:ext>
            </a:extLst>
          </p:cNvPr>
          <p:cNvCxnSpPr>
            <a:stCxn id="54" idx="0"/>
            <a:endCxn id="3" idx="4"/>
          </p:cNvCxnSpPr>
          <p:nvPr/>
        </p:nvCxnSpPr>
        <p:spPr>
          <a:xfrm flipH="1" flipV="1">
            <a:off x="5516406" y="4889762"/>
            <a:ext cx="117559" cy="578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3E48E65-739D-A9AC-18C1-F54FC138DE27}"/>
              </a:ext>
            </a:extLst>
          </p:cNvPr>
          <p:cNvCxnSpPr>
            <a:cxnSpLocks/>
            <a:stCxn id="52" idx="2"/>
            <a:endCxn id="8" idx="0"/>
          </p:cNvCxnSpPr>
          <p:nvPr/>
        </p:nvCxnSpPr>
        <p:spPr>
          <a:xfrm flipH="1">
            <a:off x="5530833" y="3009803"/>
            <a:ext cx="44352" cy="753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36A0B46E-A67F-0F0A-EC37-90B04325E626}"/>
              </a:ext>
            </a:extLst>
          </p:cNvPr>
          <p:cNvSpPr/>
          <p:nvPr/>
        </p:nvSpPr>
        <p:spPr>
          <a:xfrm>
            <a:off x="5168698" y="3763182"/>
            <a:ext cx="724269" cy="4963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729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73381-8F2E-5D6E-B9C7-18B383B53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C5347-2338-796F-76CC-5209EDB2B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021567-4091-43C8-681C-9FC7172DA670}"/>
              </a:ext>
            </a:extLst>
          </p:cNvPr>
          <p:cNvSpPr txBox="1"/>
          <p:nvPr/>
        </p:nvSpPr>
        <p:spPr>
          <a:xfrm>
            <a:off x="2916126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05E5A63-E4D2-2407-C084-95893F53394A}"/>
              </a:ext>
            </a:extLst>
          </p:cNvPr>
          <p:cNvGrpSpPr/>
          <p:nvPr/>
        </p:nvGrpSpPr>
        <p:grpSpPr>
          <a:xfrm>
            <a:off x="5044162" y="379790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B59A67F-6BB9-F003-E7DD-9DD1A09F10B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11D211E-FA74-D29D-863C-5EBFD259602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</a:rPr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F77B173-CD1F-1A12-1DAB-AE2E8009A83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1077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1575779-F9DB-2A70-3B63-A95E5060EFA6}"/>
              </a:ext>
            </a:extLst>
          </p:cNvPr>
          <p:cNvGrpSpPr/>
          <p:nvPr/>
        </p:nvGrpSpPr>
        <p:grpSpPr>
          <a:xfrm>
            <a:off x="4096317" y="379790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9BDE959-DB06-3B43-4FF9-EE1836F9EEA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E993849-AB5B-157F-D570-267A2EA5F83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9EE9E84-4770-36CD-0979-210F22CFC83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1076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700BFEC-319E-6B6B-4612-378788DEC24C}"/>
              </a:ext>
            </a:extLst>
          </p:cNvPr>
          <p:cNvGrpSpPr/>
          <p:nvPr/>
        </p:nvGrpSpPr>
        <p:grpSpPr>
          <a:xfrm>
            <a:off x="6939851" y="379790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260CF74-96E7-E10D-1306-25651D6EBA9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085EE26-B4D6-42C2-CB00-D1DBC266A02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ED16231-4633-2C4C-399E-4C01A9BE34D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1079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E7657A7-0FEF-2CFC-910E-8AD5A608DD97}"/>
              </a:ext>
            </a:extLst>
          </p:cNvPr>
          <p:cNvGrpSpPr/>
          <p:nvPr/>
        </p:nvGrpSpPr>
        <p:grpSpPr>
          <a:xfrm>
            <a:off x="5992007" y="379790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CF87807-B5F0-BB7E-9FA8-E466DF3D3F9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C316DA9-FDEB-B80B-6ADF-47368C0E27B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7DCF35E-C67B-19D8-8275-AE77D650E23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1078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A795D1C-5D7A-AE9F-A5EA-85D6DBEA9861}"/>
              </a:ext>
            </a:extLst>
          </p:cNvPr>
          <p:cNvGrpSpPr/>
          <p:nvPr/>
        </p:nvGrpSpPr>
        <p:grpSpPr>
          <a:xfrm>
            <a:off x="9856472" y="379366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C7A8217-CCEF-6DCF-FD4D-315413D89A9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3492587-8685-FC95-1D42-6997D85E551A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00E19D7-68D0-85FE-76C9-2FCBA577882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9757C60-224E-3577-B7F1-4FF6544B78EF}"/>
              </a:ext>
            </a:extLst>
          </p:cNvPr>
          <p:cNvGrpSpPr/>
          <p:nvPr/>
        </p:nvGrpSpPr>
        <p:grpSpPr>
          <a:xfrm>
            <a:off x="1521768" y="379366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1E23FEE-2ACC-7D89-339D-2711F7E3482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A24350E-E97A-4D71-2C76-37EAA45E773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342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148146C-4D37-E2E5-43A1-41A9D093862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E7BF2BEE-8FAF-7D44-4506-97FFA84FFE60}"/>
              </a:ext>
            </a:extLst>
          </p:cNvPr>
          <p:cNvSpPr txBox="1"/>
          <p:nvPr/>
        </p:nvSpPr>
        <p:spPr>
          <a:xfrm>
            <a:off x="8633001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67B2C72-10DF-D8E4-F55E-B55932A6C5F2}"/>
              </a:ext>
            </a:extLst>
          </p:cNvPr>
          <p:cNvSpPr txBox="1"/>
          <p:nvPr/>
        </p:nvSpPr>
        <p:spPr>
          <a:xfrm>
            <a:off x="3753394" y="712033"/>
            <a:ext cx="3035825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C++ runs this statement, it’s as if a memory location is given the value of T and the label c.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860FB46-E031-4460-4F23-EDD1E26E34F0}"/>
              </a:ext>
            </a:extLst>
          </p:cNvPr>
          <p:cNvCxnSpPr>
            <a:cxnSpLocks/>
            <a:stCxn id="52" idx="3"/>
            <a:endCxn id="6" idx="1"/>
          </p:cNvCxnSpPr>
          <p:nvPr/>
        </p:nvCxnSpPr>
        <p:spPr>
          <a:xfrm flipV="1">
            <a:off x="6789219" y="1027906"/>
            <a:ext cx="1405547" cy="284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9454A4D-B9CB-45C8-A2B7-4C371EC5EA4E}"/>
              </a:ext>
            </a:extLst>
          </p:cNvPr>
          <p:cNvSpPr txBox="1"/>
          <p:nvPr/>
        </p:nvSpPr>
        <p:spPr>
          <a:xfrm>
            <a:off x="8194766" y="704740"/>
            <a:ext cx="34772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622337-91F6-33B0-5532-08C242D081E1}"/>
              </a:ext>
            </a:extLst>
          </p:cNvPr>
          <p:cNvSpPr txBox="1"/>
          <p:nvPr/>
        </p:nvSpPr>
        <p:spPr>
          <a:xfrm>
            <a:off x="5331741" y="3244247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4787E8A-CEB1-2252-911C-65E6ADD25D71}"/>
              </a:ext>
            </a:extLst>
          </p:cNvPr>
          <p:cNvCxnSpPr>
            <a:cxnSpLocks/>
            <a:stCxn id="52" idx="2"/>
            <a:endCxn id="12" idx="0"/>
          </p:cNvCxnSpPr>
          <p:nvPr/>
        </p:nvCxnSpPr>
        <p:spPr>
          <a:xfrm>
            <a:off x="5271307" y="1912362"/>
            <a:ext cx="279404" cy="13318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48A7C43-F422-7347-B1D0-0102A9AAE08E}"/>
              </a:ext>
            </a:extLst>
          </p:cNvPr>
          <p:cNvSpPr txBox="1"/>
          <p:nvPr/>
        </p:nvSpPr>
        <p:spPr>
          <a:xfrm>
            <a:off x="8870406" y="1552189"/>
            <a:ext cx="234348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C++ keeps track of the address of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3AEF31F-15CF-8237-E955-DBE53BB491C3}"/>
                  </a:ext>
                </a:extLst>
              </p14:cNvPr>
              <p14:cNvContentPartPr/>
              <p14:nvPr/>
            </p14:nvContentPartPr>
            <p14:xfrm>
              <a:off x="5330520" y="1242000"/>
              <a:ext cx="6238800" cy="3662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3AEF31F-15CF-8237-E955-DBE53BB491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21160" y="1232640"/>
                <a:ext cx="6257520" cy="368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1659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1638B-66E0-ED69-C8F8-46640C871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7FB64-9F20-6F0C-47C5-14CC23880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7B5804-F100-8475-9AE1-A24DFE087CA1}"/>
              </a:ext>
            </a:extLst>
          </p:cNvPr>
          <p:cNvSpPr txBox="1"/>
          <p:nvPr/>
        </p:nvSpPr>
        <p:spPr>
          <a:xfrm>
            <a:off x="2916126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9397CA1-2C7D-98E1-5084-42178FCD9A48}"/>
              </a:ext>
            </a:extLst>
          </p:cNvPr>
          <p:cNvGrpSpPr/>
          <p:nvPr/>
        </p:nvGrpSpPr>
        <p:grpSpPr>
          <a:xfrm>
            <a:off x="5044162" y="379790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380265A-88D9-8005-3D5A-F9197D27AB7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3403164-1679-69CB-94C9-4A435D0B6EC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</a:rPr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62713D0-42E5-8EE6-DCAD-BBB4F13A38D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1077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3DD97A9-52DC-EB43-5BE7-79289FBC687C}"/>
              </a:ext>
            </a:extLst>
          </p:cNvPr>
          <p:cNvGrpSpPr/>
          <p:nvPr/>
        </p:nvGrpSpPr>
        <p:grpSpPr>
          <a:xfrm>
            <a:off x="4096317" y="379790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BD8487-AA2A-BE49-5778-887E9DC33F4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2ED00DD-4668-6C5E-D44D-1FC77087129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4BF33D-82DE-A380-ECB6-DB285C6DC98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1076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EEC9518-E3BD-B56D-38BC-04ECA8381F30}"/>
              </a:ext>
            </a:extLst>
          </p:cNvPr>
          <p:cNvGrpSpPr/>
          <p:nvPr/>
        </p:nvGrpSpPr>
        <p:grpSpPr>
          <a:xfrm>
            <a:off x="6939851" y="379790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9744A04-E152-A4A9-4B27-3EC715D5E39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7018381-6716-7353-EE56-EFFC783A096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E07937E-69B8-5F44-50F6-08BBDF8A5B1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1079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4F985CE-708E-1E1F-214C-733DDAABE68C}"/>
              </a:ext>
            </a:extLst>
          </p:cNvPr>
          <p:cNvGrpSpPr/>
          <p:nvPr/>
        </p:nvGrpSpPr>
        <p:grpSpPr>
          <a:xfrm>
            <a:off x="5992007" y="379790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36E712F-94F3-7011-B62B-90BE03B3328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2D67459-7D70-F58A-C0D6-49F9C873B32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65698BB-9D55-DB92-CDBE-6C051103E42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1078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C6B7B5E-458A-3CEE-82BB-74101C4DD599}"/>
              </a:ext>
            </a:extLst>
          </p:cNvPr>
          <p:cNvGrpSpPr/>
          <p:nvPr/>
        </p:nvGrpSpPr>
        <p:grpSpPr>
          <a:xfrm>
            <a:off x="9856472" y="379366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D8843F4-8D4E-F76C-ED03-DFF4632C99B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7B091CA-BCEE-0E50-BC26-69D4BFEA2170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74CB59C-2CE9-311A-2FDD-38DF617C520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E2714E2-CFE2-8737-D29A-9185E8727559}"/>
              </a:ext>
            </a:extLst>
          </p:cNvPr>
          <p:cNvGrpSpPr/>
          <p:nvPr/>
        </p:nvGrpSpPr>
        <p:grpSpPr>
          <a:xfrm>
            <a:off x="1521768" y="379366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7F85DEE-82F8-80BF-04C1-A82A438AE3F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E0A961A-7B9C-6F13-DC42-8EC47B8AF21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342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0144DFA-DFFC-0697-7FF5-FB5DBE9D924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F9AC5BF2-7872-F0D8-39C0-9AC6D83931A8}"/>
              </a:ext>
            </a:extLst>
          </p:cNvPr>
          <p:cNvSpPr txBox="1"/>
          <p:nvPr/>
        </p:nvSpPr>
        <p:spPr>
          <a:xfrm>
            <a:off x="8633001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E909A0A-9782-09BB-912B-8A043E9F2883}"/>
              </a:ext>
            </a:extLst>
          </p:cNvPr>
          <p:cNvSpPr txBox="1"/>
          <p:nvPr/>
        </p:nvSpPr>
        <p:spPr>
          <a:xfrm>
            <a:off x="3065075" y="666974"/>
            <a:ext cx="3035825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C++ runs this statement, it’s as if a memory location is given the value of T and the label c.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BBC8F2B-43DE-06FB-E0FA-5A35EC4DC8AE}"/>
              </a:ext>
            </a:extLst>
          </p:cNvPr>
          <p:cNvCxnSpPr>
            <a:cxnSpLocks/>
            <a:stCxn id="52" idx="3"/>
            <a:endCxn id="6" idx="1"/>
          </p:cNvCxnSpPr>
          <p:nvPr/>
        </p:nvCxnSpPr>
        <p:spPr>
          <a:xfrm flipV="1">
            <a:off x="6100900" y="788675"/>
            <a:ext cx="867804" cy="478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9B7E308-13D0-D3C0-E820-4A202480451F}"/>
              </a:ext>
            </a:extLst>
          </p:cNvPr>
          <p:cNvSpPr txBox="1"/>
          <p:nvPr/>
        </p:nvSpPr>
        <p:spPr>
          <a:xfrm>
            <a:off x="6968704" y="188510"/>
            <a:ext cx="39837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</a:p>
          <a:p>
            <a:r>
              <a:rPr lang="en-US" sz="3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c; // 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C5A146-6B9F-0411-B6FF-7047928F5B08}"/>
              </a:ext>
            </a:extLst>
          </p:cNvPr>
          <p:cNvSpPr txBox="1"/>
          <p:nvPr/>
        </p:nvSpPr>
        <p:spPr>
          <a:xfrm>
            <a:off x="5331741" y="3244247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E49C46E-A7E9-EE08-4D40-FE7027EF0A1A}"/>
              </a:ext>
            </a:extLst>
          </p:cNvPr>
          <p:cNvCxnSpPr>
            <a:cxnSpLocks/>
            <a:stCxn id="52" idx="2"/>
            <a:endCxn id="12" idx="0"/>
          </p:cNvCxnSpPr>
          <p:nvPr/>
        </p:nvCxnSpPr>
        <p:spPr>
          <a:xfrm>
            <a:off x="4582988" y="1867303"/>
            <a:ext cx="967723" cy="1376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CBF819C-7582-4719-68A7-E2F1BEB1CA92}"/>
                  </a:ext>
                </a:extLst>
              </p14:cNvPr>
              <p14:cNvContentPartPr/>
              <p14:nvPr/>
            </p14:nvContentPartPr>
            <p14:xfrm>
              <a:off x="6978600" y="747720"/>
              <a:ext cx="3261600" cy="607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CBF819C-7582-4719-68A7-E2F1BEB1CA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69240" y="738360"/>
                <a:ext cx="3280320" cy="62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825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EAE7B-6FB6-2082-A793-D0FAE0674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0EE20-CDAC-0E1F-8FD6-72B142800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3015D6-8C36-90F8-DDB5-AC9E9D9E480C}"/>
              </a:ext>
            </a:extLst>
          </p:cNvPr>
          <p:cNvSpPr txBox="1"/>
          <p:nvPr/>
        </p:nvSpPr>
        <p:spPr>
          <a:xfrm>
            <a:off x="2916126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15D295E-7EE0-DDFD-1E75-B95433F3E473}"/>
              </a:ext>
            </a:extLst>
          </p:cNvPr>
          <p:cNvGrpSpPr/>
          <p:nvPr/>
        </p:nvGrpSpPr>
        <p:grpSpPr>
          <a:xfrm>
            <a:off x="5044162" y="379790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80132C5-31B2-7669-8D15-FA2BF5EBE55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EE9DA0C-CC61-23F1-AE6A-EC4DD082494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</a:rPr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F7E57D2-9C21-F7E0-3B7E-F20FBFE85C1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1077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EE07B18-72CD-CAD4-C7F0-93A50CEAFED5}"/>
              </a:ext>
            </a:extLst>
          </p:cNvPr>
          <p:cNvGrpSpPr/>
          <p:nvPr/>
        </p:nvGrpSpPr>
        <p:grpSpPr>
          <a:xfrm>
            <a:off x="4096317" y="379790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29DFCB7-138D-2A55-8FC4-1F209AE94FA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D389DEA-9941-E90D-5239-2571A0C26AE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12BD4C2-6C1B-1CB6-9229-8247F533AAE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1076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57968E1-68E9-9D5D-436B-BB8A2784E2AE}"/>
              </a:ext>
            </a:extLst>
          </p:cNvPr>
          <p:cNvGrpSpPr/>
          <p:nvPr/>
        </p:nvGrpSpPr>
        <p:grpSpPr>
          <a:xfrm>
            <a:off x="6939851" y="379790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36119FC-B97A-D5C3-0B6E-4A23D1A9630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83B43D2-9740-EDA9-E6B4-1DC999CF75EB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10F7FBE-5E30-858C-E06C-3FE0DCA620B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1079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CA5362F-2B32-8345-75F2-554F79FE44F6}"/>
              </a:ext>
            </a:extLst>
          </p:cNvPr>
          <p:cNvGrpSpPr/>
          <p:nvPr/>
        </p:nvGrpSpPr>
        <p:grpSpPr>
          <a:xfrm>
            <a:off x="5992007" y="379790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BFFFC1E-71E9-B8BB-A35F-A8C24FFAF41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60F419C-B776-76F1-BEA3-A6015D8AB97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9C62151-6D6D-3269-22E3-1B1CE09E7F0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1078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395402D-67C6-7C9E-8465-C1810E640A55}"/>
              </a:ext>
            </a:extLst>
          </p:cNvPr>
          <p:cNvGrpSpPr/>
          <p:nvPr/>
        </p:nvGrpSpPr>
        <p:grpSpPr>
          <a:xfrm>
            <a:off x="9856472" y="379366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D3778A2-827D-98E1-3BBE-8B687828CCD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D5668BF-497F-F23A-0A2C-30B7A32B4030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E006756-01DD-AA34-2B73-8C5108E74BE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06D963C-72E1-7058-7C70-3F51C569A6F8}"/>
              </a:ext>
            </a:extLst>
          </p:cNvPr>
          <p:cNvGrpSpPr/>
          <p:nvPr/>
        </p:nvGrpSpPr>
        <p:grpSpPr>
          <a:xfrm>
            <a:off x="1521768" y="379366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021A6CE-48B3-BED9-57E9-028B40527C5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D85F4DC-8E9B-E51E-C9B0-95445C98E66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342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273A9F9-EA7B-6514-379A-8D4CF4F67F7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59B49B05-A3FA-DC2A-340B-3D181760B70E}"/>
              </a:ext>
            </a:extLst>
          </p:cNvPr>
          <p:cNvSpPr txBox="1"/>
          <p:nvPr/>
        </p:nvSpPr>
        <p:spPr>
          <a:xfrm>
            <a:off x="8633001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58F45B-B594-B5BA-CC27-F5100ACCC7A9}"/>
              </a:ext>
            </a:extLst>
          </p:cNvPr>
          <p:cNvSpPr txBox="1"/>
          <p:nvPr/>
        </p:nvSpPr>
        <p:spPr>
          <a:xfrm>
            <a:off x="6641291" y="226444"/>
            <a:ext cx="550343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</a:p>
          <a:p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c; // T</a:t>
            </a:r>
          </a:p>
          <a:p>
            <a:r>
              <a:rPr lang="en-US" sz="3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int(c); // 84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CA2A06-2B0C-E917-F1C1-A5323DDCC5AF}"/>
              </a:ext>
            </a:extLst>
          </p:cNvPr>
          <p:cNvSpPr txBox="1"/>
          <p:nvPr/>
        </p:nvSpPr>
        <p:spPr>
          <a:xfrm>
            <a:off x="5331741" y="3244247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B954C76-0787-00D7-0B29-7475DC1E4C9A}"/>
                  </a:ext>
                </a:extLst>
              </p14:cNvPr>
              <p14:cNvContentPartPr/>
              <p14:nvPr/>
            </p14:nvContentPartPr>
            <p14:xfrm>
              <a:off x="8810280" y="1959840"/>
              <a:ext cx="3051000" cy="67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B954C76-0787-00D7-0B29-7475DC1E4C9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00920" y="1950480"/>
                <a:ext cx="3069720" cy="8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8311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239D5-76C7-7513-B46C-3B61F5F88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B522E-B12A-6A61-D182-467716D73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3E6CC7-281D-4460-FCC7-D2159F75528B}"/>
              </a:ext>
            </a:extLst>
          </p:cNvPr>
          <p:cNvSpPr txBox="1"/>
          <p:nvPr/>
        </p:nvSpPr>
        <p:spPr>
          <a:xfrm>
            <a:off x="2916126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1AA444F-38DE-57A0-AE91-BDDB21E959DF}"/>
              </a:ext>
            </a:extLst>
          </p:cNvPr>
          <p:cNvGrpSpPr/>
          <p:nvPr/>
        </p:nvGrpSpPr>
        <p:grpSpPr>
          <a:xfrm>
            <a:off x="5044162" y="379790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8D92991-28F1-3AEC-0EB6-2E8529D5AD5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277A082-448E-3033-0509-B2BE162087C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</a:rPr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1563141-9F2A-3EBC-FFD3-16CD893E705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1077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BA1531B-3013-2F35-9C9D-9E1425EAAFEC}"/>
              </a:ext>
            </a:extLst>
          </p:cNvPr>
          <p:cNvGrpSpPr/>
          <p:nvPr/>
        </p:nvGrpSpPr>
        <p:grpSpPr>
          <a:xfrm>
            <a:off x="4096317" y="379790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975B60E-8432-ACF9-26BB-7515BBE7D78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E1BAF4C-1BA0-9AD8-583E-5CECE8C49BF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5F3D16B-4B5A-C21F-15D9-096D6682C95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1076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971F687-A6D4-8F5F-9556-9E3FCA539875}"/>
              </a:ext>
            </a:extLst>
          </p:cNvPr>
          <p:cNvGrpSpPr/>
          <p:nvPr/>
        </p:nvGrpSpPr>
        <p:grpSpPr>
          <a:xfrm>
            <a:off x="6939851" y="379790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5A9C212-ED02-A30E-E560-4A7FC14600D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AEE6D4A-20AE-A561-7DEF-62D9F94D16E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557EA5C-99EE-6999-760D-738FD9344C2F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1079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7FC17B4-4141-0DD7-D361-1BBDC5ED1984}"/>
              </a:ext>
            </a:extLst>
          </p:cNvPr>
          <p:cNvGrpSpPr/>
          <p:nvPr/>
        </p:nvGrpSpPr>
        <p:grpSpPr>
          <a:xfrm>
            <a:off x="5992007" y="379790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D1894D0-9705-D2BE-D7E2-8E40A2474F9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A55CA3C-CAF4-E1E9-9DDF-7FE94138917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84C4673-4A6E-24F6-336C-8251F4B08A7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1078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F120D94-4510-D959-2F29-C38732BE5F5D}"/>
              </a:ext>
            </a:extLst>
          </p:cNvPr>
          <p:cNvGrpSpPr/>
          <p:nvPr/>
        </p:nvGrpSpPr>
        <p:grpSpPr>
          <a:xfrm>
            <a:off x="9856472" y="379366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C60DDBA-B394-3406-CF40-2ACB5FD48FD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6EA176C-816B-9AD4-D016-6040D5C9E334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DC3EEEF-1791-1CEA-A991-BA3FC59B505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7ECE601-0186-F3F0-6FB9-1C2473A7EA75}"/>
              </a:ext>
            </a:extLst>
          </p:cNvPr>
          <p:cNvGrpSpPr/>
          <p:nvPr/>
        </p:nvGrpSpPr>
        <p:grpSpPr>
          <a:xfrm>
            <a:off x="1521768" y="379366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1131309-F8A7-DE59-F52F-81B71C8B2F3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69F7D4E-7D33-37A7-856C-514578EAEC4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342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D1C8F5C-FC0E-51D5-8B26-EABC715AE10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CEC7CE5E-6627-396E-9325-A25F8A0E673B}"/>
              </a:ext>
            </a:extLst>
          </p:cNvPr>
          <p:cNvSpPr txBox="1"/>
          <p:nvPr/>
        </p:nvSpPr>
        <p:spPr>
          <a:xfrm>
            <a:off x="8633001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8906C3-1E64-D48C-34C7-73C78B8A1A4A}"/>
              </a:ext>
            </a:extLst>
          </p:cNvPr>
          <p:cNvSpPr txBox="1"/>
          <p:nvPr/>
        </p:nvSpPr>
        <p:spPr>
          <a:xfrm>
            <a:off x="6641291" y="226444"/>
            <a:ext cx="550343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</a:p>
          <a:p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c; // T</a:t>
            </a:r>
          </a:p>
          <a:p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int(c); // 84</a:t>
            </a:r>
          </a:p>
          <a:p>
            <a:r>
              <a:rPr lang="en-US" sz="3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(void*)&amp;c; </a:t>
            </a:r>
            <a:b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// 1077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7C3E4C-3981-B52D-D2FE-E2572D2568F7}"/>
              </a:ext>
            </a:extLst>
          </p:cNvPr>
          <p:cNvSpPr txBox="1"/>
          <p:nvPr/>
        </p:nvSpPr>
        <p:spPr>
          <a:xfrm>
            <a:off x="5331741" y="3244247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6F3C19-C36C-3E70-4C20-4F68D1E7E413}"/>
              </a:ext>
            </a:extLst>
          </p:cNvPr>
          <p:cNvSpPr txBox="1"/>
          <p:nvPr/>
        </p:nvSpPr>
        <p:spPr>
          <a:xfrm>
            <a:off x="6422321" y="2864475"/>
            <a:ext cx="349128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en-US" dirty="0"/>
              <a:t> is the </a:t>
            </a:r>
            <a:r>
              <a:rPr lang="en-US" b="1" dirty="0"/>
              <a:t>address-of operator </a:t>
            </a:r>
            <a:r>
              <a:rPr lang="en-US" dirty="0"/>
              <a:t>in C++, i.e. it returns the memory address of the variable.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2300E4E-9F19-9A8A-E60B-CBA9C8C5AE02}"/>
              </a:ext>
            </a:extLst>
          </p:cNvPr>
          <p:cNvCxnSpPr>
            <a:cxnSpLocks/>
          </p:cNvCxnSpPr>
          <p:nvPr/>
        </p:nvCxnSpPr>
        <p:spPr>
          <a:xfrm flipV="1">
            <a:off x="9913601" y="2415209"/>
            <a:ext cx="582121" cy="4492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1A2DE3F-E5CA-003A-6B5E-B60BB1C8D729}"/>
                  </a:ext>
                </a:extLst>
              </p14:cNvPr>
              <p14:cNvContentPartPr/>
              <p14:nvPr/>
            </p14:nvContentPartPr>
            <p14:xfrm>
              <a:off x="5183640" y="1958040"/>
              <a:ext cx="6679800" cy="2220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1A2DE3F-E5CA-003A-6B5E-B60BB1C8D72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74280" y="1948680"/>
                <a:ext cx="6698520" cy="223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0008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47F02-2B7C-1BC7-84EF-B6EA7E45D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BA56A-3A04-2C38-3991-CF879C470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5DE402-9FD4-D6CF-3BAB-22A81627351B}"/>
              </a:ext>
            </a:extLst>
          </p:cNvPr>
          <p:cNvSpPr txBox="1"/>
          <p:nvPr/>
        </p:nvSpPr>
        <p:spPr>
          <a:xfrm>
            <a:off x="2916126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ECAD59E-9D91-B4CA-E174-1016A1B35198}"/>
              </a:ext>
            </a:extLst>
          </p:cNvPr>
          <p:cNvGrpSpPr/>
          <p:nvPr/>
        </p:nvGrpSpPr>
        <p:grpSpPr>
          <a:xfrm>
            <a:off x="5044162" y="379790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F8CF102-B9A9-5D78-910D-13F0C28B241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EC8583F-40A3-2D28-9D06-211AB65D973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</a:rPr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8C907BE-065B-55C8-69AB-6ED51D83A03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1077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E6BB424-9B56-644B-4F35-A387F2D6E0ED}"/>
              </a:ext>
            </a:extLst>
          </p:cNvPr>
          <p:cNvGrpSpPr/>
          <p:nvPr/>
        </p:nvGrpSpPr>
        <p:grpSpPr>
          <a:xfrm>
            <a:off x="4096317" y="379790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094279-61C6-502F-DD61-AE34D0CA12F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323CEB8-3851-8AA4-F4B2-905405E662D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FA07213-6AD4-BF6B-0DE3-FE7E742CEB6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1076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8009AAF-8521-EEE8-2433-FE52E2F1549B}"/>
              </a:ext>
            </a:extLst>
          </p:cNvPr>
          <p:cNvGrpSpPr/>
          <p:nvPr/>
        </p:nvGrpSpPr>
        <p:grpSpPr>
          <a:xfrm>
            <a:off x="6939851" y="379790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180E158-A4ED-7351-D388-117854EBE44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1F2B5C8-7322-911B-F884-BB3685CD57F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570BC9B-DFCE-C819-C013-C025C977571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1079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6E07F21-89AC-6184-AEAD-747F03282E3B}"/>
              </a:ext>
            </a:extLst>
          </p:cNvPr>
          <p:cNvGrpSpPr/>
          <p:nvPr/>
        </p:nvGrpSpPr>
        <p:grpSpPr>
          <a:xfrm>
            <a:off x="5992007" y="379790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04F1210-A68E-112F-09B5-4D0404C98A6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5ABBA89-5C6C-94DC-C118-4B3C6EF4C1D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C18A033-BDC9-C1B6-5A50-7197F5F10D9F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1078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6F1CE97-E356-C39C-429D-2D1800D7DCBB}"/>
              </a:ext>
            </a:extLst>
          </p:cNvPr>
          <p:cNvGrpSpPr/>
          <p:nvPr/>
        </p:nvGrpSpPr>
        <p:grpSpPr>
          <a:xfrm>
            <a:off x="9856472" y="379366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AB4A733-19FB-642A-FD5F-7AD18784764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68ACBCB-28C6-21B5-D93F-D5DCDFB79B3B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7ACB433-A473-1280-44D9-EFC12BB7150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55B4367-457D-628E-5503-9C8F7BB05925}"/>
              </a:ext>
            </a:extLst>
          </p:cNvPr>
          <p:cNvGrpSpPr/>
          <p:nvPr/>
        </p:nvGrpSpPr>
        <p:grpSpPr>
          <a:xfrm>
            <a:off x="1521768" y="379366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962CAA6-0085-677C-0B4E-FE15F4BA960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F508503-322D-BA89-AF26-8F4FC49EE3E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342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04B0412-8B34-14F8-9DEB-C341502604C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85F966EC-6382-E065-CFE7-B2B215C301C3}"/>
              </a:ext>
            </a:extLst>
          </p:cNvPr>
          <p:cNvSpPr txBox="1"/>
          <p:nvPr/>
        </p:nvSpPr>
        <p:spPr>
          <a:xfrm>
            <a:off x="8633001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6C6C22-B541-260E-5FDD-15FC71B12D49}"/>
              </a:ext>
            </a:extLst>
          </p:cNvPr>
          <p:cNvSpPr txBox="1"/>
          <p:nvPr/>
        </p:nvSpPr>
        <p:spPr>
          <a:xfrm>
            <a:off x="6641291" y="226444"/>
            <a:ext cx="550343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</a:p>
          <a:p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c; // T</a:t>
            </a:r>
          </a:p>
          <a:p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int(c); // 84</a:t>
            </a:r>
          </a:p>
          <a:p>
            <a:r>
              <a:rPr lang="en-US" sz="3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(void*)&amp;c; </a:t>
            </a:r>
            <a:b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// 1077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AF475C-38A4-66CD-5A11-DA2CE52F546E}"/>
              </a:ext>
            </a:extLst>
          </p:cNvPr>
          <p:cNvSpPr txBox="1"/>
          <p:nvPr/>
        </p:nvSpPr>
        <p:spPr>
          <a:xfrm>
            <a:off x="5331741" y="3244247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4C6CE2-C730-5C34-FB54-137C5A271517}"/>
              </a:ext>
            </a:extLst>
          </p:cNvPr>
          <p:cNvSpPr txBox="1"/>
          <p:nvPr/>
        </p:nvSpPr>
        <p:spPr>
          <a:xfrm>
            <a:off x="6254877" y="2694444"/>
            <a:ext cx="3614137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This is needed to print the address. 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dirty="0">
                <a:cs typeface="Consolas" panose="020B0609020204030204" pitchFamily="49" charset="0"/>
              </a:rPr>
              <a:t>It </a:t>
            </a:r>
            <a:r>
              <a:rPr lang="en-US" b="1" dirty="0">
                <a:cs typeface="Consolas" panose="020B0609020204030204" pitchFamily="49" charset="0"/>
              </a:rPr>
              <a:t>casts</a:t>
            </a:r>
            <a:r>
              <a:rPr lang="en-US" dirty="0"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&amp;c</a:t>
            </a:r>
            <a:r>
              <a:rPr lang="en-US" dirty="0">
                <a:cs typeface="Consolas" panose="020B0609020204030204" pitchFamily="49" charset="0"/>
              </a:rPr>
              <a:t> to the type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void*</a:t>
            </a:r>
            <a:r>
              <a:rPr lang="en-US" dirty="0">
                <a:cs typeface="Consolas" panose="020B0609020204030204" pitchFamily="49" charset="0"/>
              </a:rPr>
              <a:t>.</a:t>
            </a:r>
            <a:endParaRPr lang="en-US" dirty="0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144CDFE4-636A-402D-19B5-A53D8D5414A5}"/>
              </a:ext>
            </a:extLst>
          </p:cNvPr>
          <p:cNvSpPr/>
          <p:nvPr/>
        </p:nvSpPr>
        <p:spPr>
          <a:xfrm rot="16200000">
            <a:off x="9538703" y="1804738"/>
            <a:ext cx="186804" cy="154833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16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6C845-AC90-2C75-6A2C-372999898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AA5E4-0048-2B82-2F70-C86858370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C40352-8087-A6F5-74D8-8705EB0A1D20}"/>
              </a:ext>
            </a:extLst>
          </p:cNvPr>
          <p:cNvSpPr txBox="1"/>
          <p:nvPr/>
        </p:nvSpPr>
        <p:spPr>
          <a:xfrm>
            <a:off x="2916126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63EF57C-88BF-FF96-A216-D8E1790A1A50}"/>
              </a:ext>
            </a:extLst>
          </p:cNvPr>
          <p:cNvGrpSpPr/>
          <p:nvPr/>
        </p:nvGrpSpPr>
        <p:grpSpPr>
          <a:xfrm>
            <a:off x="5044162" y="379790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8AD2649-18DF-171A-2145-18A30139200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B05D82B-7620-DCAA-F312-CA07EDD3EB1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</a:rPr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A590529-3B45-33B1-0DA8-001FA9C59F1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1077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E8F0BD8-CB8F-387C-4382-42D576F7C0DF}"/>
              </a:ext>
            </a:extLst>
          </p:cNvPr>
          <p:cNvGrpSpPr/>
          <p:nvPr/>
        </p:nvGrpSpPr>
        <p:grpSpPr>
          <a:xfrm>
            <a:off x="4096317" y="379790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83A96FA-0210-BE4E-76B3-A710FF39C8F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FB32C48-20B1-EC81-B480-7155445BB35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65416EE-C889-1D79-B202-202005F9AF6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1076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EC65B31-795D-05C6-599F-B2DECEE8B58F}"/>
              </a:ext>
            </a:extLst>
          </p:cNvPr>
          <p:cNvGrpSpPr/>
          <p:nvPr/>
        </p:nvGrpSpPr>
        <p:grpSpPr>
          <a:xfrm>
            <a:off x="6939851" y="379790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A8E6CB1-B4A8-9544-C9F3-E1D96D01CF6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324BA8B-3F13-BAF9-8741-2DE082BD991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FF4A040-FEC7-E8EB-614C-294C354B50D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1079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6F3F509-8099-081B-3B8C-9F27754D8B0E}"/>
              </a:ext>
            </a:extLst>
          </p:cNvPr>
          <p:cNvGrpSpPr/>
          <p:nvPr/>
        </p:nvGrpSpPr>
        <p:grpSpPr>
          <a:xfrm>
            <a:off x="5992007" y="379790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C6B2284-AF9E-5FCB-F306-45E06885B65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D43DD5F-FCF3-AD88-4211-AB4FCC9DC51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3E6214D-332F-02E5-74C5-FE8130A8A82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1078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61F5283-9330-6C69-0279-EAB04D9B8555}"/>
              </a:ext>
            </a:extLst>
          </p:cNvPr>
          <p:cNvGrpSpPr/>
          <p:nvPr/>
        </p:nvGrpSpPr>
        <p:grpSpPr>
          <a:xfrm>
            <a:off x="9856472" y="379366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A5E9F18-9B0C-D2E8-D939-F0DB7403BFC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C170037-71D7-5EEB-6263-0845B691135F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945A531-C23B-E9BE-8375-4CDBE8B580E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A4231BB-672A-6696-F0A5-420B8042D7FA}"/>
              </a:ext>
            </a:extLst>
          </p:cNvPr>
          <p:cNvGrpSpPr/>
          <p:nvPr/>
        </p:nvGrpSpPr>
        <p:grpSpPr>
          <a:xfrm>
            <a:off x="1521768" y="379366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C0A2752-954A-3400-464C-70501A895BD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68E02D0-EC99-B787-CF87-60739E5521B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342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3A5561C-1BD6-6979-EFD4-A6EAD185159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8D29713C-878B-DC5C-70D4-411699FD39AE}"/>
              </a:ext>
            </a:extLst>
          </p:cNvPr>
          <p:cNvSpPr txBox="1"/>
          <p:nvPr/>
        </p:nvSpPr>
        <p:spPr>
          <a:xfrm>
            <a:off x="8633001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EB7FB0-F42A-7065-050F-4350E13B0E14}"/>
              </a:ext>
            </a:extLst>
          </p:cNvPr>
          <p:cNvSpPr txBox="1"/>
          <p:nvPr/>
        </p:nvSpPr>
        <p:spPr>
          <a:xfrm>
            <a:off x="6641291" y="226444"/>
            <a:ext cx="550343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</a:p>
          <a:p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c; // T</a:t>
            </a:r>
          </a:p>
          <a:p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int(c); // 84</a:t>
            </a:r>
          </a:p>
          <a:p>
            <a:r>
              <a:rPr lang="en-US" sz="3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(void*)&amp;c; </a:t>
            </a:r>
            <a:b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// 1077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86250D-2091-2697-283E-14348FB77C6F}"/>
              </a:ext>
            </a:extLst>
          </p:cNvPr>
          <p:cNvSpPr txBox="1"/>
          <p:nvPr/>
        </p:nvSpPr>
        <p:spPr>
          <a:xfrm>
            <a:off x="5331741" y="3244247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4826D7-8913-84C5-726A-6E92E1167653}"/>
              </a:ext>
            </a:extLst>
          </p:cNvPr>
          <p:cNvSpPr txBox="1"/>
          <p:nvPr/>
        </p:nvSpPr>
        <p:spPr>
          <a:xfrm>
            <a:off x="3708908" y="5583335"/>
            <a:ext cx="6806692" cy="923330"/>
          </a:xfrm>
          <a:prstGeom prst="rect">
            <a:avLst/>
          </a:prstGeom>
          <a:solidFill>
            <a:schemeClr val="accent2">
              <a:lumMod val="40000"/>
              <a:lumOff val="60000"/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Important!</a:t>
            </a:r>
            <a:r>
              <a:rPr lang="en-US" dirty="0">
                <a:cs typeface="Consolas" panose="020B0609020204030204" pitchFamily="49" charset="0"/>
              </a:rPr>
              <a:t> C++ and the operating system determine a variable’s address, and that address can vary from run to run of your program. 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b="1" dirty="0">
                <a:cs typeface="Consolas" panose="020B0609020204030204" pitchFamily="49" charset="0"/>
              </a:rPr>
              <a:t>You should not depend on the exact memory address!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64407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24E22-2120-4A88-DE41-1184D7648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A5CE4-5427-CFC3-6003-C0C8AE53B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153478" cy="1325563"/>
          </a:xfrm>
        </p:spPr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600289-6182-A217-55E6-8DCA6935533C}"/>
              </a:ext>
            </a:extLst>
          </p:cNvPr>
          <p:cNvSpPr txBox="1"/>
          <p:nvPr/>
        </p:nvSpPr>
        <p:spPr>
          <a:xfrm>
            <a:off x="2776978" y="387759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C8D610B-B989-3A3A-0B1C-A7C8255EFB07}"/>
              </a:ext>
            </a:extLst>
          </p:cNvPr>
          <p:cNvGrpSpPr/>
          <p:nvPr/>
        </p:nvGrpSpPr>
        <p:grpSpPr>
          <a:xfrm>
            <a:off x="4905014" y="323137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F3B91B8-2516-8B59-9778-DFF0CA8C6F5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450CA6B-230C-96C8-6A97-764F26274E3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</a:rPr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7544630-9796-7722-68DF-7971A8AE551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1077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AE01661-2116-D1FD-4AE9-6E7C1977463E}"/>
              </a:ext>
            </a:extLst>
          </p:cNvPr>
          <p:cNvGrpSpPr/>
          <p:nvPr/>
        </p:nvGrpSpPr>
        <p:grpSpPr>
          <a:xfrm>
            <a:off x="3957169" y="323137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840510E-16DF-4AC3-9904-759ECD3DB10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EC76D46-3392-48BB-14C3-D18B50188F4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AE25396-B463-6C6A-191A-2815CFF9A42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1076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BB52EEF-F622-9E08-BB5C-D80F23B8D7CD}"/>
              </a:ext>
            </a:extLst>
          </p:cNvPr>
          <p:cNvGrpSpPr/>
          <p:nvPr/>
        </p:nvGrpSpPr>
        <p:grpSpPr>
          <a:xfrm>
            <a:off x="6800703" y="323137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A503A31-11E4-7B0D-5704-CE37CF7854E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6D39753-5F46-579D-065C-C1DB77D96E5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D061BE4-D248-1342-1502-E2E04B52279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1079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C665EEF-E29E-8F42-8A85-7C17B22F5F8F}"/>
              </a:ext>
            </a:extLst>
          </p:cNvPr>
          <p:cNvGrpSpPr/>
          <p:nvPr/>
        </p:nvGrpSpPr>
        <p:grpSpPr>
          <a:xfrm>
            <a:off x="5852859" y="323137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204148A-7B5C-8F6B-B27B-28E935417A5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034FA07-17CD-914C-50DE-9DDC7815A23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08272E4-3FF9-8627-6042-D3BBD3921F2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1078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1958AB4-D5DD-C1D4-3CF3-1F56396CBD26}"/>
              </a:ext>
            </a:extLst>
          </p:cNvPr>
          <p:cNvGrpSpPr/>
          <p:nvPr/>
        </p:nvGrpSpPr>
        <p:grpSpPr>
          <a:xfrm>
            <a:off x="10770871" y="322713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AAFC2C9-A20F-F0BD-4730-BC3C4DF1B1D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6896782-66AE-11F5-698D-C9571B0A65A7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C28854F-66AE-67EB-70F8-586FB5AFA0C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ACF2008-1D15-CBE6-971A-90EA90BD6BCA}"/>
              </a:ext>
            </a:extLst>
          </p:cNvPr>
          <p:cNvGrpSpPr/>
          <p:nvPr/>
        </p:nvGrpSpPr>
        <p:grpSpPr>
          <a:xfrm>
            <a:off x="1382620" y="322713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4167684-96C6-BCF5-D07E-499C3E525F7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951E0A1-4F92-A401-A0AC-2178C28B603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342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7BE32B5-DAE4-5F37-BC7D-E5D9B5CD028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A33881D9-4E17-319F-2AFD-949C1A0C96E8}"/>
              </a:ext>
            </a:extLst>
          </p:cNvPr>
          <p:cNvSpPr txBox="1"/>
          <p:nvPr/>
        </p:nvSpPr>
        <p:spPr>
          <a:xfrm>
            <a:off x="10006608" y="387759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65CAF1-E4D1-D239-0D9A-F57E7ED30244}"/>
              </a:ext>
            </a:extLst>
          </p:cNvPr>
          <p:cNvSpPr txBox="1"/>
          <p:nvPr/>
        </p:nvSpPr>
        <p:spPr>
          <a:xfrm>
            <a:off x="9098078" y="4512252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DB562D-3016-649F-C3DF-4E99A80F8517}"/>
              </a:ext>
            </a:extLst>
          </p:cNvPr>
          <p:cNvSpPr txBox="1"/>
          <p:nvPr/>
        </p:nvSpPr>
        <p:spPr>
          <a:xfrm>
            <a:off x="7486117" y="236383"/>
            <a:ext cx="34772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  <a:endParaRPr lang="en-US" sz="36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char* p = &amp;c;</a:t>
            </a:r>
            <a:endParaRPr lang="en-US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20FAF8-C451-014B-FD22-CA976F160B9E}"/>
              </a:ext>
            </a:extLst>
          </p:cNvPr>
          <p:cNvSpPr txBox="1"/>
          <p:nvPr/>
        </p:nvSpPr>
        <p:spPr>
          <a:xfrm>
            <a:off x="4340948" y="809646"/>
            <a:ext cx="2764885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 is a </a:t>
            </a:r>
            <a:r>
              <a:rPr lang="en-US" b="1" dirty="0">
                <a:cs typeface="Consolas" panose="020B0609020204030204" pitchFamily="49" charset="0"/>
              </a:rPr>
              <a:t>pointer</a:t>
            </a:r>
            <a:r>
              <a:rPr lang="en-US" dirty="0">
                <a:cs typeface="Consolas" panose="020B0609020204030204" pitchFamily="49" charset="0"/>
              </a:rPr>
              <a:t>.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dirty="0">
                <a:cs typeface="Consolas" panose="020B0609020204030204" pitchFamily="49" charset="0"/>
              </a:rPr>
              <a:t>It has the type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char*</a:t>
            </a:r>
            <a:r>
              <a:rPr lang="en-US" dirty="0">
                <a:cs typeface="Consolas" panose="020B0609020204030204" pitchFamily="49" charset="0"/>
              </a:rPr>
              <a:t>, so it is a pointer to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dirty="0">
                <a:cs typeface="Consolas" panose="020B0609020204030204" pitchFamily="49" charset="0"/>
              </a:rPr>
              <a:t>.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33C7C0-67E1-8850-AA35-FA7984B6C33C}"/>
              </a:ext>
            </a:extLst>
          </p:cNvPr>
          <p:cNvGrpSpPr/>
          <p:nvPr/>
        </p:nvGrpSpPr>
        <p:grpSpPr>
          <a:xfrm>
            <a:off x="8830375" y="3227136"/>
            <a:ext cx="944491" cy="1229260"/>
            <a:chOff x="4441715" y="4154269"/>
            <a:chExt cx="944491" cy="122926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19718D4-A6F0-CFD3-D2F1-A4344C0106E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70D8946-E123-FB7C-CBA4-23333C2DD5E2}"/>
                </a:ext>
              </a:extLst>
            </p:cNvPr>
            <p:cNvSpPr txBox="1"/>
            <p:nvPr/>
          </p:nvSpPr>
          <p:spPr>
            <a:xfrm>
              <a:off x="4441715" y="4758558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1077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8E8AAF9-CDAF-C04D-2DD2-4AD6663EE12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8821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F92C321-9529-A6FC-0BBB-B3F9C5C445D1}"/>
              </a:ext>
            </a:extLst>
          </p:cNvPr>
          <p:cNvSpPr txBox="1"/>
          <p:nvPr/>
        </p:nvSpPr>
        <p:spPr>
          <a:xfrm>
            <a:off x="8076794" y="3869920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99BCCD-FD02-AEA6-B051-046F0588949D}"/>
              </a:ext>
            </a:extLst>
          </p:cNvPr>
          <p:cNvSpPr txBox="1"/>
          <p:nvPr/>
        </p:nvSpPr>
        <p:spPr>
          <a:xfrm>
            <a:off x="5172715" y="4512252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DAFCFD-61EC-CC3E-F01C-C21A5E56A0A1}"/>
              </a:ext>
            </a:extLst>
          </p:cNvPr>
          <p:cNvSpPr txBox="1"/>
          <p:nvPr/>
        </p:nvSpPr>
        <p:spPr>
          <a:xfrm>
            <a:off x="4340948" y="1902595"/>
            <a:ext cx="2764885" cy="369332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 stores the address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dirty="0">
                <a:cs typeface="Consolas" panose="020B0609020204030204" pitchFamily="49" charset="0"/>
              </a:rPr>
              <a:t>.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DECA5E8-1C86-0568-B545-0599D92F1A1B}"/>
                  </a:ext>
                </a:extLst>
              </p14:cNvPr>
              <p14:cNvContentPartPr/>
              <p14:nvPr/>
            </p14:nvContentPartPr>
            <p14:xfrm>
              <a:off x="5010120" y="736200"/>
              <a:ext cx="6096240" cy="4528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DECA5E8-1C86-0568-B545-0599D92F1A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00760" y="726840"/>
                <a:ext cx="6114960" cy="454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820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D988A-F852-A138-39AA-250D6203E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80694-BFAA-9B93-6538-33F788549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153478" cy="1325563"/>
          </a:xfrm>
        </p:spPr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9C093B-530D-7A1E-1E45-4CDACA1C2194}"/>
              </a:ext>
            </a:extLst>
          </p:cNvPr>
          <p:cNvSpPr txBox="1"/>
          <p:nvPr/>
        </p:nvSpPr>
        <p:spPr>
          <a:xfrm>
            <a:off x="2776978" y="387759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91FFC7C-18BE-E0B9-0F1E-5813AB356716}"/>
              </a:ext>
            </a:extLst>
          </p:cNvPr>
          <p:cNvGrpSpPr/>
          <p:nvPr/>
        </p:nvGrpSpPr>
        <p:grpSpPr>
          <a:xfrm>
            <a:off x="4905014" y="323137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460BD44-20EE-3190-9852-0C6CE266F30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97251E9-A2F3-26BE-BF1F-0A3D8078E2B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</a:rPr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7366F42-23C2-D1B1-41DD-A431FA74E80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9D8773B-2939-EBDB-6EDE-52E7CBB6B404}"/>
              </a:ext>
            </a:extLst>
          </p:cNvPr>
          <p:cNvGrpSpPr/>
          <p:nvPr/>
        </p:nvGrpSpPr>
        <p:grpSpPr>
          <a:xfrm>
            <a:off x="3957169" y="323137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A7F7ABA-84C9-93A6-813C-1264E474FA4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92779F2-AFA8-F0F0-7888-E04F9DBCA14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1279CC3-050E-DCFB-76C0-1C72C3123F9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DD6FD0A-28FE-6C52-E14A-76AA987B8676}"/>
              </a:ext>
            </a:extLst>
          </p:cNvPr>
          <p:cNvGrpSpPr/>
          <p:nvPr/>
        </p:nvGrpSpPr>
        <p:grpSpPr>
          <a:xfrm>
            <a:off x="6800703" y="323137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79FB6AB-6D90-7E30-05E6-75EED9E86E6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47462FF-B1C8-5F85-B678-A51AB5609BD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74FB770-D500-378C-D62D-E640458A6A6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A2B9C89-397A-75A7-2159-51D054DF0C36}"/>
              </a:ext>
            </a:extLst>
          </p:cNvPr>
          <p:cNvGrpSpPr/>
          <p:nvPr/>
        </p:nvGrpSpPr>
        <p:grpSpPr>
          <a:xfrm>
            <a:off x="5852859" y="323137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1900819-7A86-60C5-46EA-F3F21C93AB5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E554C97-A949-D28F-4381-4E9B7670C14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973ABAD-F1AF-C23B-4A13-EB960CF8189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E43E5BD-0FBD-A01B-4444-965051E268EE}"/>
              </a:ext>
            </a:extLst>
          </p:cNvPr>
          <p:cNvGrpSpPr/>
          <p:nvPr/>
        </p:nvGrpSpPr>
        <p:grpSpPr>
          <a:xfrm>
            <a:off x="10770871" y="322713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71A45CA-6E43-6D37-8B75-4205F4C2607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C8CA2DA-4EF7-029F-DB0F-7106638A0813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7354D9E-BC9B-1C9F-F671-53FB2A66340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633E848-69A5-8730-254B-3B6B5D2C92C0}"/>
              </a:ext>
            </a:extLst>
          </p:cNvPr>
          <p:cNvGrpSpPr/>
          <p:nvPr/>
        </p:nvGrpSpPr>
        <p:grpSpPr>
          <a:xfrm>
            <a:off x="1382620" y="322713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6350558-F877-3195-6172-25BD037D369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68A21E0-30F3-8348-7BEF-90B968EAC18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342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22DD1C2-5F82-E7A0-F39A-4F81DBF78FD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D0D06688-F8DE-2F56-BF31-F9CED4254417}"/>
              </a:ext>
            </a:extLst>
          </p:cNvPr>
          <p:cNvSpPr txBox="1"/>
          <p:nvPr/>
        </p:nvSpPr>
        <p:spPr>
          <a:xfrm>
            <a:off x="10006608" y="387759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C6FD39-20BD-011E-F1DE-B706CB35D455}"/>
              </a:ext>
            </a:extLst>
          </p:cNvPr>
          <p:cNvSpPr txBox="1"/>
          <p:nvPr/>
        </p:nvSpPr>
        <p:spPr>
          <a:xfrm>
            <a:off x="9098078" y="4512252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752118-2DA0-FD43-D50E-4725B18BA972}"/>
              </a:ext>
            </a:extLst>
          </p:cNvPr>
          <p:cNvSpPr txBox="1"/>
          <p:nvPr/>
        </p:nvSpPr>
        <p:spPr>
          <a:xfrm>
            <a:off x="7486117" y="236383"/>
            <a:ext cx="34772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  <a:endParaRPr lang="en-US" sz="36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char* p = &amp;c;</a:t>
            </a:r>
            <a:endParaRPr lang="en-US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B2E8165-0A02-1448-A1B8-7A8A3BD245A5}"/>
              </a:ext>
            </a:extLst>
          </p:cNvPr>
          <p:cNvGrpSpPr/>
          <p:nvPr/>
        </p:nvGrpSpPr>
        <p:grpSpPr>
          <a:xfrm>
            <a:off x="8830375" y="3227136"/>
            <a:ext cx="944491" cy="1229260"/>
            <a:chOff x="4441715" y="4154269"/>
            <a:chExt cx="944491" cy="122926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6C8459-155C-C14B-21DD-54884900EB1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955E7F6-F9A8-F6CA-2BED-761B9825E4A9}"/>
                </a:ext>
              </a:extLst>
            </p:cNvPr>
            <p:cNvSpPr txBox="1"/>
            <p:nvPr/>
          </p:nvSpPr>
          <p:spPr>
            <a:xfrm>
              <a:off x="4441715" y="4758558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1077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B318751-8D89-A631-1C34-4BA52A3399F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C2A024D-F223-76D4-993E-3FE4B46120CD}"/>
              </a:ext>
            </a:extLst>
          </p:cNvPr>
          <p:cNvSpPr txBox="1"/>
          <p:nvPr/>
        </p:nvSpPr>
        <p:spPr>
          <a:xfrm>
            <a:off x="8076794" y="3869920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668001F-AB82-C053-007D-476C67C87A37}"/>
              </a:ext>
            </a:extLst>
          </p:cNvPr>
          <p:cNvSpPr/>
          <p:nvPr/>
        </p:nvSpPr>
        <p:spPr>
          <a:xfrm>
            <a:off x="5511114" y="4303643"/>
            <a:ext cx="3762095" cy="854940"/>
          </a:xfrm>
          <a:custGeom>
            <a:avLst/>
            <a:gdLst>
              <a:gd name="csX0" fmla="*/ 3896139 w 3896139"/>
              <a:gd name="csY0" fmla="*/ 0 h 1063550"/>
              <a:gd name="csX1" fmla="*/ 1023730 w 3896139"/>
              <a:gd name="csY1" fmla="*/ 1063487 h 1063550"/>
              <a:gd name="csX2" fmla="*/ 0 w 3896139"/>
              <a:gd name="csY2" fmla="*/ 39757 h 1063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896139" h="1063550">
                <a:moveTo>
                  <a:pt x="3896139" y="0"/>
                </a:moveTo>
                <a:cubicBezTo>
                  <a:pt x="2784612" y="528430"/>
                  <a:pt x="1673086" y="1056861"/>
                  <a:pt x="1023730" y="1063487"/>
                </a:cubicBezTo>
                <a:cubicBezTo>
                  <a:pt x="374373" y="1070113"/>
                  <a:pt x="187186" y="554935"/>
                  <a:pt x="0" y="39757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6EA3EC-F2FF-D224-28B3-3BD06EE18448}"/>
              </a:ext>
            </a:extLst>
          </p:cNvPr>
          <p:cNvSpPr txBox="1"/>
          <p:nvPr/>
        </p:nvSpPr>
        <p:spPr>
          <a:xfrm>
            <a:off x="1221137" y="1780079"/>
            <a:ext cx="2764885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Since we don’t know the exact address, and don’t usually care about them, we usually don’t write any.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C0F8FE-7083-1135-ABDD-7F19D6FA47EE}"/>
              </a:ext>
            </a:extLst>
          </p:cNvPr>
          <p:cNvSpPr txBox="1"/>
          <p:nvPr/>
        </p:nvSpPr>
        <p:spPr>
          <a:xfrm>
            <a:off x="5172715" y="4512252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4B593D3-940A-3E44-27ED-452AB0209AA4}"/>
                  </a:ext>
                </a:extLst>
              </p14:cNvPr>
              <p14:cNvContentPartPr/>
              <p14:nvPr/>
            </p14:nvContentPartPr>
            <p14:xfrm>
              <a:off x="5175360" y="3517560"/>
              <a:ext cx="4477320" cy="794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4B593D3-940A-3E44-27ED-452AB0209A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66000" y="3508200"/>
                <a:ext cx="4496040" cy="81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4340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1339B-67AB-5B6E-6ECC-9E633FC9A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D3A76-A68D-F2AD-99CD-86B74749C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153478" cy="1325563"/>
          </a:xfrm>
        </p:spPr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B1D339-96AD-3D15-C36C-D3440B8C3B83}"/>
              </a:ext>
            </a:extLst>
          </p:cNvPr>
          <p:cNvSpPr txBox="1"/>
          <p:nvPr/>
        </p:nvSpPr>
        <p:spPr>
          <a:xfrm>
            <a:off x="2776978" y="387759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FDE2B32-B236-A62F-BC43-4F1355E9D638}"/>
              </a:ext>
            </a:extLst>
          </p:cNvPr>
          <p:cNvGrpSpPr/>
          <p:nvPr/>
        </p:nvGrpSpPr>
        <p:grpSpPr>
          <a:xfrm>
            <a:off x="4905014" y="323137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C3DA32F-F186-7372-3591-B71859FAB28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6797755-61A0-9252-6D32-A3495104BCA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</a:rPr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7874FBF-741B-B3F1-2A73-93C73A107AB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C10BFFA-DA05-E6E3-01A7-3B23500420E9}"/>
              </a:ext>
            </a:extLst>
          </p:cNvPr>
          <p:cNvGrpSpPr/>
          <p:nvPr/>
        </p:nvGrpSpPr>
        <p:grpSpPr>
          <a:xfrm>
            <a:off x="3957169" y="323137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E632E07-A4E4-6A41-81BF-100DAB1002A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03AA16D-989B-516A-8417-FF5741785D0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A7E3F69-F40D-CEB3-7248-CD0437FEE82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460C2A-B74E-83D8-B124-0C07344D6A15}"/>
              </a:ext>
            </a:extLst>
          </p:cNvPr>
          <p:cNvGrpSpPr/>
          <p:nvPr/>
        </p:nvGrpSpPr>
        <p:grpSpPr>
          <a:xfrm>
            <a:off x="6800703" y="323137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6EAC000-3736-9C14-059E-40FED5965A0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62E3D51-7E5F-61D9-A8E8-116464FE664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FE6EEE2-8E8B-5F68-3DF7-466CDD5352B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936FE11-C501-7E11-341C-380CDA62BB9E}"/>
              </a:ext>
            </a:extLst>
          </p:cNvPr>
          <p:cNvGrpSpPr/>
          <p:nvPr/>
        </p:nvGrpSpPr>
        <p:grpSpPr>
          <a:xfrm>
            <a:off x="5852859" y="323137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7FE4B0B-6A38-6E22-565D-A2537492047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FF846C1-4043-F5C3-0B19-4BA953E668A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1F7F0F9-B0E0-B2B0-E94C-514F76369FB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375F171-9335-8A99-037F-BE36D5A02B62}"/>
              </a:ext>
            </a:extLst>
          </p:cNvPr>
          <p:cNvGrpSpPr/>
          <p:nvPr/>
        </p:nvGrpSpPr>
        <p:grpSpPr>
          <a:xfrm>
            <a:off x="10770871" y="322713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0C0FA2D-138D-18AE-474B-AEDA20FA0AF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F6D98BD-6B00-FDF4-54DD-B35BC592C26D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8257788-2669-97C7-CD05-2DD8C5434E8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386AA35-5113-9148-D31E-D0386A636040}"/>
              </a:ext>
            </a:extLst>
          </p:cNvPr>
          <p:cNvGrpSpPr/>
          <p:nvPr/>
        </p:nvGrpSpPr>
        <p:grpSpPr>
          <a:xfrm>
            <a:off x="1382620" y="322713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F5D009D-96A5-EDA1-79FD-76821DC68FF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ACC9D4D-EAFC-1DD5-BD60-B4578E5DF66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342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B8E17F6-C453-3A53-36BF-C9526C39B2C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74601C14-4EF3-1AC5-B382-E5C9097EC929}"/>
              </a:ext>
            </a:extLst>
          </p:cNvPr>
          <p:cNvSpPr txBox="1"/>
          <p:nvPr/>
        </p:nvSpPr>
        <p:spPr>
          <a:xfrm>
            <a:off x="10006608" y="387759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CF5199-6FAC-B903-9D47-5C56AD6E6DF3}"/>
              </a:ext>
            </a:extLst>
          </p:cNvPr>
          <p:cNvSpPr txBox="1"/>
          <p:nvPr/>
        </p:nvSpPr>
        <p:spPr>
          <a:xfrm>
            <a:off x="9098078" y="4512252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032D6B-3F61-EE14-A77D-6F1C806B9EF8}"/>
              </a:ext>
            </a:extLst>
          </p:cNvPr>
          <p:cNvSpPr txBox="1"/>
          <p:nvPr/>
        </p:nvSpPr>
        <p:spPr>
          <a:xfrm>
            <a:off x="7486117" y="236383"/>
            <a:ext cx="34772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  <a:endParaRPr lang="en-US" sz="36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char* p = &amp;c;</a:t>
            </a:r>
            <a:endParaRPr lang="en-US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4B7A4AA-E449-1408-FEEC-99803AAEE40A}"/>
              </a:ext>
            </a:extLst>
          </p:cNvPr>
          <p:cNvGrpSpPr/>
          <p:nvPr/>
        </p:nvGrpSpPr>
        <p:grpSpPr>
          <a:xfrm>
            <a:off x="8830375" y="3227136"/>
            <a:ext cx="944491" cy="1229260"/>
            <a:chOff x="4441715" y="4154269"/>
            <a:chExt cx="944491" cy="122926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6A01CF0-B09E-4919-D3E7-CF552744478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B0B06FF-13CE-D593-D4BC-D5A3A8D58E83}"/>
                </a:ext>
              </a:extLst>
            </p:cNvPr>
            <p:cNvSpPr txBox="1"/>
            <p:nvPr/>
          </p:nvSpPr>
          <p:spPr>
            <a:xfrm>
              <a:off x="4441715" y="4758558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B37AE39-372B-ADD4-8C10-225CDD3B87D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EFD0D76-F1BF-5C4A-2D91-9A05BD2C021A}"/>
              </a:ext>
            </a:extLst>
          </p:cNvPr>
          <p:cNvSpPr txBox="1"/>
          <p:nvPr/>
        </p:nvSpPr>
        <p:spPr>
          <a:xfrm>
            <a:off x="8076794" y="3869920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DF737B-E776-DC54-9850-8BF495E256C8}"/>
              </a:ext>
            </a:extLst>
          </p:cNvPr>
          <p:cNvSpPr/>
          <p:nvPr/>
        </p:nvSpPr>
        <p:spPr>
          <a:xfrm>
            <a:off x="5511114" y="4303643"/>
            <a:ext cx="3762095" cy="854940"/>
          </a:xfrm>
          <a:custGeom>
            <a:avLst/>
            <a:gdLst>
              <a:gd name="csX0" fmla="*/ 3896139 w 3896139"/>
              <a:gd name="csY0" fmla="*/ 0 h 1063550"/>
              <a:gd name="csX1" fmla="*/ 1023730 w 3896139"/>
              <a:gd name="csY1" fmla="*/ 1063487 h 1063550"/>
              <a:gd name="csX2" fmla="*/ 0 w 3896139"/>
              <a:gd name="csY2" fmla="*/ 39757 h 1063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896139" h="1063550">
                <a:moveTo>
                  <a:pt x="3896139" y="0"/>
                </a:moveTo>
                <a:cubicBezTo>
                  <a:pt x="2784612" y="528430"/>
                  <a:pt x="1673086" y="1056861"/>
                  <a:pt x="1023730" y="1063487"/>
                </a:cubicBezTo>
                <a:cubicBezTo>
                  <a:pt x="374373" y="1070113"/>
                  <a:pt x="187186" y="554935"/>
                  <a:pt x="0" y="39757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5467E7-519B-F4C2-A885-C4CD9955C6CD}"/>
              </a:ext>
            </a:extLst>
          </p:cNvPr>
          <p:cNvSpPr txBox="1"/>
          <p:nvPr/>
        </p:nvSpPr>
        <p:spPr>
          <a:xfrm>
            <a:off x="1221137" y="1780079"/>
            <a:ext cx="2764885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Since we don’t know the exact address, and don’t usually care about them, we usually don’t write any.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BAC81E-3D9B-85AF-6017-38014EFB1454}"/>
              </a:ext>
            </a:extLst>
          </p:cNvPr>
          <p:cNvSpPr txBox="1"/>
          <p:nvPr/>
        </p:nvSpPr>
        <p:spPr>
          <a:xfrm>
            <a:off x="5172715" y="4512252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1E3632-D0B3-174B-86CE-71B590234DFA}"/>
              </a:ext>
            </a:extLst>
          </p:cNvPr>
          <p:cNvSpPr txBox="1"/>
          <p:nvPr/>
        </p:nvSpPr>
        <p:spPr>
          <a:xfrm>
            <a:off x="7934605" y="2223007"/>
            <a:ext cx="2764885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Since we are not writing addresses, lets just put an arrow form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/>
              <a:t> to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8791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96298-5E32-371D-A0A8-23C03B801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F9F84-EFD3-0037-BCD0-9AC5682D1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153478" cy="1325563"/>
          </a:xfrm>
        </p:spPr>
        <p:txBody>
          <a:bodyPr/>
          <a:lstStyle/>
          <a:p>
            <a:r>
              <a:rPr lang="en-US" dirty="0"/>
              <a:t>Memory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39156B5-1A41-36FD-5398-DD66061D8BB1}"/>
              </a:ext>
            </a:extLst>
          </p:cNvPr>
          <p:cNvGrpSpPr/>
          <p:nvPr/>
        </p:nvGrpSpPr>
        <p:grpSpPr>
          <a:xfrm>
            <a:off x="4905014" y="323137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3DE6D28-342C-5632-DEBD-C2063F143BB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0115402-3957-AAAD-4E61-D943FA5A694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</a:rPr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F523F4D-55DC-B3F8-9282-CD7E5047D18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1C849C7-5855-E2C4-0872-5FD19BD966EF}"/>
              </a:ext>
            </a:extLst>
          </p:cNvPr>
          <p:cNvSpPr txBox="1"/>
          <p:nvPr/>
        </p:nvSpPr>
        <p:spPr>
          <a:xfrm>
            <a:off x="9098078" y="4512252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124274-8765-E032-0DF1-C1B880A2E4EF}"/>
              </a:ext>
            </a:extLst>
          </p:cNvPr>
          <p:cNvSpPr txBox="1"/>
          <p:nvPr/>
        </p:nvSpPr>
        <p:spPr>
          <a:xfrm>
            <a:off x="7486117" y="236383"/>
            <a:ext cx="34772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  <a:endParaRPr lang="en-US" sz="36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char* p = &amp;c;</a:t>
            </a:r>
            <a:endParaRPr lang="en-US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2D368BD-2415-61D4-A52F-75F5D0CA06AE}"/>
              </a:ext>
            </a:extLst>
          </p:cNvPr>
          <p:cNvGrpSpPr/>
          <p:nvPr/>
        </p:nvGrpSpPr>
        <p:grpSpPr>
          <a:xfrm>
            <a:off x="8830375" y="3227136"/>
            <a:ext cx="944491" cy="1229260"/>
            <a:chOff x="4441715" y="4154269"/>
            <a:chExt cx="944491" cy="122926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3D29D90-6427-3092-4702-3E2B94826E5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10FB60D-7ACE-B325-0F1F-AFE1AE0179B4}"/>
                </a:ext>
              </a:extLst>
            </p:cNvPr>
            <p:cNvSpPr txBox="1"/>
            <p:nvPr/>
          </p:nvSpPr>
          <p:spPr>
            <a:xfrm>
              <a:off x="4441715" y="4758558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A982FD3-8A59-4A98-90BF-CAA6E3F351B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/>
            </a:p>
          </p:txBody>
        </p:sp>
      </p:grpSp>
      <p:sp>
        <p:nvSpPr>
          <p:cNvPr id="13" name="Freeform 12">
            <a:extLst>
              <a:ext uri="{FF2B5EF4-FFF2-40B4-BE49-F238E27FC236}">
                <a16:creationId xmlns:a16="http://schemas.microsoft.com/office/drawing/2014/main" id="{5D91D4DC-40C7-2F85-037C-2CC367908D23}"/>
              </a:ext>
            </a:extLst>
          </p:cNvPr>
          <p:cNvSpPr/>
          <p:nvPr/>
        </p:nvSpPr>
        <p:spPr>
          <a:xfrm>
            <a:off x="5511114" y="4303643"/>
            <a:ext cx="3762095" cy="854940"/>
          </a:xfrm>
          <a:custGeom>
            <a:avLst/>
            <a:gdLst>
              <a:gd name="csX0" fmla="*/ 3896139 w 3896139"/>
              <a:gd name="csY0" fmla="*/ 0 h 1063550"/>
              <a:gd name="csX1" fmla="*/ 1023730 w 3896139"/>
              <a:gd name="csY1" fmla="*/ 1063487 h 1063550"/>
              <a:gd name="csX2" fmla="*/ 0 w 3896139"/>
              <a:gd name="csY2" fmla="*/ 39757 h 1063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896139" h="1063550">
                <a:moveTo>
                  <a:pt x="3896139" y="0"/>
                </a:moveTo>
                <a:cubicBezTo>
                  <a:pt x="2784612" y="528430"/>
                  <a:pt x="1673086" y="1056861"/>
                  <a:pt x="1023730" y="1063487"/>
                </a:cubicBezTo>
                <a:cubicBezTo>
                  <a:pt x="374373" y="1070113"/>
                  <a:pt x="187186" y="554935"/>
                  <a:pt x="0" y="39757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1A60EE-EA9C-6D33-2022-10A5589566BD}"/>
              </a:ext>
            </a:extLst>
          </p:cNvPr>
          <p:cNvSpPr txBox="1"/>
          <p:nvPr/>
        </p:nvSpPr>
        <p:spPr>
          <a:xfrm>
            <a:off x="4522489" y="1791422"/>
            <a:ext cx="2764885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Let’s get rid of the other memory locations.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D110CA-B925-46D3-202F-2C19C3D77BE1}"/>
              </a:ext>
            </a:extLst>
          </p:cNvPr>
          <p:cNvSpPr txBox="1"/>
          <p:nvPr/>
        </p:nvSpPr>
        <p:spPr>
          <a:xfrm>
            <a:off x="5172715" y="4512252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912922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4707E-4ED8-38E9-5855-2990193D6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CF745-68AE-B06B-B664-99AFF5D53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153478" cy="1325563"/>
          </a:xfrm>
        </p:spPr>
        <p:txBody>
          <a:bodyPr/>
          <a:lstStyle/>
          <a:p>
            <a:r>
              <a:rPr lang="en-US" dirty="0"/>
              <a:t>Memory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80AE5BC-9DEE-3CCC-818A-DB31DAFDD8BB}"/>
              </a:ext>
            </a:extLst>
          </p:cNvPr>
          <p:cNvGrpSpPr/>
          <p:nvPr/>
        </p:nvGrpSpPr>
        <p:grpSpPr>
          <a:xfrm>
            <a:off x="4905014" y="323137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B298EC6-EFEE-A85C-FB80-6CA96EF0CB0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CD2DB28-FDC8-F207-331A-F2D0D1FA62C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</a:rPr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D295AAC-9224-2F55-8AD2-5B8406EAFD6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2F3AEE2-D761-930B-ADB6-F3F0314C6C67}"/>
              </a:ext>
            </a:extLst>
          </p:cNvPr>
          <p:cNvSpPr txBox="1"/>
          <p:nvPr/>
        </p:nvSpPr>
        <p:spPr>
          <a:xfrm>
            <a:off x="9224734" y="3865921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013D6D-1349-7A34-7D3C-04A014C57B32}"/>
              </a:ext>
            </a:extLst>
          </p:cNvPr>
          <p:cNvSpPr txBox="1"/>
          <p:nvPr/>
        </p:nvSpPr>
        <p:spPr>
          <a:xfrm>
            <a:off x="7486117" y="236383"/>
            <a:ext cx="34772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  <a:endParaRPr lang="en-US" sz="36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char* p = &amp;c;</a:t>
            </a:r>
            <a:endParaRPr lang="en-US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4230707-3B21-DAF8-6909-575C91391476}"/>
              </a:ext>
            </a:extLst>
          </p:cNvPr>
          <p:cNvSpPr/>
          <p:nvPr/>
        </p:nvSpPr>
        <p:spPr>
          <a:xfrm>
            <a:off x="5511114" y="4303643"/>
            <a:ext cx="3762095" cy="854940"/>
          </a:xfrm>
          <a:custGeom>
            <a:avLst/>
            <a:gdLst>
              <a:gd name="csX0" fmla="*/ 3896139 w 3896139"/>
              <a:gd name="csY0" fmla="*/ 0 h 1063550"/>
              <a:gd name="csX1" fmla="*/ 1023730 w 3896139"/>
              <a:gd name="csY1" fmla="*/ 1063487 h 1063550"/>
              <a:gd name="csX2" fmla="*/ 0 w 3896139"/>
              <a:gd name="csY2" fmla="*/ 39757 h 1063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896139" h="1063550">
                <a:moveTo>
                  <a:pt x="3896139" y="0"/>
                </a:moveTo>
                <a:cubicBezTo>
                  <a:pt x="2784612" y="528430"/>
                  <a:pt x="1673086" y="1056861"/>
                  <a:pt x="1023730" y="1063487"/>
                </a:cubicBezTo>
                <a:cubicBezTo>
                  <a:pt x="374373" y="1070113"/>
                  <a:pt x="187186" y="554935"/>
                  <a:pt x="0" y="39757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321FE9-F01C-88C7-F084-4FC955E83784}"/>
              </a:ext>
            </a:extLst>
          </p:cNvPr>
          <p:cNvSpPr txBox="1"/>
          <p:nvPr/>
        </p:nvSpPr>
        <p:spPr>
          <a:xfrm>
            <a:off x="4522489" y="1791422"/>
            <a:ext cx="2764885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We often don’t bother with an entire box for pointers, and just write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 and an arrow.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39D94A-B56D-926F-3990-0253726F5EB3}"/>
              </a:ext>
            </a:extLst>
          </p:cNvPr>
          <p:cNvSpPr txBox="1"/>
          <p:nvPr/>
        </p:nvSpPr>
        <p:spPr>
          <a:xfrm>
            <a:off x="5172715" y="4512252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65368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3BF79-B427-3E27-D114-9C0CCB870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2E0AA-ED2C-75E0-3474-1B4590A3B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153478" cy="1325563"/>
          </a:xfrm>
        </p:spPr>
        <p:txBody>
          <a:bodyPr/>
          <a:lstStyle/>
          <a:p>
            <a:r>
              <a:rPr lang="en-US" dirty="0"/>
              <a:t>Memory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6D1E3FE-DBE4-9B1A-AADA-146DB94173EB}"/>
              </a:ext>
            </a:extLst>
          </p:cNvPr>
          <p:cNvGrpSpPr/>
          <p:nvPr/>
        </p:nvGrpSpPr>
        <p:grpSpPr>
          <a:xfrm>
            <a:off x="4905014" y="323137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A1176E3-B669-1E05-57EE-3D04D4C4583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72189EC-B20D-3EA6-B96F-E45A3E89C86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</a:rPr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1916AB3-5E4C-3432-568B-E9995E2777A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E4A9682-BE76-7587-9B05-EA41C2B6C827}"/>
              </a:ext>
            </a:extLst>
          </p:cNvPr>
          <p:cNvSpPr txBox="1"/>
          <p:nvPr/>
        </p:nvSpPr>
        <p:spPr>
          <a:xfrm>
            <a:off x="2593495" y="3462207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A1B984-7A22-03AF-5DD6-1E2B9FF54402}"/>
              </a:ext>
            </a:extLst>
          </p:cNvPr>
          <p:cNvSpPr txBox="1"/>
          <p:nvPr/>
        </p:nvSpPr>
        <p:spPr>
          <a:xfrm>
            <a:off x="7486117" y="236383"/>
            <a:ext cx="34772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  <a:endParaRPr lang="en-US" sz="36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char* p = &amp;c;</a:t>
            </a:r>
            <a:endParaRPr lang="en-US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32E3DE-5568-7BBC-841A-F6BF357FA70E}"/>
              </a:ext>
            </a:extLst>
          </p:cNvPr>
          <p:cNvSpPr txBox="1"/>
          <p:nvPr/>
        </p:nvSpPr>
        <p:spPr>
          <a:xfrm>
            <a:off x="4522489" y="1791422"/>
            <a:ext cx="2037337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Let’s tidy up the diagram a bit …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5DBF1A-050C-092E-5082-AE1202401398}"/>
              </a:ext>
            </a:extLst>
          </p:cNvPr>
          <p:cNvSpPr txBox="1"/>
          <p:nvPr/>
        </p:nvSpPr>
        <p:spPr>
          <a:xfrm>
            <a:off x="5158288" y="3026028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9FB76CD-2EB1-4BA6-2633-0B57E7A8E34B}"/>
              </a:ext>
            </a:extLst>
          </p:cNvPr>
          <p:cNvCxnSpPr>
            <a:stCxn id="12" idx="3"/>
            <a:endCxn id="28" idx="1"/>
          </p:cNvCxnSpPr>
          <p:nvPr/>
        </p:nvCxnSpPr>
        <p:spPr>
          <a:xfrm>
            <a:off x="3031435" y="3785373"/>
            <a:ext cx="1873579" cy="2811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7009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AD509-03E5-4084-433B-196A986C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F0842-4D37-EE20-0E89-49CAA5BB5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153478" cy="1325563"/>
          </a:xfrm>
        </p:spPr>
        <p:txBody>
          <a:bodyPr/>
          <a:lstStyle/>
          <a:p>
            <a:r>
              <a:rPr lang="en-US" dirty="0"/>
              <a:t>Memory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FB994E-AADF-4E98-6CAB-F7074E98BA4A}"/>
              </a:ext>
            </a:extLst>
          </p:cNvPr>
          <p:cNvGrpSpPr/>
          <p:nvPr/>
        </p:nvGrpSpPr>
        <p:grpSpPr>
          <a:xfrm>
            <a:off x="4905014" y="323137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99E67B5-FD2A-E2B4-E523-730AFF8F6C7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92592DF-0061-3E2A-E62F-F3A923708E9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</a:rPr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BC13D72-5996-FBF7-F7E9-AE17591A6D4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B8CEA8C-5E45-3EC6-2D56-6FC3BE3F4C33}"/>
              </a:ext>
            </a:extLst>
          </p:cNvPr>
          <p:cNvSpPr txBox="1"/>
          <p:nvPr/>
        </p:nvSpPr>
        <p:spPr>
          <a:xfrm>
            <a:off x="2593495" y="3462207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A7BF00-14BE-786D-CB46-AD4F63C19136}"/>
              </a:ext>
            </a:extLst>
          </p:cNvPr>
          <p:cNvSpPr txBox="1"/>
          <p:nvPr/>
        </p:nvSpPr>
        <p:spPr>
          <a:xfrm>
            <a:off x="7486117" y="236383"/>
            <a:ext cx="34772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  <a:endParaRPr lang="en-US" sz="36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char* p = &amp;c;</a:t>
            </a:r>
            <a:endParaRPr lang="en-US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1165D6-D176-A0EB-CEC8-7C8575231B56}"/>
              </a:ext>
            </a:extLst>
          </p:cNvPr>
          <p:cNvSpPr txBox="1"/>
          <p:nvPr/>
        </p:nvSpPr>
        <p:spPr>
          <a:xfrm>
            <a:off x="7915910" y="2820002"/>
            <a:ext cx="2617648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This is a typical diagram for representing he above code.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FD15B0-2098-36DA-993D-A529EF938B24}"/>
              </a:ext>
            </a:extLst>
          </p:cNvPr>
          <p:cNvSpPr txBox="1"/>
          <p:nvPr/>
        </p:nvSpPr>
        <p:spPr>
          <a:xfrm>
            <a:off x="5158288" y="3026028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65AAC07-75B4-E396-2E89-8997850737D7}"/>
              </a:ext>
            </a:extLst>
          </p:cNvPr>
          <p:cNvCxnSpPr>
            <a:stCxn id="12" idx="3"/>
            <a:endCxn id="28" idx="1"/>
          </p:cNvCxnSpPr>
          <p:nvPr/>
        </p:nvCxnSpPr>
        <p:spPr>
          <a:xfrm>
            <a:off x="3031435" y="3785373"/>
            <a:ext cx="1873579" cy="2811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1131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AE92E-5022-D467-77FF-9FD307C31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D2DD-F38C-4288-8629-4475196A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153478" cy="1325563"/>
          </a:xfrm>
        </p:spPr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FF0428-70D4-4FAF-89DD-B3139C845621}"/>
              </a:ext>
            </a:extLst>
          </p:cNvPr>
          <p:cNvSpPr txBox="1"/>
          <p:nvPr/>
        </p:nvSpPr>
        <p:spPr>
          <a:xfrm>
            <a:off x="2593495" y="3462207"/>
            <a:ext cx="437940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644DBE-5EB4-1C29-FB35-18E930FBA35B}"/>
              </a:ext>
            </a:extLst>
          </p:cNvPr>
          <p:cNvSpPr txBox="1"/>
          <p:nvPr/>
        </p:nvSpPr>
        <p:spPr>
          <a:xfrm>
            <a:off x="7486117" y="236383"/>
            <a:ext cx="423705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char* p = &amp;c;</a:t>
            </a:r>
          </a:p>
          <a:p>
            <a:r>
              <a:rPr lang="en-US" sz="3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*p; // T</a:t>
            </a:r>
            <a:endParaRPr lang="en-US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AD3FBC-CC1B-E405-9C96-4523401A4EBC}"/>
              </a:ext>
            </a:extLst>
          </p:cNvPr>
          <p:cNvSpPr txBox="1"/>
          <p:nvPr/>
        </p:nvSpPr>
        <p:spPr>
          <a:xfrm>
            <a:off x="8508881" y="2578263"/>
            <a:ext cx="2617648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*p </a:t>
            </a:r>
            <a:r>
              <a:rPr lang="en-US" dirty="0">
                <a:cs typeface="Consolas" panose="020B0609020204030204" pitchFamily="49" charset="0"/>
              </a:rPr>
              <a:t>refers to the value of the variable that p points to, i.e.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  <a:r>
              <a:rPr lang="en-US" dirty="0">
                <a:cs typeface="Consolas" panose="020B0609020204030204" pitchFamily="49" charset="0"/>
              </a:rPr>
              <a:t> is another name for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dirty="0">
                <a:cs typeface="Consolas" panose="020B0609020204030204" pitchFamily="49" charset="0"/>
              </a:rPr>
              <a:t>.</a:t>
            </a: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440E35-E6A0-0AD7-AF45-F2F79A74166B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031435" y="3785373"/>
            <a:ext cx="1873579" cy="281125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F76CC3EE-61D3-4626-38B0-9021FE58A400}"/>
              </a:ext>
            </a:extLst>
          </p:cNvPr>
          <p:cNvGrpSpPr/>
          <p:nvPr/>
        </p:nvGrpSpPr>
        <p:grpSpPr>
          <a:xfrm>
            <a:off x="5057414" y="3383775"/>
            <a:ext cx="944489" cy="1229260"/>
            <a:chOff x="4441717" y="4154269"/>
            <a:chExt cx="944489" cy="122926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C83AFB7-5C97-B2AB-F477-E77D704CFF4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7D1B816-E1AF-0340-8D10-75A0F120981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'T'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D628ED1-5A63-E578-66AE-DCD5698BF39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25F8083-CC34-EAD3-4EEC-EEED8ACF59C0}"/>
              </a:ext>
            </a:extLst>
          </p:cNvPr>
          <p:cNvSpPr txBox="1"/>
          <p:nvPr/>
        </p:nvSpPr>
        <p:spPr>
          <a:xfrm>
            <a:off x="5310688" y="3178428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19AD971-73E6-23AC-F3EA-09B65BE3A9DF}"/>
              </a:ext>
            </a:extLst>
          </p:cNvPr>
          <p:cNvCxnSpPr/>
          <p:nvPr/>
        </p:nvCxnSpPr>
        <p:spPr>
          <a:xfrm>
            <a:off x="3183835" y="3937773"/>
            <a:ext cx="1873579" cy="2811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71D99BF-FE08-31D1-37B7-5E322CD4B87A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9817705" y="1990709"/>
            <a:ext cx="0" cy="5875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04013F0-40CE-C897-17FC-3258CE65755F}"/>
              </a:ext>
            </a:extLst>
          </p:cNvPr>
          <p:cNvSpPr txBox="1"/>
          <p:nvPr/>
        </p:nvSpPr>
        <p:spPr>
          <a:xfrm>
            <a:off x="5086266" y="4613035"/>
            <a:ext cx="915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D45F56C-ACE2-3703-CA1D-076CABD31337}"/>
                  </a:ext>
                </a:extLst>
              </p14:cNvPr>
              <p14:cNvContentPartPr/>
              <p14:nvPr/>
            </p14:nvContentPartPr>
            <p14:xfrm>
              <a:off x="2577960" y="1333440"/>
              <a:ext cx="7410960" cy="4089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D45F56C-ACE2-3703-CA1D-076CABD313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68600" y="1324080"/>
                <a:ext cx="7429680" cy="410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55559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D3A38-7B86-D284-CE10-45149EDCA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76F37-120F-F065-7A43-A934CCDB4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153478" cy="1325563"/>
          </a:xfrm>
        </p:spPr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937E69-B7C7-96E6-C07C-34FF20D01B0D}"/>
              </a:ext>
            </a:extLst>
          </p:cNvPr>
          <p:cNvSpPr txBox="1"/>
          <p:nvPr/>
        </p:nvSpPr>
        <p:spPr>
          <a:xfrm>
            <a:off x="2593495" y="3462207"/>
            <a:ext cx="437940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8E535-8ADB-DC61-81EF-58840A9162FC}"/>
              </a:ext>
            </a:extLst>
          </p:cNvPr>
          <p:cNvSpPr txBox="1"/>
          <p:nvPr/>
        </p:nvSpPr>
        <p:spPr>
          <a:xfrm>
            <a:off x="7486117" y="236383"/>
            <a:ext cx="423705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char* p = &amp;c;</a:t>
            </a:r>
          </a:p>
          <a:p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*p; // T</a:t>
            </a:r>
          </a:p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*p = 'a';</a:t>
            </a:r>
          </a:p>
          <a:p>
            <a:r>
              <a:rPr lang="en-US" sz="3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*p; // 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F8AA1B-1BCD-7EF6-0AE6-8AE8060D44F4}"/>
              </a:ext>
            </a:extLst>
          </p:cNvPr>
          <p:cNvSpPr txBox="1"/>
          <p:nvPr/>
        </p:nvSpPr>
        <p:spPr>
          <a:xfrm>
            <a:off x="4787176" y="2148299"/>
            <a:ext cx="2617648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We can 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  <a:r>
              <a:rPr lang="en-US" dirty="0">
                <a:cs typeface="Consolas" panose="020B0609020204030204" pitchFamily="49" charset="0"/>
              </a:rPr>
              <a:t> anywhere we can 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dirty="0">
                <a:cs typeface="Consolas" panose="020B0609020204030204" pitchFamily="49" charset="0"/>
              </a:rPr>
              <a:t>.</a:t>
            </a: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BA54D92-C1D0-8BEC-3E6F-EC49E56A47EA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031435" y="3785373"/>
            <a:ext cx="1873579" cy="281125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512063D4-F285-4BE9-DE8A-48309ED21571}"/>
              </a:ext>
            </a:extLst>
          </p:cNvPr>
          <p:cNvGrpSpPr/>
          <p:nvPr/>
        </p:nvGrpSpPr>
        <p:grpSpPr>
          <a:xfrm>
            <a:off x="5057414" y="3383775"/>
            <a:ext cx="944489" cy="1229260"/>
            <a:chOff x="4441717" y="4154269"/>
            <a:chExt cx="944489" cy="122926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7E4397D-E94E-30F4-5D59-14C96AFDEFF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D82ACA7-0DD0-8E17-EF2B-31AA13F8738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'a'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2B090EC-5DC3-6699-AD17-401AF58BBF5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F14AB55-7386-FDBA-E425-EFD9A5363FC9}"/>
              </a:ext>
            </a:extLst>
          </p:cNvPr>
          <p:cNvSpPr txBox="1"/>
          <p:nvPr/>
        </p:nvSpPr>
        <p:spPr>
          <a:xfrm>
            <a:off x="5310688" y="3178428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F62736A-27EF-27F7-C191-E74B52F946C4}"/>
              </a:ext>
            </a:extLst>
          </p:cNvPr>
          <p:cNvCxnSpPr/>
          <p:nvPr/>
        </p:nvCxnSpPr>
        <p:spPr>
          <a:xfrm>
            <a:off x="3183835" y="3937773"/>
            <a:ext cx="1873579" cy="2811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01E4EB5-AA7B-3AAD-E99A-9BF1BABFC2D1}"/>
              </a:ext>
            </a:extLst>
          </p:cNvPr>
          <p:cNvSpPr txBox="1"/>
          <p:nvPr/>
        </p:nvSpPr>
        <p:spPr>
          <a:xfrm>
            <a:off x="5086266" y="4613035"/>
            <a:ext cx="915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248C714-2C05-6541-F5E3-0A189AD56386}"/>
                  </a:ext>
                </a:extLst>
              </p14:cNvPr>
              <p14:cNvContentPartPr/>
              <p14:nvPr/>
            </p14:nvContentPartPr>
            <p14:xfrm>
              <a:off x="2539440" y="850680"/>
              <a:ext cx="7582680" cy="3695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248C714-2C05-6541-F5E3-0A189AD5638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30080" y="841320"/>
                <a:ext cx="7601400" cy="371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46206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4252B-01AE-E151-A412-41B1764A3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A3F9C-E54B-5C5C-D2C3-4225338C6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You can have pointers to any type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int*</a:t>
            </a:r>
            <a:r>
              <a:rPr lang="en-US" dirty="0"/>
              <a:t> is the type </a:t>
            </a:r>
            <a:r>
              <a:rPr lang="en-US" b="1" dirty="0"/>
              <a:t>pointer to a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double*</a:t>
            </a:r>
            <a:r>
              <a:rPr lang="en-US" dirty="0"/>
              <a:t> is the type </a:t>
            </a:r>
            <a:r>
              <a:rPr lang="en-US" b="1" dirty="0"/>
              <a:t>pointer to a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string* </a:t>
            </a:r>
            <a:r>
              <a:rPr lang="en-US" dirty="0"/>
              <a:t>is the type </a:t>
            </a:r>
            <a:r>
              <a:rPr lang="en-US" b="1" dirty="0"/>
              <a:t>pointer to a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0BB8A7-6B45-CEDD-7B4B-B1736161F6CA}"/>
              </a:ext>
            </a:extLst>
          </p:cNvPr>
          <p:cNvSpPr txBox="1"/>
          <p:nvPr/>
        </p:nvSpPr>
        <p:spPr>
          <a:xfrm>
            <a:off x="8637105" y="2188055"/>
            <a:ext cx="2604052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General Rule</a:t>
            </a:r>
          </a:p>
          <a:p>
            <a:pPr algn="ctr"/>
            <a:r>
              <a:rPr lang="en-US" dirty="0">
                <a:cs typeface="Consolas" panose="020B0609020204030204" pitchFamily="49" charset="0"/>
              </a:rPr>
              <a:t>If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cs typeface="Consolas" panose="020B0609020204030204" pitchFamily="49" charset="0"/>
              </a:rPr>
              <a:t> is a C++ type, then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T*</a:t>
            </a:r>
            <a:r>
              <a:rPr lang="en-US" dirty="0">
                <a:cs typeface="Consolas" panose="020B0609020204030204" pitchFamily="49" charset="0"/>
              </a:rPr>
              <a:t> points to (holds the address of) a value of type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cs typeface="Consolas" panose="020B0609020204030204" pitchFamily="49" charset="0"/>
              </a:rPr>
              <a:t>.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20944B6-8B3B-987A-ECEC-5299E07CD730}"/>
                  </a:ext>
                </a:extLst>
              </p14:cNvPr>
              <p14:cNvContentPartPr/>
              <p14:nvPr/>
            </p14:nvContentPartPr>
            <p14:xfrm>
              <a:off x="1542960" y="1472760"/>
              <a:ext cx="10603440" cy="2731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20944B6-8B3B-987A-ECEC-5299E07CD7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33600" y="1463400"/>
                <a:ext cx="10622160" cy="275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54961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28FE4-5439-7926-4517-7C27E767E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16AB1-D680-67FA-66B6-D47CCB03E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1AD74-03FC-87F3-C6A5-BC051A2CA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You can have pointers to any type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int*</a:t>
            </a:r>
            <a:r>
              <a:rPr lang="en-US" dirty="0"/>
              <a:t> is the type </a:t>
            </a:r>
            <a:r>
              <a:rPr lang="en-US" b="1" dirty="0"/>
              <a:t>pointer to an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double*</a:t>
            </a:r>
            <a:r>
              <a:rPr lang="en-US" dirty="0"/>
              <a:t> is the type </a:t>
            </a:r>
            <a:r>
              <a:rPr lang="en-US" b="1" dirty="0"/>
              <a:t>pointer to a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string* </a:t>
            </a:r>
            <a:r>
              <a:rPr lang="en-US" dirty="0"/>
              <a:t>is the type </a:t>
            </a:r>
            <a:r>
              <a:rPr lang="en-US" b="1" dirty="0"/>
              <a:t>pointer to a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can also have pointers to pointers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int**</a:t>
            </a:r>
            <a:r>
              <a:rPr lang="en-US" dirty="0"/>
              <a:t> is the type </a:t>
            </a:r>
            <a:r>
              <a:rPr lang="en-US" b="1" dirty="0"/>
              <a:t>pointer to an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int*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double**</a:t>
            </a:r>
            <a:r>
              <a:rPr lang="en-US" dirty="0"/>
              <a:t> is the type </a:t>
            </a:r>
            <a:r>
              <a:rPr lang="en-US" b="1" dirty="0"/>
              <a:t>pointer to a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double*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string** </a:t>
            </a:r>
            <a:r>
              <a:rPr lang="en-US" dirty="0"/>
              <a:t>is the type </a:t>
            </a:r>
            <a:r>
              <a:rPr lang="en-US" b="1" dirty="0"/>
              <a:t>pointer to a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string*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int***</a:t>
            </a:r>
            <a:r>
              <a:rPr lang="en-US" dirty="0">
                <a:cs typeface="Consolas" panose="020B0609020204030204" pitchFamily="49" charset="0"/>
              </a:rPr>
              <a:t> is the type </a:t>
            </a:r>
            <a:r>
              <a:rPr lang="en-US" b="1" dirty="0">
                <a:cs typeface="Consolas" panose="020B0609020204030204" pitchFamily="49" charset="0"/>
              </a:rPr>
              <a:t>pointer to an int**</a:t>
            </a:r>
          </a:p>
          <a:p>
            <a:pPr lvl="2"/>
            <a:r>
              <a:rPr lang="en-US" dirty="0">
                <a:cs typeface="Consolas" panose="020B0609020204030204" pitchFamily="49" charset="0"/>
              </a:rPr>
              <a:t>pointer to a pointer to an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 *</a:t>
            </a:r>
          </a:p>
          <a:p>
            <a:pPr lvl="2"/>
            <a:r>
              <a:rPr lang="en-US" dirty="0">
                <a:cs typeface="Consolas" panose="020B0609020204030204" pitchFamily="49" charset="0"/>
              </a:rPr>
              <a:t>pointer to a pointer to a pointer to an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F96ED8-9174-F794-724F-9194FB09B224}"/>
              </a:ext>
            </a:extLst>
          </p:cNvPr>
          <p:cNvSpPr txBox="1"/>
          <p:nvPr/>
        </p:nvSpPr>
        <p:spPr>
          <a:xfrm>
            <a:off x="8637105" y="2188055"/>
            <a:ext cx="2604052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General Rule</a:t>
            </a:r>
          </a:p>
          <a:p>
            <a:pPr algn="ctr"/>
            <a:r>
              <a:rPr lang="en-US" dirty="0">
                <a:cs typeface="Consolas" panose="020B0609020204030204" pitchFamily="49" charset="0"/>
              </a:rPr>
              <a:t>If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cs typeface="Consolas" panose="020B0609020204030204" pitchFamily="49" charset="0"/>
              </a:rPr>
              <a:t> is a C++ type, then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T*</a:t>
            </a:r>
            <a:r>
              <a:rPr lang="en-US" dirty="0">
                <a:cs typeface="Consolas" panose="020B0609020204030204" pitchFamily="49" charset="0"/>
              </a:rPr>
              <a:t> points to (holds the address of) a value of type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cs typeface="Consolas" panose="020B0609020204030204" pitchFamily="49" charset="0"/>
              </a:rPr>
              <a:t>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107AF5-50F2-6B83-F0D0-99442B108D2A}"/>
              </a:ext>
            </a:extLst>
          </p:cNvPr>
          <p:cNvSpPr txBox="1"/>
          <p:nvPr/>
        </p:nvSpPr>
        <p:spPr>
          <a:xfrm>
            <a:off x="7616687" y="4834572"/>
            <a:ext cx="2604052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Pointers to pointers like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int**</a:t>
            </a:r>
            <a:r>
              <a:rPr lang="en-US" dirty="0">
                <a:cs typeface="Consolas" panose="020B0609020204030204" pitchFamily="49" charset="0"/>
              </a:rPr>
              <a:t> can be useful and do occur in practice! But types like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int***</a:t>
            </a:r>
            <a:r>
              <a:rPr lang="en-US" dirty="0">
                <a:cs typeface="Consolas" panose="020B0609020204030204" pitchFamily="49" charset="0"/>
              </a:rPr>
              <a:t> are very rare. 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21B9869-7C92-9F65-E7AA-B60A1BE7DDDF}"/>
                  </a:ext>
                </a:extLst>
              </p14:cNvPr>
              <p14:cNvContentPartPr/>
              <p14:nvPr/>
            </p14:nvContentPartPr>
            <p14:xfrm>
              <a:off x="1593720" y="4254120"/>
              <a:ext cx="4254840" cy="1131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21B9869-7C92-9F65-E7AA-B60A1BE7DD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84360" y="4244760"/>
                <a:ext cx="4273560" cy="114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9047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3DB91-661B-9DBD-B2E2-9944C2A06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768"/>
            <a:ext cx="10515600" cy="1325563"/>
          </a:xfrm>
        </p:spPr>
        <p:txBody>
          <a:bodyPr/>
          <a:lstStyle/>
          <a:p>
            <a:r>
              <a:rPr lang="en-US" dirty="0"/>
              <a:t>C++ Three Memory Regions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4CC54-0CAC-CC9A-8CCD-D2A325CE1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7329"/>
            <a:ext cx="10515600" cy="22891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Every running C++ program has three main regions of memory:</a:t>
            </a:r>
          </a:p>
          <a:p>
            <a:pPr marL="457200" lvl="1" indent="0">
              <a:buNone/>
            </a:pPr>
            <a:r>
              <a:rPr lang="en-US" b="1" dirty="0"/>
              <a:t>Static memory</a:t>
            </a:r>
            <a:r>
              <a:rPr lang="en-US" dirty="0"/>
              <a:t>: for global variables </a:t>
            </a:r>
          </a:p>
          <a:p>
            <a:pPr marL="457200" lvl="1" indent="0">
              <a:buNone/>
            </a:pPr>
            <a:r>
              <a:rPr lang="en-US" b="1" dirty="0"/>
              <a:t>Call stack memory</a:t>
            </a:r>
            <a:r>
              <a:rPr lang="en-US" dirty="0"/>
              <a:t>: function call info and local variables</a:t>
            </a:r>
            <a:endParaRPr lang="en-US" b="1" dirty="0"/>
          </a:p>
          <a:p>
            <a:pPr marL="457200" lvl="1" indent="0">
              <a:buNone/>
            </a:pPr>
            <a:r>
              <a:rPr lang="en-US" b="1" dirty="0"/>
              <a:t>Free store memory</a:t>
            </a:r>
            <a:r>
              <a:rPr lang="en-US" dirty="0"/>
              <a:t>: all other memory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2FE65F-1A3A-92E8-A7F1-E2EF7B572916}"/>
              </a:ext>
            </a:extLst>
          </p:cNvPr>
          <p:cNvSpPr/>
          <p:nvPr/>
        </p:nvSpPr>
        <p:spPr>
          <a:xfrm>
            <a:off x="1272209" y="4681330"/>
            <a:ext cx="2832652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ECFFD2-5C5F-0401-243F-5E06FF541BB0}"/>
              </a:ext>
            </a:extLst>
          </p:cNvPr>
          <p:cNvSpPr/>
          <p:nvPr/>
        </p:nvSpPr>
        <p:spPr>
          <a:xfrm>
            <a:off x="4104861" y="4681330"/>
            <a:ext cx="308113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02D5BC-81C5-B68B-1DB8-8F1025BE46A7}"/>
              </a:ext>
            </a:extLst>
          </p:cNvPr>
          <p:cNvSpPr/>
          <p:nvPr/>
        </p:nvSpPr>
        <p:spPr>
          <a:xfrm>
            <a:off x="7185991" y="4681330"/>
            <a:ext cx="308113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5975F1-8146-5AFF-B30A-9E9C62B09E80}"/>
              </a:ext>
            </a:extLst>
          </p:cNvPr>
          <p:cNvSpPr txBox="1"/>
          <p:nvPr/>
        </p:nvSpPr>
        <p:spPr>
          <a:xfrm>
            <a:off x="2084211" y="4034999"/>
            <a:ext cx="1058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Static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C66015-9E54-D05D-F5D2-6E3292AEB600}"/>
              </a:ext>
            </a:extLst>
          </p:cNvPr>
          <p:cNvSpPr txBox="1"/>
          <p:nvPr/>
        </p:nvSpPr>
        <p:spPr>
          <a:xfrm>
            <a:off x="5005186" y="4034999"/>
            <a:ext cx="1280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Call stack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27E603-97C3-DE7F-20EC-80C454D33597}"/>
              </a:ext>
            </a:extLst>
          </p:cNvPr>
          <p:cNvSpPr txBox="1"/>
          <p:nvPr/>
        </p:nvSpPr>
        <p:spPr>
          <a:xfrm>
            <a:off x="8086829" y="4034999"/>
            <a:ext cx="1279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Free store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628B0F-D166-CDAF-D4AC-5FECCD380F89}"/>
              </a:ext>
            </a:extLst>
          </p:cNvPr>
          <p:cNvSpPr txBox="1"/>
          <p:nvPr/>
        </p:nvSpPr>
        <p:spPr>
          <a:xfrm>
            <a:off x="1714431" y="4953864"/>
            <a:ext cx="1798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Global variables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6C1263-D8FB-40C4-0207-322B5D734AD1}"/>
              </a:ext>
            </a:extLst>
          </p:cNvPr>
          <p:cNvSpPr txBox="1"/>
          <p:nvPr/>
        </p:nvSpPr>
        <p:spPr>
          <a:xfrm>
            <a:off x="4547083" y="4815364"/>
            <a:ext cx="2182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 call 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Local variables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D4BAFB-D2A5-79D6-C47A-595B29098DDF}"/>
              </a:ext>
            </a:extLst>
          </p:cNvPr>
          <p:cNvSpPr txBox="1"/>
          <p:nvPr/>
        </p:nvSpPr>
        <p:spPr>
          <a:xfrm>
            <a:off x="7938340" y="4928771"/>
            <a:ext cx="1678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Everything else</a:t>
            </a:r>
          </a:p>
        </p:txBody>
      </p:sp>
    </p:spTree>
    <p:extLst>
      <p:ext uri="{BB962C8B-B14F-4D97-AF65-F5344CB8AC3E}">
        <p14:creationId xmlns:p14="http://schemas.microsoft.com/office/powerpoint/2010/main" val="20316373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614B1-62D4-64DD-3FD6-F438159BE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5D049-E9A9-081B-DFAD-6FB9A12D2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768"/>
            <a:ext cx="10515600" cy="1325563"/>
          </a:xfrm>
        </p:spPr>
        <p:txBody>
          <a:bodyPr/>
          <a:lstStyle/>
          <a:p>
            <a:r>
              <a:rPr lang="en-US" dirty="0"/>
              <a:t>C++ Three Memory Regions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E35BE4-2715-E940-755E-D5715820ABDC}"/>
              </a:ext>
            </a:extLst>
          </p:cNvPr>
          <p:cNvSpPr/>
          <p:nvPr/>
        </p:nvSpPr>
        <p:spPr>
          <a:xfrm>
            <a:off x="1272209" y="4681330"/>
            <a:ext cx="2832652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E63248-567D-A02E-FBB0-6023A109C821}"/>
              </a:ext>
            </a:extLst>
          </p:cNvPr>
          <p:cNvSpPr/>
          <p:nvPr/>
        </p:nvSpPr>
        <p:spPr>
          <a:xfrm>
            <a:off x="4104861" y="4681330"/>
            <a:ext cx="308113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9DE39A-691B-0E83-3DAF-2006F9581C7B}"/>
              </a:ext>
            </a:extLst>
          </p:cNvPr>
          <p:cNvSpPr/>
          <p:nvPr/>
        </p:nvSpPr>
        <p:spPr>
          <a:xfrm>
            <a:off x="7185991" y="4681330"/>
            <a:ext cx="308113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828B88-72CC-DBE3-581C-DFB4C305E0D0}"/>
              </a:ext>
            </a:extLst>
          </p:cNvPr>
          <p:cNvSpPr txBox="1"/>
          <p:nvPr/>
        </p:nvSpPr>
        <p:spPr>
          <a:xfrm>
            <a:off x="2084211" y="4034999"/>
            <a:ext cx="1058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Static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572D45-80C9-18EB-94D7-C910E8786692}"/>
              </a:ext>
            </a:extLst>
          </p:cNvPr>
          <p:cNvSpPr txBox="1"/>
          <p:nvPr/>
        </p:nvSpPr>
        <p:spPr>
          <a:xfrm>
            <a:off x="5005186" y="4034999"/>
            <a:ext cx="1280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Call stack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248CC4-D202-A4B0-68EA-C5F4B3EA9DB2}"/>
              </a:ext>
            </a:extLst>
          </p:cNvPr>
          <p:cNvSpPr txBox="1"/>
          <p:nvPr/>
        </p:nvSpPr>
        <p:spPr>
          <a:xfrm>
            <a:off x="8086829" y="4034999"/>
            <a:ext cx="1279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Free store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054166-55F7-CD8E-A90E-27259D4B5E5D}"/>
              </a:ext>
            </a:extLst>
          </p:cNvPr>
          <p:cNvSpPr txBox="1"/>
          <p:nvPr/>
        </p:nvSpPr>
        <p:spPr>
          <a:xfrm>
            <a:off x="1714431" y="4953864"/>
            <a:ext cx="1798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Global variables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8FA65E-4CF4-8152-D556-5B1DFEBD73C8}"/>
              </a:ext>
            </a:extLst>
          </p:cNvPr>
          <p:cNvSpPr txBox="1"/>
          <p:nvPr/>
        </p:nvSpPr>
        <p:spPr>
          <a:xfrm>
            <a:off x="4547083" y="4815364"/>
            <a:ext cx="2182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 call 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Local variables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FB06BB-1263-EB44-0D12-0B0B52C90E41}"/>
              </a:ext>
            </a:extLst>
          </p:cNvPr>
          <p:cNvSpPr txBox="1"/>
          <p:nvPr/>
        </p:nvSpPr>
        <p:spPr>
          <a:xfrm>
            <a:off x="7938340" y="4928771"/>
            <a:ext cx="1678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Everything else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DE72BA-836E-0D2A-CAF0-99FE14C62E0F}"/>
              </a:ext>
            </a:extLst>
          </p:cNvPr>
          <p:cNvSpPr txBox="1"/>
          <p:nvPr/>
        </p:nvSpPr>
        <p:spPr>
          <a:xfrm>
            <a:off x="1321520" y="1999255"/>
            <a:ext cx="2604052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Static memory </a:t>
            </a:r>
            <a:r>
              <a:rPr lang="en-US" dirty="0">
                <a:cs typeface="Consolas" panose="020B0609020204030204" pitchFamily="49" charset="0"/>
              </a:rPr>
              <a:t>is determined by the compiler, and it’s size never changes during the program run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D4FA73C-F53F-F9AD-AF2D-7280374AC1C1}"/>
              </a:ext>
            </a:extLst>
          </p:cNvPr>
          <p:cNvCxnSpPr>
            <a:cxnSpLocks/>
            <a:stCxn id="15" idx="2"/>
            <a:endCxn id="7" idx="0"/>
          </p:cNvCxnSpPr>
          <p:nvPr/>
        </p:nvCxnSpPr>
        <p:spPr>
          <a:xfrm flipH="1">
            <a:off x="2613491" y="3476583"/>
            <a:ext cx="10055" cy="558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F912EDC-5E21-7359-F5D1-37CE678BA303}"/>
              </a:ext>
            </a:extLst>
          </p:cNvPr>
          <p:cNvSpPr txBox="1"/>
          <p:nvPr/>
        </p:nvSpPr>
        <p:spPr>
          <a:xfrm>
            <a:off x="4402650" y="1999255"/>
            <a:ext cx="2471835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Call stack memory </a:t>
            </a:r>
            <a:r>
              <a:rPr lang="en-US" dirty="0">
                <a:cs typeface="Consolas" panose="020B0609020204030204" pitchFamily="49" charset="0"/>
              </a:rPr>
              <a:t>increases and decreases as functions are called while the program runs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09631E7-47C9-BC6D-DAFD-EA1EE6AB7BBD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>
            <a:off x="5638568" y="3476583"/>
            <a:ext cx="6858" cy="558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7021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49586-83AC-D7C4-3B5D-14856C800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3CE64-7F1F-08C9-973A-A6C92A5C0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768"/>
            <a:ext cx="10515600" cy="1325563"/>
          </a:xfrm>
        </p:spPr>
        <p:txBody>
          <a:bodyPr/>
          <a:lstStyle/>
          <a:p>
            <a:r>
              <a:rPr lang="en-US" dirty="0"/>
              <a:t>C++ Three Memory Regions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8D7F6C-D8BA-66E7-7AAE-981E2D382640}"/>
              </a:ext>
            </a:extLst>
          </p:cNvPr>
          <p:cNvSpPr/>
          <p:nvPr/>
        </p:nvSpPr>
        <p:spPr>
          <a:xfrm>
            <a:off x="1272209" y="4681330"/>
            <a:ext cx="2832652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7E799B-2F36-C258-A907-49DFC3A381CA}"/>
              </a:ext>
            </a:extLst>
          </p:cNvPr>
          <p:cNvSpPr/>
          <p:nvPr/>
        </p:nvSpPr>
        <p:spPr>
          <a:xfrm>
            <a:off x="4104861" y="4681330"/>
            <a:ext cx="308113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C2C9D1-1626-105B-BCDA-013F31B838A1}"/>
              </a:ext>
            </a:extLst>
          </p:cNvPr>
          <p:cNvSpPr/>
          <p:nvPr/>
        </p:nvSpPr>
        <p:spPr>
          <a:xfrm>
            <a:off x="7185991" y="4681330"/>
            <a:ext cx="308113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4C78E8-6586-F40E-773E-1BFEB9CC9BCD}"/>
              </a:ext>
            </a:extLst>
          </p:cNvPr>
          <p:cNvSpPr txBox="1"/>
          <p:nvPr/>
        </p:nvSpPr>
        <p:spPr>
          <a:xfrm>
            <a:off x="2084211" y="4034999"/>
            <a:ext cx="1058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Static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0B7562-74F9-684A-92E5-F447CD074395}"/>
              </a:ext>
            </a:extLst>
          </p:cNvPr>
          <p:cNvSpPr txBox="1"/>
          <p:nvPr/>
        </p:nvSpPr>
        <p:spPr>
          <a:xfrm>
            <a:off x="5005186" y="4034999"/>
            <a:ext cx="1280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Call stack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999B4C-937A-0174-A8DD-FFCDBA1DEFBF}"/>
              </a:ext>
            </a:extLst>
          </p:cNvPr>
          <p:cNvSpPr txBox="1"/>
          <p:nvPr/>
        </p:nvSpPr>
        <p:spPr>
          <a:xfrm>
            <a:off x="8086829" y="4034999"/>
            <a:ext cx="1279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Free store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FF43D4-6F27-35C0-C744-1392C219B8F7}"/>
              </a:ext>
            </a:extLst>
          </p:cNvPr>
          <p:cNvSpPr txBox="1"/>
          <p:nvPr/>
        </p:nvSpPr>
        <p:spPr>
          <a:xfrm>
            <a:off x="1714431" y="4953864"/>
            <a:ext cx="1798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Global variables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4DC607-0E55-2C7C-98D4-3E5D252E883E}"/>
              </a:ext>
            </a:extLst>
          </p:cNvPr>
          <p:cNvSpPr txBox="1"/>
          <p:nvPr/>
        </p:nvSpPr>
        <p:spPr>
          <a:xfrm>
            <a:off x="4547083" y="4815364"/>
            <a:ext cx="2182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 call 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Local variables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C7CCDF-30F6-CE1F-24C8-4A556C82BE27}"/>
              </a:ext>
            </a:extLst>
          </p:cNvPr>
          <p:cNvSpPr txBox="1"/>
          <p:nvPr/>
        </p:nvSpPr>
        <p:spPr>
          <a:xfrm>
            <a:off x="7938340" y="4928771"/>
            <a:ext cx="1678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Everything else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A7FEDF-C99E-C03B-2F62-08D47CA7518B}"/>
              </a:ext>
            </a:extLst>
          </p:cNvPr>
          <p:cNvSpPr txBox="1"/>
          <p:nvPr/>
        </p:nvSpPr>
        <p:spPr>
          <a:xfrm>
            <a:off x="1321520" y="1999255"/>
            <a:ext cx="2604052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Static memory </a:t>
            </a:r>
            <a:r>
              <a:rPr lang="en-US" dirty="0">
                <a:cs typeface="Consolas" panose="020B0609020204030204" pitchFamily="49" charset="0"/>
              </a:rPr>
              <a:t>is determined by the compiler, and it’s size never changes during the program run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EE60649-FA31-ECD3-E469-4609355D3C13}"/>
              </a:ext>
            </a:extLst>
          </p:cNvPr>
          <p:cNvCxnSpPr>
            <a:cxnSpLocks/>
            <a:stCxn id="15" idx="2"/>
            <a:endCxn id="7" idx="0"/>
          </p:cNvCxnSpPr>
          <p:nvPr/>
        </p:nvCxnSpPr>
        <p:spPr>
          <a:xfrm flipH="1">
            <a:off x="2613491" y="3476583"/>
            <a:ext cx="10055" cy="558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8509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E4B0F-7772-1EF9-DB9C-EA04CCE99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76C73-D347-55CD-ED9F-983E0BF5C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768"/>
            <a:ext cx="10515600" cy="1325563"/>
          </a:xfrm>
        </p:spPr>
        <p:txBody>
          <a:bodyPr/>
          <a:lstStyle/>
          <a:p>
            <a:r>
              <a:rPr lang="en-US" dirty="0"/>
              <a:t>C++ Three Memory Regions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A2395F-6F73-7524-BD3C-01024BC6F057}"/>
              </a:ext>
            </a:extLst>
          </p:cNvPr>
          <p:cNvSpPr/>
          <p:nvPr/>
        </p:nvSpPr>
        <p:spPr>
          <a:xfrm>
            <a:off x="1272209" y="4681330"/>
            <a:ext cx="2832652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073943-4FF9-C777-B62A-C0DD991E46FB}"/>
              </a:ext>
            </a:extLst>
          </p:cNvPr>
          <p:cNvSpPr/>
          <p:nvPr/>
        </p:nvSpPr>
        <p:spPr>
          <a:xfrm>
            <a:off x="4104861" y="4681330"/>
            <a:ext cx="308113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40BA90-ACFA-F748-409A-706B70842BA7}"/>
              </a:ext>
            </a:extLst>
          </p:cNvPr>
          <p:cNvSpPr/>
          <p:nvPr/>
        </p:nvSpPr>
        <p:spPr>
          <a:xfrm>
            <a:off x="7185991" y="4681330"/>
            <a:ext cx="308113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982E5C-30A8-8EC7-70E2-559733FAEEAB}"/>
              </a:ext>
            </a:extLst>
          </p:cNvPr>
          <p:cNvSpPr txBox="1"/>
          <p:nvPr/>
        </p:nvSpPr>
        <p:spPr>
          <a:xfrm>
            <a:off x="2084211" y="4034999"/>
            <a:ext cx="1058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Static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036969-4387-C194-EFB1-DE8F7B5AABCE}"/>
              </a:ext>
            </a:extLst>
          </p:cNvPr>
          <p:cNvSpPr txBox="1"/>
          <p:nvPr/>
        </p:nvSpPr>
        <p:spPr>
          <a:xfrm>
            <a:off x="5005186" y="4034999"/>
            <a:ext cx="1280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Call stack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EF2E1D-21C4-2A2C-20DD-F2975A36C766}"/>
              </a:ext>
            </a:extLst>
          </p:cNvPr>
          <p:cNvSpPr txBox="1"/>
          <p:nvPr/>
        </p:nvSpPr>
        <p:spPr>
          <a:xfrm>
            <a:off x="8086829" y="4034999"/>
            <a:ext cx="1279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Free store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38F608-8A3B-163D-9CB2-0B8C474BDAEC}"/>
              </a:ext>
            </a:extLst>
          </p:cNvPr>
          <p:cNvSpPr txBox="1"/>
          <p:nvPr/>
        </p:nvSpPr>
        <p:spPr>
          <a:xfrm>
            <a:off x="1714431" y="4953864"/>
            <a:ext cx="1798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Global variables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A8A417-BD41-D708-73E1-5DC3B0F4A0FE}"/>
              </a:ext>
            </a:extLst>
          </p:cNvPr>
          <p:cNvSpPr txBox="1"/>
          <p:nvPr/>
        </p:nvSpPr>
        <p:spPr>
          <a:xfrm>
            <a:off x="4547083" y="4815364"/>
            <a:ext cx="2182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 call 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Local variables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D57BFD-62DB-A3E9-29FE-D63C2C0396BD}"/>
              </a:ext>
            </a:extLst>
          </p:cNvPr>
          <p:cNvSpPr txBox="1"/>
          <p:nvPr/>
        </p:nvSpPr>
        <p:spPr>
          <a:xfrm>
            <a:off x="7938340" y="4928771"/>
            <a:ext cx="1678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Everything else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BA895D-94D0-33A5-38C1-02D5A1F2500B}"/>
              </a:ext>
            </a:extLst>
          </p:cNvPr>
          <p:cNvSpPr txBox="1"/>
          <p:nvPr/>
        </p:nvSpPr>
        <p:spPr>
          <a:xfrm>
            <a:off x="1321520" y="1999255"/>
            <a:ext cx="2604052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Static memory </a:t>
            </a:r>
            <a:r>
              <a:rPr lang="en-US" dirty="0">
                <a:cs typeface="Consolas" panose="020B0609020204030204" pitchFamily="49" charset="0"/>
              </a:rPr>
              <a:t>is determined by the compiler, and it’s size never changes during the program run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D37582F-4F0A-0CB9-F59B-3486E3B101CB}"/>
              </a:ext>
            </a:extLst>
          </p:cNvPr>
          <p:cNvCxnSpPr>
            <a:cxnSpLocks/>
            <a:stCxn id="15" idx="2"/>
            <a:endCxn id="7" idx="0"/>
          </p:cNvCxnSpPr>
          <p:nvPr/>
        </p:nvCxnSpPr>
        <p:spPr>
          <a:xfrm flipH="1">
            <a:off x="2613491" y="3476583"/>
            <a:ext cx="10055" cy="558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E44B2DF-DFC5-3392-90AF-C7FE25329553}"/>
              </a:ext>
            </a:extLst>
          </p:cNvPr>
          <p:cNvSpPr txBox="1"/>
          <p:nvPr/>
        </p:nvSpPr>
        <p:spPr>
          <a:xfrm>
            <a:off x="4402650" y="1999255"/>
            <a:ext cx="2471835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Call stack memory </a:t>
            </a:r>
            <a:r>
              <a:rPr lang="en-US" dirty="0">
                <a:cs typeface="Consolas" panose="020B0609020204030204" pitchFamily="49" charset="0"/>
              </a:rPr>
              <a:t>increases and decreases as functions are called while the program runs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58B38D8-3D4D-9922-C67A-F425ACD4C115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>
            <a:off x="5638568" y="3476583"/>
            <a:ext cx="6858" cy="558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F0D6D2-F784-C58D-93BE-BEB99E5476A4}"/>
              </a:ext>
            </a:extLst>
          </p:cNvPr>
          <p:cNvSpPr txBox="1"/>
          <p:nvPr/>
        </p:nvSpPr>
        <p:spPr>
          <a:xfrm>
            <a:off x="7647332" y="1999255"/>
            <a:ext cx="2158447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Free store memory </a:t>
            </a:r>
            <a:r>
              <a:rPr lang="en-US" dirty="0">
                <a:cs typeface="Consolas" panose="020B0609020204030204" pitchFamily="49" charset="0"/>
              </a:rPr>
              <a:t>is allocated and de-allocated on demand as the program runs. 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1A4D22A-2B2B-756E-6265-5181D2C4AA17}"/>
              </a:ext>
            </a:extLst>
          </p:cNvPr>
          <p:cNvCxnSpPr>
            <a:cxnSpLocks/>
            <a:stCxn id="14" idx="2"/>
            <a:endCxn id="9" idx="0"/>
          </p:cNvCxnSpPr>
          <p:nvPr/>
        </p:nvCxnSpPr>
        <p:spPr>
          <a:xfrm>
            <a:off x="8726556" y="3476583"/>
            <a:ext cx="0" cy="558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4660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5F517-E008-7972-C1CD-0FE487283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2DC71-DEEE-B0A8-B2EF-68AFB4685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768"/>
            <a:ext cx="10515600" cy="1325563"/>
          </a:xfrm>
        </p:spPr>
        <p:txBody>
          <a:bodyPr/>
          <a:lstStyle/>
          <a:p>
            <a:r>
              <a:rPr lang="en-US" dirty="0"/>
              <a:t>C++ Three Memory Regions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516D50-5C7C-457F-C64A-59E6E698FC7B}"/>
              </a:ext>
            </a:extLst>
          </p:cNvPr>
          <p:cNvSpPr/>
          <p:nvPr/>
        </p:nvSpPr>
        <p:spPr>
          <a:xfrm>
            <a:off x="1272209" y="4681330"/>
            <a:ext cx="2832652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EFA73E-E292-3975-E80E-09BDD8E17150}"/>
              </a:ext>
            </a:extLst>
          </p:cNvPr>
          <p:cNvSpPr/>
          <p:nvPr/>
        </p:nvSpPr>
        <p:spPr>
          <a:xfrm>
            <a:off x="4104861" y="4681330"/>
            <a:ext cx="308113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2150F1-188E-7725-4D73-59CCA9B6C193}"/>
              </a:ext>
            </a:extLst>
          </p:cNvPr>
          <p:cNvSpPr/>
          <p:nvPr/>
        </p:nvSpPr>
        <p:spPr>
          <a:xfrm>
            <a:off x="7185991" y="4681330"/>
            <a:ext cx="308113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594F28-CC44-70F3-860D-5528F28AE7A7}"/>
              </a:ext>
            </a:extLst>
          </p:cNvPr>
          <p:cNvSpPr txBox="1"/>
          <p:nvPr/>
        </p:nvSpPr>
        <p:spPr>
          <a:xfrm>
            <a:off x="2084211" y="4034999"/>
            <a:ext cx="1058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Static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062EBD-67EF-920C-0C1F-15C9B6E16319}"/>
              </a:ext>
            </a:extLst>
          </p:cNvPr>
          <p:cNvSpPr txBox="1"/>
          <p:nvPr/>
        </p:nvSpPr>
        <p:spPr>
          <a:xfrm>
            <a:off x="5005186" y="4034999"/>
            <a:ext cx="1280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Call stack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B0D8F2-6EC4-ECD8-D99C-8DF3EDD4E23E}"/>
              </a:ext>
            </a:extLst>
          </p:cNvPr>
          <p:cNvSpPr txBox="1"/>
          <p:nvPr/>
        </p:nvSpPr>
        <p:spPr>
          <a:xfrm>
            <a:off x="8086829" y="4034999"/>
            <a:ext cx="1279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Free store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A6C4A3-8AB4-0981-976A-365D4633EDD7}"/>
              </a:ext>
            </a:extLst>
          </p:cNvPr>
          <p:cNvSpPr txBox="1"/>
          <p:nvPr/>
        </p:nvSpPr>
        <p:spPr>
          <a:xfrm>
            <a:off x="1714431" y="4953864"/>
            <a:ext cx="1798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Global variables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31B378-684B-37D7-7B41-9A67DDD69F94}"/>
              </a:ext>
            </a:extLst>
          </p:cNvPr>
          <p:cNvSpPr txBox="1"/>
          <p:nvPr/>
        </p:nvSpPr>
        <p:spPr>
          <a:xfrm>
            <a:off x="4547083" y="4815364"/>
            <a:ext cx="2182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 call 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Local variables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7FFF57-492D-B6FA-392E-4FAE45421B51}"/>
              </a:ext>
            </a:extLst>
          </p:cNvPr>
          <p:cNvSpPr txBox="1"/>
          <p:nvPr/>
        </p:nvSpPr>
        <p:spPr>
          <a:xfrm>
            <a:off x="7938340" y="4928771"/>
            <a:ext cx="1678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Everything else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AD393B-4267-9DAB-8797-5E8AA35058E5}"/>
              </a:ext>
            </a:extLst>
          </p:cNvPr>
          <p:cNvSpPr txBox="1"/>
          <p:nvPr/>
        </p:nvSpPr>
        <p:spPr>
          <a:xfrm>
            <a:off x="1321520" y="1999255"/>
            <a:ext cx="2604052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Static memory </a:t>
            </a:r>
            <a:r>
              <a:rPr lang="en-US" dirty="0">
                <a:cs typeface="Consolas" panose="020B0609020204030204" pitchFamily="49" charset="0"/>
              </a:rPr>
              <a:t>is determined by the compiler, and it’s size never changes during the program run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B5264D-D198-4609-1791-599826C240B5}"/>
              </a:ext>
            </a:extLst>
          </p:cNvPr>
          <p:cNvCxnSpPr>
            <a:cxnSpLocks/>
            <a:stCxn id="15" idx="2"/>
            <a:endCxn id="7" idx="0"/>
          </p:cNvCxnSpPr>
          <p:nvPr/>
        </p:nvCxnSpPr>
        <p:spPr>
          <a:xfrm flipH="1">
            <a:off x="2613491" y="3476583"/>
            <a:ext cx="10055" cy="558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5B4F32A-3065-580B-13BC-004790EE59B6}"/>
              </a:ext>
            </a:extLst>
          </p:cNvPr>
          <p:cNvSpPr txBox="1"/>
          <p:nvPr/>
        </p:nvSpPr>
        <p:spPr>
          <a:xfrm>
            <a:off x="4402650" y="1999255"/>
            <a:ext cx="2471835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Call stack memory </a:t>
            </a:r>
            <a:r>
              <a:rPr lang="en-US" dirty="0">
                <a:cs typeface="Consolas" panose="020B0609020204030204" pitchFamily="49" charset="0"/>
              </a:rPr>
              <a:t>increases and decreases as functions are called while the program runs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780D54E-3719-6B0E-03D4-C2FAF6C21D9E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>
            <a:off x="5638568" y="3476583"/>
            <a:ext cx="6858" cy="558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B28DAA6-9788-91D2-0533-973BDB8973E0}"/>
              </a:ext>
            </a:extLst>
          </p:cNvPr>
          <p:cNvSpPr txBox="1"/>
          <p:nvPr/>
        </p:nvSpPr>
        <p:spPr>
          <a:xfrm>
            <a:off x="7647332" y="1999255"/>
            <a:ext cx="2158447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Free store memory </a:t>
            </a:r>
            <a:r>
              <a:rPr lang="en-US" dirty="0">
                <a:cs typeface="Consolas" panose="020B0609020204030204" pitchFamily="49" charset="0"/>
              </a:rPr>
              <a:t>is allocated and de-allocated on demand as the program runs. 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C291E90-ABF1-8BE6-3E07-4FBEC2665B23}"/>
              </a:ext>
            </a:extLst>
          </p:cNvPr>
          <p:cNvCxnSpPr>
            <a:cxnSpLocks/>
            <a:stCxn id="14" idx="2"/>
            <a:endCxn id="9" idx="0"/>
          </p:cNvCxnSpPr>
          <p:nvPr/>
        </p:nvCxnSpPr>
        <p:spPr>
          <a:xfrm>
            <a:off x="8726556" y="3476583"/>
            <a:ext cx="0" cy="558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B5CCE65-40F9-DC75-14C1-00EEDE5AC130}"/>
              </a:ext>
            </a:extLst>
          </p:cNvPr>
          <p:cNvSpPr txBox="1"/>
          <p:nvPr/>
        </p:nvSpPr>
        <p:spPr>
          <a:xfrm>
            <a:off x="1837349" y="5715000"/>
            <a:ext cx="1552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Automatically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00B050"/>
                </a:solidFill>
              </a:rPr>
              <a:t>managed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AE2E75-3FB5-176D-14ED-797B83F9C82C}"/>
              </a:ext>
            </a:extLst>
          </p:cNvPr>
          <p:cNvSpPr txBox="1"/>
          <p:nvPr/>
        </p:nvSpPr>
        <p:spPr>
          <a:xfrm>
            <a:off x="4869283" y="5729764"/>
            <a:ext cx="1552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Automatically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00B050"/>
                </a:solidFill>
              </a:rPr>
              <a:t>managed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E1F7B2-951D-AEF7-391E-AB595A53F3F9}"/>
              </a:ext>
            </a:extLst>
          </p:cNvPr>
          <p:cNvSpPr txBox="1"/>
          <p:nvPr/>
        </p:nvSpPr>
        <p:spPr>
          <a:xfrm>
            <a:off x="8156527" y="5843171"/>
            <a:ext cx="1140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Manually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managed</a:t>
            </a:r>
          </a:p>
        </p:txBody>
      </p:sp>
    </p:spTree>
    <p:extLst>
      <p:ext uri="{BB962C8B-B14F-4D97-AF65-F5344CB8AC3E}">
        <p14:creationId xmlns:p14="http://schemas.microsoft.com/office/powerpoint/2010/main" val="42738138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80854-EA5A-30A4-6AF8-948FF880B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17ED5-9279-4687-86B8-C1DE7B5BE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768"/>
            <a:ext cx="10515600" cy="1325563"/>
          </a:xfrm>
        </p:spPr>
        <p:txBody>
          <a:bodyPr/>
          <a:lstStyle/>
          <a:p>
            <a:r>
              <a:rPr lang="en-US" dirty="0"/>
              <a:t>C++ Three Memory Regions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51FD5E-F803-3485-92A2-351E6BF99ED3}"/>
              </a:ext>
            </a:extLst>
          </p:cNvPr>
          <p:cNvSpPr/>
          <p:nvPr/>
        </p:nvSpPr>
        <p:spPr>
          <a:xfrm>
            <a:off x="1272209" y="4681330"/>
            <a:ext cx="2832652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34943F-437E-FD45-AA90-BDE32AAEAC85}"/>
              </a:ext>
            </a:extLst>
          </p:cNvPr>
          <p:cNvSpPr/>
          <p:nvPr/>
        </p:nvSpPr>
        <p:spPr>
          <a:xfrm>
            <a:off x="4104861" y="4681330"/>
            <a:ext cx="308113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3AF5CA-A692-338C-369E-FFB2480AA90B}"/>
              </a:ext>
            </a:extLst>
          </p:cNvPr>
          <p:cNvSpPr/>
          <p:nvPr/>
        </p:nvSpPr>
        <p:spPr>
          <a:xfrm>
            <a:off x="7185991" y="4681330"/>
            <a:ext cx="308113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84128F-C486-8037-3BCF-66FE6CE26BAF}"/>
              </a:ext>
            </a:extLst>
          </p:cNvPr>
          <p:cNvSpPr txBox="1"/>
          <p:nvPr/>
        </p:nvSpPr>
        <p:spPr>
          <a:xfrm>
            <a:off x="2084211" y="4034999"/>
            <a:ext cx="1058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Static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922A56-0A1F-4642-51C3-5FEFD91483E1}"/>
              </a:ext>
            </a:extLst>
          </p:cNvPr>
          <p:cNvSpPr txBox="1"/>
          <p:nvPr/>
        </p:nvSpPr>
        <p:spPr>
          <a:xfrm>
            <a:off x="5005186" y="4034999"/>
            <a:ext cx="1280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Call stack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943CBB-9311-A0FB-2958-7CC708CC498D}"/>
              </a:ext>
            </a:extLst>
          </p:cNvPr>
          <p:cNvSpPr txBox="1"/>
          <p:nvPr/>
        </p:nvSpPr>
        <p:spPr>
          <a:xfrm>
            <a:off x="8086829" y="4034999"/>
            <a:ext cx="1279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Free store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1E8180-4155-5934-0FB0-113F580364FD}"/>
              </a:ext>
            </a:extLst>
          </p:cNvPr>
          <p:cNvSpPr txBox="1"/>
          <p:nvPr/>
        </p:nvSpPr>
        <p:spPr>
          <a:xfrm>
            <a:off x="1714431" y="4953864"/>
            <a:ext cx="1798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Global variables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BEC5FE-823D-8C84-C84B-D4D37653E16F}"/>
              </a:ext>
            </a:extLst>
          </p:cNvPr>
          <p:cNvSpPr txBox="1"/>
          <p:nvPr/>
        </p:nvSpPr>
        <p:spPr>
          <a:xfrm>
            <a:off x="4547083" y="4815364"/>
            <a:ext cx="2182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 call 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Local variables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5AEA7E-B514-8DC1-3A7F-2597A3AEA8A7}"/>
              </a:ext>
            </a:extLst>
          </p:cNvPr>
          <p:cNvSpPr txBox="1"/>
          <p:nvPr/>
        </p:nvSpPr>
        <p:spPr>
          <a:xfrm>
            <a:off x="7938340" y="4928771"/>
            <a:ext cx="1678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Everything else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EBBD49-2B5E-A89F-5320-4776328AEF5D}"/>
              </a:ext>
            </a:extLst>
          </p:cNvPr>
          <p:cNvSpPr txBox="1"/>
          <p:nvPr/>
        </p:nvSpPr>
        <p:spPr>
          <a:xfrm>
            <a:off x="1321520" y="1999255"/>
            <a:ext cx="2604052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Static memory </a:t>
            </a:r>
            <a:r>
              <a:rPr lang="en-US" dirty="0">
                <a:cs typeface="Consolas" panose="020B0609020204030204" pitchFamily="49" charset="0"/>
              </a:rPr>
              <a:t>is determined by the compiler, and it’s size never changes during the program run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8DC4856-57C8-C3EB-4D41-1CB1E0505302}"/>
              </a:ext>
            </a:extLst>
          </p:cNvPr>
          <p:cNvCxnSpPr>
            <a:cxnSpLocks/>
            <a:stCxn id="15" idx="2"/>
            <a:endCxn id="7" idx="0"/>
          </p:cNvCxnSpPr>
          <p:nvPr/>
        </p:nvCxnSpPr>
        <p:spPr>
          <a:xfrm flipH="1">
            <a:off x="2613491" y="3476583"/>
            <a:ext cx="10055" cy="558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B2C0DF6-62E5-EE8F-8BED-A475E63C54E3}"/>
              </a:ext>
            </a:extLst>
          </p:cNvPr>
          <p:cNvSpPr txBox="1"/>
          <p:nvPr/>
        </p:nvSpPr>
        <p:spPr>
          <a:xfrm>
            <a:off x="4402650" y="1999255"/>
            <a:ext cx="2471835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Call stack memory </a:t>
            </a:r>
            <a:r>
              <a:rPr lang="en-US" dirty="0">
                <a:cs typeface="Consolas" panose="020B0609020204030204" pitchFamily="49" charset="0"/>
              </a:rPr>
              <a:t>increases and decreases as functions are called while the program runs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C044CC8-0092-7D61-85DF-AF9E5C09CFA1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>
            <a:off x="5638568" y="3476583"/>
            <a:ext cx="6858" cy="558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9E7964-77BE-6CC1-3867-8FF81B79D91E}"/>
              </a:ext>
            </a:extLst>
          </p:cNvPr>
          <p:cNvSpPr txBox="1"/>
          <p:nvPr/>
        </p:nvSpPr>
        <p:spPr>
          <a:xfrm>
            <a:off x="7647332" y="1999255"/>
            <a:ext cx="2158447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Free store memory </a:t>
            </a:r>
            <a:r>
              <a:rPr lang="en-US" dirty="0">
                <a:cs typeface="Consolas" panose="020B0609020204030204" pitchFamily="49" charset="0"/>
              </a:rPr>
              <a:t>is allocated and de-allocated on demand as the program runs. 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F837E2-1754-F742-34C7-C213CE83E689}"/>
              </a:ext>
            </a:extLst>
          </p:cNvPr>
          <p:cNvCxnSpPr>
            <a:cxnSpLocks/>
            <a:stCxn id="14" idx="2"/>
            <a:endCxn id="9" idx="0"/>
          </p:cNvCxnSpPr>
          <p:nvPr/>
        </p:nvCxnSpPr>
        <p:spPr>
          <a:xfrm>
            <a:off x="8726556" y="3476583"/>
            <a:ext cx="0" cy="558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FD1E7AE-85E5-1468-E618-D33C01E488BF}"/>
              </a:ext>
            </a:extLst>
          </p:cNvPr>
          <p:cNvSpPr txBox="1"/>
          <p:nvPr/>
        </p:nvSpPr>
        <p:spPr>
          <a:xfrm>
            <a:off x="1837349" y="5715000"/>
            <a:ext cx="1552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Automatically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00B050"/>
                </a:solidFill>
              </a:rPr>
              <a:t>managed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C64F69-6C50-608F-6A2F-9732F8ED715F}"/>
              </a:ext>
            </a:extLst>
          </p:cNvPr>
          <p:cNvSpPr txBox="1"/>
          <p:nvPr/>
        </p:nvSpPr>
        <p:spPr>
          <a:xfrm>
            <a:off x="4869283" y="5729764"/>
            <a:ext cx="1552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Automatically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00B050"/>
                </a:solidFill>
              </a:rPr>
              <a:t>managed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787763-944F-3717-342C-BECD5BC70E8A}"/>
              </a:ext>
            </a:extLst>
          </p:cNvPr>
          <p:cNvSpPr txBox="1"/>
          <p:nvPr/>
        </p:nvSpPr>
        <p:spPr>
          <a:xfrm>
            <a:off x="8156527" y="5843171"/>
            <a:ext cx="1140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Manually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managed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7030C3-9159-E6C3-927E-2C29FC8CF819}"/>
              </a:ext>
            </a:extLst>
          </p:cNvPr>
          <p:cNvSpPr txBox="1"/>
          <p:nvPr/>
        </p:nvSpPr>
        <p:spPr>
          <a:xfrm>
            <a:off x="9952319" y="5600148"/>
            <a:ext cx="2158447" cy="1200329"/>
          </a:xfrm>
          <a:prstGeom prst="rect">
            <a:avLst/>
          </a:prstGeom>
          <a:solidFill>
            <a:schemeClr val="accent2">
              <a:lumMod val="40000"/>
              <a:lumOff val="60000"/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Free store memory is flexible and powerful, but very tricky to get right!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0511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B3C93-8699-8AF6-65D2-44672EC5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7950E-0337-BA06-49FE-60D2D585D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768"/>
            <a:ext cx="10515600" cy="1325563"/>
          </a:xfrm>
        </p:spPr>
        <p:txBody>
          <a:bodyPr/>
          <a:lstStyle/>
          <a:p>
            <a:r>
              <a:rPr lang="en-US" dirty="0"/>
              <a:t>C++ Three Memory Regions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786FC-487F-A351-73E0-E2D6ACA29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7329"/>
            <a:ext cx="10515600" cy="22891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Every running C++ program has three main regions of memory:</a:t>
            </a:r>
          </a:p>
          <a:p>
            <a:pPr marL="457200" lvl="1" indent="0">
              <a:buNone/>
            </a:pPr>
            <a:r>
              <a:rPr lang="en-US" b="1" dirty="0"/>
              <a:t>Static memory</a:t>
            </a:r>
            <a:r>
              <a:rPr lang="en-US" dirty="0"/>
              <a:t>: just declare and use </a:t>
            </a:r>
            <a:r>
              <a:rPr lang="en-US" dirty="0" err="1"/>
              <a:t>globals</a:t>
            </a:r>
            <a:r>
              <a:rPr lang="en-US" dirty="0"/>
              <a:t>; C++ takes care of allocating and de-allocating the memory</a:t>
            </a:r>
          </a:p>
          <a:p>
            <a:pPr marL="457200" lvl="1" indent="0">
              <a:buNone/>
            </a:pPr>
            <a:r>
              <a:rPr lang="en-US" b="1" dirty="0"/>
              <a:t>Call stack memory</a:t>
            </a:r>
            <a:r>
              <a:rPr lang="en-US" dirty="0"/>
              <a:t>: just call functions and use variables; C++ takes care of allocating and de-allocating the memory</a:t>
            </a:r>
            <a:endParaRPr lang="en-US" b="1" dirty="0"/>
          </a:p>
          <a:p>
            <a:pPr marL="457200" lvl="1" indent="0">
              <a:buNone/>
            </a:pPr>
            <a:r>
              <a:rPr lang="en-US" b="1" dirty="0"/>
              <a:t>Free store memory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call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FF0000"/>
                </a:solidFill>
              </a:rPr>
              <a:t> to allocate (request) memory, and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delete</a:t>
            </a:r>
            <a:r>
              <a:rPr lang="en-US" dirty="0">
                <a:solidFill>
                  <a:srgbClr val="FF0000"/>
                </a:solidFill>
              </a:rPr>
              <a:t> to de-allocate (give back) memory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24B06A-1527-8851-5165-B12BD68805A5}"/>
              </a:ext>
            </a:extLst>
          </p:cNvPr>
          <p:cNvSpPr/>
          <p:nvPr/>
        </p:nvSpPr>
        <p:spPr>
          <a:xfrm>
            <a:off x="1272209" y="4681330"/>
            <a:ext cx="2832652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EB1431-1146-0080-8A9A-2E383EEB76CE}"/>
              </a:ext>
            </a:extLst>
          </p:cNvPr>
          <p:cNvSpPr/>
          <p:nvPr/>
        </p:nvSpPr>
        <p:spPr>
          <a:xfrm>
            <a:off x="4104861" y="4681330"/>
            <a:ext cx="308113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32C0B0-BC21-CC77-D24B-648A0EEB662F}"/>
              </a:ext>
            </a:extLst>
          </p:cNvPr>
          <p:cNvSpPr/>
          <p:nvPr/>
        </p:nvSpPr>
        <p:spPr>
          <a:xfrm>
            <a:off x="7185991" y="4681330"/>
            <a:ext cx="308113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393ED0-BFE0-2D93-DE6E-6D19E68572BC}"/>
              </a:ext>
            </a:extLst>
          </p:cNvPr>
          <p:cNvSpPr txBox="1"/>
          <p:nvPr/>
        </p:nvSpPr>
        <p:spPr>
          <a:xfrm>
            <a:off x="2084211" y="4034999"/>
            <a:ext cx="1058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Static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45A8F2-F554-473E-BA4B-535A64D27639}"/>
              </a:ext>
            </a:extLst>
          </p:cNvPr>
          <p:cNvSpPr txBox="1"/>
          <p:nvPr/>
        </p:nvSpPr>
        <p:spPr>
          <a:xfrm>
            <a:off x="5005186" y="4034999"/>
            <a:ext cx="1280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Call stack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28AB7C-FDEA-B5E3-65A0-7D2CE7990A81}"/>
              </a:ext>
            </a:extLst>
          </p:cNvPr>
          <p:cNvSpPr txBox="1"/>
          <p:nvPr/>
        </p:nvSpPr>
        <p:spPr>
          <a:xfrm>
            <a:off x="8086829" y="4034999"/>
            <a:ext cx="1279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Free store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613EFF-3D49-F06E-75B2-66A542861BE7}"/>
              </a:ext>
            </a:extLst>
          </p:cNvPr>
          <p:cNvSpPr txBox="1"/>
          <p:nvPr/>
        </p:nvSpPr>
        <p:spPr>
          <a:xfrm>
            <a:off x="1714431" y="4953864"/>
            <a:ext cx="1798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Global variables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9702B2-E5B7-5EF4-91B1-B88FF84CD663}"/>
              </a:ext>
            </a:extLst>
          </p:cNvPr>
          <p:cNvSpPr txBox="1"/>
          <p:nvPr/>
        </p:nvSpPr>
        <p:spPr>
          <a:xfrm>
            <a:off x="4547083" y="4815364"/>
            <a:ext cx="2182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 call 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Local variables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59C507-C6CE-0B1A-51D5-368CD1BB232C}"/>
              </a:ext>
            </a:extLst>
          </p:cNvPr>
          <p:cNvSpPr txBox="1"/>
          <p:nvPr/>
        </p:nvSpPr>
        <p:spPr>
          <a:xfrm>
            <a:off x="7938340" y="4928771"/>
            <a:ext cx="1678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Everything else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73A55B-82A3-F13E-4F69-FD6657E1ED8F}"/>
              </a:ext>
            </a:extLst>
          </p:cNvPr>
          <p:cNvSpPr txBox="1"/>
          <p:nvPr/>
        </p:nvSpPr>
        <p:spPr>
          <a:xfrm>
            <a:off x="1837349" y="5715000"/>
            <a:ext cx="1552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Automatically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00B050"/>
                </a:solidFill>
              </a:rPr>
              <a:t>managed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F88F07-D960-2984-C118-BA9BD844B9ED}"/>
              </a:ext>
            </a:extLst>
          </p:cNvPr>
          <p:cNvSpPr txBox="1"/>
          <p:nvPr/>
        </p:nvSpPr>
        <p:spPr>
          <a:xfrm>
            <a:off x="4869283" y="5729764"/>
            <a:ext cx="1552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Automatically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00B050"/>
                </a:solidFill>
              </a:rPr>
              <a:t>managed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F6D58D-B6D1-F884-C549-670AFA47E13B}"/>
              </a:ext>
            </a:extLst>
          </p:cNvPr>
          <p:cNvSpPr txBox="1"/>
          <p:nvPr/>
        </p:nvSpPr>
        <p:spPr>
          <a:xfrm>
            <a:off x="8156527" y="5843171"/>
            <a:ext cx="1140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Manually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managed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569DA47-99A3-C48C-ECBC-4DC0EBFF68AC}"/>
                  </a:ext>
                </a:extLst>
              </p14:cNvPr>
              <p14:cNvContentPartPr/>
              <p14:nvPr/>
            </p14:nvContentPartPr>
            <p14:xfrm>
              <a:off x="4438800" y="3453840"/>
              <a:ext cx="5645520" cy="172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569DA47-99A3-C48C-ECBC-4DC0EBFF68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29440" y="3444480"/>
                <a:ext cx="5664240" cy="19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06987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DF909-09B1-3D46-BB5E-DEB7B73AC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Three Memory Regions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5783D-A23A-09C4-8694-0B0EA9B00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Manual management of the free store is a defining feature of C/C++</a:t>
            </a:r>
          </a:p>
          <a:p>
            <a:r>
              <a:rPr lang="en-US" dirty="0"/>
              <a:t>It is flexible, but very tricky to get right!</a:t>
            </a:r>
          </a:p>
          <a:p>
            <a:r>
              <a:rPr lang="en-US" dirty="0"/>
              <a:t>Most other languages automatically manage the free store using a a family of techniques called </a:t>
            </a:r>
            <a:r>
              <a:rPr lang="en-US" b="1" dirty="0"/>
              <a:t>garbage collection</a:t>
            </a:r>
          </a:p>
          <a:p>
            <a:pPr lvl="1"/>
            <a:r>
              <a:rPr lang="en-US" dirty="0"/>
              <a:t>In a running program, every so often memory in the free store is scanned and unused memory is de-allocated</a:t>
            </a:r>
          </a:p>
          <a:p>
            <a:pPr lvl="1"/>
            <a:r>
              <a:rPr lang="en-US" dirty="0"/>
              <a:t>The up-shot is that the programmer requests (allocates) memory, but never needs to explicitly give it back (de-allocate), since the garbage collector will eventually de-allocate it</a:t>
            </a:r>
          </a:p>
          <a:p>
            <a:pPr lvl="1"/>
            <a:r>
              <a:rPr lang="en-US" dirty="0"/>
              <a:t>Garbage-collected programs tend to be less efficient than non-garbage collected programs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F17B63E-2FA0-F48E-D9E3-759F4CA1F2A1}"/>
                  </a:ext>
                </a:extLst>
              </p14:cNvPr>
              <p14:cNvContentPartPr/>
              <p14:nvPr/>
            </p14:nvContentPartPr>
            <p14:xfrm>
              <a:off x="5460840" y="3752640"/>
              <a:ext cx="3188160" cy="178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F17B63E-2FA0-F48E-D9E3-759F4CA1F2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51480" y="3743280"/>
                <a:ext cx="3206880" cy="19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60958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741C4-791F-8818-4001-36298DAF8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-162600"/>
            <a:ext cx="4588565" cy="1325563"/>
          </a:xfrm>
        </p:spPr>
        <p:txBody>
          <a:bodyPr/>
          <a:lstStyle/>
          <a:p>
            <a:r>
              <a:rPr lang="en-US" dirty="0"/>
              <a:t>Free Store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C4059C-65E9-E9D4-0DD6-0B9088C47D55}"/>
              </a:ext>
            </a:extLst>
          </p:cNvPr>
          <p:cNvSpPr txBox="1"/>
          <p:nvPr/>
        </p:nvSpPr>
        <p:spPr>
          <a:xfrm>
            <a:off x="653305" y="996152"/>
            <a:ext cx="803617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void f()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double* p = new double(6.4);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*p; // 6.4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b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44CE21-0EC2-E9E4-7945-E5511168C15F}"/>
              </a:ext>
            </a:extLst>
          </p:cNvPr>
          <p:cNvSpPr/>
          <p:nvPr/>
        </p:nvSpPr>
        <p:spPr>
          <a:xfrm>
            <a:off x="2196547" y="5237922"/>
            <a:ext cx="3458817" cy="8845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99CBC9-7AA2-7328-9A92-FD5185CD0D01}"/>
              </a:ext>
            </a:extLst>
          </p:cNvPr>
          <p:cNvSpPr txBox="1"/>
          <p:nvPr/>
        </p:nvSpPr>
        <p:spPr>
          <a:xfrm>
            <a:off x="3706985" y="5351934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826EB0-46F9-E973-B825-1F870BE646DC}"/>
              </a:ext>
            </a:extLst>
          </p:cNvPr>
          <p:cNvSpPr txBox="1"/>
          <p:nvPr/>
        </p:nvSpPr>
        <p:spPr>
          <a:xfrm>
            <a:off x="2838955" y="6210229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D7F315-F2C3-0FF8-1D27-09731A73DE53}"/>
              </a:ext>
            </a:extLst>
          </p:cNvPr>
          <p:cNvSpPr txBox="1"/>
          <p:nvPr/>
        </p:nvSpPr>
        <p:spPr>
          <a:xfrm>
            <a:off x="4721086" y="165155"/>
            <a:ext cx="2166346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/>
              <a:t> is a local variable, and so is stored on the call stack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DB2EC18-77B5-FF26-7C46-308DD4F66F52}"/>
              </a:ext>
            </a:extLst>
          </p:cNvPr>
          <p:cNvCxnSpPr>
            <a:cxnSpLocks/>
          </p:cNvCxnSpPr>
          <p:nvPr/>
        </p:nvCxnSpPr>
        <p:spPr>
          <a:xfrm flipH="1">
            <a:off x="3706985" y="1088485"/>
            <a:ext cx="1014101" cy="1233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A42E5EB-7FEE-3278-B061-407E4997BD79}"/>
                  </a:ext>
                </a:extLst>
              </p14:cNvPr>
              <p14:cNvContentPartPr/>
              <p14:nvPr/>
            </p14:nvContentPartPr>
            <p14:xfrm>
              <a:off x="660240" y="1631880"/>
              <a:ext cx="7442640" cy="4369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A42E5EB-7FEE-3278-B061-407E4997BD7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0880" y="1622520"/>
                <a:ext cx="7461360" cy="438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0596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E98FA-10D7-AA03-ECA8-430F2DF7D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EA771-46FB-304F-0CA1-86EA61CCE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-162600"/>
            <a:ext cx="4588565" cy="1325563"/>
          </a:xfrm>
        </p:spPr>
        <p:txBody>
          <a:bodyPr/>
          <a:lstStyle/>
          <a:p>
            <a:r>
              <a:rPr lang="en-US" dirty="0"/>
              <a:t>Free Store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2E49E4-1932-7246-0DFB-69E268E1BC7D}"/>
              </a:ext>
            </a:extLst>
          </p:cNvPr>
          <p:cNvSpPr txBox="1"/>
          <p:nvPr/>
        </p:nvSpPr>
        <p:spPr>
          <a:xfrm>
            <a:off x="653305" y="996152"/>
            <a:ext cx="803617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void f()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double* p = new double(6.4);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*p; // 6.4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b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D643AC-ED24-C556-8FCC-591E8370A0D6}"/>
              </a:ext>
            </a:extLst>
          </p:cNvPr>
          <p:cNvSpPr/>
          <p:nvPr/>
        </p:nvSpPr>
        <p:spPr>
          <a:xfrm>
            <a:off x="2216426" y="4975281"/>
            <a:ext cx="3458817" cy="1214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148908-D3C5-8A9E-BD5A-AE83149C9278}"/>
              </a:ext>
            </a:extLst>
          </p:cNvPr>
          <p:cNvSpPr/>
          <p:nvPr/>
        </p:nvSpPr>
        <p:spPr>
          <a:xfrm>
            <a:off x="6692348" y="4966470"/>
            <a:ext cx="3458817" cy="12237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DB446A-35A9-4D44-D9C4-523523B3096C}"/>
              </a:ext>
            </a:extLst>
          </p:cNvPr>
          <p:cNvSpPr txBox="1"/>
          <p:nvPr/>
        </p:nvSpPr>
        <p:spPr>
          <a:xfrm>
            <a:off x="3726864" y="5089293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8E2400-9C6E-CE5E-82B8-2FA0F540DB11}"/>
              </a:ext>
            </a:extLst>
          </p:cNvPr>
          <p:cNvSpPr txBox="1"/>
          <p:nvPr/>
        </p:nvSpPr>
        <p:spPr>
          <a:xfrm>
            <a:off x="7949511" y="5089293"/>
            <a:ext cx="944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6.4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9989D55-1F46-47C3-08C1-F5C3EAE69D69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4164804" y="5412459"/>
            <a:ext cx="37847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FF06B21-6AC0-03ED-B1ED-17A79D71F2C2}"/>
              </a:ext>
            </a:extLst>
          </p:cNvPr>
          <p:cNvSpPr txBox="1"/>
          <p:nvPr/>
        </p:nvSpPr>
        <p:spPr>
          <a:xfrm>
            <a:off x="2848894" y="6190254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EBC225-FD9F-FF44-2C46-187CAF3A3782}"/>
              </a:ext>
            </a:extLst>
          </p:cNvPr>
          <p:cNvSpPr txBox="1"/>
          <p:nvPr/>
        </p:nvSpPr>
        <p:spPr>
          <a:xfrm>
            <a:off x="7523599" y="6190254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DBFB15-657C-1738-948B-3A6C49E22785}"/>
              </a:ext>
            </a:extLst>
          </p:cNvPr>
          <p:cNvSpPr txBox="1"/>
          <p:nvPr/>
        </p:nvSpPr>
        <p:spPr>
          <a:xfrm>
            <a:off x="4721086" y="165155"/>
            <a:ext cx="2166346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/>
              <a:t> is a local variable, and so is stored on the call stack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9F24E35-2727-D350-5EA9-CF4FB14FE612}"/>
              </a:ext>
            </a:extLst>
          </p:cNvPr>
          <p:cNvCxnSpPr>
            <a:cxnSpLocks/>
          </p:cNvCxnSpPr>
          <p:nvPr/>
        </p:nvCxnSpPr>
        <p:spPr>
          <a:xfrm flipH="1">
            <a:off x="3706985" y="1088485"/>
            <a:ext cx="1014101" cy="1233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8DF1B36-C647-B5B1-C556-4DC7FE65217D}"/>
              </a:ext>
            </a:extLst>
          </p:cNvPr>
          <p:cNvSpPr txBox="1"/>
          <p:nvPr/>
        </p:nvSpPr>
        <p:spPr>
          <a:xfrm>
            <a:off x="7424239" y="582734"/>
            <a:ext cx="2252872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address returned by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always points to memory on the free store</a:t>
            </a:r>
            <a:endParaRPr lang="en-US" dirty="0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FB5469A6-1412-68FF-AE06-88F8DB081500}"/>
              </a:ext>
            </a:extLst>
          </p:cNvPr>
          <p:cNvSpPr/>
          <p:nvPr/>
        </p:nvSpPr>
        <p:spPr>
          <a:xfrm rot="5400000">
            <a:off x="6153887" y="226362"/>
            <a:ext cx="374553" cy="3637722"/>
          </a:xfrm>
          <a:prstGeom prst="leftBrace">
            <a:avLst>
              <a:gd name="adj1" fmla="val 8333"/>
              <a:gd name="adj2" fmla="val 1311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C363D-8CDB-879B-1C3A-A357941186DE}"/>
              </a:ext>
            </a:extLst>
          </p:cNvPr>
          <p:cNvSpPr txBox="1"/>
          <p:nvPr/>
        </p:nvSpPr>
        <p:spPr>
          <a:xfrm>
            <a:off x="7998264" y="5543923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70880AD-5851-7DCB-D837-57C8F081A70D}"/>
                  </a:ext>
                </a:extLst>
              </p14:cNvPr>
              <p14:cNvContentPartPr/>
              <p14:nvPr/>
            </p14:nvContentPartPr>
            <p14:xfrm>
              <a:off x="196920" y="2781360"/>
              <a:ext cx="8991720" cy="2832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70880AD-5851-7DCB-D837-57C8F081A7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7560" y="2772000"/>
                <a:ext cx="9010440" cy="285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76853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5DE53-64E8-6706-325E-ADD8DEB97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87034-28D8-D112-B612-C552B8B71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-162600"/>
            <a:ext cx="4588565" cy="1325563"/>
          </a:xfrm>
        </p:spPr>
        <p:txBody>
          <a:bodyPr/>
          <a:lstStyle/>
          <a:p>
            <a:r>
              <a:rPr lang="en-US" dirty="0"/>
              <a:t>Free Store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E15A04-C65C-D520-E03E-87A4BF5C6306}"/>
              </a:ext>
            </a:extLst>
          </p:cNvPr>
          <p:cNvSpPr txBox="1"/>
          <p:nvPr/>
        </p:nvSpPr>
        <p:spPr>
          <a:xfrm>
            <a:off x="653305" y="996152"/>
            <a:ext cx="803617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void f()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double* p = new double(6.4);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*p; // 6.4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*p++; // 7.4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b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2764FE-8608-2770-FC94-CAC6D0720AE2}"/>
              </a:ext>
            </a:extLst>
          </p:cNvPr>
          <p:cNvSpPr/>
          <p:nvPr/>
        </p:nvSpPr>
        <p:spPr>
          <a:xfrm>
            <a:off x="2216426" y="4975281"/>
            <a:ext cx="3458817" cy="1214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FE3499-72B7-BFAC-0681-50E176779547}"/>
              </a:ext>
            </a:extLst>
          </p:cNvPr>
          <p:cNvSpPr/>
          <p:nvPr/>
        </p:nvSpPr>
        <p:spPr>
          <a:xfrm>
            <a:off x="6692348" y="4966470"/>
            <a:ext cx="3458817" cy="12237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31B60-3A66-CC22-7454-B05BF81B160A}"/>
              </a:ext>
            </a:extLst>
          </p:cNvPr>
          <p:cNvSpPr txBox="1"/>
          <p:nvPr/>
        </p:nvSpPr>
        <p:spPr>
          <a:xfrm>
            <a:off x="3726864" y="5089293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DB5DBB-45B2-F51D-46F1-319D8B82AF71}"/>
              </a:ext>
            </a:extLst>
          </p:cNvPr>
          <p:cNvSpPr txBox="1"/>
          <p:nvPr/>
        </p:nvSpPr>
        <p:spPr>
          <a:xfrm>
            <a:off x="7949511" y="5089293"/>
            <a:ext cx="944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7.4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6305FF-E3D9-A12A-1BB0-7D9FD04583C3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4164804" y="5412459"/>
            <a:ext cx="37847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D09D3B4-F0CD-04BD-B85C-7CFE17F8E4ED}"/>
              </a:ext>
            </a:extLst>
          </p:cNvPr>
          <p:cNvSpPr txBox="1"/>
          <p:nvPr/>
        </p:nvSpPr>
        <p:spPr>
          <a:xfrm>
            <a:off x="2848894" y="6190254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1CF3B6-2CB0-9E06-8C82-3F4DFF6AB1F9}"/>
              </a:ext>
            </a:extLst>
          </p:cNvPr>
          <p:cNvSpPr txBox="1"/>
          <p:nvPr/>
        </p:nvSpPr>
        <p:spPr>
          <a:xfrm>
            <a:off x="7523599" y="6190254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995CF3-DF77-068B-FBF7-9D9B4455431F}"/>
              </a:ext>
            </a:extLst>
          </p:cNvPr>
          <p:cNvSpPr txBox="1"/>
          <p:nvPr/>
        </p:nvSpPr>
        <p:spPr>
          <a:xfrm>
            <a:off x="4721086" y="165155"/>
            <a:ext cx="2166346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/>
              <a:t> is a local variable, and so is stored on the call stack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100D11A-AC6D-7C23-1090-B40486EE8D23}"/>
              </a:ext>
            </a:extLst>
          </p:cNvPr>
          <p:cNvCxnSpPr>
            <a:cxnSpLocks/>
          </p:cNvCxnSpPr>
          <p:nvPr/>
        </p:nvCxnSpPr>
        <p:spPr>
          <a:xfrm flipH="1">
            <a:off x="3706985" y="1088485"/>
            <a:ext cx="1014101" cy="1233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7BF7F2E-F4BA-2040-8E7A-7A5576C6AAE0}"/>
              </a:ext>
            </a:extLst>
          </p:cNvPr>
          <p:cNvSpPr txBox="1"/>
          <p:nvPr/>
        </p:nvSpPr>
        <p:spPr>
          <a:xfrm>
            <a:off x="7424239" y="582734"/>
            <a:ext cx="2252872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address returned by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always points to memory on the free store</a:t>
            </a:r>
            <a:endParaRPr lang="en-US" dirty="0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5C2AB03C-9F3C-5711-1478-556470E67D9B}"/>
              </a:ext>
            </a:extLst>
          </p:cNvPr>
          <p:cNvSpPr/>
          <p:nvPr/>
        </p:nvSpPr>
        <p:spPr>
          <a:xfrm rot="5400000">
            <a:off x="6153887" y="226362"/>
            <a:ext cx="374553" cy="3637722"/>
          </a:xfrm>
          <a:prstGeom prst="leftBrace">
            <a:avLst>
              <a:gd name="adj1" fmla="val 8333"/>
              <a:gd name="adj2" fmla="val 1311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192337-A95B-6F99-6934-4407485CB1CE}"/>
              </a:ext>
            </a:extLst>
          </p:cNvPr>
          <p:cNvSpPr txBox="1"/>
          <p:nvPr/>
        </p:nvSpPr>
        <p:spPr>
          <a:xfrm>
            <a:off x="7998264" y="5543923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F123224-44DE-642C-631B-BBEBA27E63FC}"/>
                  </a:ext>
                </a:extLst>
              </p14:cNvPr>
              <p14:cNvContentPartPr/>
              <p14:nvPr/>
            </p14:nvContentPartPr>
            <p14:xfrm>
              <a:off x="3790800" y="5848200"/>
              <a:ext cx="17208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F123224-44DE-642C-631B-BBEBA27E63F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81440" y="5838840"/>
                <a:ext cx="19080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01605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6C885-9CA1-D5C4-BF13-B07FF0A5E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76BC9-F56F-198F-FC18-94B126960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-162600"/>
            <a:ext cx="4588565" cy="1325563"/>
          </a:xfrm>
        </p:spPr>
        <p:txBody>
          <a:bodyPr/>
          <a:lstStyle/>
          <a:p>
            <a:r>
              <a:rPr lang="en-US" dirty="0"/>
              <a:t>Free Store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4A1363-8E07-CE2E-186E-64DD81394C20}"/>
              </a:ext>
            </a:extLst>
          </p:cNvPr>
          <p:cNvSpPr txBox="1"/>
          <p:nvPr/>
        </p:nvSpPr>
        <p:spPr>
          <a:xfrm>
            <a:off x="653305" y="996152"/>
            <a:ext cx="803617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void f()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double* p = new double(6.4);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*p; // 6.4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*p++; // 7.4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delete p;</a:t>
            </a:r>
            <a:b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0AC798-6AE0-75D5-95B0-8C71DEAC4594}"/>
              </a:ext>
            </a:extLst>
          </p:cNvPr>
          <p:cNvSpPr/>
          <p:nvPr/>
        </p:nvSpPr>
        <p:spPr>
          <a:xfrm>
            <a:off x="2216426" y="4975281"/>
            <a:ext cx="3458817" cy="1214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A53899-D65E-340D-8623-4BF63833A87C}"/>
              </a:ext>
            </a:extLst>
          </p:cNvPr>
          <p:cNvSpPr/>
          <p:nvPr/>
        </p:nvSpPr>
        <p:spPr>
          <a:xfrm>
            <a:off x="6692348" y="4966470"/>
            <a:ext cx="3458817" cy="12237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909FC0-5CF0-2B0C-BF60-82EBEE195051}"/>
              </a:ext>
            </a:extLst>
          </p:cNvPr>
          <p:cNvSpPr txBox="1"/>
          <p:nvPr/>
        </p:nvSpPr>
        <p:spPr>
          <a:xfrm>
            <a:off x="3726864" y="5089293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FF02F0-9CFC-2418-B284-CE968CEBDC7C}"/>
              </a:ext>
            </a:extLst>
          </p:cNvPr>
          <p:cNvSpPr txBox="1"/>
          <p:nvPr/>
        </p:nvSpPr>
        <p:spPr>
          <a:xfrm>
            <a:off x="7949511" y="5089293"/>
            <a:ext cx="944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7.4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AD0BBCA-2338-20A8-26C5-AFF43A69C4EB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4164804" y="5412459"/>
            <a:ext cx="37847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EF3096A-DC88-0C04-F42A-8D8A5654451B}"/>
              </a:ext>
            </a:extLst>
          </p:cNvPr>
          <p:cNvSpPr txBox="1"/>
          <p:nvPr/>
        </p:nvSpPr>
        <p:spPr>
          <a:xfrm>
            <a:off x="2848894" y="6190254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42CB61-76E1-69A4-6483-05D301FFE90A}"/>
              </a:ext>
            </a:extLst>
          </p:cNvPr>
          <p:cNvSpPr txBox="1"/>
          <p:nvPr/>
        </p:nvSpPr>
        <p:spPr>
          <a:xfrm>
            <a:off x="7523599" y="6190254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C3A4FD-6200-F479-CC8E-D9C7209FD4A3}"/>
              </a:ext>
            </a:extLst>
          </p:cNvPr>
          <p:cNvSpPr txBox="1"/>
          <p:nvPr/>
        </p:nvSpPr>
        <p:spPr>
          <a:xfrm>
            <a:off x="4721086" y="165155"/>
            <a:ext cx="2166346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/>
              <a:t> is a local variable, and so is stored on the call stack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7612D43-FE03-4743-AB81-8BA863428EFA}"/>
              </a:ext>
            </a:extLst>
          </p:cNvPr>
          <p:cNvCxnSpPr>
            <a:cxnSpLocks/>
          </p:cNvCxnSpPr>
          <p:nvPr/>
        </p:nvCxnSpPr>
        <p:spPr>
          <a:xfrm flipH="1">
            <a:off x="3706985" y="1088485"/>
            <a:ext cx="1014101" cy="1233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6F762E0-CFF1-4144-9BA4-9C37E089B803}"/>
              </a:ext>
            </a:extLst>
          </p:cNvPr>
          <p:cNvSpPr txBox="1"/>
          <p:nvPr/>
        </p:nvSpPr>
        <p:spPr>
          <a:xfrm>
            <a:off x="7424239" y="582734"/>
            <a:ext cx="2252872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address returned by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always points to memory on the free store</a:t>
            </a:r>
            <a:endParaRPr lang="en-US" dirty="0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119B6810-FF2A-23C1-DE4C-A0653B953E3E}"/>
              </a:ext>
            </a:extLst>
          </p:cNvPr>
          <p:cNvSpPr/>
          <p:nvPr/>
        </p:nvSpPr>
        <p:spPr>
          <a:xfrm rot="5400000">
            <a:off x="6153887" y="226362"/>
            <a:ext cx="374553" cy="3637722"/>
          </a:xfrm>
          <a:prstGeom prst="leftBrace">
            <a:avLst>
              <a:gd name="adj1" fmla="val 8333"/>
              <a:gd name="adj2" fmla="val 1311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AF928F-5B79-FC94-73D1-52E3C20FE1AB}"/>
              </a:ext>
            </a:extLst>
          </p:cNvPr>
          <p:cNvSpPr txBox="1"/>
          <p:nvPr/>
        </p:nvSpPr>
        <p:spPr>
          <a:xfrm>
            <a:off x="7998264" y="5543923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25FA2CD-C2DD-B8ED-FEBB-012E51C96538}"/>
              </a:ext>
            </a:extLst>
          </p:cNvPr>
          <p:cNvGrpSpPr/>
          <p:nvPr/>
        </p:nvGrpSpPr>
        <p:grpSpPr>
          <a:xfrm>
            <a:off x="7949511" y="5120044"/>
            <a:ext cx="968352" cy="519687"/>
            <a:chOff x="9491870" y="2817315"/>
            <a:chExt cx="318052" cy="327992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995E5B2-A030-7618-EC0B-8A1A2F0266B0}"/>
                </a:ext>
              </a:extLst>
            </p:cNvPr>
            <p:cNvCxnSpPr>
              <a:cxnSpLocks/>
            </p:cNvCxnSpPr>
            <p:nvPr/>
          </p:nvCxnSpPr>
          <p:spPr>
            <a:xfrm>
              <a:off x="9491870" y="2852530"/>
              <a:ext cx="318052" cy="2584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E88C961-8DAC-0A6A-0E2D-F60FC62F36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8024" y="2817315"/>
              <a:ext cx="232171" cy="32799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B08FA01-8A24-19A6-39D8-860F9ED42795}"/>
              </a:ext>
            </a:extLst>
          </p:cNvPr>
          <p:cNvSpPr txBox="1"/>
          <p:nvPr/>
        </p:nvSpPr>
        <p:spPr>
          <a:xfrm>
            <a:off x="8160025" y="3862872"/>
            <a:ext cx="2252872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calling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delete</a:t>
            </a:r>
            <a:r>
              <a:rPr lang="en-US" dirty="0">
                <a:cs typeface="Consolas" panose="020B0609020204030204" pitchFamily="49" charset="0"/>
              </a:rPr>
              <a:t> only de-allocates the free store memory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CB6717-9CFC-1184-731B-2CF0D0A9CA6B}"/>
              </a:ext>
            </a:extLst>
          </p:cNvPr>
          <p:cNvSpPr txBox="1"/>
          <p:nvPr/>
        </p:nvSpPr>
        <p:spPr>
          <a:xfrm>
            <a:off x="4903624" y="4001371"/>
            <a:ext cx="2384756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pointer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 on the call stack is still there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4A3877F-E945-547E-D597-A396DA6A4EA6}"/>
                  </a:ext>
                </a:extLst>
              </p14:cNvPr>
              <p14:cNvContentPartPr/>
              <p14:nvPr/>
            </p14:nvContentPartPr>
            <p14:xfrm>
              <a:off x="1568520" y="2666880"/>
              <a:ext cx="3594240" cy="3016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4A3877F-E945-547E-D597-A396DA6A4E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59160" y="2657520"/>
                <a:ext cx="3612960" cy="303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75274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12EF6-4D15-18E1-48F9-C86374350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C0D0E-277E-C8F1-566E-FB9399429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-162600"/>
            <a:ext cx="4588565" cy="1325563"/>
          </a:xfrm>
        </p:spPr>
        <p:txBody>
          <a:bodyPr/>
          <a:lstStyle/>
          <a:p>
            <a:r>
              <a:rPr lang="en-US" dirty="0"/>
              <a:t>Free Store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45F9E5-1072-25EB-CCB0-9D0D77A1691A}"/>
              </a:ext>
            </a:extLst>
          </p:cNvPr>
          <p:cNvSpPr txBox="1"/>
          <p:nvPr/>
        </p:nvSpPr>
        <p:spPr>
          <a:xfrm>
            <a:off x="653305" y="996152"/>
            <a:ext cx="803617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void f()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double* p = new double(6.4);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*p; // 6.4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*p++; // 7.4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delete p;</a:t>
            </a:r>
            <a:b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99B43D-8743-0CEE-2DDE-7E94A7939826}"/>
              </a:ext>
            </a:extLst>
          </p:cNvPr>
          <p:cNvSpPr/>
          <p:nvPr/>
        </p:nvSpPr>
        <p:spPr>
          <a:xfrm>
            <a:off x="2216426" y="4975281"/>
            <a:ext cx="3458817" cy="1214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8571D9-5D40-5482-95A5-B9349609AB21}"/>
              </a:ext>
            </a:extLst>
          </p:cNvPr>
          <p:cNvSpPr/>
          <p:nvPr/>
        </p:nvSpPr>
        <p:spPr>
          <a:xfrm>
            <a:off x="6692348" y="4966470"/>
            <a:ext cx="3458817" cy="12237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E00B0F-1252-BDD2-A0D3-25EBD649DBEA}"/>
              </a:ext>
            </a:extLst>
          </p:cNvPr>
          <p:cNvSpPr txBox="1"/>
          <p:nvPr/>
        </p:nvSpPr>
        <p:spPr>
          <a:xfrm>
            <a:off x="3726864" y="5089293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E3B347-527F-8E20-F10B-43EE5ED666B3}"/>
              </a:ext>
            </a:extLst>
          </p:cNvPr>
          <p:cNvSpPr txBox="1"/>
          <p:nvPr/>
        </p:nvSpPr>
        <p:spPr>
          <a:xfrm>
            <a:off x="7949511" y="5089293"/>
            <a:ext cx="944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7.4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4D8B807-C776-7E25-38D1-96FF6C535803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4164804" y="5412459"/>
            <a:ext cx="37847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ABAB8CE-98E7-E54E-E1B8-C3CA734F882A}"/>
              </a:ext>
            </a:extLst>
          </p:cNvPr>
          <p:cNvSpPr txBox="1"/>
          <p:nvPr/>
        </p:nvSpPr>
        <p:spPr>
          <a:xfrm>
            <a:off x="2848894" y="6190254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E3201B-2B45-CF69-E34F-DCD1BE018A00}"/>
              </a:ext>
            </a:extLst>
          </p:cNvPr>
          <p:cNvSpPr txBox="1"/>
          <p:nvPr/>
        </p:nvSpPr>
        <p:spPr>
          <a:xfrm>
            <a:off x="7523599" y="6190254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71258D-2BCC-59C8-4356-70C8761272DA}"/>
              </a:ext>
            </a:extLst>
          </p:cNvPr>
          <p:cNvSpPr txBox="1"/>
          <p:nvPr/>
        </p:nvSpPr>
        <p:spPr>
          <a:xfrm>
            <a:off x="4721086" y="165155"/>
            <a:ext cx="2166346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/>
              <a:t> is a local variable, and so is stored on the call stack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18B27B4-0410-473D-6851-9FB8FA0AB155}"/>
              </a:ext>
            </a:extLst>
          </p:cNvPr>
          <p:cNvCxnSpPr>
            <a:cxnSpLocks/>
          </p:cNvCxnSpPr>
          <p:nvPr/>
        </p:nvCxnSpPr>
        <p:spPr>
          <a:xfrm flipH="1">
            <a:off x="3706985" y="1088485"/>
            <a:ext cx="1014101" cy="1233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2382F35-E1DD-A06E-472C-903076B75424}"/>
              </a:ext>
            </a:extLst>
          </p:cNvPr>
          <p:cNvSpPr txBox="1"/>
          <p:nvPr/>
        </p:nvSpPr>
        <p:spPr>
          <a:xfrm>
            <a:off x="7424239" y="582734"/>
            <a:ext cx="2252872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address returned by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always points to memory on the free store</a:t>
            </a:r>
            <a:endParaRPr lang="en-US" dirty="0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29EC4933-E298-92D5-85F7-258E7B0A169E}"/>
              </a:ext>
            </a:extLst>
          </p:cNvPr>
          <p:cNvSpPr/>
          <p:nvPr/>
        </p:nvSpPr>
        <p:spPr>
          <a:xfrm rot="5400000">
            <a:off x="6153887" y="226362"/>
            <a:ext cx="374553" cy="3637722"/>
          </a:xfrm>
          <a:prstGeom prst="leftBrace">
            <a:avLst>
              <a:gd name="adj1" fmla="val 8333"/>
              <a:gd name="adj2" fmla="val 1311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09F075-35B5-92C6-FE35-CE6DCECE771D}"/>
              </a:ext>
            </a:extLst>
          </p:cNvPr>
          <p:cNvSpPr txBox="1"/>
          <p:nvPr/>
        </p:nvSpPr>
        <p:spPr>
          <a:xfrm>
            <a:off x="7998264" y="5543923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704F71E-6F7E-FA9B-71F1-C4DEFF68C45B}"/>
              </a:ext>
            </a:extLst>
          </p:cNvPr>
          <p:cNvGrpSpPr/>
          <p:nvPr/>
        </p:nvGrpSpPr>
        <p:grpSpPr>
          <a:xfrm>
            <a:off x="7949511" y="5120044"/>
            <a:ext cx="968352" cy="519687"/>
            <a:chOff x="9491870" y="2817315"/>
            <a:chExt cx="318052" cy="327992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B0C238A-727F-ABCC-ADEC-0F630AC20FF7}"/>
                </a:ext>
              </a:extLst>
            </p:cNvPr>
            <p:cNvCxnSpPr>
              <a:cxnSpLocks/>
            </p:cNvCxnSpPr>
            <p:nvPr/>
          </p:nvCxnSpPr>
          <p:spPr>
            <a:xfrm>
              <a:off x="9491870" y="2852530"/>
              <a:ext cx="318052" cy="2584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6F7E969-B15C-07A6-B395-DC3C64A353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8024" y="2817315"/>
              <a:ext cx="232171" cy="32799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E25959F9-5589-E62D-56E6-6987B2D77B7D}"/>
              </a:ext>
            </a:extLst>
          </p:cNvPr>
          <p:cNvSpPr txBox="1"/>
          <p:nvPr/>
        </p:nvSpPr>
        <p:spPr>
          <a:xfrm>
            <a:off x="4671392" y="4136097"/>
            <a:ext cx="3375672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pointer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 is de-allocated when function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dirty="0">
                <a:cs typeface="Consolas" panose="020B0609020204030204" pitchFamily="49" charset="0"/>
              </a:rPr>
              <a:t> returns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E3CAE9-A087-21C3-7AE0-FBD37AD66F7D}"/>
              </a:ext>
            </a:extLst>
          </p:cNvPr>
          <p:cNvSpPr/>
          <p:nvPr/>
        </p:nvSpPr>
        <p:spPr>
          <a:xfrm>
            <a:off x="554451" y="4343156"/>
            <a:ext cx="545300" cy="6321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8C1EB42-B897-9634-FF64-FB273688A9D1}"/>
              </a:ext>
            </a:extLst>
          </p:cNvPr>
          <p:cNvCxnSpPr>
            <a:cxnSpLocks/>
            <a:endCxn id="9" idx="6"/>
          </p:cNvCxnSpPr>
          <p:nvPr/>
        </p:nvCxnSpPr>
        <p:spPr>
          <a:xfrm flipH="1">
            <a:off x="1099751" y="4459262"/>
            <a:ext cx="3571641" cy="1999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93988C1-E5C4-2F1D-00CF-CF1C0F33428C}"/>
              </a:ext>
            </a:extLst>
          </p:cNvPr>
          <p:cNvGrpSpPr/>
          <p:nvPr/>
        </p:nvGrpSpPr>
        <p:grpSpPr>
          <a:xfrm>
            <a:off x="3411874" y="5183409"/>
            <a:ext cx="968352" cy="519687"/>
            <a:chOff x="9491870" y="2817315"/>
            <a:chExt cx="318052" cy="327992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14B8A0D-7D27-A821-1ECB-565A898765EB}"/>
                </a:ext>
              </a:extLst>
            </p:cNvPr>
            <p:cNvCxnSpPr>
              <a:cxnSpLocks/>
            </p:cNvCxnSpPr>
            <p:nvPr/>
          </p:nvCxnSpPr>
          <p:spPr>
            <a:xfrm>
              <a:off x="9491870" y="2852530"/>
              <a:ext cx="318052" cy="2584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91B99E6-82DB-EF88-920D-39879AB455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8024" y="2817315"/>
              <a:ext cx="232171" cy="32799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B30408D-B7E9-84D8-D4B7-83C7D6DF8DE6}"/>
                  </a:ext>
                </a:extLst>
              </p14:cNvPr>
              <p14:cNvContentPartPr/>
              <p14:nvPr/>
            </p14:nvContentPartPr>
            <p14:xfrm>
              <a:off x="685800" y="4025520"/>
              <a:ext cx="3067560" cy="1188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B30408D-B7E9-84D8-D4B7-83C7D6DF8D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6440" y="4016160"/>
                <a:ext cx="3086280" cy="120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15757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A2BCD-D6A8-586E-28DE-3821085E0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EC514-B7B0-968E-23A7-B3863B723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-162600"/>
            <a:ext cx="4588565" cy="1325563"/>
          </a:xfrm>
        </p:spPr>
        <p:txBody>
          <a:bodyPr/>
          <a:lstStyle/>
          <a:p>
            <a:r>
              <a:rPr lang="en-US" dirty="0"/>
              <a:t>Free Store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DF1E89-D477-1DFA-71A5-9AA13F726302}"/>
              </a:ext>
            </a:extLst>
          </p:cNvPr>
          <p:cNvSpPr txBox="1"/>
          <p:nvPr/>
        </p:nvSpPr>
        <p:spPr>
          <a:xfrm>
            <a:off x="653305" y="996152"/>
            <a:ext cx="803617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void f()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double* p = new double(6.4);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*p; // 6.4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*p++; // 7.4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delete p;</a:t>
            </a:r>
          </a:p>
          <a:p>
            <a:b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9A0358-5BFE-AEED-D23D-29BDB7F1F38A}"/>
              </a:ext>
            </a:extLst>
          </p:cNvPr>
          <p:cNvSpPr/>
          <p:nvPr/>
        </p:nvSpPr>
        <p:spPr>
          <a:xfrm>
            <a:off x="2216426" y="4975281"/>
            <a:ext cx="3458817" cy="1214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3F6CA5-60EB-7C2F-D4C6-920C16247186}"/>
              </a:ext>
            </a:extLst>
          </p:cNvPr>
          <p:cNvSpPr/>
          <p:nvPr/>
        </p:nvSpPr>
        <p:spPr>
          <a:xfrm>
            <a:off x="6692348" y="4966470"/>
            <a:ext cx="3458817" cy="12237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07A3CD-D4CE-95F2-D222-6F9A41E17341}"/>
              </a:ext>
            </a:extLst>
          </p:cNvPr>
          <p:cNvSpPr txBox="1"/>
          <p:nvPr/>
        </p:nvSpPr>
        <p:spPr>
          <a:xfrm>
            <a:off x="3726864" y="5089293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B45255-0318-AF07-6356-620CE1C0708A}"/>
              </a:ext>
            </a:extLst>
          </p:cNvPr>
          <p:cNvSpPr txBox="1"/>
          <p:nvPr/>
        </p:nvSpPr>
        <p:spPr>
          <a:xfrm>
            <a:off x="7949511" y="5089293"/>
            <a:ext cx="944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???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19EF3BE-21EB-E6B2-201B-C45BA21D0C32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4164804" y="5412459"/>
            <a:ext cx="37847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3D87D7-F024-CC84-AE46-A01CCBB34A9B}"/>
              </a:ext>
            </a:extLst>
          </p:cNvPr>
          <p:cNvSpPr txBox="1"/>
          <p:nvPr/>
        </p:nvSpPr>
        <p:spPr>
          <a:xfrm>
            <a:off x="2848894" y="6190254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E3AEE3-8D5D-5D22-5C4F-5A7DB42B482E}"/>
              </a:ext>
            </a:extLst>
          </p:cNvPr>
          <p:cNvSpPr txBox="1"/>
          <p:nvPr/>
        </p:nvSpPr>
        <p:spPr>
          <a:xfrm>
            <a:off x="7523599" y="6190254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F48B99-85B1-120F-26A3-3712C04E8656}"/>
              </a:ext>
            </a:extLst>
          </p:cNvPr>
          <p:cNvSpPr txBox="1"/>
          <p:nvPr/>
        </p:nvSpPr>
        <p:spPr>
          <a:xfrm>
            <a:off x="4721086" y="165155"/>
            <a:ext cx="2166346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/>
              <a:t> is a local variable, and so is stored on the call stack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891098-534B-F60E-6DC0-D4E1AF927F17}"/>
              </a:ext>
            </a:extLst>
          </p:cNvPr>
          <p:cNvCxnSpPr>
            <a:cxnSpLocks/>
          </p:cNvCxnSpPr>
          <p:nvPr/>
        </p:nvCxnSpPr>
        <p:spPr>
          <a:xfrm flipH="1">
            <a:off x="3706985" y="1088485"/>
            <a:ext cx="1014101" cy="1233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13310E4-4F4F-19AD-6D8F-EA73E5953F9F}"/>
              </a:ext>
            </a:extLst>
          </p:cNvPr>
          <p:cNvSpPr txBox="1"/>
          <p:nvPr/>
        </p:nvSpPr>
        <p:spPr>
          <a:xfrm>
            <a:off x="7424239" y="582734"/>
            <a:ext cx="2252872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address returned by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always points to memory on the free store</a:t>
            </a:r>
            <a:endParaRPr lang="en-US" dirty="0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EC3409D4-FA06-1E51-EE1C-401740807D17}"/>
              </a:ext>
            </a:extLst>
          </p:cNvPr>
          <p:cNvSpPr/>
          <p:nvPr/>
        </p:nvSpPr>
        <p:spPr>
          <a:xfrm rot="5400000">
            <a:off x="6153887" y="226362"/>
            <a:ext cx="374553" cy="3637722"/>
          </a:xfrm>
          <a:prstGeom prst="leftBrace">
            <a:avLst>
              <a:gd name="adj1" fmla="val 8333"/>
              <a:gd name="adj2" fmla="val 1311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795F13-F8CF-5699-CE43-E8252BBE3CC3}"/>
              </a:ext>
            </a:extLst>
          </p:cNvPr>
          <p:cNvSpPr txBox="1"/>
          <p:nvPr/>
        </p:nvSpPr>
        <p:spPr>
          <a:xfrm>
            <a:off x="7998264" y="5543923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48A225-0AD2-0554-56FD-100C88C1CDD6}"/>
              </a:ext>
            </a:extLst>
          </p:cNvPr>
          <p:cNvSpPr txBox="1"/>
          <p:nvPr/>
        </p:nvSpPr>
        <p:spPr>
          <a:xfrm>
            <a:off x="8681354" y="3311511"/>
            <a:ext cx="2857341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In the region after delete and before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dirty="0">
                <a:cs typeface="Consolas" panose="020B0609020204030204" pitchFamily="49" charset="0"/>
              </a:rPr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 is a </a:t>
            </a:r>
            <a:r>
              <a:rPr lang="en-US" b="1" dirty="0">
                <a:cs typeface="Consolas" panose="020B0609020204030204" pitchFamily="49" charset="0"/>
              </a:rPr>
              <a:t>dangling pointer</a:t>
            </a:r>
            <a:r>
              <a:rPr lang="en-US" dirty="0">
                <a:cs typeface="Consolas" panose="020B0609020204030204" pitchFamily="49" charset="0"/>
              </a:rPr>
              <a:t>, meaning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 points to invalid memory.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35CBDC7-F43C-44A9-F465-5C231C170803}"/>
              </a:ext>
            </a:extLst>
          </p:cNvPr>
          <p:cNvSpPr/>
          <p:nvPr/>
        </p:nvSpPr>
        <p:spPr>
          <a:xfrm>
            <a:off x="1330463" y="4408023"/>
            <a:ext cx="4792801" cy="5196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5C80D2E-1FC3-0F2D-0AAA-595EED7613D0}"/>
              </a:ext>
            </a:extLst>
          </p:cNvPr>
          <p:cNvCxnSpPr>
            <a:cxnSpLocks/>
            <a:stCxn id="26" idx="1"/>
            <a:endCxn id="9" idx="6"/>
          </p:cNvCxnSpPr>
          <p:nvPr/>
        </p:nvCxnSpPr>
        <p:spPr>
          <a:xfrm flipH="1">
            <a:off x="6123264" y="3911676"/>
            <a:ext cx="2558090" cy="756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D57006A-64E3-51E3-C8F4-5036FEC361E3}"/>
                  </a:ext>
                </a:extLst>
              </p14:cNvPr>
              <p14:cNvContentPartPr/>
              <p14:nvPr/>
            </p14:nvContentPartPr>
            <p14:xfrm>
              <a:off x="1630800" y="2622240"/>
              <a:ext cx="3567600" cy="16887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D57006A-64E3-51E3-C8F4-5036FEC361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21440" y="2612880"/>
                <a:ext cx="3586320" cy="170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73311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A5CF8-1559-85FE-E22E-6113A7593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0CF2B-2944-17F4-1033-7B6E153A4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-162600"/>
            <a:ext cx="4588565" cy="1325563"/>
          </a:xfrm>
        </p:spPr>
        <p:txBody>
          <a:bodyPr/>
          <a:lstStyle/>
          <a:p>
            <a:r>
              <a:rPr lang="en-US" dirty="0"/>
              <a:t>Free Store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0789D-C650-E0F6-FBF6-F267D7DE3643}"/>
              </a:ext>
            </a:extLst>
          </p:cNvPr>
          <p:cNvSpPr txBox="1"/>
          <p:nvPr/>
        </p:nvSpPr>
        <p:spPr>
          <a:xfrm>
            <a:off x="653305" y="996152"/>
            <a:ext cx="803617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void f()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double* p = new double(6.4);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*p; // 6.4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*p++; // 7.4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missing delete</a:t>
            </a:r>
            <a:b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8C25CF-6391-5AF5-3E56-FA566FE9DAE1}"/>
              </a:ext>
            </a:extLst>
          </p:cNvPr>
          <p:cNvSpPr/>
          <p:nvPr/>
        </p:nvSpPr>
        <p:spPr>
          <a:xfrm>
            <a:off x="2216426" y="4975281"/>
            <a:ext cx="3458817" cy="1214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C89246-0451-04D2-D221-F04B34232E54}"/>
              </a:ext>
            </a:extLst>
          </p:cNvPr>
          <p:cNvSpPr/>
          <p:nvPr/>
        </p:nvSpPr>
        <p:spPr>
          <a:xfrm>
            <a:off x="6692348" y="4966470"/>
            <a:ext cx="3458817" cy="12237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CBBB24-5F9C-929F-CE3F-FF0F91A9AC81}"/>
              </a:ext>
            </a:extLst>
          </p:cNvPr>
          <p:cNvSpPr txBox="1"/>
          <p:nvPr/>
        </p:nvSpPr>
        <p:spPr>
          <a:xfrm>
            <a:off x="3726864" y="5089293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399A24-A70D-BFBA-9EF8-8A7095FA72F3}"/>
              </a:ext>
            </a:extLst>
          </p:cNvPr>
          <p:cNvSpPr txBox="1"/>
          <p:nvPr/>
        </p:nvSpPr>
        <p:spPr>
          <a:xfrm>
            <a:off x="7949511" y="5089293"/>
            <a:ext cx="944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7.4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254A7B6-BCA3-0700-112B-3E284876BEAD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4164804" y="5412459"/>
            <a:ext cx="37847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A49EB03-0B25-487A-0756-F73DBF548F36}"/>
              </a:ext>
            </a:extLst>
          </p:cNvPr>
          <p:cNvSpPr txBox="1"/>
          <p:nvPr/>
        </p:nvSpPr>
        <p:spPr>
          <a:xfrm>
            <a:off x="2848894" y="6190254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B8B5A6-CFB7-633E-804C-9D0EAA03C8B7}"/>
              </a:ext>
            </a:extLst>
          </p:cNvPr>
          <p:cNvSpPr txBox="1"/>
          <p:nvPr/>
        </p:nvSpPr>
        <p:spPr>
          <a:xfrm>
            <a:off x="7523599" y="6190254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992298-53C0-72AB-7AC1-A1C1E0EDEEB5}"/>
              </a:ext>
            </a:extLst>
          </p:cNvPr>
          <p:cNvSpPr txBox="1"/>
          <p:nvPr/>
        </p:nvSpPr>
        <p:spPr>
          <a:xfrm>
            <a:off x="4721086" y="165155"/>
            <a:ext cx="2166346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/>
              <a:t> is a local variable, and so is stored on the call stack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C5523EA-8885-639B-7324-95D20AD9D888}"/>
              </a:ext>
            </a:extLst>
          </p:cNvPr>
          <p:cNvCxnSpPr>
            <a:cxnSpLocks/>
          </p:cNvCxnSpPr>
          <p:nvPr/>
        </p:nvCxnSpPr>
        <p:spPr>
          <a:xfrm flipH="1">
            <a:off x="3706985" y="1088485"/>
            <a:ext cx="1014101" cy="1233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7E4D456-A24B-DCB4-380C-1E5BAEF60E28}"/>
              </a:ext>
            </a:extLst>
          </p:cNvPr>
          <p:cNvSpPr txBox="1"/>
          <p:nvPr/>
        </p:nvSpPr>
        <p:spPr>
          <a:xfrm>
            <a:off x="7424239" y="582734"/>
            <a:ext cx="2252872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address returned by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always points to memory on the free store</a:t>
            </a:r>
            <a:endParaRPr lang="en-US" dirty="0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D9E7BF5B-3E07-E958-4567-42B315FB404C}"/>
              </a:ext>
            </a:extLst>
          </p:cNvPr>
          <p:cNvSpPr/>
          <p:nvPr/>
        </p:nvSpPr>
        <p:spPr>
          <a:xfrm rot="5400000">
            <a:off x="6153887" y="226362"/>
            <a:ext cx="374553" cy="3637722"/>
          </a:xfrm>
          <a:prstGeom prst="leftBrace">
            <a:avLst>
              <a:gd name="adj1" fmla="val 8333"/>
              <a:gd name="adj2" fmla="val 1311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B947B3-2312-CA85-5DF5-6D3CE23B0D47}"/>
              </a:ext>
            </a:extLst>
          </p:cNvPr>
          <p:cNvSpPr txBox="1"/>
          <p:nvPr/>
        </p:nvSpPr>
        <p:spPr>
          <a:xfrm>
            <a:off x="7998264" y="5543923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A4F730-7F1D-BA2C-AB53-A898A242D819}"/>
              </a:ext>
            </a:extLst>
          </p:cNvPr>
          <p:cNvSpPr txBox="1"/>
          <p:nvPr/>
        </p:nvSpPr>
        <p:spPr>
          <a:xfrm>
            <a:off x="8681354" y="3311511"/>
            <a:ext cx="2857341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Suppose as an example that you forget to call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delete</a:t>
            </a:r>
            <a:r>
              <a:rPr lang="en-US" dirty="0">
                <a:cs typeface="Consolas" panose="020B0609020204030204" pitchFamily="49" charset="0"/>
              </a:rPr>
              <a:t> 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.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503BC0E-B8F8-1A11-6AE6-6B9428316AA8}"/>
              </a:ext>
            </a:extLst>
          </p:cNvPr>
          <p:cNvCxnSpPr>
            <a:cxnSpLocks/>
            <a:stCxn id="26" idx="1"/>
          </p:cNvCxnSpPr>
          <p:nvPr/>
        </p:nvCxnSpPr>
        <p:spPr>
          <a:xfrm flipH="1">
            <a:off x="5844209" y="3773176"/>
            <a:ext cx="2837145" cy="242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4D51517-0346-02C7-4F42-924C61E9CFD9}"/>
                  </a:ext>
                </a:extLst>
              </p14:cNvPr>
              <p14:cNvContentPartPr/>
              <p14:nvPr/>
            </p14:nvContentPartPr>
            <p14:xfrm>
              <a:off x="4673520" y="2590200"/>
              <a:ext cx="2184840" cy="153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4D51517-0346-02C7-4F42-924C61E9CF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64160" y="2580840"/>
                <a:ext cx="2203560" cy="17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16599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04E81-8499-DFC1-5E40-91C10B46A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97F4C-47AD-41A4-363E-3FBD59AC4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-162600"/>
            <a:ext cx="4588565" cy="1325563"/>
          </a:xfrm>
        </p:spPr>
        <p:txBody>
          <a:bodyPr/>
          <a:lstStyle/>
          <a:p>
            <a:r>
              <a:rPr lang="en-US" dirty="0"/>
              <a:t>Free Store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15B0C0-C7B4-DD2D-837E-A51DAD13E89C}"/>
              </a:ext>
            </a:extLst>
          </p:cNvPr>
          <p:cNvSpPr txBox="1"/>
          <p:nvPr/>
        </p:nvSpPr>
        <p:spPr>
          <a:xfrm>
            <a:off x="653305" y="996152"/>
            <a:ext cx="803617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void f()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double* p = new double(6.4);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*p; // 6.4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*p++; // 7.4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// missing delete</a:t>
            </a:r>
            <a:b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45A7B7-D357-2914-D59A-1AB06031C628}"/>
              </a:ext>
            </a:extLst>
          </p:cNvPr>
          <p:cNvSpPr/>
          <p:nvPr/>
        </p:nvSpPr>
        <p:spPr>
          <a:xfrm>
            <a:off x="2216426" y="4975281"/>
            <a:ext cx="3458817" cy="1214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125429-62BF-5785-212F-5BB80C9FBA49}"/>
              </a:ext>
            </a:extLst>
          </p:cNvPr>
          <p:cNvSpPr/>
          <p:nvPr/>
        </p:nvSpPr>
        <p:spPr>
          <a:xfrm>
            <a:off x="6692348" y="4966470"/>
            <a:ext cx="3458817" cy="12237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D8C723-0656-CA25-40A7-D38D9BAF9942}"/>
              </a:ext>
            </a:extLst>
          </p:cNvPr>
          <p:cNvSpPr txBox="1"/>
          <p:nvPr/>
        </p:nvSpPr>
        <p:spPr>
          <a:xfrm>
            <a:off x="3726864" y="5089293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B1ABD9-4A54-36FD-5EE2-D47A2BA5B91B}"/>
              </a:ext>
            </a:extLst>
          </p:cNvPr>
          <p:cNvSpPr txBox="1"/>
          <p:nvPr/>
        </p:nvSpPr>
        <p:spPr>
          <a:xfrm>
            <a:off x="7949511" y="5089293"/>
            <a:ext cx="944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7.4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A382342-E56B-B089-B2D8-EEE991644C82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4164804" y="5412459"/>
            <a:ext cx="37847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4708592-0A1D-2C47-82ED-5CF1051EE477}"/>
              </a:ext>
            </a:extLst>
          </p:cNvPr>
          <p:cNvSpPr txBox="1"/>
          <p:nvPr/>
        </p:nvSpPr>
        <p:spPr>
          <a:xfrm>
            <a:off x="2848894" y="6190254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1462CF-1385-68A6-0811-46174DD54C5B}"/>
              </a:ext>
            </a:extLst>
          </p:cNvPr>
          <p:cNvSpPr txBox="1"/>
          <p:nvPr/>
        </p:nvSpPr>
        <p:spPr>
          <a:xfrm>
            <a:off x="7523599" y="6190254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4E9493-C103-18CE-9239-DA5546EED0D4}"/>
              </a:ext>
            </a:extLst>
          </p:cNvPr>
          <p:cNvSpPr txBox="1"/>
          <p:nvPr/>
        </p:nvSpPr>
        <p:spPr>
          <a:xfrm>
            <a:off x="4721086" y="165155"/>
            <a:ext cx="2166346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/>
              <a:t> is a local variable, and so is stored on the call stack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10B1CB-BE27-726F-A8F4-2836B1FF7D96}"/>
              </a:ext>
            </a:extLst>
          </p:cNvPr>
          <p:cNvCxnSpPr>
            <a:cxnSpLocks/>
          </p:cNvCxnSpPr>
          <p:nvPr/>
        </p:nvCxnSpPr>
        <p:spPr>
          <a:xfrm flipH="1">
            <a:off x="3706985" y="1088485"/>
            <a:ext cx="1014101" cy="1233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4842FB2-0A12-8DA7-A6D2-55E1026FED5B}"/>
              </a:ext>
            </a:extLst>
          </p:cNvPr>
          <p:cNvSpPr txBox="1"/>
          <p:nvPr/>
        </p:nvSpPr>
        <p:spPr>
          <a:xfrm>
            <a:off x="7424239" y="582734"/>
            <a:ext cx="2252872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address returned by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always points to memory on the free store</a:t>
            </a:r>
            <a:endParaRPr lang="en-US" dirty="0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ABA10BAE-A4F1-0692-2580-FD1AABC0F826}"/>
              </a:ext>
            </a:extLst>
          </p:cNvPr>
          <p:cNvSpPr/>
          <p:nvPr/>
        </p:nvSpPr>
        <p:spPr>
          <a:xfrm rot="5400000">
            <a:off x="6153887" y="226362"/>
            <a:ext cx="374553" cy="3637722"/>
          </a:xfrm>
          <a:prstGeom prst="leftBrace">
            <a:avLst>
              <a:gd name="adj1" fmla="val 8333"/>
              <a:gd name="adj2" fmla="val 1311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BA7F4-3F72-C71A-888A-AC1F0A43782C}"/>
              </a:ext>
            </a:extLst>
          </p:cNvPr>
          <p:cNvSpPr txBox="1"/>
          <p:nvPr/>
        </p:nvSpPr>
        <p:spPr>
          <a:xfrm>
            <a:off x="7998264" y="5543923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6DD209-741B-5FA1-ABE9-4DE6BF571140}"/>
              </a:ext>
            </a:extLst>
          </p:cNvPr>
          <p:cNvSpPr txBox="1"/>
          <p:nvPr/>
        </p:nvSpPr>
        <p:spPr>
          <a:xfrm>
            <a:off x="7998264" y="3608043"/>
            <a:ext cx="2857341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When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dirty="0">
                <a:cs typeface="Consolas" panose="020B0609020204030204" pitchFamily="49" charset="0"/>
              </a:rPr>
              <a:t> is reached, the local variable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 is popped off the call stack.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F37B560-A2D2-60FD-B70D-D382B7679976}"/>
              </a:ext>
            </a:extLst>
          </p:cNvPr>
          <p:cNvCxnSpPr>
            <a:cxnSpLocks/>
            <a:stCxn id="26" idx="1"/>
          </p:cNvCxnSpPr>
          <p:nvPr/>
        </p:nvCxnSpPr>
        <p:spPr>
          <a:xfrm flipH="1">
            <a:off x="1023730" y="4069708"/>
            <a:ext cx="6974534" cy="564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A7A2226-DFED-8811-B0D7-9145015F8489}"/>
              </a:ext>
            </a:extLst>
          </p:cNvPr>
          <p:cNvGrpSpPr/>
          <p:nvPr/>
        </p:nvGrpSpPr>
        <p:grpSpPr>
          <a:xfrm>
            <a:off x="3411874" y="5183409"/>
            <a:ext cx="968352" cy="519687"/>
            <a:chOff x="9491870" y="2817315"/>
            <a:chExt cx="318052" cy="32799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FE16B3E-02C9-5599-508E-4FAFB35B64E2}"/>
                </a:ext>
              </a:extLst>
            </p:cNvPr>
            <p:cNvCxnSpPr>
              <a:cxnSpLocks/>
            </p:cNvCxnSpPr>
            <p:nvPr/>
          </p:nvCxnSpPr>
          <p:spPr>
            <a:xfrm>
              <a:off x="9491870" y="2852530"/>
              <a:ext cx="318052" cy="2584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7E84462-1E2B-D5ED-1803-6CF4B4094E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8024" y="2817315"/>
              <a:ext cx="232171" cy="32799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CC8C0E5-2BC0-F6A7-F8A4-2E6509C4EEF8}"/>
              </a:ext>
            </a:extLst>
          </p:cNvPr>
          <p:cNvCxnSpPr>
            <a:cxnSpLocks/>
            <a:stCxn id="26" idx="1"/>
          </p:cNvCxnSpPr>
          <p:nvPr/>
        </p:nvCxnSpPr>
        <p:spPr>
          <a:xfrm flipH="1">
            <a:off x="4380226" y="4069708"/>
            <a:ext cx="3618038" cy="11694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1269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C304D-E89A-8502-6BAB-1F5940C28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01B38-4599-3092-44F9-0F50DA607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-162600"/>
            <a:ext cx="4588565" cy="1325563"/>
          </a:xfrm>
        </p:spPr>
        <p:txBody>
          <a:bodyPr/>
          <a:lstStyle/>
          <a:p>
            <a:r>
              <a:rPr lang="en-US" dirty="0"/>
              <a:t>Free Store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A3D80A-ECF4-11D7-AB0E-96AF11D01C4E}"/>
              </a:ext>
            </a:extLst>
          </p:cNvPr>
          <p:cNvSpPr txBox="1"/>
          <p:nvPr/>
        </p:nvSpPr>
        <p:spPr>
          <a:xfrm>
            <a:off x="653305" y="996152"/>
            <a:ext cx="803617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void f()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double* p = new double(6.4);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*p; // 6.4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*p++; // 7.4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// missing delete</a:t>
            </a:r>
            <a:b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F226A9-7FC7-7830-7C23-14CF044F55A6}"/>
              </a:ext>
            </a:extLst>
          </p:cNvPr>
          <p:cNvSpPr/>
          <p:nvPr/>
        </p:nvSpPr>
        <p:spPr>
          <a:xfrm>
            <a:off x="2216426" y="4975281"/>
            <a:ext cx="3458817" cy="1214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CCCFEF-A377-C82F-3FF7-207938966775}"/>
              </a:ext>
            </a:extLst>
          </p:cNvPr>
          <p:cNvSpPr/>
          <p:nvPr/>
        </p:nvSpPr>
        <p:spPr>
          <a:xfrm>
            <a:off x="6692348" y="4966470"/>
            <a:ext cx="3458817" cy="12237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49B6B4-DEDD-D8E0-78F4-D6A5345FB11B}"/>
              </a:ext>
            </a:extLst>
          </p:cNvPr>
          <p:cNvSpPr txBox="1"/>
          <p:nvPr/>
        </p:nvSpPr>
        <p:spPr>
          <a:xfrm>
            <a:off x="7949511" y="5089293"/>
            <a:ext cx="944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7.4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33F92-4DC8-09A5-D24A-56CABC594849}"/>
              </a:ext>
            </a:extLst>
          </p:cNvPr>
          <p:cNvSpPr txBox="1"/>
          <p:nvPr/>
        </p:nvSpPr>
        <p:spPr>
          <a:xfrm>
            <a:off x="2848894" y="6190254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EE40A6-A747-7E40-82D2-C378BCF7576E}"/>
              </a:ext>
            </a:extLst>
          </p:cNvPr>
          <p:cNvSpPr txBox="1"/>
          <p:nvPr/>
        </p:nvSpPr>
        <p:spPr>
          <a:xfrm>
            <a:off x="7523599" y="6190254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076151-3D17-49DD-0A78-5B3CCD935579}"/>
              </a:ext>
            </a:extLst>
          </p:cNvPr>
          <p:cNvSpPr txBox="1"/>
          <p:nvPr/>
        </p:nvSpPr>
        <p:spPr>
          <a:xfrm>
            <a:off x="4721086" y="165155"/>
            <a:ext cx="2166346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/>
              <a:t> is a local variable, and so is stored on the call stack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B052E61-4094-039A-8FE6-83874FC30257}"/>
              </a:ext>
            </a:extLst>
          </p:cNvPr>
          <p:cNvCxnSpPr>
            <a:cxnSpLocks/>
          </p:cNvCxnSpPr>
          <p:nvPr/>
        </p:nvCxnSpPr>
        <p:spPr>
          <a:xfrm flipH="1">
            <a:off x="3706985" y="1088485"/>
            <a:ext cx="1014101" cy="1233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0E3ED66-34C6-A4C0-E8D8-5B0C0DE70142}"/>
              </a:ext>
            </a:extLst>
          </p:cNvPr>
          <p:cNvSpPr txBox="1"/>
          <p:nvPr/>
        </p:nvSpPr>
        <p:spPr>
          <a:xfrm>
            <a:off x="7424239" y="582734"/>
            <a:ext cx="2252872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address returned by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always points to memory on the free store</a:t>
            </a:r>
            <a:endParaRPr lang="en-US" dirty="0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11B46852-AADB-3D14-5EDE-0DB0CDA94F02}"/>
              </a:ext>
            </a:extLst>
          </p:cNvPr>
          <p:cNvSpPr/>
          <p:nvPr/>
        </p:nvSpPr>
        <p:spPr>
          <a:xfrm rot="5400000">
            <a:off x="6153887" y="226362"/>
            <a:ext cx="374553" cy="3637722"/>
          </a:xfrm>
          <a:prstGeom prst="leftBrace">
            <a:avLst>
              <a:gd name="adj1" fmla="val 8333"/>
              <a:gd name="adj2" fmla="val 1311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CEBBFE-48FD-A087-22D8-B56903B522FE}"/>
              </a:ext>
            </a:extLst>
          </p:cNvPr>
          <p:cNvSpPr txBox="1"/>
          <p:nvPr/>
        </p:nvSpPr>
        <p:spPr>
          <a:xfrm>
            <a:off x="7998264" y="3608043"/>
            <a:ext cx="2857341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Now this memory location is no longer accessible (since p is gone). This is called a </a:t>
            </a:r>
            <a:r>
              <a:rPr lang="en-US" b="1" dirty="0">
                <a:cs typeface="Consolas" panose="020B0609020204030204" pitchFamily="49" charset="0"/>
              </a:rPr>
              <a:t>memory leak</a:t>
            </a:r>
            <a:r>
              <a:rPr lang="en-US" dirty="0">
                <a:cs typeface="Consolas" panose="020B0609020204030204" pitchFamily="49" charset="0"/>
              </a:rPr>
              <a:t>.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95EEFB-228B-8F87-B2A3-9C41479AF767}"/>
              </a:ext>
            </a:extLst>
          </p:cNvPr>
          <p:cNvCxnSpPr>
            <a:cxnSpLocks/>
          </p:cNvCxnSpPr>
          <p:nvPr/>
        </p:nvCxnSpPr>
        <p:spPr>
          <a:xfrm>
            <a:off x="8279296" y="4808372"/>
            <a:ext cx="0" cy="4196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5041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8F044-59BB-159B-5585-EBA6926F6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Problems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702D8-B38A-CCAC-5434-D1B3EA624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4127628" cy="823912"/>
          </a:xfrm>
        </p:spPr>
        <p:txBody>
          <a:bodyPr/>
          <a:lstStyle/>
          <a:p>
            <a:pPr algn="ctr"/>
            <a:r>
              <a:rPr lang="en-US" dirty="0"/>
              <a:t>Dangling Pointer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7BBE68-EB48-3FA8-5600-9B2CD0BC5AF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value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/>
              <a:t> points to is de-allocated before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 is de-allocated. 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93DCF-4F0F-023F-186D-B75A777058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677032" cy="823912"/>
          </a:xfrm>
        </p:spPr>
        <p:txBody>
          <a:bodyPr/>
          <a:lstStyle/>
          <a:p>
            <a:pPr algn="ctr"/>
            <a:r>
              <a:rPr lang="en-US" dirty="0"/>
              <a:t>Memory Leak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E581C3-0EA2-A1F7-A259-06A0F61E4D5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/>
              <a:t> is de-allocated without de-allocating the value it points 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3C1099-2C08-E00D-2D29-39B3F9E60EC9}"/>
              </a:ext>
            </a:extLst>
          </p:cNvPr>
          <p:cNvSpPr txBox="1"/>
          <p:nvPr/>
        </p:nvSpPr>
        <p:spPr>
          <a:xfrm>
            <a:off x="836612" y="4215227"/>
            <a:ext cx="4732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A74488-B0B3-D22A-5820-19614FA6945F}"/>
              </a:ext>
            </a:extLst>
          </p:cNvPr>
          <p:cNvSpPr txBox="1"/>
          <p:nvPr/>
        </p:nvSpPr>
        <p:spPr>
          <a:xfrm>
            <a:off x="3434039" y="4262093"/>
            <a:ext cx="8787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7.4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10E4E63-BE12-FD10-F3AB-99FDB73AF829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309818" y="4569170"/>
            <a:ext cx="2124221" cy="46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936908-7A68-009D-2489-D5C6FC882900}"/>
              </a:ext>
            </a:extLst>
          </p:cNvPr>
          <p:cNvGrpSpPr/>
          <p:nvPr/>
        </p:nvGrpSpPr>
        <p:grpSpPr>
          <a:xfrm>
            <a:off x="3434039" y="4356192"/>
            <a:ext cx="968352" cy="519687"/>
            <a:chOff x="9491870" y="2817315"/>
            <a:chExt cx="318052" cy="32799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1B474D9-3AD8-70C6-877C-E74072DB9118}"/>
                </a:ext>
              </a:extLst>
            </p:cNvPr>
            <p:cNvCxnSpPr>
              <a:cxnSpLocks/>
            </p:cNvCxnSpPr>
            <p:nvPr/>
          </p:nvCxnSpPr>
          <p:spPr>
            <a:xfrm>
              <a:off x="9491870" y="2852530"/>
              <a:ext cx="318052" cy="2584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ED29DAD-7C45-81A7-D522-5EF47C1E62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8024" y="2817315"/>
              <a:ext cx="232171" cy="32799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656E808-0807-D354-D177-920A7565CDC1}"/>
              </a:ext>
            </a:extLst>
          </p:cNvPr>
          <p:cNvSpPr txBox="1"/>
          <p:nvPr/>
        </p:nvSpPr>
        <p:spPr>
          <a:xfrm>
            <a:off x="6741830" y="4058045"/>
            <a:ext cx="4732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C7C6F4-2EB9-30AD-6FA6-931B9C4AEB58}"/>
              </a:ext>
            </a:extLst>
          </p:cNvPr>
          <p:cNvSpPr txBox="1"/>
          <p:nvPr/>
        </p:nvSpPr>
        <p:spPr>
          <a:xfrm>
            <a:off x="9339257" y="4104911"/>
            <a:ext cx="8787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7.4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C17FF41-12A5-E674-639D-D009936E3CFA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7215036" y="4411988"/>
            <a:ext cx="2124221" cy="46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CC5B0EF-FCC1-1DC6-544A-9F7008337CCC}"/>
              </a:ext>
            </a:extLst>
          </p:cNvPr>
          <p:cNvGrpSpPr/>
          <p:nvPr/>
        </p:nvGrpSpPr>
        <p:grpSpPr>
          <a:xfrm>
            <a:off x="6526612" y="4184251"/>
            <a:ext cx="968352" cy="519687"/>
            <a:chOff x="9491870" y="2817315"/>
            <a:chExt cx="318052" cy="32799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7C78F65-BB70-1BD9-31EF-45F82E213248}"/>
                </a:ext>
              </a:extLst>
            </p:cNvPr>
            <p:cNvCxnSpPr>
              <a:cxnSpLocks/>
            </p:cNvCxnSpPr>
            <p:nvPr/>
          </p:nvCxnSpPr>
          <p:spPr>
            <a:xfrm>
              <a:off x="9491870" y="2852530"/>
              <a:ext cx="318052" cy="2584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AE6BB41-9F11-A014-2B2E-52CB5C37A9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8024" y="2817315"/>
              <a:ext cx="232171" cy="32799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FD53512F-702E-0043-C4C6-02EC23A6CA6B}"/>
              </a:ext>
            </a:extLst>
          </p:cNvPr>
          <p:cNvSpPr txBox="1"/>
          <p:nvPr/>
        </p:nvSpPr>
        <p:spPr>
          <a:xfrm>
            <a:off x="1232133" y="5201027"/>
            <a:ext cx="2665420" cy="1200329"/>
          </a:xfrm>
          <a:prstGeom prst="rect">
            <a:avLst/>
          </a:prstGeom>
          <a:solidFill>
            <a:schemeClr val="accent2">
              <a:lumMod val="40000"/>
              <a:lumOff val="60000"/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Dangling pointers often crash your program since calling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  <a:r>
              <a:rPr lang="en-US" dirty="0">
                <a:cs typeface="Consolas" panose="020B0609020204030204" pitchFamily="49" charset="0"/>
              </a:rPr>
              <a:t> causes undefined </a:t>
            </a:r>
            <a:r>
              <a:rPr lang="en-US" dirty="0" err="1">
                <a:cs typeface="Consolas" panose="020B0609020204030204" pitchFamily="49" charset="0"/>
              </a:rPr>
              <a:t>behaviour</a:t>
            </a:r>
            <a:r>
              <a:rPr lang="en-US" dirty="0">
                <a:cs typeface="Consolas" panose="020B0609020204030204" pitchFamily="49" charset="0"/>
              </a:rPr>
              <a:t>.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1F0D7F-D212-E122-FD94-ED5EAFAD581D}"/>
              </a:ext>
            </a:extLst>
          </p:cNvPr>
          <p:cNvSpPr txBox="1"/>
          <p:nvPr/>
        </p:nvSpPr>
        <p:spPr>
          <a:xfrm>
            <a:off x="6990126" y="5093335"/>
            <a:ext cx="3207752" cy="1477328"/>
          </a:xfrm>
          <a:prstGeom prst="rect">
            <a:avLst/>
          </a:prstGeom>
          <a:solidFill>
            <a:schemeClr val="accent2">
              <a:lumMod val="40000"/>
              <a:lumOff val="60000"/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Memory leaks eventually use up memory. At first they may not cause any problem, but over time all your computer memory gets used up.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6507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51DD2-CCB2-984E-7584-5E3C4920A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65C58-8127-2E00-A26E-05BFD5B62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Problems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F26B5-F67D-A29C-626D-9AC2C9658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4127628" cy="823912"/>
          </a:xfrm>
        </p:spPr>
        <p:txBody>
          <a:bodyPr/>
          <a:lstStyle/>
          <a:p>
            <a:pPr algn="ctr"/>
            <a:r>
              <a:rPr lang="en-US" dirty="0"/>
              <a:t>Dangling Pointer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2A5C1-30A5-68AA-BC28-0EF779A264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value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/>
              <a:t> points to is de-allocated before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 is de-allocated. 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91788-306D-A4F3-DFB2-41E97B414C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677032" cy="823912"/>
          </a:xfrm>
        </p:spPr>
        <p:txBody>
          <a:bodyPr/>
          <a:lstStyle/>
          <a:p>
            <a:pPr algn="ctr"/>
            <a:r>
              <a:rPr lang="en-US" dirty="0"/>
              <a:t>Memory Leak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1EF74-1B35-2190-6433-C98669343C3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/>
              <a:t> is de-allocated without de-allocating the value it points 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32CED8-CC97-98B8-1141-34FA794389AF}"/>
              </a:ext>
            </a:extLst>
          </p:cNvPr>
          <p:cNvSpPr txBox="1"/>
          <p:nvPr/>
        </p:nvSpPr>
        <p:spPr>
          <a:xfrm>
            <a:off x="836612" y="4215227"/>
            <a:ext cx="4732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E22E0C-3217-0CE7-F474-23324F33599E}"/>
              </a:ext>
            </a:extLst>
          </p:cNvPr>
          <p:cNvSpPr txBox="1"/>
          <p:nvPr/>
        </p:nvSpPr>
        <p:spPr>
          <a:xfrm>
            <a:off x="3434039" y="4262093"/>
            <a:ext cx="8787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7.4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CDEB3D7-3C7C-B4EA-BD94-C9487DDE2F0F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309818" y="4569170"/>
            <a:ext cx="2124221" cy="46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E0AFAF-7D86-F202-2264-E2943231EBE6}"/>
              </a:ext>
            </a:extLst>
          </p:cNvPr>
          <p:cNvGrpSpPr/>
          <p:nvPr/>
        </p:nvGrpSpPr>
        <p:grpSpPr>
          <a:xfrm>
            <a:off x="3434039" y="4356192"/>
            <a:ext cx="968352" cy="519687"/>
            <a:chOff x="9491870" y="2817315"/>
            <a:chExt cx="318052" cy="32799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1D363D0-003D-7E35-D513-6A8B4A440893}"/>
                </a:ext>
              </a:extLst>
            </p:cNvPr>
            <p:cNvCxnSpPr>
              <a:cxnSpLocks/>
            </p:cNvCxnSpPr>
            <p:nvPr/>
          </p:nvCxnSpPr>
          <p:spPr>
            <a:xfrm>
              <a:off x="9491870" y="2852530"/>
              <a:ext cx="318052" cy="2584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1ADF984-3BF9-7FA5-D5A1-6945EFBB68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8024" y="2817315"/>
              <a:ext cx="232171" cy="32799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0340929-5792-4270-A247-447285969DED}"/>
              </a:ext>
            </a:extLst>
          </p:cNvPr>
          <p:cNvSpPr txBox="1"/>
          <p:nvPr/>
        </p:nvSpPr>
        <p:spPr>
          <a:xfrm>
            <a:off x="6741830" y="4058045"/>
            <a:ext cx="4732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E25250-7C9B-8758-DA51-BAE9EF7A1B9C}"/>
              </a:ext>
            </a:extLst>
          </p:cNvPr>
          <p:cNvSpPr txBox="1"/>
          <p:nvPr/>
        </p:nvSpPr>
        <p:spPr>
          <a:xfrm>
            <a:off x="9339257" y="4104911"/>
            <a:ext cx="8787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7.4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CE22CD6-C50A-7CFC-17E8-8452B065A85A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7215036" y="4411988"/>
            <a:ext cx="2124221" cy="46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2F00425-F4A1-0D5A-02EC-BB8D34C31359}"/>
              </a:ext>
            </a:extLst>
          </p:cNvPr>
          <p:cNvGrpSpPr/>
          <p:nvPr/>
        </p:nvGrpSpPr>
        <p:grpSpPr>
          <a:xfrm>
            <a:off x="6526612" y="4184251"/>
            <a:ext cx="968352" cy="519687"/>
            <a:chOff x="9491870" y="2817315"/>
            <a:chExt cx="318052" cy="32799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67A2C1F-64A7-0413-828A-AC03A4C79D08}"/>
                </a:ext>
              </a:extLst>
            </p:cNvPr>
            <p:cNvCxnSpPr>
              <a:cxnSpLocks/>
            </p:cNvCxnSpPr>
            <p:nvPr/>
          </p:nvCxnSpPr>
          <p:spPr>
            <a:xfrm>
              <a:off x="9491870" y="2852530"/>
              <a:ext cx="318052" cy="2584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3B611F4-93BB-5D1A-1D73-2BB3828DD5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8024" y="2817315"/>
              <a:ext cx="232171" cy="32799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91E118C3-1EB0-20BF-F23F-CC225D7AB205}"/>
              </a:ext>
            </a:extLst>
          </p:cNvPr>
          <p:cNvSpPr txBox="1"/>
          <p:nvPr/>
        </p:nvSpPr>
        <p:spPr>
          <a:xfrm>
            <a:off x="4402390" y="5410522"/>
            <a:ext cx="2941173" cy="923330"/>
          </a:xfrm>
          <a:prstGeom prst="rect">
            <a:avLst/>
          </a:prstGeom>
          <a:solidFill>
            <a:schemeClr val="accent2">
              <a:lumMod val="40000"/>
              <a:lumOff val="60000"/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In C/C++, tools like </a:t>
            </a:r>
            <a:r>
              <a:rPr lang="en-US" b="1" dirty="0" err="1">
                <a:cs typeface="Consolas" panose="020B0609020204030204" pitchFamily="49" charset="0"/>
              </a:rPr>
              <a:t>valgrind</a:t>
            </a:r>
            <a:r>
              <a:rPr lang="en-US" dirty="0">
                <a:cs typeface="Consolas" panose="020B0609020204030204" pitchFamily="49" charset="0"/>
              </a:rPr>
              <a:t> are often used to check for these problems.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8135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E8206-55DA-722A-67CE-EFAA6BDB7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10C16-13F9-D81D-6F7A-AC62CED44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Problems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49CC03-BF2E-020E-D447-3A61B1E625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872690" y="1551954"/>
            <a:ext cx="4677032" cy="823912"/>
          </a:xfrm>
        </p:spPr>
        <p:txBody>
          <a:bodyPr/>
          <a:lstStyle/>
          <a:p>
            <a:pPr algn="ctr"/>
            <a:r>
              <a:rPr lang="en-US" dirty="0"/>
              <a:t>Memory Leak</a:t>
            </a:r>
          </a:p>
        </p:txBody>
      </p:sp>
      <p:pic>
        <p:nvPicPr>
          <p:cNvPr id="1026" name="Picture 2" descr="No photo description available.">
            <a:extLst>
              <a:ext uri="{FF2B5EF4-FFF2-40B4-BE49-F238E27FC236}">
                <a16:creationId xmlns:a16="http://schemas.microsoft.com/office/drawing/2014/main" id="{1FD0CA4E-5996-F9E6-4E0D-32B989802E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6" t="4828" r="7269" b="8530"/>
          <a:stretch>
            <a:fillRect/>
          </a:stretch>
        </p:blipFill>
        <p:spPr bwMode="auto">
          <a:xfrm>
            <a:off x="6432759" y="0"/>
            <a:ext cx="5579131" cy="670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C7CFA38-2FE2-5EB9-DAF1-300FE883A066}"/>
              </a:ext>
            </a:extLst>
          </p:cNvPr>
          <p:cNvSpPr txBox="1"/>
          <p:nvPr/>
        </p:nvSpPr>
        <p:spPr>
          <a:xfrm>
            <a:off x="2686482" y="2690336"/>
            <a:ext cx="3207752" cy="1477328"/>
          </a:xfrm>
          <a:prstGeom prst="rect">
            <a:avLst/>
          </a:prstGeom>
          <a:solidFill>
            <a:schemeClr val="accent2">
              <a:lumMod val="40000"/>
              <a:lumOff val="60000"/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Memory leaks eventually use up memory. At first they may not cause any problem, but over time all your computer memory gets used up.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3366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84D0D-DDA8-E499-AEBE-110CDEC93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BEB01-7E18-0A88-CADC-70985DEE4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C/C++, an array is a </a:t>
            </a:r>
            <a:r>
              <a:rPr lang="en-US" b="1" dirty="0"/>
              <a:t>contiguous sequence</a:t>
            </a:r>
            <a:r>
              <a:rPr lang="en-US" dirty="0"/>
              <a:t> of data that’s all the same type.</a:t>
            </a:r>
          </a:p>
          <a:p>
            <a:r>
              <a:rPr lang="en-US" dirty="0"/>
              <a:t>You manage it by keeping track of a pointer to the first value in the array.</a:t>
            </a:r>
          </a:p>
          <a:p>
            <a:r>
              <a:rPr lang="en-US" b="1" dirty="0"/>
              <a:t>Arrays do not know their own length! </a:t>
            </a:r>
            <a:r>
              <a:rPr lang="en-US" dirty="0"/>
              <a:t>It is up to the programmer to somehow remember their length, e.g. in another variable.</a:t>
            </a:r>
          </a:p>
          <a:p>
            <a:r>
              <a:rPr lang="en-US" b="1" dirty="0"/>
              <a:t>C-style strings </a:t>
            </a:r>
            <a:r>
              <a:rPr lang="en-US" dirty="0"/>
              <a:t>are arrays of characters that end with the special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\0</a:t>
            </a:r>
            <a:r>
              <a:rPr lang="en-US" dirty="0"/>
              <a:t> character</a:t>
            </a:r>
          </a:p>
          <a:p>
            <a:pPr lvl="1"/>
            <a:r>
              <a:rPr lang="en-US" dirty="0"/>
              <a:t>And they don’t know their own length: you must count characters until your hit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\0</a:t>
            </a:r>
          </a:p>
        </p:txBody>
      </p:sp>
    </p:spTree>
    <p:extLst>
      <p:ext uri="{BB962C8B-B14F-4D97-AF65-F5344CB8AC3E}">
        <p14:creationId xmlns:p14="http://schemas.microsoft.com/office/powerpoint/2010/main" val="41922806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1EA70-BCE7-8D44-DA1F-093C3D2A2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D1758F-82C6-FAFB-5887-422F793F2878}"/>
              </a:ext>
            </a:extLst>
          </p:cNvPr>
          <p:cNvSpPr txBox="1"/>
          <p:nvPr/>
        </p:nvSpPr>
        <p:spPr>
          <a:xfrm>
            <a:off x="387627" y="1292087"/>
            <a:ext cx="545213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 a[] = {7, -2, 4, 4, 0};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7E4F48D-093F-2E92-18E9-F88BCA779094}"/>
              </a:ext>
            </a:extLst>
          </p:cNvPr>
          <p:cNvGrpSpPr/>
          <p:nvPr/>
        </p:nvGrpSpPr>
        <p:grpSpPr>
          <a:xfrm>
            <a:off x="7650983" y="1292087"/>
            <a:ext cx="3746886" cy="908384"/>
            <a:chOff x="7323795" y="1953363"/>
            <a:chExt cx="3746886" cy="90838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DB4DB5B-D76E-3934-C79B-78299858BD26}"/>
                </a:ext>
              </a:extLst>
            </p:cNvPr>
            <p:cNvGrpSpPr/>
            <p:nvPr/>
          </p:nvGrpSpPr>
          <p:grpSpPr>
            <a:xfrm>
              <a:off x="7323795" y="1953363"/>
              <a:ext cx="745332" cy="908384"/>
              <a:chOff x="7323795" y="1953363"/>
              <a:chExt cx="745332" cy="908384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620A82-0012-2A90-F8A8-52B596F37915}"/>
                  </a:ext>
                </a:extLst>
              </p:cNvPr>
              <p:cNvSpPr txBox="1"/>
              <p:nvPr/>
            </p:nvSpPr>
            <p:spPr>
              <a:xfrm>
                <a:off x="7323795" y="2379268"/>
                <a:ext cx="7328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F65836-FA85-11AC-A987-1EA1C5B7C716}"/>
                  </a:ext>
                </a:extLst>
              </p:cNvPr>
              <p:cNvSpPr txBox="1"/>
              <p:nvPr/>
            </p:nvSpPr>
            <p:spPr>
              <a:xfrm>
                <a:off x="7323796" y="1953363"/>
                <a:ext cx="74533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F961881-6ED6-7B65-CC29-B00758AAFA1A}"/>
                  </a:ext>
                </a:extLst>
              </p:cNvPr>
              <p:cNvSpPr/>
              <p:nvPr/>
            </p:nvSpPr>
            <p:spPr>
              <a:xfrm>
                <a:off x="7323797" y="2266122"/>
                <a:ext cx="732892" cy="595625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7A85157-A541-B97F-48AD-7580F3593244}"/>
                </a:ext>
              </a:extLst>
            </p:cNvPr>
            <p:cNvGrpSpPr/>
            <p:nvPr/>
          </p:nvGrpSpPr>
          <p:grpSpPr>
            <a:xfrm>
              <a:off x="8074184" y="1953363"/>
              <a:ext cx="745332" cy="908384"/>
              <a:chOff x="8074184" y="1953363"/>
              <a:chExt cx="745332" cy="908384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0762FF1-BC5F-855A-A9F5-E3B09C0ABD9B}"/>
                  </a:ext>
                </a:extLst>
              </p:cNvPr>
              <p:cNvSpPr txBox="1"/>
              <p:nvPr/>
            </p:nvSpPr>
            <p:spPr>
              <a:xfrm>
                <a:off x="8074184" y="2379268"/>
                <a:ext cx="7328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-2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2D24C89-6E76-A3C2-A660-82E4ACABE894}"/>
                  </a:ext>
                </a:extLst>
              </p:cNvPr>
              <p:cNvSpPr txBox="1"/>
              <p:nvPr/>
            </p:nvSpPr>
            <p:spPr>
              <a:xfrm>
                <a:off x="8074185" y="1953363"/>
                <a:ext cx="74533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B3CBE5C-F3CA-87EF-6CCA-134B2B098ABA}"/>
                  </a:ext>
                </a:extLst>
              </p:cNvPr>
              <p:cNvSpPr/>
              <p:nvPr/>
            </p:nvSpPr>
            <p:spPr>
              <a:xfrm>
                <a:off x="8074186" y="2266122"/>
                <a:ext cx="732892" cy="595625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8CEB773-68E7-087C-7598-20AA429525AD}"/>
                </a:ext>
              </a:extLst>
            </p:cNvPr>
            <p:cNvGrpSpPr/>
            <p:nvPr/>
          </p:nvGrpSpPr>
          <p:grpSpPr>
            <a:xfrm>
              <a:off x="8824572" y="1953363"/>
              <a:ext cx="745332" cy="908384"/>
              <a:chOff x="8824572" y="1953363"/>
              <a:chExt cx="745332" cy="908384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B082F6-F15E-F511-BA24-635BF9501155}"/>
                  </a:ext>
                </a:extLst>
              </p:cNvPr>
              <p:cNvSpPr txBox="1"/>
              <p:nvPr/>
            </p:nvSpPr>
            <p:spPr>
              <a:xfrm>
                <a:off x="8824572" y="2379268"/>
                <a:ext cx="7328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BAAE3A-6290-78B1-10F2-FC06A5A17ADF}"/>
                  </a:ext>
                </a:extLst>
              </p:cNvPr>
              <p:cNvSpPr txBox="1"/>
              <p:nvPr/>
            </p:nvSpPr>
            <p:spPr>
              <a:xfrm>
                <a:off x="8824573" y="1953363"/>
                <a:ext cx="74533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DDC760D-AF2D-C62C-3EC3-B1969A414F7D}"/>
                  </a:ext>
                </a:extLst>
              </p:cNvPr>
              <p:cNvSpPr/>
              <p:nvPr/>
            </p:nvSpPr>
            <p:spPr>
              <a:xfrm>
                <a:off x="8824574" y="2266122"/>
                <a:ext cx="732892" cy="595625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EB25E5A8-8488-5B0A-A7FC-40038CCA3DF0}"/>
                </a:ext>
              </a:extLst>
            </p:cNvPr>
            <p:cNvGrpSpPr/>
            <p:nvPr/>
          </p:nvGrpSpPr>
          <p:grpSpPr>
            <a:xfrm>
              <a:off x="9574960" y="1953363"/>
              <a:ext cx="745332" cy="908384"/>
              <a:chOff x="9574960" y="1953363"/>
              <a:chExt cx="745332" cy="908384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BB3E7EB-7AF2-F5C4-EB2B-5A5ACB2B6501}"/>
                  </a:ext>
                </a:extLst>
              </p:cNvPr>
              <p:cNvSpPr txBox="1"/>
              <p:nvPr/>
            </p:nvSpPr>
            <p:spPr>
              <a:xfrm>
                <a:off x="9574960" y="2379268"/>
                <a:ext cx="7328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21B9CAC-5073-2C94-B724-FF4C7FCD1B39}"/>
                  </a:ext>
                </a:extLst>
              </p:cNvPr>
              <p:cNvSpPr txBox="1"/>
              <p:nvPr/>
            </p:nvSpPr>
            <p:spPr>
              <a:xfrm>
                <a:off x="9574961" y="1953363"/>
                <a:ext cx="74533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3C88F03-62D1-2FFE-77A4-5D02E0EF40EE}"/>
                  </a:ext>
                </a:extLst>
              </p:cNvPr>
              <p:cNvSpPr/>
              <p:nvPr/>
            </p:nvSpPr>
            <p:spPr>
              <a:xfrm>
                <a:off x="9574962" y="2266122"/>
                <a:ext cx="732892" cy="595625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CA94036-4583-FB79-1B7B-3B8BBDC82660}"/>
                </a:ext>
              </a:extLst>
            </p:cNvPr>
            <p:cNvGrpSpPr/>
            <p:nvPr/>
          </p:nvGrpSpPr>
          <p:grpSpPr>
            <a:xfrm>
              <a:off x="10325349" y="1953363"/>
              <a:ext cx="745332" cy="908384"/>
              <a:chOff x="10325349" y="1953363"/>
              <a:chExt cx="745332" cy="908384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A2681AF-C6DC-C4F4-DD4E-2EEB254C288C}"/>
                  </a:ext>
                </a:extLst>
              </p:cNvPr>
              <p:cNvSpPr txBox="1"/>
              <p:nvPr/>
            </p:nvSpPr>
            <p:spPr>
              <a:xfrm>
                <a:off x="10325349" y="2379268"/>
                <a:ext cx="7328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AAC493F-F43F-AA68-B2AD-6A06EB0F5055}"/>
                  </a:ext>
                </a:extLst>
              </p:cNvPr>
              <p:cNvSpPr/>
              <p:nvPr/>
            </p:nvSpPr>
            <p:spPr>
              <a:xfrm>
                <a:off x="10325351" y="2266122"/>
                <a:ext cx="732892" cy="595625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A6B7BF-909D-FE7B-2379-5307ABDDC021}"/>
                  </a:ext>
                </a:extLst>
              </p:cNvPr>
              <p:cNvSpPr txBox="1"/>
              <p:nvPr/>
            </p:nvSpPr>
            <p:spPr>
              <a:xfrm>
                <a:off x="10325350" y="1953363"/>
                <a:ext cx="74533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</p:txBody>
          </p:sp>
        </p:grp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A1B2BA76-6544-E389-804D-5E456F0FD023}"/>
              </a:ext>
            </a:extLst>
          </p:cNvPr>
          <p:cNvSpPr txBox="1"/>
          <p:nvPr/>
        </p:nvSpPr>
        <p:spPr>
          <a:xfrm>
            <a:off x="8213348" y="511071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8DA28BF-F3A4-7C4F-5A47-DB7461EACDDF}"/>
              </a:ext>
            </a:extLst>
          </p:cNvPr>
          <p:cNvSpPr txBox="1"/>
          <p:nvPr/>
        </p:nvSpPr>
        <p:spPr>
          <a:xfrm>
            <a:off x="5108481" y="2662136"/>
            <a:ext cx="2487519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>
                <a:cs typeface="Consolas" panose="020B0609020204030204" pitchFamily="49" charset="0"/>
              </a:rPr>
              <a:t> is a pointer of type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int*</a:t>
            </a:r>
            <a:r>
              <a:rPr lang="en-US" dirty="0">
                <a:cs typeface="Consolas" panose="020B0609020204030204" pitchFamily="49" charset="0"/>
              </a:rPr>
              <a:t> that points to the first value of the array</a:t>
            </a:r>
            <a:endParaRPr lang="en-US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2849DD3-1657-F240-DBB3-A0770597BE20}"/>
              </a:ext>
            </a:extLst>
          </p:cNvPr>
          <p:cNvSpPr/>
          <p:nvPr/>
        </p:nvSpPr>
        <p:spPr>
          <a:xfrm>
            <a:off x="1738586" y="1689689"/>
            <a:ext cx="732765" cy="48247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0BA624-1A66-AD54-7B22-4124D56B432C}"/>
              </a:ext>
            </a:extLst>
          </p:cNvPr>
          <p:cNvSpPr txBox="1"/>
          <p:nvPr/>
        </p:nvSpPr>
        <p:spPr>
          <a:xfrm>
            <a:off x="1116496" y="2662136"/>
            <a:ext cx="189855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[]</a:t>
            </a:r>
            <a:r>
              <a:rPr lang="en-US" dirty="0">
                <a:cs typeface="Consolas" panose="020B0609020204030204" pitchFamily="49" charset="0"/>
              </a:rPr>
              <a:t> brackets indicate that this is an array.</a:t>
            </a:r>
            <a:endParaRPr lang="en-US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56282BB-B3CC-79E5-33A9-CEC311D0BDCD}"/>
              </a:ext>
            </a:extLst>
          </p:cNvPr>
          <p:cNvCxnSpPr>
            <a:cxnSpLocks/>
            <a:stCxn id="51" idx="0"/>
            <a:endCxn id="50" idx="4"/>
          </p:cNvCxnSpPr>
          <p:nvPr/>
        </p:nvCxnSpPr>
        <p:spPr>
          <a:xfrm flipV="1">
            <a:off x="2065773" y="2172168"/>
            <a:ext cx="39196" cy="489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9D1C151-C367-4839-043D-2F320A7B13C6}"/>
              </a:ext>
            </a:extLst>
          </p:cNvPr>
          <p:cNvSpPr txBox="1"/>
          <p:nvPr/>
        </p:nvSpPr>
        <p:spPr>
          <a:xfrm>
            <a:off x="6550304" y="71218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E1A70CB-A4DD-8887-7C99-E5634F0615FC}"/>
              </a:ext>
            </a:extLst>
          </p:cNvPr>
          <p:cNvCxnSpPr>
            <a:cxnSpLocks/>
            <a:stCxn id="57" idx="3"/>
          </p:cNvCxnSpPr>
          <p:nvPr/>
        </p:nvCxnSpPr>
        <p:spPr>
          <a:xfrm>
            <a:off x="6904888" y="943021"/>
            <a:ext cx="746095" cy="661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1C7E6D3-3D50-EA66-6874-F497BD83E0E5}"/>
                  </a:ext>
                </a:extLst>
              </p14:cNvPr>
              <p14:cNvContentPartPr/>
              <p14:nvPr/>
            </p14:nvContentPartPr>
            <p14:xfrm>
              <a:off x="1708560" y="1985040"/>
              <a:ext cx="6751800" cy="1043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1C7E6D3-3D50-EA66-6874-F497BD83E0E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99200" y="1975680"/>
                <a:ext cx="6770520" cy="106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46453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E9716-7D75-B3CE-0075-2C842E55D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B81A1-CB64-2F59-87F5-E79122251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7810EE-B88B-B7C3-F75E-8DE86794F635}"/>
              </a:ext>
            </a:extLst>
          </p:cNvPr>
          <p:cNvSpPr txBox="1"/>
          <p:nvPr/>
        </p:nvSpPr>
        <p:spPr>
          <a:xfrm>
            <a:off x="387627" y="1292087"/>
            <a:ext cx="5452134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 a[] = {7, -2, 4, 4, 0};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 // 7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 // -2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 // 4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 // 4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 // 0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C305CD8-577C-57C8-4482-388896CD41FA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CABB0B0-D400-F9CA-60A0-CFC9AAF9722A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3DFD9F-E479-ED54-418E-AFBF7859B618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708B64B-BCF3-7C16-E0C9-895A857FB8ED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4DB98F2-F602-124F-91DE-3E9FEA22A1F1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F0B0379-C25B-0B36-12F7-6555509F771C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D375F38-5681-8096-C49F-31BA9872DDE4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00C14EB-FCBA-E0B2-17CA-96B2DEF767A2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CA5870B-4519-2EFA-2AFB-5D1C52FF1F0A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B8518EC-F3DD-9AA7-3026-D0BC3880A642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DDCE7CC-3956-D592-7B02-80EFFBBA1AB4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28AC976-332D-728D-D731-ECAF017C083F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29E8FC2-5286-4241-D9F3-D0579920ED14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BAB05E-09DB-9AB7-6743-FF289A88C680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321DFE2-ABD0-8FF0-0748-1660A14D93E3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A6FAEC2-C7F6-8D3A-A02E-C2D04A8CBA31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8B4BEA2-3AFD-D438-7A5D-1947EA3B478F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6C86E99-495F-7DF2-12AC-A70EAC9C0616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919A3DA-6AE1-CECD-4566-5EA5CA0BF342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739A9A3-39A2-7C69-0A9D-575720DAB301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62D04943-2718-AB42-ABC1-A21B414A1217}"/>
              </a:ext>
            </a:extLst>
          </p:cNvPr>
          <p:cNvSpPr txBox="1"/>
          <p:nvPr/>
        </p:nvSpPr>
        <p:spPr>
          <a:xfrm>
            <a:off x="8213348" y="511071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CD8006-5934-C9B2-F652-DA1B513B2F73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E44D16-CEF3-E608-B68C-124E69B49CB9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4A1F2E1-E929-C795-6ED9-CC17ACD29AD5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0BC651F-40AC-2846-BDA3-88DDD346AAF3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B68AE9-070E-4CD4-D1BF-8542A124DCE7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DA584B-A520-AC3E-CC7E-7D120B067A3E}"/>
              </a:ext>
            </a:extLst>
          </p:cNvPr>
          <p:cNvSpPr txBox="1"/>
          <p:nvPr/>
        </p:nvSpPr>
        <p:spPr>
          <a:xfrm>
            <a:off x="6550304" y="71218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D20139D-9AA9-3262-6CF4-8FC9CB0E8399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904888" y="943021"/>
            <a:ext cx="746095" cy="661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D08064B-3B1B-63C5-A467-4EC00060FB77}"/>
              </a:ext>
            </a:extLst>
          </p:cNvPr>
          <p:cNvSpPr txBox="1"/>
          <p:nvPr/>
        </p:nvSpPr>
        <p:spPr>
          <a:xfrm>
            <a:off x="5093118" y="2738282"/>
            <a:ext cx="2782022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[]-bracket notation lets you read/write elements, e.g.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a[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dirty="0">
                <a:cs typeface="Consolas" panose="020B0609020204030204" pitchFamily="49" charset="0"/>
              </a:rPr>
              <a:t> is the value at index location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FA34F94-DA91-CAD3-19F4-A0AE1E02222A}"/>
                  </a:ext>
                </a:extLst>
              </p14:cNvPr>
              <p14:cNvContentPartPr/>
              <p14:nvPr/>
            </p14:nvContentPartPr>
            <p14:xfrm>
              <a:off x="2358000" y="2022840"/>
              <a:ext cx="6517800" cy="2180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FA34F94-DA91-CAD3-19F4-A0AE1E02222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48640" y="2013480"/>
                <a:ext cx="6536520" cy="219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44945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3100E-8678-3A99-D964-F8171586C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E18F6-0672-B0B9-BD23-7F309A36F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40D5D0-70EB-F30C-CD06-A59A3ECB063F}"/>
              </a:ext>
            </a:extLst>
          </p:cNvPr>
          <p:cNvSpPr txBox="1"/>
          <p:nvPr/>
        </p:nvSpPr>
        <p:spPr>
          <a:xfrm>
            <a:off x="387627" y="1292087"/>
            <a:ext cx="545213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 a[] = {7, -2, 4, 4, 0};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a[0]; // 7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a[1]; // -2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a[2]; // 4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a[3]; // 4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a[4]; // 0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 // error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  // error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39F1867-90D7-C0E3-D537-3E48BD3DD6B1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155405C-7F8A-CC52-19E8-4BCAE992FFE8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C9DB21-25ED-EDAC-F4F6-45F97D855498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36F9072-D3C7-171B-740B-71B1F5344BD7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6511B78-89EB-AEC6-35AF-5C49B5187C89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3AD44A1-E574-E1FC-41E8-20ADE3DFFB36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082F70-E823-A53F-F7EE-38666E3E3D4D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3AAE04F-95D8-EBBF-E8C4-F4B6828DDAFC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BA6DEE2-1C59-4885-4894-EFC8F398F9E4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5C60923-4868-2382-0401-850D9E8A69D8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786E15-1A18-832D-6DA3-AB2BC5BE0A75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5DFD9A8-9A1F-E380-4F91-E6CBEC64BEB0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909A70D-C35D-B4CB-1B92-943BBEA2B6DE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F70A0FE-F668-A731-9DC7-3405B7B1966B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08E0FB6-41D6-76B7-1200-0875EEB21A63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D236D36-A21F-CC57-773C-9CD67B534083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44E60D7-1C92-9A2A-911D-E349814D585D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CC9D8F5-6092-742A-9238-0A9A7F3E8A2F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55A962D-F3EB-BBB6-14C7-5CFABC4C09F0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BEDB524-391E-D9D2-4925-E0931AA76F7C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EDE4CEDE-E5E1-3A3B-2D24-EC126877718C}"/>
              </a:ext>
            </a:extLst>
          </p:cNvPr>
          <p:cNvSpPr txBox="1"/>
          <p:nvPr/>
        </p:nvSpPr>
        <p:spPr>
          <a:xfrm>
            <a:off x="8213348" y="511071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398C7A-FE01-2356-CC11-B1BA7722F117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2EF14B-427E-BBDB-83E2-00171C256F57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9FD3AF0-0AEC-A9DA-B99C-C7198112A309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17FFC5-758E-1098-08A9-B546B855D659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EC238F-26C1-2CD1-65B1-BB454DB12E57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83540D-9D13-D95B-DF24-F453DE7FD001}"/>
              </a:ext>
            </a:extLst>
          </p:cNvPr>
          <p:cNvSpPr txBox="1"/>
          <p:nvPr/>
        </p:nvSpPr>
        <p:spPr>
          <a:xfrm>
            <a:off x="6550304" y="71218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53C45E2-D98C-AA2C-705C-61722420BDC1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904888" y="943021"/>
            <a:ext cx="746095" cy="661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7173E66-1387-CA16-3117-2E2861E7808D}"/>
              </a:ext>
            </a:extLst>
          </p:cNvPr>
          <p:cNvSpPr txBox="1"/>
          <p:nvPr/>
        </p:nvSpPr>
        <p:spPr>
          <a:xfrm>
            <a:off x="3069269" y="5565913"/>
            <a:ext cx="2610198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index value must be greater than or equal to 0, and less than 5 (the size of the array).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2F98D6-08D6-A84A-6277-90811266E320}"/>
              </a:ext>
            </a:extLst>
          </p:cNvPr>
          <p:cNvSpPr txBox="1"/>
          <p:nvPr/>
        </p:nvSpPr>
        <p:spPr>
          <a:xfrm>
            <a:off x="6054813" y="5565913"/>
            <a:ext cx="2803253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  <a:r>
              <a:rPr lang="en-US" dirty="0">
                <a:cs typeface="Consolas" panose="020B0609020204030204" pitchFamily="49" charset="0"/>
              </a:rPr>
              <a:t> or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  <a:r>
              <a:rPr lang="en-US" dirty="0">
                <a:cs typeface="Consolas" panose="020B0609020204030204" pitchFamily="49" charset="0"/>
              </a:rPr>
              <a:t> (or any out of bounds access) can cause random behavior, even crashing the program</a:t>
            </a:r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FBB7667-E223-6D9F-1340-819C64DA8930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8E2BB36-97C6-CA25-57F4-10C63672DC22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D94F5DA-77C2-2DE4-EAF3-73E3D5241A01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A8918C7-A060-0B44-FF3A-48E5CC854259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18A4DCE-0FA6-EAB4-EDA8-01EDD69F88AE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E7EFA94-BDB4-45FB-9FA0-B655BA45AE1A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5FA67AA-FEFD-B222-0EF7-D0EF7ED72066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A3C87C1-8CFE-779B-504E-CBD7DE71B4E8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9DA1478A-43D1-340C-33A0-7D82839BC6DB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AB76254-71F2-598A-EAAE-E34819337E76}"/>
              </a:ext>
            </a:extLst>
          </p:cNvPr>
          <p:cNvSpPr txBox="1"/>
          <p:nvPr/>
        </p:nvSpPr>
        <p:spPr>
          <a:xfrm>
            <a:off x="9233412" y="5565913"/>
            <a:ext cx="2803253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C++ does </a:t>
            </a:r>
            <a:r>
              <a:rPr lang="en-US" b="1" dirty="0">
                <a:cs typeface="Consolas" panose="020B0609020204030204" pitchFamily="49" charset="0"/>
              </a:rPr>
              <a:t>not</a:t>
            </a:r>
            <a:r>
              <a:rPr lang="en-US" dirty="0">
                <a:cs typeface="Consolas" panose="020B0609020204030204" pitchFamily="49" charset="0"/>
              </a:rPr>
              <a:t> check if array index values are in bounds! This is a big source of errors!</a:t>
            </a:r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AC23E83-6696-CECB-49E6-30083FE602BB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BB19D07-9A1E-A7B0-E05F-4FB1FB73E6D1}"/>
                  </a:ext>
                </a:extLst>
              </p14:cNvPr>
              <p14:cNvContentPartPr/>
              <p14:nvPr/>
            </p14:nvContentPartPr>
            <p14:xfrm>
              <a:off x="2392920" y="1311120"/>
              <a:ext cx="9630360" cy="4160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BB19D07-9A1E-A7B0-E05F-4FB1FB73E6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83560" y="1301760"/>
                <a:ext cx="9649080" cy="417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75108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7F7E5-1DDF-D7C6-5441-5102285F6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7BA9E-99D0-3617-D557-99192FBC6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67B365-2F7E-6F5C-EA62-E184D78DC4A2}"/>
              </a:ext>
            </a:extLst>
          </p:cNvPr>
          <p:cNvSpPr txBox="1"/>
          <p:nvPr/>
        </p:nvSpPr>
        <p:spPr>
          <a:xfrm>
            <a:off x="387627" y="1292087"/>
            <a:ext cx="5622052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 a[] = {7, -2, 4, 4, 0};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a[0]; // 7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a[1]; // -2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a[2]; // 4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a[3]; // 4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a[4]; // 0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for(int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5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a[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1D11F35-3FBE-6F56-6917-27B5D743C460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39E98B8-3ECA-CC01-7F68-49EBFA1EFD67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59890F2-52E8-706F-AA41-1486F4155A13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A3772E-6833-9328-5174-A3AAB2DFFA43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8F5E05D-F6B9-6CBE-9E1D-7DCEDA774929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CCF7062-FCBF-B267-B0F8-DB159BB61124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C7F2F2B-37F2-7D92-9871-30DE4F12BEEF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930DB62-1290-A625-211A-FA0962D564E7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DB5B551-A65D-CFDB-1DD3-7B69007D399D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361FF93-4DC9-0098-712E-7680239062C3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9D973B9-6E7D-FD7F-3081-8FECBB40F40B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D95B66-C818-D039-30B3-44BE9A6D7B57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6B991BD-D9C0-A846-0EF5-0F4459D08628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C7EBE99-9AC0-4112-7DFD-25DCA4B6EA6A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5947B5B-903C-D63D-6F40-0A3268652261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38DBE3D-3A1B-AC7E-C6F6-A8A42A2F61DA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3812256-2E86-A7C9-DEC9-0BDD0B932F72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E735F75-C4D5-C9C6-E336-82DBF1C170B8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3AEBA90-42E0-190D-8D49-88181FB75C74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4553141-DD0C-7361-9BD5-C438682DDE1E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15932614-5761-1F7A-5411-402043AA5F28}"/>
              </a:ext>
            </a:extLst>
          </p:cNvPr>
          <p:cNvSpPr txBox="1"/>
          <p:nvPr/>
        </p:nvSpPr>
        <p:spPr>
          <a:xfrm>
            <a:off x="8213348" y="511071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33CDD2-EB9E-24E9-E1DE-610787BBBF9F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9CB658F-896B-203E-EE6E-7179398E95ED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67C55EE-7962-F177-609B-8D17D7CFECFF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8644B2-872C-EAAE-1BA5-2EC1CFA5FA34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E162F9-2AB8-3941-6F7B-D51C7C2BC746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4362A0-FC7F-339C-5928-CB8A2A7BD080}"/>
              </a:ext>
            </a:extLst>
          </p:cNvPr>
          <p:cNvSpPr txBox="1"/>
          <p:nvPr/>
        </p:nvSpPr>
        <p:spPr>
          <a:xfrm>
            <a:off x="6550304" y="71218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8553BB0-FDDC-3B08-1F14-5D7F96D43FA2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904888" y="943021"/>
            <a:ext cx="746095" cy="661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7B48A76-2EA3-1806-3425-AE9B0940B674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2465CD3-0006-49FC-2009-2FAEB26BC19C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8FF5D76-3126-973B-7E06-43A73B4B4D76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B2950AE-6EB8-8601-E587-0335CD9D3F0C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D80A9DD-9EE1-6FD2-833D-7FFE0668BBCB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E287667-FED0-473B-C579-3257C1C34574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D9B11A5-E080-F7BD-6B93-8D411FBB1F66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A171EAB-E56B-D0AF-A54C-CBED3CC8D2B6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57E9E419-467B-B709-F037-E559C89FC60F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209FC10E-0AB3-DFEF-2D0F-3C71636113CD}"/>
              </a:ext>
            </a:extLst>
          </p:cNvPr>
          <p:cNvSpPr/>
          <p:nvPr/>
        </p:nvSpPr>
        <p:spPr>
          <a:xfrm>
            <a:off x="4621696" y="2539025"/>
            <a:ext cx="268356" cy="171492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FAD655A4-DE8A-C55E-4919-5DC1E4A5305F}"/>
              </a:ext>
            </a:extLst>
          </p:cNvPr>
          <p:cNvSpPr/>
          <p:nvPr/>
        </p:nvSpPr>
        <p:spPr>
          <a:xfrm>
            <a:off x="5989801" y="4589046"/>
            <a:ext cx="268356" cy="106632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05B836-D205-5658-41CC-40B341081271}"/>
              </a:ext>
            </a:extLst>
          </p:cNvPr>
          <p:cNvSpPr txBox="1"/>
          <p:nvPr/>
        </p:nvSpPr>
        <p:spPr>
          <a:xfrm>
            <a:off x="6009678" y="3176559"/>
            <a:ext cx="2786451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These two fragments of code print the same thing.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E4BA70-9CB4-31F5-7965-4AAC40D81EE2}"/>
              </a:ext>
            </a:extLst>
          </p:cNvPr>
          <p:cNvCxnSpPr>
            <a:cxnSpLocks/>
            <a:stCxn id="10" idx="1"/>
            <a:endCxn id="3" idx="1"/>
          </p:cNvCxnSpPr>
          <p:nvPr/>
        </p:nvCxnSpPr>
        <p:spPr>
          <a:xfrm flipH="1" flipV="1">
            <a:off x="4890052" y="3396487"/>
            <a:ext cx="1119626" cy="1032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E55179-2D7C-2ED3-8207-C685905D4FB2}"/>
              </a:ext>
            </a:extLst>
          </p:cNvPr>
          <p:cNvCxnSpPr>
            <a:cxnSpLocks/>
            <a:stCxn id="10" idx="2"/>
            <a:endCxn id="8" idx="1"/>
          </p:cNvCxnSpPr>
          <p:nvPr/>
        </p:nvCxnSpPr>
        <p:spPr>
          <a:xfrm flipH="1">
            <a:off x="6258157" y="3822890"/>
            <a:ext cx="1144747" cy="12993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37653C8-E006-1B90-5096-DB33F5DCB1A2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EEBFD18-BAAC-04D4-B6E6-777B4B708E0C}"/>
                  </a:ext>
                </a:extLst>
              </p14:cNvPr>
              <p14:cNvContentPartPr/>
              <p14:nvPr/>
            </p14:nvContentPartPr>
            <p14:xfrm>
              <a:off x="1921320" y="4339440"/>
              <a:ext cx="3369600" cy="11905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EEBFD18-BAAC-04D4-B6E6-777B4B708E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1960" y="4330080"/>
                <a:ext cx="3388320" cy="120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19618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2089A-7B87-CE40-2973-33C11CC53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81144-B1C1-FEF1-31FC-488FECD30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C5DEE2-97C1-2A80-71ED-3688A35C53FF}"/>
              </a:ext>
            </a:extLst>
          </p:cNvPr>
          <p:cNvSpPr txBox="1"/>
          <p:nvPr/>
        </p:nvSpPr>
        <p:spPr>
          <a:xfrm>
            <a:off x="387627" y="1292087"/>
            <a:ext cx="5452134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 a[] = {7, -2, 4, 4, 0};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*(a + 0); // 7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*(a + 1); // -2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*(a + 2); // 4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*(a + 3); // 4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*(a + 4); // 0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8450328-CCC8-03EC-B934-A87B58134CF1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A795F3E-51CB-2C50-4A69-51D9BF6DEE79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1A8DD90-F9B9-D6AF-F596-CA8A8D34947C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87F5DD5-3782-F063-4CC2-86BF05E501DA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0321511-7001-EB5D-2CCA-DF017ECA318D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05A28D1-BD47-5BD8-8E0D-B362FCECA49B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E491EEF-D062-F2D9-C79A-C749630A8DF8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E3A744B-62AB-2EAB-A0BB-3B234E7385B0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27ED628-C5F6-C06E-3F25-9A6C6051AE45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A667226-64C3-4013-B59C-33CDE92FAA90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BEDC62B-25BC-493A-8D31-7DFBC2119C45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D3D4AF8-352B-64E7-0C90-4E4755CF8C7C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6BD52F8-F8D3-8531-121B-5870C31FFDB1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43CF7DB-0A3A-9EB7-5823-EF6CD9C54754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79C3901-472C-9806-1105-015C34789137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538C7FF-F556-A974-B9C7-E273DCAF4999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B0DF4AD-F935-8F71-1ED5-B9FA3C667D37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0B02C43-3038-0A6D-CFDE-058BEBD76BDD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1EB86D2-080F-36E5-3977-FD3B58BEC764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3A13CF-90B6-2986-711A-4595278C3CE7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E9F2064D-0D09-5E4D-5460-10403E49C046}"/>
              </a:ext>
            </a:extLst>
          </p:cNvPr>
          <p:cNvSpPr txBox="1"/>
          <p:nvPr/>
        </p:nvSpPr>
        <p:spPr>
          <a:xfrm>
            <a:off x="8213348" y="511071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7CBCE9-C1A1-D7C7-A834-E71AD4A14C92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D554EB-6630-153F-2562-147C37F8C105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46D324C-9C8C-CC66-3432-FE11F2DB8296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5130B1-D1DA-BA5C-9ED7-88D9F67B5EA4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7681A51-D8F0-479E-0E5B-58F65B9E97B2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86785FC-84CD-E0A0-45C5-32E9DAF342E4}"/>
              </a:ext>
            </a:extLst>
          </p:cNvPr>
          <p:cNvSpPr txBox="1"/>
          <p:nvPr/>
        </p:nvSpPr>
        <p:spPr>
          <a:xfrm>
            <a:off x="6550304" y="71218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4B09EEA-26AD-64B4-34BC-203C8937E435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904888" y="943021"/>
            <a:ext cx="746095" cy="661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EC0326A-CDF7-9D5D-177E-8D6F79FA245C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27AFDC9-40A4-3F8D-8661-FBCD7A520796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3278BBC-2B2B-61D1-311F-6A1792E88686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AFB88B0-6569-C179-0725-09A5A37D0780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9B836A4E-F75D-DF98-1DE2-316E8EB836A4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EE5B50C-7369-FE86-D75E-B307680AB3E3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53CE437-B672-F68B-05B9-A3650BB5FBF9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E5C3D4A-36E4-7A48-9F4A-3D1A4B8F4EA0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1442B42-0CAA-69D6-6FE9-25BB648B6A1E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7BB01C08-014E-34AE-26F4-3BED38FC3EF8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F29C8F-68B1-E010-29AA-7A9DE83C9621}"/>
              </a:ext>
            </a:extLst>
          </p:cNvPr>
          <p:cNvSpPr txBox="1"/>
          <p:nvPr/>
        </p:nvSpPr>
        <p:spPr>
          <a:xfrm>
            <a:off x="1795487" y="4872807"/>
            <a:ext cx="2786451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Pointer arithmetic </a:t>
            </a:r>
            <a:r>
              <a:rPr lang="en-US" dirty="0">
                <a:cs typeface="Consolas" panose="020B0609020204030204" pitchFamily="49" charset="0"/>
              </a:rPr>
              <a:t>is another way to access individual array values.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85FE19-50F4-0CC8-E408-BD472B5E31DA}"/>
              </a:ext>
            </a:extLst>
          </p:cNvPr>
          <p:cNvSpPr txBox="1"/>
          <p:nvPr/>
        </p:nvSpPr>
        <p:spPr>
          <a:xfrm>
            <a:off x="5130553" y="4998058"/>
            <a:ext cx="2197879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a[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dirty="0">
                <a:cs typeface="Consolas" panose="020B0609020204030204" pitchFamily="49" charset="0"/>
              </a:rPr>
              <a:t> is shorthand for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*(a +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6A9C5C7-D8B6-DA12-82BB-D1D04EF3F3C0}"/>
              </a:ext>
            </a:extLst>
          </p:cNvPr>
          <p:cNvCxnSpPr>
            <a:cxnSpLocks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E36ACAF-3292-F0E7-A0DE-BDC01C12C722}"/>
              </a:ext>
            </a:extLst>
          </p:cNvPr>
          <p:cNvCxnSpPr>
            <a:cxnSpLocks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D7E3421-237E-5D7F-5736-01355CDBE745}"/>
              </a:ext>
            </a:extLst>
          </p:cNvPr>
          <p:cNvCxnSpPr>
            <a:cxnSpLocks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6773E74-D932-C317-69FE-740989CA7B55}"/>
              </a:ext>
            </a:extLst>
          </p:cNvPr>
          <p:cNvCxnSpPr>
            <a:cxnSpLocks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FCBF544-BB8B-F3C6-0330-DF9E26905FD6}"/>
              </a:ext>
            </a:extLst>
          </p:cNvPr>
          <p:cNvCxnSpPr>
            <a:cxnSpLocks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DA748D7-C968-D1DA-4B8C-1B4EA8F0519B}"/>
              </a:ext>
            </a:extLst>
          </p:cNvPr>
          <p:cNvSpPr txBox="1"/>
          <p:nvPr/>
        </p:nvSpPr>
        <p:spPr>
          <a:xfrm>
            <a:off x="645453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B86D08-1901-FA69-A1C5-18873FB3BF96}"/>
              </a:ext>
            </a:extLst>
          </p:cNvPr>
          <p:cNvSpPr txBox="1"/>
          <p:nvPr/>
        </p:nvSpPr>
        <p:spPr>
          <a:xfrm>
            <a:off x="757526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53D645-61E7-FC1A-B22B-F841542C8330}"/>
              </a:ext>
            </a:extLst>
          </p:cNvPr>
          <p:cNvSpPr txBox="1"/>
          <p:nvPr/>
        </p:nvSpPr>
        <p:spPr>
          <a:xfrm>
            <a:off x="869599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DFD13B-0CCF-ABA0-1E20-AD029EB5347E}"/>
              </a:ext>
            </a:extLst>
          </p:cNvPr>
          <p:cNvSpPr txBox="1"/>
          <p:nvPr/>
        </p:nvSpPr>
        <p:spPr>
          <a:xfrm>
            <a:off x="981672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AE581D-666E-A7C2-EA06-FF785829D2F1}"/>
              </a:ext>
            </a:extLst>
          </p:cNvPr>
          <p:cNvSpPr txBox="1"/>
          <p:nvPr/>
        </p:nvSpPr>
        <p:spPr>
          <a:xfrm>
            <a:off x="10937453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+ 4</a:t>
            </a:r>
          </a:p>
        </p:txBody>
      </p:sp>
    </p:spTree>
    <p:extLst>
      <p:ext uri="{BB962C8B-B14F-4D97-AF65-F5344CB8AC3E}">
        <p14:creationId xmlns:p14="http://schemas.microsoft.com/office/powerpoint/2010/main" val="16998692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871D1-5868-1A8A-4916-B86BB3F08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0D007-C787-F599-958F-B2F7BCDBC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1081EE-B3A1-AB0E-26FF-99A9DF5C620A}"/>
              </a:ext>
            </a:extLst>
          </p:cNvPr>
          <p:cNvSpPr txBox="1"/>
          <p:nvPr/>
        </p:nvSpPr>
        <p:spPr>
          <a:xfrm>
            <a:off x="387627" y="1292087"/>
            <a:ext cx="5622052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 a[] = {7, -2, 4, 4, 0};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*(a + 0); // 7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*(a + 1); // -2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*(a + 2); // 4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*(a + 3); // 4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*(a + 4); // 0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for(int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 5;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*(a +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);   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5EE8621-E916-D6C2-B47B-CE54DF40B7DE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A06AB03-0C05-9906-E343-AD5ABDF9C89B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A8426D8-001C-83FE-57E2-4FE7C570CAE2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4EEBF0B-F537-A2AE-D10E-87717F4253A6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DCAD62E-50CE-1E4D-2E32-8E7DB1586DF6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9833016-66AD-F791-447B-FBACAB70A53C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14B4EF3-04F5-36FF-08F3-1881E047B1CA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FE60CE1-FF8A-86F7-C39D-A148C41FB378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2057622-E312-F262-3804-A6B4159B8A9B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518D3D4-1D1E-C55C-F8B5-8B52146D63D2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B4CA65E-791B-88A1-FD98-33290B5CEFEE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2EC6A0F-5C77-436E-C4AA-1F519CBD8CF4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6C2DB8F-F704-98AD-0845-3D307FE4BDE4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B575C85-19A6-0371-B6DE-7181E694B267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B2E4DC1-78E1-CBBD-940D-8D9A999D4B76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C91E6B5-B122-AC49-D2D9-3BDFAB0CD8BB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6EFFAB6-7BB4-6930-1F9D-3C3C7744E211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5A358A9-8C1A-B7FC-43AE-409BEC54EC0A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99E36BE-8390-502B-03B5-07EF0F099AE0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A516C45-B74B-042A-0098-3FCF6F6BC52C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D872C46B-BBE1-6C94-A60F-BB0FF2183AE1}"/>
              </a:ext>
            </a:extLst>
          </p:cNvPr>
          <p:cNvSpPr txBox="1"/>
          <p:nvPr/>
        </p:nvSpPr>
        <p:spPr>
          <a:xfrm>
            <a:off x="8213348" y="511071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E3C904-ABDA-60D8-0BCD-00F4690CABDA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86EEF83-D26D-AE64-06C7-CCF10EE134B2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32CCC7A-80D1-51D4-DF14-D976F86C73F1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FE2CFF-65B2-97B6-36EC-07DE87FD19B3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3D7EC9-9B01-E247-66B0-C1BF83DF6DFB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2603F63-65C9-3540-6061-8FB216E34AD7}"/>
              </a:ext>
            </a:extLst>
          </p:cNvPr>
          <p:cNvSpPr txBox="1"/>
          <p:nvPr/>
        </p:nvSpPr>
        <p:spPr>
          <a:xfrm>
            <a:off x="6550304" y="71218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AB87CAD-4F9B-8A63-DE0D-88368C8015E5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904888" y="943021"/>
            <a:ext cx="746095" cy="661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2A1D4D0-33FE-A558-D995-A1BDB0096F76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DCEA75C-C0A6-3E3A-D5DF-BFB28A304802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5EE9C54-3355-11AC-E8FF-17B0E70DC014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CD274A7-E2F7-2C77-1A9A-98801DCF3C76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FBADD315-B5B3-C0CB-5AA5-82770EE2C03F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DF9EA29-19B2-B75D-DD29-5E8A8786BF11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263A6D9-FB8C-5A36-2BE1-C3C23B7B8009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1AB14F3-9915-3253-8540-8DE8F1A2CA4E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65C2C0C-AF83-278F-B631-6E867B22132C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F47B9CCD-DC7C-6235-B8C8-3B36EAC08738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2E91A8-D3B2-C437-7E7F-E2E3E13FA1A2}"/>
              </a:ext>
            </a:extLst>
          </p:cNvPr>
          <p:cNvSpPr txBox="1"/>
          <p:nvPr/>
        </p:nvSpPr>
        <p:spPr>
          <a:xfrm>
            <a:off x="7221394" y="4822108"/>
            <a:ext cx="2197879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a[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dirty="0">
                <a:cs typeface="Consolas" panose="020B0609020204030204" pitchFamily="49" charset="0"/>
              </a:rPr>
              <a:t> is shorthand for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*(a +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4C89A40-66BC-A47C-1F8D-D452003E0E05}"/>
              </a:ext>
            </a:extLst>
          </p:cNvPr>
          <p:cNvCxnSpPr>
            <a:cxnSpLocks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C29926D-4716-5ACF-AB03-78F5002D6C1D}"/>
              </a:ext>
            </a:extLst>
          </p:cNvPr>
          <p:cNvCxnSpPr>
            <a:cxnSpLocks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6950B06-59C0-80E6-201E-5D6B008AC933}"/>
              </a:ext>
            </a:extLst>
          </p:cNvPr>
          <p:cNvCxnSpPr>
            <a:cxnSpLocks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672887E-4D8E-B48C-275C-A8F248D5061E}"/>
              </a:ext>
            </a:extLst>
          </p:cNvPr>
          <p:cNvCxnSpPr>
            <a:cxnSpLocks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93205B9-BC96-B5AC-175B-ECBA1AA79B25}"/>
              </a:ext>
            </a:extLst>
          </p:cNvPr>
          <p:cNvCxnSpPr>
            <a:cxnSpLocks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51D69B6-2DA2-1EDE-6590-52C739F488CD}"/>
                  </a:ext>
                </a:extLst>
              </p14:cNvPr>
              <p14:cNvContentPartPr/>
              <p14:nvPr/>
            </p14:nvContentPartPr>
            <p14:xfrm>
              <a:off x="2627640" y="4897440"/>
              <a:ext cx="2675880" cy="574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51D69B6-2DA2-1EDE-6590-52C739F488C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18280" y="4888080"/>
                <a:ext cx="2694600" cy="5929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A20DD9C3-3420-959A-3FAC-C26631973698}"/>
              </a:ext>
            </a:extLst>
          </p:cNvPr>
          <p:cNvSpPr txBox="1"/>
          <p:nvPr/>
        </p:nvSpPr>
        <p:spPr>
          <a:xfrm>
            <a:off x="645453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6E4D7E-0DC0-A3A1-BEF3-F6097D488195}"/>
              </a:ext>
            </a:extLst>
          </p:cNvPr>
          <p:cNvSpPr txBox="1"/>
          <p:nvPr/>
        </p:nvSpPr>
        <p:spPr>
          <a:xfrm>
            <a:off x="757526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F044E75-4906-72DB-C0E2-E97327C08F85}"/>
              </a:ext>
            </a:extLst>
          </p:cNvPr>
          <p:cNvSpPr txBox="1"/>
          <p:nvPr/>
        </p:nvSpPr>
        <p:spPr>
          <a:xfrm>
            <a:off x="869599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FDD5DF3-2DA7-CCCC-DD37-9E1D41CF5FCE}"/>
              </a:ext>
            </a:extLst>
          </p:cNvPr>
          <p:cNvSpPr txBox="1"/>
          <p:nvPr/>
        </p:nvSpPr>
        <p:spPr>
          <a:xfrm>
            <a:off x="981672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65E1CD-0F62-453C-7AA8-C668DF7B0B29}"/>
              </a:ext>
            </a:extLst>
          </p:cNvPr>
          <p:cNvSpPr txBox="1"/>
          <p:nvPr/>
        </p:nvSpPr>
        <p:spPr>
          <a:xfrm>
            <a:off x="10937453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+ 4</a:t>
            </a:r>
          </a:p>
        </p:txBody>
      </p:sp>
    </p:spTree>
    <p:extLst>
      <p:ext uri="{BB962C8B-B14F-4D97-AF65-F5344CB8AC3E}">
        <p14:creationId xmlns:p14="http://schemas.microsoft.com/office/powerpoint/2010/main" val="18356664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BD40D-EDE7-54C0-6722-315CCF676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2CDD3-D053-EBE8-2C7B-7AC010D48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F4D2BE-0427-9665-3208-F682E6C11A5F}"/>
              </a:ext>
            </a:extLst>
          </p:cNvPr>
          <p:cNvSpPr txBox="1"/>
          <p:nvPr/>
        </p:nvSpPr>
        <p:spPr>
          <a:xfrm>
            <a:off x="387627" y="1292087"/>
            <a:ext cx="647164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 a[] = {7, -2, 4, 4, 0};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for(int* p = a; p &lt; a + 5; p++) {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*p;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F795C04-B589-E724-7D27-74BAC9486801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69866DA-931A-65A0-7514-C290D259F855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1B543D6-2B65-A259-50D2-A5863F341FAF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84ABD02-A5B3-9CB0-1E0D-449FFE6E8019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BC5B3E8-9646-5EE9-141A-3AD9106AEC2A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4DC6609-3ED5-7D0E-DB79-199F03884DC3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7AD7E5C-1FCF-F774-A178-C0D0FA8B9188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633680E-8120-F7BA-44F6-A16C143F6DB2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BF19D87-7F8C-DC21-4270-DDA5BB72F150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643C482-D39D-B769-25AE-2BAAC74D9BE1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7323D64-9F2C-EA31-9FA0-A552C68768DD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24E8DF3-E717-15EB-64BA-D8DB0331B126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044186B-4309-732D-9F0B-E83E82661496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DE52DF1-9C40-9696-8973-FBCE70A19DD7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17F2079-DC31-BBF3-5B8B-8171C7162A8D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94B873D-CC5F-8512-4F88-1ACB9EE9F029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0CB7097-0D92-EB45-7557-0ED4643F867A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47B4F3F-944C-4ACB-F3B4-3973AA172A1A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3A843AC-3825-A5E9-AAA8-2C43C351E86F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7372FD6-12C7-9A77-6D37-86721F552FAB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578A5668-C7F2-7AC8-586F-A325AC03E3EE}"/>
              </a:ext>
            </a:extLst>
          </p:cNvPr>
          <p:cNvSpPr txBox="1"/>
          <p:nvPr/>
        </p:nvSpPr>
        <p:spPr>
          <a:xfrm>
            <a:off x="8213348" y="511071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CC42CB6-FD51-9369-DE53-68D1513A00E8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912FBF-1F07-8A9D-A0BD-DFC48245C387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7DE1E22-BC2B-AF98-A862-819520A933F8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C40D0B-5395-1E5C-0E8E-4D399EFAA2BF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A38895-26C2-13FC-6729-C25B4ABEE689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366879A-CE51-5B18-5FC2-60323976BFD6}"/>
              </a:ext>
            </a:extLst>
          </p:cNvPr>
          <p:cNvSpPr txBox="1"/>
          <p:nvPr/>
        </p:nvSpPr>
        <p:spPr>
          <a:xfrm>
            <a:off x="6550304" y="71218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E6A89DC-64DC-612F-A039-B4F869785A58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904888" y="943021"/>
            <a:ext cx="746095" cy="661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BCAE116-C78F-2BCB-C739-F75E492C78ED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033E2C0-5EF2-5995-5847-8449CF3AAF70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CB353AD-6B75-59F1-B7B2-E29D14150E22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8C5578B-9A83-9A8C-D49D-AFD86AD274B2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FF2641CF-A299-CA10-9AF5-7E385C81C40D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5E70252-92CA-CF15-538D-806C8FE89212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D98DFD8-D860-5F35-DCDE-58DC61DCB5D7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F77AD42-C1DF-3619-CFE5-C3E1AC3F8A05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F33E944-D7E2-EB38-DF41-6DDB1EDE7F6C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0DBA66A6-E74C-0BF9-903F-23DC5970CCDE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220806-02C0-8D30-99D9-B1512B47B7F3}"/>
              </a:ext>
            </a:extLst>
          </p:cNvPr>
          <p:cNvSpPr txBox="1"/>
          <p:nvPr/>
        </p:nvSpPr>
        <p:spPr>
          <a:xfrm>
            <a:off x="2512796" y="261035"/>
            <a:ext cx="3333803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This is another common way to use pointers to access array elements. It doesn’t need an index value.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16B51E9-42F0-13EB-2364-A8DF8B949704}"/>
              </a:ext>
            </a:extLst>
          </p:cNvPr>
          <p:cNvCxnSpPr>
            <a:cxnSpLocks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F5DFEC3-E57C-8314-B1B0-73E7F600C5B0}"/>
              </a:ext>
            </a:extLst>
          </p:cNvPr>
          <p:cNvCxnSpPr>
            <a:cxnSpLocks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8C9EB47-E4A7-FC68-CC63-4D13DF7BED70}"/>
              </a:ext>
            </a:extLst>
          </p:cNvPr>
          <p:cNvCxnSpPr>
            <a:cxnSpLocks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B8C7446-D693-2B14-760C-F449868C3F11}"/>
              </a:ext>
            </a:extLst>
          </p:cNvPr>
          <p:cNvCxnSpPr>
            <a:cxnSpLocks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0EEF541-49B0-149D-6837-B3551AC8A52E}"/>
              </a:ext>
            </a:extLst>
          </p:cNvPr>
          <p:cNvCxnSpPr>
            <a:cxnSpLocks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071F6B7-AE44-D488-265D-CED42AB6D33E}"/>
              </a:ext>
            </a:extLst>
          </p:cNvPr>
          <p:cNvSpPr/>
          <p:nvPr/>
        </p:nvSpPr>
        <p:spPr>
          <a:xfrm>
            <a:off x="1791730" y="2402315"/>
            <a:ext cx="1729945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5CAF4D2-F1E1-B058-7D5C-663044B2A779}"/>
                  </a:ext>
                </a:extLst>
              </p14:cNvPr>
              <p14:cNvContentPartPr/>
              <p14:nvPr/>
            </p14:nvContentPartPr>
            <p14:xfrm>
              <a:off x="2310840" y="1335240"/>
              <a:ext cx="9728640" cy="1573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5CAF4D2-F1E1-B058-7D5C-663044B2A77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01480" y="1325880"/>
                <a:ext cx="9747360" cy="159192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AFB7949C-896E-D810-9074-48A36604795C}"/>
              </a:ext>
            </a:extLst>
          </p:cNvPr>
          <p:cNvSpPr txBox="1"/>
          <p:nvPr/>
        </p:nvSpPr>
        <p:spPr>
          <a:xfrm>
            <a:off x="645453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8CA1D9-9198-B58A-66BF-3EED201147D3}"/>
              </a:ext>
            </a:extLst>
          </p:cNvPr>
          <p:cNvSpPr txBox="1"/>
          <p:nvPr/>
        </p:nvSpPr>
        <p:spPr>
          <a:xfrm>
            <a:off x="757526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70C0488-5340-A72B-2145-6062FE4A0B35}"/>
              </a:ext>
            </a:extLst>
          </p:cNvPr>
          <p:cNvSpPr txBox="1"/>
          <p:nvPr/>
        </p:nvSpPr>
        <p:spPr>
          <a:xfrm>
            <a:off x="869599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3A48019-C032-627B-F347-C47BCD4229B2}"/>
              </a:ext>
            </a:extLst>
          </p:cNvPr>
          <p:cNvSpPr txBox="1"/>
          <p:nvPr/>
        </p:nvSpPr>
        <p:spPr>
          <a:xfrm>
            <a:off x="981672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18BA407-B54C-662A-5329-3B18B3B490AD}"/>
              </a:ext>
            </a:extLst>
          </p:cNvPr>
          <p:cNvSpPr txBox="1"/>
          <p:nvPr/>
        </p:nvSpPr>
        <p:spPr>
          <a:xfrm>
            <a:off x="10937453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+ 4</a:t>
            </a:r>
          </a:p>
        </p:txBody>
      </p:sp>
    </p:spTree>
    <p:extLst>
      <p:ext uri="{BB962C8B-B14F-4D97-AF65-F5344CB8AC3E}">
        <p14:creationId xmlns:p14="http://schemas.microsoft.com/office/powerpoint/2010/main" val="9918165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8B600-81DE-40A7-DCE7-14A4ED172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74E76-4905-6922-6A9D-6377E5184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B554D3-815F-9A3D-2698-10CA5B812CE1}"/>
              </a:ext>
            </a:extLst>
          </p:cNvPr>
          <p:cNvSpPr txBox="1"/>
          <p:nvPr/>
        </p:nvSpPr>
        <p:spPr>
          <a:xfrm>
            <a:off x="387627" y="1292087"/>
            <a:ext cx="647164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 a[] = {7, -2, 4, 4, 0};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for(int* p = a; p &lt; a + 5; p++) {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*p;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FF6D983-4DA5-BA61-BA54-8756E77C90EA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948C486-CCBC-3948-09B8-90514DE714E9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1FC0843-7876-8431-6FC0-05BFC223E162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0EFEDB-419E-432F-C891-1C54B6B30DC4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5C7E8E9-12E7-3EA8-0D36-E72DAC6162F8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D44E46E-C1B2-E1F4-9FC7-B2F66DAF118B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D308CDD-31E8-44A6-0A88-2A8875CF4639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27FB06C-9BD9-6E79-3A8D-C891B533E6D1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0C0B5E0-55D7-26CA-E794-87FFDDF0288A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FD7491C-D57C-31C0-9D9E-9D99EA2817A5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99B6226-9BC5-F927-EDB5-FA628942375F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213784C-F795-672A-3243-9892112D1D9D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1864408-16AC-3492-BB80-ECAC4CD4CF2A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CF931A7-9303-B909-2692-12B0DFF6C485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DE6F39A-C59A-810F-EE18-F03589160FE3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A561067-D100-C69F-AE5E-6233574A9E2A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9AEE272-10C5-0531-D696-1FF4736522B2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EDD9F15-D848-CFD5-EF3D-220212729BAD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8460045-0DB7-B174-AC09-6160B9CD4915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15065DF-69F5-86BD-D026-BF758FE1C57D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AE2FCDE2-35F5-C0DB-BC6F-E46A0EA3FF1F}"/>
              </a:ext>
            </a:extLst>
          </p:cNvPr>
          <p:cNvSpPr txBox="1"/>
          <p:nvPr/>
        </p:nvSpPr>
        <p:spPr>
          <a:xfrm>
            <a:off x="8213348" y="511071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9A21D8-0AA4-4C79-B350-8B4775557415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8EE989-F38A-978F-A846-B8EAFAC54085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D2FF459-2757-5394-46FD-B9362B69FFC9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DE35F70-8986-91A2-B883-45451702917E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1BF224-3F41-01F2-62AE-8A0EDAAD23A7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18BE4B9-846A-2B5F-11D5-514893110377}"/>
              </a:ext>
            </a:extLst>
          </p:cNvPr>
          <p:cNvSpPr txBox="1"/>
          <p:nvPr/>
        </p:nvSpPr>
        <p:spPr>
          <a:xfrm>
            <a:off x="6550304" y="71218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01938A8-D521-4B46-D0A4-F5D95482446A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904888" y="943021"/>
            <a:ext cx="746095" cy="661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3A6DB9D-9038-35DE-AEBC-6A5D8DD1CB1B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88B00F3-CCDD-2F1F-52E8-127E6D0D15CE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D3850DC-84A1-224C-74F3-875C0D19D963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0402E93-659B-F86C-C25D-2CEB055F8C91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8F9D736D-18AA-AF47-18A1-F3469CF3B097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C89F12C-9686-7DDB-6E2F-7CE2C250563E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11CF8B6-35B0-6D38-0CA1-36E680745042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AC20D53-0741-D626-3A40-B05E486969B0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4D90619-3615-5B25-2532-1F2ACABE8F51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1265C460-5B32-30A7-FB96-55AA13E53542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047506-BD08-A32D-A9A2-37C90E37DF86}"/>
              </a:ext>
            </a:extLst>
          </p:cNvPr>
          <p:cNvSpPr txBox="1"/>
          <p:nvPr/>
        </p:nvSpPr>
        <p:spPr>
          <a:xfrm>
            <a:off x="2512796" y="261035"/>
            <a:ext cx="3333803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This is another common way to use pointers to access array elements. It doesn’t need an index value.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2B06D26-569E-5B03-5AB9-4A0784B185A3}"/>
              </a:ext>
            </a:extLst>
          </p:cNvPr>
          <p:cNvCxnSpPr>
            <a:cxnSpLocks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D332F60-A82B-55F5-135A-2D0E00E45770}"/>
              </a:ext>
            </a:extLst>
          </p:cNvPr>
          <p:cNvCxnSpPr>
            <a:cxnSpLocks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51ACC36-9CF0-293C-1654-3D1CE8627392}"/>
              </a:ext>
            </a:extLst>
          </p:cNvPr>
          <p:cNvCxnSpPr>
            <a:cxnSpLocks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1CB90E7-042B-AD08-6500-B3EC89073D30}"/>
              </a:ext>
            </a:extLst>
          </p:cNvPr>
          <p:cNvCxnSpPr>
            <a:cxnSpLocks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C74F358-DF48-7E32-1E45-7441810249E7}"/>
              </a:ext>
            </a:extLst>
          </p:cNvPr>
          <p:cNvCxnSpPr>
            <a:cxnSpLocks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344173E-0231-3EA8-A03D-64D63355A473}"/>
              </a:ext>
            </a:extLst>
          </p:cNvPr>
          <p:cNvSpPr txBox="1"/>
          <p:nvPr/>
        </p:nvSpPr>
        <p:spPr>
          <a:xfrm>
            <a:off x="2917949" y="3797973"/>
            <a:ext cx="3333803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Need the length of the array to know when to stop.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9DCB0AB-715A-B7BD-7669-EE0A8618F12D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4584851" y="2723322"/>
            <a:ext cx="567154" cy="10746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4E21622F-2EE4-2144-C69F-EB48C21A0DFA}"/>
              </a:ext>
            </a:extLst>
          </p:cNvPr>
          <p:cNvSpPr/>
          <p:nvPr/>
        </p:nvSpPr>
        <p:spPr>
          <a:xfrm>
            <a:off x="3798679" y="2369748"/>
            <a:ext cx="1572344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E51949-5252-6D84-9E31-356FBDA1454E}"/>
              </a:ext>
            </a:extLst>
          </p:cNvPr>
          <p:cNvSpPr txBox="1"/>
          <p:nvPr/>
        </p:nvSpPr>
        <p:spPr>
          <a:xfrm>
            <a:off x="645453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C444AA-C99D-E8E1-772B-692F9449B6E6}"/>
              </a:ext>
            </a:extLst>
          </p:cNvPr>
          <p:cNvSpPr txBox="1"/>
          <p:nvPr/>
        </p:nvSpPr>
        <p:spPr>
          <a:xfrm>
            <a:off x="757526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F1E9DA-C575-E7BA-CAA9-2AAFEB0DBD56}"/>
              </a:ext>
            </a:extLst>
          </p:cNvPr>
          <p:cNvSpPr txBox="1"/>
          <p:nvPr/>
        </p:nvSpPr>
        <p:spPr>
          <a:xfrm>
            <a:off x="869599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F1BADE-5C72-6F72-2707-C558F4C86F8E}"/>
              </a:ext>
            </a:extLst>
          </p:cNvPr>
          <p:cNvSpPr txBox="1"/>
          <p:nvPr/>
        </p:nvSpPr>
        <p:spPr>
          <a:xfrm>
            <a:off x="981672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EC68DB-0562-59C2-1375-D4CF2216F750}"/>
              </a:ext>
            </a:extLst>
          </p:cNvPr>
          <p:cNvSpPr txBox="1"/>
          <p:nvPr/>
        </p:nvSpPr>
        <p:spPr>
          <a:xfrm>
            <a:off x="10937453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+ 4</a:t>
            </a:r>
          </a:p>
        </p:txBody>
      </p:sp>
    </p:spTree>
    <p:extLst>
      <p:ext uri="{BB962C8B-B14F-4D97-AF65-F5344CB8AC3E}">
        <p14:creationId xmlns:p14="http://schemas.microsoft.com/office/powerpoint/2010/main" val="32184961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BD47A-5BC5-8CD2-302E-7554D78A5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A3DA1-51C5-43B8-1A58-0021B3900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E126A4-6EAA-F19D-4B58-1414959EA50B}"/>
              </a:ext>
            </a:extLst>
          </p:cNvPr>
          <p:cNvSpPr txBox="1"/>
          <p:nvPr/>
        </p:nvSpPr>
        <p:spPr>
          <a:xfrm>
            <a:off x="387627" y="1292087"/>
            <a:ext cx="647164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 a[] = {7, -2, 4, 4, 0};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for(int* p = a; p &lt; a + 5; p++) {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*p;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D03DF4A-4EAB-11AC-6122-A94D5625B82C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CA77D37-E526-0C85-76CE-10C2A6FB0418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BC0198E-0E45-9189-634E-90824AE6C017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2178D43-5937-2DFC-B331-8022B788E14C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703D6F6-FBC9-0B88-1BBB-84C1B98D6ECD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2865D13-32EE-C10C-61B8-9D87E2E57AA8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DE24921-C198-FA12-F5EF-FD3F5662F98B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FCF15B0-4EFB-66AE-8394-917C4BC9A3ED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40CFCB5-F8DD-83AF-7BA7-0D4FF8125E44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0548C77-A1F3-2880-A234-00570AD57B9D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84C0188-6B11-12CE-BB7F-3CA278874F43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9399FA7-3A9F-BFB0-D75E-71613A202DD5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1A8A4D8-DDC6-4A0B-1A1D-FDFB360D94F9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573645F-1449-BA0C-B5CF-380F156DB7CA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D2EAB15-CF4B-C20E-390F-2911A5690BD4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E082830-59C5-A296-494A-6D7122597F38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CB81532-194F-D133-249A-2F5201C26785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9CC0FAF-193B-D26F-E1CD-4C27FB6E0AE2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AEF82F9-EA69-12CD-8FA8-47DA95A1EFF3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99A1DF9-D590-7ACF-98FB-346DDF310DD7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A547300D-4355-865F-5B8D-7A3F7103E553}"/>
              </a:ext>
            </a:extLst>
          </p:cNvPr>
          <p:cNvSpPr txBox="1"/>
          <p:nvPr/>
        </p:nvSpPr>
        <p:spPr>
          <a:xfrm>
            <a:off x="8213348" y="511071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5A34A9D-8717-DEAC-1D93-91AB103DE3CE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B6D2239-3AD2-5709-A218-1C6597F3B51B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154E43B-CDF6-3B46-AF64-15765F222DEB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7382F6-A0D0-AC1F-BE2E-51ECEE4A9E2F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ABE0F3-F563-F80A-D0AA-599B55E1028E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ED2090-DB1E-B182-F4BD-8FB3DBDB6EEC}"/>
              </a:ext>
            </a:extLst>
          </p:cNvPr>
          <p:cNvSpPr txBox="1"/>
          <p:nvPr/>
        </p:nvSpPr>
        <p:spPr>
          <a:xfrm>
            <a:off x="6550304" y="71218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94ED66C-E133-83E0-5E4F-CB4ACAFCC8CE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904888" y="943021"/>
            <a:ext cx="746095" cy="661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F8FCC3D-27A4-4BEF-1AC6-6E736855FC4A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BB6F244-A148-2613-2226-3097CD172353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C0FE2C6-E453-A83A-8413-D65EBAABD327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E9DEEED-D45C-DB02-5E27-3384D0BCEA86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975758D9-A525-DF78-65D3-C35AB1C64FD3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CCABFE1-92DD-29B6-3A08-8949B2CEA3C4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73B3868-7AB3-59B2-0954-C48907C1A052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6FA2112-87BE-897E-73FC-55ED6D4C63CF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D51EE5A1-D1B8-CF47-ADB4-E32AE5B519AF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045D8B0E-1E24-3799-1CAC-E222D2CD3F8F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12FC9C-597F-84DE-D2BC-3BD8BB8B1B08}"/>
              </a:ext>
            </a:extLst>
          </p:cNvPr>
          <p:cNvSpPr txBox="1"/>
          <p:nvPr/>
        </p:nvSpPr>
        <p:spPr>
          <a:xfrm>
            <a:off x="2512796" y="261035"/>
            <a:ext cx="3333803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This is another common way to use pointers to access array elements. It doesn’t need an index value.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12AC8AE-AFD2-793B-637F-F2CEE15DDD00}"/>
              </a:ext>
            </a:extLst>
          </p:cNvPr>
          <p:cNvCxnSpPr>
            <a:cxnSpLocks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D53425A-2318-E121-154C-CA298656FBE4}"/>
              </a:ext>
            </a:extLst>
          </p:cNvPr>
          <p:cNvCxnSpPr>
            <a:cxnSpLocks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802F228-49B2-9C63-050E-26A7BE5D67BA}"/>
              </a:ext>
            </a:extLst>
          </p:cNvPr>
          <p:cNvCxnSpPr>
            <a:cxnSpLocks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4391A27-F18C-9926-399D-BD87C19772C2}"/>
              </a:ext>
            </a:extLst>
          </p:cNvPr>
          <p:cNvCxnSpPr>
            <a:cxnSpLocks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5CE9C84-BAAE-D3F4-F3F4-0F74D83B1046}"/>
              </a:ext>
            </a:extLst>
          </p:cNvPr>
          <p:cNvCxnSpPr>
            <a:cxnSpLocks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EC68D41C-26A5-AAFA-4634-2F567E371008}"/>
              </a:ext>
            </a:extLst>
          </p:cNvPr>
          <p:cNvSpPr/>
          <p:nvPr/>
        </p:nvSpPr>
        <p:spPr>
          <a:xfrm>
            <a:off x="5589559" y="2391658"/>
            <a:ext cx="629989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E31533-8935-5E3D-0989-31A95C73D0AD}"/>
              </a:ext>
            </a:extLst>
          </p:cNvPr>
          <p:cNvSpPr txBox="1"/>
          <p:nvPr/>
        </p:nvSpPr>
        <p:spPr>
          <a:xfrm>
            <a:off x="3883463" y="3797162"/>
            <a:ext cx="3333803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Adds 1 to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 so it points to the next value in the array.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D27A59B-A189-D4D2-9606-6B24371E92E7}"/>
              </a:ext>
            </a:extLst>
          </p:cNvPr>
          <p:cNvCxnSpPr>
            <a:cxnSpLocks/>
            <a:stCxn id="3" idx="0"/>
            <a:endCxn id="7" idx="2"/>
          </p:cNvCxnSpPr>
          <p:nvPr/>
        </p:nvCxnSpPr>
        <p:spPr>
          <a:xfrm flipV="1">
            <a:off x="5550365" y="2848858"/>
            <a:ext cx="354189" cy="9483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CD2A233-C7C6-8877-EBD2-B6A2A91CCA68}"/>
              </a:ext>
            </a:extLst>
          </p:cNvPr>
          <p:cNvSpPr txBox="1"/>
          <p:nvPr/>
        </p:nvSpPr>
        <p:spPr>
          <a:xfrm>
            <a:off x="645453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3032CB-8739-77E2-BE2A-7D495D813AE4}"/>
              </a:ext>
            </a:extLst>
          </p:cNvPr>
          <p:cNvSpPr txBox="1"/>
          <p:nvPr/>
        </p:nvSpPr>
        <p:spPr>
          <a:xfrm>
            <a:off x="757526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D7DDC5-4073-899D-7AC0-A5EF58733942}"/>
              </a:ext>
            </a:extLst>
          </p:cNvPr>
          <p:cNvSpPr txBox="1"/>
          <p:nvPr/>
        </p:nvSpPr>
        <p:spPr>
          <a:xfrm>
            <a:off x="869599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ABAAAC-E746-D187-DB82-77F1A18D44C9}"/>
              </a:ext>
            </a:extLst>
          </p:cNvPr>
          <p:cNvSpPr txBox="1"/>
          <p:nvPr/>
        </p:nvSpPr>
        <p:spPr>
          <a:xfrm>
            <a:off x="981672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74BBA9-2C8E-E513-942B-06AF1D955A72}"/>
              </a:ext>
            </a:extLst>
          </p:cNvPr>
          <p:cNvSpPr txBox="1"/>
          <p:nvPr/>
        </p:nvSpPr>
        <p:spPr>
          <a:xfrm>
            <a:off x="10937453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+ 4</a:t>
            </a:r>
          </a:p>
        </p:txBody>
      </p:sp>
    </p:spTree>
    <p:extLst>
      <p:ext uri="{BB962C8B-B14F-4D97-AF65-F5344CB8AC3E}">
        <p14:creationId xmlns:p14="http://schemas.microsoft.com/office/powerpoint/2010/main" val="10855558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54441-4D6A-881F-A81A-E4668F168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DEE22-01BD-486C-9F99-986AEBD91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39FBF9-5FCC-E552-F7D6-63215C7214E5}"/>
              </a:ext>
            </a:extLst>
          </p:cNvPr>
          <p:cNvSpPr txBox="1"/>
          <p:nvPr/>
        </p:nvSpPr>
        <p:spPr>
          <a:xfrm>
            <a:off x="387627" y="1292087"/>
            <a:ext cx="647164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 a[] = {7, -2, 4, 4, 0};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for(int* p = a; p &lt; a + 5; p++) {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*p;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7A2ED79-DC79-2599-FA30-719F68A4A5F8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F81A741-4823-2F59-9E92-E98E04CC47BF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494AC1-DF4D-F459-CE1F-FE68A481F6A3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55E4AFA-30DE-1F57-46C5-DBA901142D69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07F4065-79BE-1A51-203D-CF2A3AA5CE04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FEEB067-53F9-D5BB-AB73-3B9DC7249143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78C5B1E-3030-8CA9-74DD-437A4572B4AB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A02C384-0769-7294-2C9F-DA19ED24A244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43DD63A-9317-44BA-7608-548E63BF234F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D10A54-F602-B0AF-A1F4-4E2DF76333AB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5E21DE0-82D4-9D62-757B-BADB5D233AC2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CE9C48B-3DB5-C3EC-D545-D68B3EC19BD1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55D4B09-8800-090F-280A-6E784907EBC6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8C4EF08-F481-6751-FE96-CF145E38052D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AAA1679-2C14-BAC6-4E49-DB0BC53C83E3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DA05252-46E2-9DFC-4CD4-91DC7294D1A1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87A2A6E-7F7B-9809-E76A-550365E6BBD8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F8237D6-EE2B-D311-F167-C471477C10DD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8A4747B-7487-BCD7-186E-D64EBF5F73B2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318095B-2FFE-DF9E-0AA0-E35009B18EE2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5392FED0-91D2-AEF2-C53C-3E2810AED051}"/>
              </a:ext>
            </a:extLst>
          </p:cNvPr>
          <p:cNvSpPr txBox="1"/>
          <p:nvPr/>
        </p:nvSpPr>
        <p:spPr>
          <a:xfrm>
            <a:off x="8213348" y="511071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558D56-4F6F-8578-8D8C-19202D0A4ECA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D439A69-C0DB-870B-975D-6F668FE79928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894D40-D4D8-C7F1-3D4A-CB5641648788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C945F3-5F95-D712-A05B-703B1ADF6203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AC9B8B-1385-4DD5-B5C1-C0F69D17181E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0C9044-D576-3C86-9FB1-853DAF474F87}"/>
              </a:ext>
            </a:extLst>
          </p:cNvPr>
          <p:cNvSpPr txBox="1"/>
          <p:nvPr/>
        </p:nvSpPr>
        <p:spPr>
          <a:xfrm>
            <a:off x="6550304" y="71218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2179F28-FD9D-BBC5-7891-FBC01AB900BA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904888" y="943021"/>
            <a:ext cx="746095" cy="661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0A1AFA3-1FC6-DBCE-9F10-7D20B18AF4FF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37B48F4-14F9-ABEF-B116-FC8CDAAC58C3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828B201-C9A2-9E40-229A-2099030AB106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AB3C84F-4467-F5B7-F9AD-BE1E2AB7DA89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1759AD8-56D0-67B0-D682-3D199C4C1013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A26F44F-B56F-D72A-C663-A28CAD44A87B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24AAE73-BB0E-C989-32F6-F2D7B196D4E9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FE8F06A-11C6-2DCA-5A33-5018C8B52556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A0C9BA7-E69D-DA55-5ED3-EB3DE91BEB96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16655168-5F52-5E00-05C7-CEE1EBBA489F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F65EF1-06EC-E851-744C-43269E28423D}"/>
              </a:ext>
            </a:extLst>
          </p:cNvPr>
          <p:cNvSpPr txBox="1"/>
          <p:nvPr/>
        </p:nvSpPr>
        <p:spPr>
          <a:xfrm>
            <a:off x="2512796" y="261035"/>
            <a:ext cx="3333803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This is another common way to use pointers to access array elements. It doesn’t need an index value.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14D1073-2672-54D4-3CBF-06AF312FBA9B}"/>
              </a:ext>
            </a:extLst>
          </p:cNvPr>
          <p:cNvCxnSpPr>
            <a:cxnSpLocks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5467CA1-EA9F-B7D0-B192-62FC7684FEB2}"/>
              </a:ext>
            </a:extLst>
          </p:cNvPr>
          <p:cNvCxnSpPr>
            <a:cxnSpLocks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F63D197-1BA7-42D0-3A1A-4C440ADF6ED5}"/>
              </a:ext>
            </a:extLst>
          </p:cNvPr>
          <p:cNvCxnSpPr>
            <a:cxnSpLocks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5086CB5-AFB8-63B1-B314-35C988253E61}"/>
              </a:ext>
            </a:extLst>
          </p:cNvPr>
          <p:cNvCxnSpPr>
            <a:cxnSpLocks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54CF131-1D47-DE98-70E8-B31F8792D6B0}"/>
              </a:ext>
            </a:extLst>
          </p:cNvPr>
          <p:cNvCxnSpPr>
            <a:cxnSpLocks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DC7B0D5-5533-4B79-1F03-5E1525D80E0A}"/>
              </a:ext>
            </a:extLst>
          </p:cNvPr>
          <p:cNvSpPr/>
          <p:nvPr/>
        </p:nvSpPr>
        <p:spPr>
          <a:xfrm>
            <a:off x="3124654" y="2780735"/>
            <a:ext cx="433555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81D106-30D0-FCA4-8EFA-76954FEED0C9}"/>
              </a:ext>
            </a:extLst>
          </p:cNvPr>
          <p:cNvSpPr txBox="1"/>
          <p:nvPr/>
        </p:nvSpPr>
        <p:spPr>
          <a:xfrm>
            <a:off x="2134321" y="3764811"/>
            <a:ext cx="2414220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  <a:r>
              <a:rPr lang="en-US" dirty="0">
                <a:cs typeface="Consolas" panose="020B0609020204030204" pitchFamily="49" charset="0"/>
              </a:rPr>
              <a:t> returns the value that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 is pointing to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0371E08-2EE4-15A8-4ED5-CBD5AA8B1CE1}"/>
              </a:ext>
            </a:extLst>
          </p:cNvPr>
          <p:cNvCxnSpPr>
            <a:cxnSpLocks/>
            <a:stCxn id="3" idx="0"/>
            <a:endCxn id="7" idx="2"/>
          </p:cNvCxnSpPr>
          <p:nvPr/>
        </p:nvCxnSpPr>
        <p:spPr>
          <a:xfrm flipV="1">
            <a:off x="3341431" y="3237935"/>
            <a:ext cx="1" cy="526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8679036-3E86-8A48-DF43-F0267DB592B2}"/>
                  </a:ext>
                </a:extLst>
              </p14:cNvPr>
              <p14:cNvContentPartPr/>
              <p14:nvPr/>
            </p14:nvContentPartPr>
            <p14:xfrm>
              <a:off x="349200" y="3479400"/>
              <a:ext cx="585360" cy="597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8679036-3E86-8A48-DF43-F0267DB592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9840" y="3470040"/>
                <a:ext cx="604080" cy="61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12223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E9921-D924-A3AA-B4A2-907D28B94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F0307-BAA5-87A9-1416-FAB5C1B2E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previous examples were done on arrays that were local variables, and so were stored on the call stack.</a:t>
            </a:r>
          </a:p>
          <a:p>
            <a:pPr lvl="1"/>
            <a:r>
              <a:rPr lang="en-US" b="1" dirty="0"/>
              <a:t>Remember</a:t>
            </a:r>
            <a:r>
              <a:rPr lang="en-US" dirty="0"/>
              <a:t>: anything on the call stack is automatically de-allocated when the function ends.</a:t>
            </a:r>
          </a:p>
          <a:p>
            <a:pPr marL="0" indent="0">
              <a:buNone/>
            </a:pPr>
            <a:r>
              <a:rPr lang="en-US" dirty="0"/>
              <a:t>Now lets see how to use arrays on the </a:t>
            </a:r>
            <a:r>
              <a:rPr lang="en-US" b="1" dirty="0"/>
              <a:t>free store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The details are mainly the same, but how we allocate and de-allocate arrays on the free store is different …</a:t>
            </a:r>
          </a:p>
        </p:txBody>
      </p:sp>
    </p:spTree>
    <p:extLst>
      <p:ext uri="{BB962C8B-B14F-4D97-AF65-F5344CB8AC3E}">
        <p14:creationId xmlns:p14="http://schemas.microsoft.com/office/powerpoint/2010/main" val="6625495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1F7CB-E866-BFFF-C17D-4CE49BA60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E9C85-F7DC-6A5D-F622-E27ECD72E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5D5CD3-1C04-3B0A-8A1A-A8459F07A049}"/>
              </a:ext>
            </a:extLst>
          </p:cNvPr>
          <p:cNvSpPr txBox="1"/>
          <p:nvPr/>
        </p:nvSpPr>
        <p:spPr>
          <a:xfrm>
            <a:off x="387627" y="1292087"/>
            <a:ext cx="426270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int* a = new int[5];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b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delete[] a;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1427032-F3F8-A7BC-42B9-B62EE8C731C7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BEC8EFE-B099-2104-B9F0-B0996D02E26A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C25498-1329-4A34-FCFF-51E7939087BE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231E620-5CA9-4186-8782-021C9E814C7A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8061A9C-7230-6BE9-6BAE-E141D756B30A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A5ADC2E-763C-815F-469D-630E5A46EA8E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D02813-8855-1377-30D5-F49CA96A37EC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7F53EF0-C466-3E40-EADA-6EDA8E0CFF97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477FBC1-29DD-90E3-9604-45C6FC2CE5C9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B7D9197-F14C-C779-2253-C913794BB822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A66F9BC-06AB-6613-9720-9B2A2E1325B6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1729F6A-4611-B0BF-9FB5-DABBE436841D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2649378-E9E0-1DD7-6CD3-8C4B6C98A6D0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DA28E2D-F5AE-8EAD-38D9-61938891E986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56D2F5F-D1ED-1187-D81B-6C28AB8F2EA6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497CC61-7415-6885-4167-E74B0A219190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0EB5EA4-C53B-0811-A326-40ED7B5D2981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B28E428-111C-5424-5B93-F12AE5799D7B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F0EF707-14CA-1756-1A0B-99D9D9C33069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8341D8B-F781-E608-877E-B7507BCA472C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B1137AA5-71F1-DAC0-80BA-FC1CD302CB4B}"/>
              </a:ext>
            </a:extLst>
          </p:cNvPr>
          <p:cNvSpPr txBox="1"/>
          <p:nvPr/>
        </p:nvSpPr>
        <p:spPr>
          <a:xfrm>
            <a:off x="8213348" y="511071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29F82D-305E-D3D1-0E28-A4E759BBBDC0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CBF7B6-3AFC-64B9-FA2E-246655A2CEEB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7C5A902-C678-6F60-6D65-549CAB3C1725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399620-51D4-4761-2380-600959E46E59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350673-B562-0CF9-34BD-A1ADF87F77D3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7511093-D102-CB70-0E71-4D5F61DE4AF0}"/>
              </a:ext>
            </a:extLst>
          </p:cNvPr>
          <p:cNvSpPr txBox="1"/>
          <p:nvPr/>
        </p:nvSpPr>
        <p:spPr>
          <a:xfrm>
            <a:off x="5814126" y="37760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D03442C-2352-B4D1-F7DB-DD86D7A2DE74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168710" y="608440"/>
            <a:ext cx="1572873" cy="996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EFCB17D-73EF-A6E7-A36A-84FC927D2A91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AB6A562-B98F-3D95-406C-8CA29F68F6E4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51B6FE2-3203-7680-BAC0-0FF2F04FEEED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1F2F0B6-1488-F640-3B3C-9F2689EA658B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16308B45-EF93-8CB9-B69C-B6402C484E1A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D5A8FD5-27B2-BD1F-4619-F77C8E5DF187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483873F-D3AB-5D8C-5454-2675C599C1AC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C639383-7F54-F99E-CD3C-2DE599B418B9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D7C4D0B-8C93-0EC7-E25B-E0CD966AD6D6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E2F907F6-BEBD-E466-11F0-A7ED6076D7BF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09EB7F-BC21-AD4A-1F59-1F64DB38EDE4}"/>
              </a:ext>
            </a:extLst>
          </p:cNvPr>
          <p:cNvSpPr txBox="1"/>
          <p:nvPr/>
        </p:nvSpPr>
        <p:spPr>
          <a:xfrm>
            <a:off x="2339097" y="199480"/>
            <a:ext cx="265244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with 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dirty="0">
                <a:cs typeface="Consolas" panose="020B0609020204030204" pitchFamily="49" charset="0"/>
              </a:rPr>
              <a:t>[]-brackets to allocate an array on the free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1B9C1E-894C-0F50-FF3F-FD3C5F1ABA08}"/>
              </a:ext>
            </a:extLst>
          </p:cNvPr>
          <p:cNvSpPr txBox="1"/>
          <p:nvPr/>
        </p:nvSpPr>
        <p:spPr>
          <a:xfrm>
            <a:off x="645453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4A79BF-B36E-6B30-0629-62CA9071A008}"/>
              </a:ext>
            </a:extLst>
          </p:cNvPr>
          <p:cNvSpPr txBox="1"/>
          <p:nvPr/>
        </p:nvSpPr>
        <p:spPr>
          <a:xfrm>
            <a:off x="757526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062DAC-32EA-873D-25F8-C239712BDA22}"/>
              </a:ext>
            </a:extLst>
          </p:cNvPr>
          <p:cNvSpPr txBox="1"/>
          <p:nvPr/>
        </p:nvSpPr>
        <p:spPr>
          <a:xfrm>
            <a:off x="869599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DB5DB4-1179-465C-1E6D-344250EF507F}"/>
              </a:ext>
            </a:extLst>
          </p:cNvPr>
          <p:cNvSpPr txBox="1"/>
          <p:nvPr/>
        </p:nvSpPr>
        <p:spPr>
          <a:xfrm>
            <a:off x="981672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9772F9-A107-366C-82E6-5300B1A0C588}"/>
              </a:ext>
            </a:extLst>
          </p:cNvPr>
          <p:cNvSpPr txBox="1"/>
          <p:nvPr/>
        </p:nvSpPr>
        <p:spPr>
          <a:xfrm>
            <a:off x="10937453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+ 4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9A32E55-DD42-5FCF-52DF-B2EE22667CF8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966AF67-AEE6-F40B-9672-EA367E147F0B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989C4A6-BC5B-18B7-4C32-926B0221FFAE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ADAD11A-70BB-8327-E5FE-25A3AE037FEE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DFB3742-35E2-93B4-EBD6-77F91D533794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7755F0EC-CC24-3DF4-5684-8F536562EA86}"/>
              </a:ext>
            </a:extLst>
          </p:cNvPr>
          <p:cNvSpPr/>
          <p:nvPr/>
        </p:nvSpPr>
        <p:spPr>
          <a:xfrm>
            <a:off x="2611741" y="1630641"/>
            <a:ext cx="1731659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F31A70-8F82-81D0-DB9D-65D8FE533A44}"/>
              </a:ext>
            </a:extLst>
          </p:cNvPr>
          <p:cNvCxnSpPr>
            <a:stCxn id="12" idx="2"/>
          </p:cNvCxnSpPr>
          <p:nvPr/>
        </p:nvCxnSpPr>
        <p:spPr>
          <a:xfrm>
            <a:off x="3665319" y="1122810"/>
            <a:ext cx="2220" cy="507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84F2984-EE2D-FA34-4041-2C66C6489E53}"/>
              </a:ext>
            </a:extLst>
          </p:cNvPr>
          <p:cNvSpPr txBox="1"/>
          <p:nvPr/>
        </p:nvSpPr>
        <p:spPr>
          <a:xfrm>
            <a:off x="5198276" y="82729"/>
            <a:ext cx="1605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Memory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6FC4A7B-9275-0CDD-230E-DDC7A8049977}"/>
                  </a:ext>
                </a:extLst>
              </p14:cNvPr>
              <p14:cNvContentPartPr/>
              <p14:nvPr/>
            </p14:nvContentPartPr>
            <p14:xfrm>
              <a:off x="1892160" y="88560"/>
              <a:ext cx="9176400" cy="2121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6FC4A7B-9275-0CDD-230E-DDC7A80499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82800" y="79200"/>
                <a:ext cx="9195120" cy="214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65884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6DB75-BCC0-4277-6362-0A32C06B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438A7-173C-77E0-F5D4-F0EE6CCBF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197BF6-5B1D-5424-3F53-5A07C2DCF804}"/>
              </a:ext>
            </a:extLst>
          </p:cNvPr>
          <p:cNvSpPr txBox="1"/>
          <p:nvPr/>
        </p:nvSpPr>
        <p:spPr>
          <a:xfrm>
            <a:off x="387627" y="1292087"/>
            <a:ext cx="426270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int* a = new int[5];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b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delete[] a;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46550D2-4B93-5343-5074-C58B2642F19B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C0F5658-AD19-0AC6-0A0B-63BFCCBDF5D2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CFB0A4A-9B5F-A3ED-83AD-461F39A8935C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ABA3C0A-CE76-6B45-0443-13B8BF3CDE7E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1ACCCFE-D06C-4A8D-BD32-9DED9514D8CA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03B0A10-6073-283B-A955-6B775CFB6A64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6D2BFB-C43D-BDA9-DAE6-26DA671BABF0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8CEFEE3-99F1-CF58-66B7-197A7FB47344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012788D-F207-D6CE-4370-70D51B3B65DE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31AFF38-2B0A-683A-6863-1E2A6891231E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C05EDA1-C7D2-CA08-93E0-FAFF34635F30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A1394E0-D3D4-E299-E90B-7844FE3D7B12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83EA9BE-DCDD-E74D-C102-6C2FEB1D6251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1E7581D-5F0F-E985-EA06-D9AD69D38AC7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CC141FF-790F-6AD4-6F43-656B81C2D53D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EBFD750-40D3-1C93-F98D-28FDDC8993A7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B3A3141-0F48-F6C3-7157-7B4C8570B9C4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6834B9B-BF9B-F87E-350D-6FA73C5761D2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37EF378-B52F-1A2B-645D-96EC75DDAFC4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44DC279-ECCE-D8AC-976E-52712425B6D2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CFAAC0A9-2FA4-623B-E3B1-15768E2671CF}"/>
              </a:ext>
            </a:extLst>
          </p:cNvPr>
          <p:cNvSpPr txBox="1"/>
          <p:nvPr/>
        </p:nvSpPr>
        <p:spPr>
          <a:xfrm>
            <a:off x="8213348" y="511071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ECD07C-6DB7-3781-BC58-DC29D340469D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F37674-ECCF-4EA6-F011-0C3E44D5FAD8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AF29DE7-55BA-DE09-B7BE-A6BDE40ADC27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B02F8B-3104-2D7A-AD19-60F8EA655636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E7CAD0-0831-E90C-6B15-C9C8F6F3C033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CB9DA61-6498-DDA7-5C3C-FB95FE1FE93C}"/>
              </a:ext>
            </a:extLst>
          </p:cNvPr>
          <p:cNvSpPr txBox="1"/>
          <p:nvPr/>
        </p:nvSpPr>
        <p:spPr>
          <a:xfrm>
            <a:off x="5814126" y="37760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748684B-14F1-CA8A-BD86-8AB5BBAC2104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168710" y="608440"/>
            <a:ext cx="1572873" cy="996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F4E51F9-2982-FD40-3803-F162F5EA8462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C886544-A482-6710-F9E8-579D9AB25F77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58370CE-8D54-B775-EAA5-7CAE10F53A58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EE6D6D0-5D56-6EC5-9D75-7FC3BF2A8D49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46A6D0ED-8E7B-D622-2D09-BC8D4F8FC267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463F841-676D-E392-A55C-CB89925D622C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BB514FB-CC11-2299-0DCC-C2A056A0E3FC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616169B-1391-3951-C46F-6D77B9FDED5E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FCCF91B-A8F9-CAD8-8FDE-3A1357E03EC4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4D4E2233-0F15-4D81-5C31-B738F97516C0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FF4F10-A29A-8C55-2973-E3AB86DE7307}"/>
              </a:ext>
            </a:extLst>
          </p:cNvPr>
          <p:cNvSpPr txBox="1"/>
          <p:nvPr/>
        </p:nvSpPr>
        <p:spPr>
          <a:xfrm>
            <a:off x="2339097" y="199480"/>
            <a:ext cx="265244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with 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dirty="0">
                <a:cs typeface="Consolas" panose="020B0609020204030204" pitchFamily="49" charset="0"/>
              </a:rPr>
              <a:t>[]-brackets to allocate an array on the free store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A2BE181-C414-3740-DDE7-94E6C52792CD}"/>
              </a:ext>
            </a:extLst>
          </p:cNvPr>
          <p:cNvCxnSpPr>
            <a:cxnSpLocks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17F8CB9-7CBA-AA19-84F4-BABFD0BF850A}"/>
              </a:ext>
            </a:extLst>
          </p:cNvPr>
          <p:cNvCxnSpPr>
            <a:cxnSpLocks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511D560-AD72-1893-ABA7-37ECBAF23A6B}"/>
              </a:ext>
            </a:extLst>
          </p:cNvPr>
          <p:cNvCxnSpPr>
            <a:cxnSpLocks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BC92042-4A72-4DE5-3694-B737E24EB896}"/>
              </a:ext>
            </a:extLst>
          </p:cNvPr>
          <p:cNvCxnSpPr>
            <a:cxnSpLocks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5315E63-A828-08B8-499B-1B54B408E0F6}"/>
              </a:ext>
            </a:extLst>
          </p:cNvPr>
          <p:cNvCxnSpPr>
            <a:cxnSpLocks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8FC3B73-AAE0-0A4F-951B-748E9E32B299}"/>
              </a:ext>
            </a:extLst>
          </p:cNvPr>
          <p:cNvSpPr/>
          <p:nvPr/>
        </p:nvSpPr>
        <p:spPr>
          <a:xfrm>
            <a:off x="2611741" y="1630641"/>
            <a:ext cx="1731659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EDD5A6E-A561-CAF2-32B7-BACA5BB12635}"/>
              </a:ext>
            </a:extLst>
          </p:cNvPr>
          <p:cNvCxnSpPr>
            <a:stCxn id="12" idx="2"/>
          </p:cNvCxnSpPr>
          <p:nvPr/>
        </p:nvCxnSpPr>
        <p:spPr>
          <a:xfrm>
            <a:off x="3665319" y="1122810"/>
            <a:ext cx="2220" cy="507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C334EFF-21C8-D8A1-0B28-E5B0940FFBC7}"/>
              </a:ext>
            </a:extLst>
          </p:cNvPr>
          <p:cNvSpPr txBox="1"/>
          <p:nvPr/>
        </p:nvSpPr>
        <p:spPr>
          <a:xfrm>
            <a:off x="2977203" y="3205288"/>
            <a:ext cx="2652443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Must use []-brackets for an array. If you use 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dirty="0">
                <a:cs typeface="Consolas" panose="020B0609020204030204" pitchFamily="49" charset="0"/>
              </a:rPr>
              <a:t>()-brackets, you get a single int initialized to 5.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58CF335-D277-0E60-414C-23009F780D4B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3925957" y="2087841"/>
            <a:ext cx="377468" cy="11174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3620007-099A-4C14-527C-C77090EBB13E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4266541" y="2087841"/>
            <a:ext cx="36884" cy="11174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B0CC1860-AC99-24C9-9436-5842ECB7BDBF}"/>
              </a:ext>
            </a:extLst>
          </p:cNvPr>
          <p:cNvSpPr txBox="1"/>
          <p:nvPr/>
        </p:nvSpPr>
        <p:spPr>
          <a:xfrm>
            <a:off x="5198276" y="82729"/>
            <a:ext cx="1605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Memory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2422CE0-F224-A39F-F8BE-B12E19D63128}"/>
              </a:ext>
            </a:extLst>
          </p:cNvPr>
          <p:cNvSpPr txBox="1"/>
          <p:nvPr/>
        </p:nvSpPr>
        <p:spPr>
          <a:xfrm>
            <a:off x="645453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2CF1A2-F3DE-4A0B-ECDC-C5ADD35FEACF}"/>
              </a:ext>
            </a:extLst>
          </p:cNvPr>
          <p:cNvSpPr txBox="1"/>
          <p:nvPr/>
        </p:nvSpPr>
        <p:spPr>
          <a:xfrm>
            <a:off x="757526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91EB48F-30EB-D764-3BC7-7F153BB9829A}"/>
              </a:ext>
            </a:extLst>
          </p:cNvPr>
          <p:cNvSpPr txBox="1"/>
          <p:nvPr/>
        </p:nvSpPr>
        <p:spPr>
          <a:xfrm>
            <a:off x="869599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95CB2A0-9C88-3DC1-FED3-5A27CB1E8094}"/>
              </a:ext>
            </a:extLst>
          </p:cNvPr>
          <p:cNvSpPr txBox="1"/>
          <p:nvPr/>
        </p:nvSpPr>
        <p:spPr>
          <a:xfrm>
            <a:off x="981672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717B613-E6FF-FC66-F8B1-681B5786CF26}"/>
              </a:ext>
            </a:extLst>
          </p:cNvPr>
          <p:cNvSpPr txBox="1"/>
          <p:nvPr/>
        </p:nvSpPr>
        <p:spPr>
          <a:xfrm>
            <a:off x="10937453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+ 4</a:t>
            </a:r>
          </a:p>
        </p:txBody>
      </p:sp>
    </p:spTree>
    <p:extLst>
      <p:ext uri="{BB962C8B-B14F-4D97-AF65-F5344CB8AC3E}">
        <p14:creationId xmlns:p14="http://schemas.microsoft.com/office/powerpoint/2010/main" val="8025207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79E0-6441-0EEB-68E5-0A93050E7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29A8D-6317-E522-CB7F-9AE955010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8B3509-69F0-CC32-71A9-C653820693C8}"/>
              </a:ext>
            </a:extLst>
          </p:cNvPr>
          <p:cNvSpPr txBox="1"/>
          <p:nvPr/>
        </p:nvSpPr>
        <p:spPr>
          <a:xfrm>
            <a:off x="387627" y="1292087"/>
            <a:ext cx="426270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int* a = new int[5];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b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delete[] a;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9279BDE-BA96-6240-9944-0AD6EBA456A3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A709CE9-AC9C-2CEB-89BE-7BFDCE55BE76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FFD6AE3-ED68-DA87-B453-C95DA02DFCC4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1369B12-2970-4D14-FEA6-AAEA41068DF3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5D9BC7C-9301-1304-30E2-0195CA6F2BB5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4E5F56C-307C-CFAE-A813-762F05CC519E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725594-528D-5706-0101-03383EA962BB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AB04DA-8953-918A-D62A-31A2E8E87929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40A51B1-B96F-7ED3-C7F0-36C7E58E9729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F36C7FF-4628-BE2E-5AA2-17F060F17F15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526AC25-7B8F-0A84-63E6-9F5D45239111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56E1C5A-03A1-F376-AE59-9F16176C22F0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CFA275E-7794-20BD-FFED-762376053933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7C1E027-B174-9C26-E52A-1A62C899C0E6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9285289-F83D-FB64-6F53-43CCE02E09D5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7FEAB08-AE58-7ABF-142A-E8252E4CC976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DA983FF-76B1-AB67-38BA-0FC4F6021364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03D0379-CC15-C866-4FAB-07C2674A8946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C460197-BE40-9BCF-6C83-DACBEE490745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6D79424-6F01-01D8-6239-5FC1CD5DE2DB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2B4A7B50-E1C1-72AB-F955-F7F6D7FDC4F5}"/>
              </a:ext>
            </a:extLst>
          </p:cNvPr>
          <p:cNvSpPr txBox="1"/>
          <p:nvPr/>
        </p:nvSpPr>
        <p:spPr>
          <a:xfrm>
            <a:off x="8213348" y="511071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5CA18CB-BAF9-C3FE-CF3E-2BACA7B5E163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E39C38-E834-BC78-82ED-47D406B876C2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0C3055-DA0F-6E34-9590-8E354503650B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6EB70B-C37A-CAD3-0232-025AB5B3A850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F6E707-B1F3-55CD-8C87-50D88F95EB47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343667A-4DC7-3D5E-FF1E-A16FB59CADEB}"/>
              </a:ext>
            </a:extLst>
          </p:cNvPr>
          <p:cNvSpPr txBox="1"/>
          <p:nvPr/>
        </p:nvSpPr>
        <p:spPr>
          <a:xfrm>
            <a:off x="5814126" y="37760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0BD294D-22AB-D8CB-DB3A-F0904CB9A22F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168710" y="608440"/>
            <a:ext cx="1572873" cy="996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2D8E5FB-0B7A-6D44-BC38-78C4060A4115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154ECF-776B-B03B-97FA-FE3BB4EED745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18163EB-2BF3-4AC7-77B7-B3F8E3E5A85D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0E2FCFF-C0C7-F8C7-B9A3-F4543B259B17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5D913B57-7C4A-EDE8-9E4A-FB7F7C8D21F0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5B65092-547F-2B5C-3D99-DDCA2C03F437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B10E089-BB6D-F6AD-392C-ABBD4501970B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452412A-3FF1-A0F9-9EC2-7DB36C839373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C6E0EE5-54A0-A1CB-4AE4-679DE4D69BAD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3DA60F86-0D0D-9C6E-3793-39E7F755EB15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D8B532-D75B-8D68-A7C1-C90198F73463}"/>
              </a:ext>
            </a:extLst>
          </p:cNvPr>
          <p:cNvSpPr txBox="1"/>
          <p:nvPr/>
        </p:nvSpPr>
        <p:spPr>
          <a:xfrm>
            <a:off x="2339097" y="199480"/>
            <a:ext cx="265244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with 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dirty="0">
                <a:cs typeface="Consolas" panose="020B0609020204030204" pitchFamily="49" charset="0"/>
              </a:rPr>
              <a:t>[]-brackets to allocate an array on the free store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6EC5B08-20F0-8C32-ED67-D585ECB88BF2}"/>
              </a:ext>
            </a:extLst>
          </p:cNvPr>
          <p:cNvCxnSpPr>
            <a:cxnSpLocks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8AE7C69-D58F-F8A9-CAA0-1FC3E3756C59}"/>
              </a:ext>
            </a:extLst>
          </p:cNvPr>
          <p:cNvCxnSpPr>
            <a:cxnSpLocks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2FA518C-F571-47B6-A53C-2A3C4416DD2C}"/>
              </a:ext>
            </a:extLst>
          </p:cNvPr>
          <p:cNvCxnSpPr>
            <a:cxnSpLocks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8309394-1364-0572-AB15-D4D0C87C8E96}"/>
              </a:ext>
            </a:extLst>
          </p:cNvPr>
          <p:cNvCxnSpPr>
            <a:cxnSpLocks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A9CA9B5-F63C-BF09-D743-671E15025F24}"/>
              </a:ext>
            </a:extLst>
          </p:cNvPr>
          <p:cNvCxnSpPr>
            <a:cxnSpLocks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6034222-77CF-C112-0918-71EF5200C78D}"/>
              </a:ext>
            </a:extLst>
          </p:cNvPr>
          <p:cNvSpPr/>
          <p:nvPr/>
        </p:nvSpPr>
        <p:spPr>
          <a:xfrm>
            <a:off x="2611741" y="1630641"/>
            <a:ext cx="1731659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D41D992-0993-A60B-6597-E1085CB5995D}"/>
              </a:ext>
            </a:extLst>
          </p:cNvPr>
          <p:cNvCxnSpPr>
            <a:stCxn id="12" idx="2"/>
          </p:cNvCxnSpPr>
          <p:nvPr/>
        </p:nvCxnSpPr>
        <p:spPr>
          <a:xfrm>
            <a:off x="3665319" y="1122810"/>
            <a:ext cx="2220" cy="507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0DB5B2E-80EA-43D7-3A34-F4DD16399B9F}"/>
              </a:ext>
            </a:extLst>
          </p:cNvPr>
          <p:cNvSpPr txBox="1"/>
          <p:nvPr/>
        </p:nvSpPr>
        <p:spPr>
          <a:xfrm>
            <a:off x="2977203" y="3205288"/>
            <a:ext cx="2652443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Must use []-brackets for an array. If you use 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dirty="0">
                <a:cs typeface="Consolas" panose="020B0609020204030204" pitchFamily="49" charset="0"/>
              </a:rPr>
              <a:t>()-brackets, you get a single int initialized to 5.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437EB8D-3B43-86D1-6476-B24851B61C74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3925957" y="2087841"/>
            <a:ext cx="377468" cy="11174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0E57FEC-A291-280F-C529-16394633F429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4266541" y="2087841"/>
            <a:ext cx="36884" cy="11174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8AB360D-66B8-F55C-13DA-ED07D0C75815}"/>
              </a:ext>
            </a:extLst>
          </p:cNvPr>
          <p:cNvSpPr txBox="1"/>
          <p:nvPr/>
        </p:nvSpPr>
        <p:spPr>
          <a:xfrm>
            <a:off x="5198276" y="82729"/>
            <a:ext cx="1605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Memory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7368577-FB66-85EA-0E89-24D88A2AA602}"/>
              </a:ext>
            </a:extLst>
          </p:cNvPr>
          <p:cNvSpPr txBox="1"/>
          <p:nvPr/>
        </p:nvSpPr>
        <p:spPr>
          <a:xfrm>
            <a:off x="8153781" y="3856162"/>
            <a:ext cx="265244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initial values of the array are unknown: they could be anything.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602A58-17BA-9A15-7DE0-FDF7C018D689}"/>
              </a:ext>
            </a:extLst>
          </p:cNvPr>
          <p:cNvSpPr txBox="1"/>
          <p:nvPr/>
        </p:nvSpPr>
        <p:spPr>
          <a:xfrm>
            <a:off x="645453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72830C-8AA7-B648-68E7-DFB001B2C38F}"/>
              </a:ext>
            </a:extLst>
          </p:cNvPr>
          <p:cNvSpPr txBox="1"/>
          <p:nvPr/>
        </p:nvSpPr>
        <p:spPr>
          <a:xfrm>
            <a:off x="757526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638F4B-5520-B206-C4FD-BCA4455A48FF}"/>
              </a:ext>
            </a:extLst>
          </p:cNvPr>
          <p:cNvSpPr txBox="1"/>
          <p:nvPr/>
        </p:nvSpPr>
        <p:spPr>
          <a:xfrm>
            <a:off x="869599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3A5706-8F2E-5BA7-ADE9-1996F2742113}"/>
              </a:ext>
            </a:extLst>
          </p:cNvPr>
          <p:cNvSpPr txBox="1"/>
          <p:nvPr/>
        </p:nvSpPr>
        <p:spPr>
          <a:xfrm>
            <a:off x="981672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E14C04-C2E1-585D-6568-C71A471159FE}"/>
              </a:ext>
            </a:extLst>
          </p:cNvPr>
          <p:cNvSpPr txBox="1"/>
          <p:nvPr/>
        </p:nvSpPr>
        <p:spPr>
          <a:xfrm>
            <a:off x="10937453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+ 4</a:t>
            </a:r>
          </a:p>
        </p:txBody>
      </p:sp>
    </p:spTree>
    <p:extLst>
      <p:ext uri="{BB962C8B-B14F-4D97-AF65-F5344CB8AC3E}">
        <p14:creationId xmlns:p14="http://schemas.microsoft.com/office/powerpoint/2010/main" val="9766913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650C7-1036-BE8D-3A0F-A0B2AE028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7D9C5-EA87-34BC-2829-65EA66E83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336EE7-1466-0301-DDD0-93EC3F282699}"/>
              </a:ext>
            </a:extLst>
          </p:cNvPr>
          <p:cNvSpPr txBox="1"/>
          <p:nvPr/>
        </p:nvSpPr>
        <p:spPr>
          <a:xfrm>
            <a:off x="387627" y="1292087"/>
            <a:ext cx="426270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int* a = new int[5];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b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delete[] a;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F4B0DCF-7A1F-0BCD-D821-36AF312D0616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4936381-AFF2-A229-31EA-B0D45E1101F8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AC9D38-0A50-CAAD-C8D2-97FC079E349F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CBA50E8-7A4F-334D-4039-1F2BE652F36E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4E6EDB6-BB58-BB9D-E45B-CF8CA4AEF500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DFAFF9D-3E43-465B-7270-861B3DD8ECEF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3AA871D-63B9-03D0-99A7-9D026DBA5D3E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4824ED5-3B0C-C111-E8A7-AA6E68A47808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C49C588-4F33-123B-252E-7B5D2978CA1F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157DD6E-E865-145B-CE61-8FD560D122CE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E4C1360-1F80-B4F1-FFBF-A9C875C66277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BF286A0-60E6-9108-50BA-642CD7CEB3F0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58D6685-203F-EAC1-4925-71E5B1E34037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A3C25A8-B911-0920-D4C5-02EDE3EE787A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E3B7758-1C0C-9ABC-8B12-C7C87227F28B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693EB89-DB59-B37F-FEF9-CADBDFF1127E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9D9097A-88AE-1BAA-8593-42A0400C30B1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5A13B12-2F4A-A451-A65F-35C25D163698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1B3E6AE-B785-76AA-DEE9-3EBDEBD8B09A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0ACEA0E-94CD-DCC7-9810-827A3EF9278B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254532F4-AAAE-589A-E582-5B2D9C721B1F}"/>
              </a:ext>
            </a:extLst>
          </p:cNvPr>
          <p:cNvSpPr txBox="1"/>
          <p:nvPr/>
        </p:nvSpPr>
        <p:spPr>
          <a:xfrm>
            <a:off x="8213348" y="511071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FFAD1D-B7B5-6F18-1B50-B5FB8DAFA4BC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54329C-9A1E-2F52-F262-443795EC0D35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6CA37A-A2C9-3443-8700-92C2315E11F9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4CF50E-6B81-5E9F-00E8-1D9B4819BED7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6F9088-EDBD-A41D-B90A-99C06233CB45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32827C-3590-4063-C213-5BA8200D8045}"/>
              </a:ext>
            </a:extLst>
          </p:cNvPr>
          <p:cNvSpPr txBox="1"/>
          <p:nvPr/>
        </p:nvSpPr>
        <p:spPr>
          <a:xfrm>
            <a:off x="5814126" y="37760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34BC15F-6FC9-7B94-CF6C-EA26231DF3F4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168710" y="608440"/>
            <a:ext cx="1572873" cy="996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1E01B04-8C1B-C003-0091-27E67183F5A4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21B87B7-BB0E-45E4-0FE1-3201E587EF49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F86464D-ADD9-2E28-F721-909869EA1B5C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D87A8BA-BD95-DE15-9731-6987BDBBE50D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1686115-26BD-F293-8918-81017244FCA6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577C11D-63B0-B437-26D6-CC43C014C9CB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79938A7-A9F1-4663-449B-241A87A03F0D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AFF386F-F368-3618-FDF4-3E9884295FE9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F4EFB23-FB52-D431-C0EC-FE034ACDDD82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E38616B7-F39C-8C0E-A302-1322C1E4E338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6E33D0-08E1-C5F7-FCDB-F04F7A24D2AC}"/>
              </a:ext>
            </a:extLst>
          </p:cNvPr>
          <p:cNvSpPr txBox="1"/>
          <p:nvPr/>
        </p:nvSpPr>
        <p:spPr>
          <a:xfrm>
            <a:off x="2339097" y="199480"/>
            <a:ext cx="265244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with 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dirty="0">
                <a:cs typeface="Consolas" panose="020B0609020204030204" pitchFamily="49" charset="0"/>
              </a:rPr>
              <a:t>[]-brackets to allocate an array on the free store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96EE84F-19ED-52DB-5AE3-A2BE040BD733}"/>
              </a:ext>
            </a:extLst>
          </p:cNvPr>
          <p:cNvCxnSpPr>
            <a:cxnSpLocks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AFB40DF-CE44-3608-ADAE-C08450A2854C}"/>
              </a:ext>
            </a:extLst>
          </p:cNvPr>
          <p:cNvCxnSpPr>
            <a:cxnSpLocks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01A452B-1BFB-6023-2FE0-3C35F672E4AF}"/>
              </a:ext>
            </a:extLst>
          </p:cNvPr>
          <p:cNvCxnSpPr>
            <a:cxnSpLocks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F320A0E-F6FE-D62E-9903-F4217EC75E8E}"/>
              </a:ext>
            </a:extLst>
          </p:cNvPr>
          <p:cNvCxnSpPr>
            <a:cxnSpLocks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19280A3-1B59-2872-A1A0-276765D5AFBE}"/>
              </a:ext>
            </a:extLst>
          </p:cNvPr>
          <p:cNvCxnSpPr>
            <a:cxnSpLocks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60736A54-7F58-A9CD-2562-899494C03A2A}"/>
              </a:ext>
            </a:extLst>
          </p:cNvPr>
          <p:cNvSpPr/>
          <p:nvPr/>
        </p:nvSpPr>
        <p:spPr>
          <a:xfrm>
            <a:off x="1118683" y="5685806"/>
            <a:ext cx="193263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0FE324F-3115-0225-E8A9-5B7D2EE35021}"/>
              </a:ext>
            </a:extLst>
          </p:cNvPr>
          <p:cNvCxnSpPr>
            <a:stCxn id="12" idx="2"/>
          </p:cNvCxnSpPr>
          <p:nvPr/>
        </p:nvCxnSpPr>
        <p:spPr>
          <a:xfrm>
            <a:off x="3665319" y="1122810"/>
            <a:ext cx="2220" cy="507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9E203F2-38A7-6E69-B652-797B263732E1}"/>
              </a:ext>
            </a:extLst>
          </p:cNvPr>
          <p:cNvSpPr txBox="1"/>
          <p:nvPr/>
        </p:nvSpPr>
        <p:spPr>
          <a:xfrm>
            <a:off x="3504637" y="5314241"/>
            <a:ext cx="2753637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Every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must have a matching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delete</a:t>
            </a:r>
            <a:r>
              <a:rPr lang="en-US" dirty="0">
                <a:cs typeface="Consolas" panose="020B0609020204030204" pitchFamily="49" charset="0"/>
              </a:rPr>
              <a:t> that 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dirty="0">
                <a:cs typeface="Consolas" panose="020B0609020204030204" pitchFamily="49" charset="0"/>
              </a:rPr>
              <a:t>de-allocates the memory when you’re done with it.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3BB0DE2-24ED-1220-5E5F-D3170E8526F8}"/>
              </a:ext>
            </a:extLst>
          </p:cNvPr>
          <p:cNvSpPr txBox="1"/>
          <p:nvPr/>
        </p:nvSpPr>
        <p:spPr>
          <a:xfrm>
            <a:off x="5198276" y="82729"/>
            <a:ext cx="1605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Memory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1111E8A-515F-C40A-4436-915B3ADF3775}"/>
              </a:ext>
            </a:extLst>
          </p:cNvPr>
          <p:cNvCxnSpPr>
            <a:cxnSpLocks/>
            <a:stCxn id="21" idx="1"/>
            <a:endCxn id="8" idx="3"/>
          </p:cNvCxnSpPr>
          <p:nvPr/>
        </p:nvCxnSpPr>
        <p:spPr>
          <a:xfrm flipH="1">
            <a:off x="3051313" y="5914406"/>
            <a:ext cx="4533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90F537D-3D78-30C9-5891-ABC8487FA3F2}"/>
                  </a:ext>
                </a:extLst>
              </p14:cNvPr>
              <p14:cNvContentPartPr/>
              <p14:nvPr/>
            </p14:nvContentPartPr>
            <p14:xfrm>
              <a:off x="2120760" y="5670720"/>
              <a:ext cx="483480" cy="591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90F537D-3D78-30C9-5891-ABC8487FA3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11400" y="5661360"/>
                <a:ext cx="502200" cy="60984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D89B4D4-48B0-1949-D4C2-C7FDEDAFF833}"/>
              </a:ext>
            </a:extLst>
          </p:cNvPr>
          <p:cNvSpPr txBox="1"/>
          <p:nvPr/>
        </p:nvSpPr>
        <p:spPr>
          <a:xfrm>
            <a:off x="645453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6D3CCB-785A-0B6B-17C3-DB78226BB66D}"/>
              </a:ext>
            </a:extLst>
          </p:cNvPr>
          <p:cNvSpPr txBox="1"/>
          <p:nvPr/>
        </p:nvSpPr>
        <p:spPr>
          <a:xfrm>
            <a:off x="757526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EBABFC-5395-2009-2529-E1964E7E0F4C}"/>
              </a:ext>
            </a:extLst>
          </p:cNvPr>
          <p:cNvSpPr txBox="1"/>
          <p:nvPr/>
        </p:nvSpPr>
        <p:spPr>
          <a:xfrm>
            <a:off x="869599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8E6D7A3-B4F3-3A57-19FA-8872B817BA8D}"/>
              </a:ext>
            </a:extLst>
          </p:cNvPr>
          <p:cNvSpPr txBox="1"/>
          <p:nvPr/>
        </p:nvSpPr>
        <p:spPr>
          <a:xfrm>
            <a:off x="981672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7207EF-BEFA-A716-71BE-1C2F42861843}"/>
              </a:ext>
            </a:extLst>
          </p:cNvPr>
          <p:cNvSpPr txBox="1"/>
          <p:nvPr/>
        </p:nvSpPr>
        <p:spPr>
          <a:xfrm>
            <a:off x="10937453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+ 4</a:t>
            </a:r>
          </a:p>
        </p:txBody>
      </p:sp>
    </p:spTree>
    <p:extLst>
      <p:ext uri="{BB962C8B-B14F-4D97-AF65-F5344CB8AC3E}">
        <p14:creationId xmlns:p14="http://schemas.microsoft.com/office/powerpoint/2010/main" val="38397544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32F28-EF50-E583-AC88-019374557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A93B-0427-536E-59A3-E420FB228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CF39E3-2C6C-B08E-E7C2-AB5159F86CAB}"/>
              </a:ext>
            </a:extLst>
          </p:cNvPr>
          <p:cNvSpPr txBox="1"/>
          <p:nvPr/>
        </p:nvSpPr>
        <p:spPr>
          <a:xfrm>
            <a:off x="387627" y="1292087"/>
            <a:ext cx="426270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int* a = new int[5];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b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delete[] a;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90DC0DB-5990-D960-D629-133607C0DC89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DB42753-E485-7AD4-9185-9E53F31D05EA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24900D-7305-A62B-41B3-9BF8272E5410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9A5740F-31E3-913B-5E65-3A681E6545AB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27AAD3F-5DC8-8A77-D0ED-27DE848B0D36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1CE35D8-A07A-6A5F-E93B-28C4B504684A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B8DB12A-AE71-DCD9-DAF9-B9CD655892FF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A616855-966F-E00C-2900-AB92818D3E91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194FE76-6FD5-EABA-11A6-938DFFE47FF2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6BC4553-49EC-3F39-644C-E5E25F0CC560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E008279-2A46-8652-AEDA-6168C2BE4003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5F07C0B-3E7F-786C-6410-12AE64FFFBD6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9377BA5-5CA9-25AB-1EBA-0C274CBF1769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212F22D-0CC6-2822-B1DC-D5A816D71CC3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DBC882C-1E5F-FC13-C504-2B861E31D51A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94CACE3-06D4-44F1-89C0-5EBBEFFDF37D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5CB26E0-3694-8601-7B64-D5F9B0F24F9D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947AB3F-7FFD-994A-53C2-9D85BCEC55D6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3D46657-CA22-2280-007C-7A7497EAD3A5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14608AE-5E90-8CDB-94E4-4ED706ECB14E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000C5741-E5E7-A69F-AB62-952D33211D00}"/>
              </a:ext>
            </a:extLst>
          </p:cNvPr>
          <p:cNvSpPr txBox="1"/>
          <p:nvPr/>
        </p:nvSpPr>
        <p:spPr>
          <a:xfrm>
            <a:off x="8213348" y="511071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9CCBE9-5724-5CA9-7AF0-99F9AD58FAB4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D49497-7E47-E835-6ED0-4826D2132BFD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F980889-7D64-D40D-680F-AF28AABC8E5A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0726D13-4948-5149-8FC6-E142EE17AAD7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69BB3E-A89A-0D29-8614-5B172CF3898C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D52B31F-793F-5643-8030-BB15F7094FF1}"/>
              </a:ext>
            </a:extLst>
          </p:cNvPr>
          <p:cNvSpPr txBox="1"/>
          <p:nvPr/>
        </p:nvSpPr>
        <p:spPr>
          <a:xfrm>
            <a:off x="5814126" y="37760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691C736-0A92-6BF4-6886-E17CB741C102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168710" y="608440"/>
            <a:ext cx="1572873" cy="996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753545E-7DEF-8D87-A9E0-68E1CC1185F4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A59DBF8-0080-A481-7327-EEFDF7877870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1C4AE00-EED1-9506-7C74-4B5403B9EF6F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BC34FAC-7F02-AACB-7B43-E40B4EEB7469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F0AB6C47-B8ED-A309-4F7E-E18C7DA43930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4EC12B9-567E-F71C-BB00-6C5A38203EF6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91BF863-8053-A42B-991C-4D3A60DF0742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19EFEA7-A0FB-74B0-4F2D-B5263B8D2175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E3EB0D1-2E64-D7C5-8C7F-AC94D0439937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6150DA5A-0036-F3D5-0F85-C1FF01E23627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F35515-1514-E75E-BC3B-76C399095E43}"/>
              </a:ext>
            </a:extLst>
          </p:cNvPr>
          <p:cNvSpPr txBox="1"/>
          <p:nvPr/>
        </p:nvSpPr>
        <p:spPr>
          <a:xfrm>
            <a:off x="2339097" y="199480"/>
            <a:ext cx="265244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with 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dirty="0">
                <a:cs typeface="Consolas" panose="020B0609020204030204" pitchFamily="49" charset="0"/>
              </a:rPr>
              <a:t>[]-brackets to allocate an array on the free store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5134387-080B-311F-E5B2-9AADF3E3E8C8}"/>
              </a:ext>
            </a:extLst>
          </p:cNvPr>
          <p:cNvCxnSpPr>
            <a:cxnSpLocks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B056C30-B7A9-FFC8-82E5-8A5754242065}"/>
              </a:ext>
            </a:extLst>
          </p:cNvPr>
          <p:cNvCxnSpPr>
            <a:cxnSpLocks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A1EED47-778C-DEBC-06C1-BD39589CD38F}"/>
              </a:ext>
            </a:extLst>
          </p:cNvPr>
          <p:cNvCxnSpPr>
            <a:cxnSpLocks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EDE3678-30B0-6D7D-F358-52EDA3E9016A}"/>
              </a:ext>
            </a:extLst>
          </p:cNvPr>
          <p:cNvCxnSpPr>
            <a:cxnSpLocks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B1985B5-7F27-C19D-779F-E5B4F811C907}"/>
              </a:ext>
            </a:extLst>
          </p:cNvPr>
          <p:cNvCxnSpPr>
            <a:cxnSpLocks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1CE2C19-E898-F2BD-A21E-6FCAF1EFE6A3}"/>
              </a:ext>
            </a:extLst>
          </p:cNvPr>
          <p:cNvSpPr/>
          <p:nvPr/>
        </p:nvSpPr>
        <p:spPr>
          <a:xfrm>
            <a:off x="1118683" y="5685806"/>
            <a:ext cx="193263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92354A1-23A6-D34F-2773-52229BE78A00}"/>
              </a:ext>
            </a:extLst>
          </p:cNvPr>
          <p:cNvCxnSpPr>
            <a:stCxn id="12" idx="2"/>
          </p:cNvCxnSpPr>
          <p:nvPr/>
        </p:nvCxnSpPr>
        <p:spPr>
          <a:xfrm>
            <a:off x="3665319" y="1122810"/>
            <a:ext cx="2220" cy="507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F6B5574-D09C-7D1B-2CEB-7548383D169B}"/>
              </a:ext>
            </a:extLst>
          </p:cNvPr>
          <p:cNvSpPr txBox="1"/>
          <p:nvPr/>
        </p:nvSpPr>
        <p:spPr>
          <a:xfrm>
            <a:off x="3504637" y="5314241"/>
            <a:ext cx="2753637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Every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must have a matching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delete</a:t>
            </a:r>
            <a:r>
              <a:rPr lang="en-US" dirty="0">
                <a:cs typeface="Consolas" panose="020B0609020204030204" pitchFamily="49" charset="0"/>
              </a:rPr>
              <a:t> that 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dirty="0">
                <a:cs typeface="Consolas" panose="020B0609020204030204" pitchFamily="49" charset="0"/>
              </a:rPr>
              <a:t>de-allocates the memory when you’re done with it.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3B3DB70-8DCF-6AE6-9D4F-5F94432275A8}"/>
              </a:ext>
            </a:extLst>
          </p:cNvPr>
          <p:cNvSpPr txBox="1"/>
          <p:nvPr/>
        </p:nvSpPr>
        <p:spPr>
          <a:xfrm>
            <a:off x="5198276" y="82729"/>
            <a:ext cx="1605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Memory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28B7C59-D9AA-929D-930C-53F030404A79}"/>
              </a:ext>
            </a:extLst>
          </p:cNvPr>
          <p:cNvCxnSpPr>
            <a:cxnSpLocks/>
            <a:stCxn id="21" idx="1"/>
            <a:endCxn id="8" idx="3"/>
          </p:cNvCxnSpPr>
          <p:nvPr/>
        </p:nvCxnSpPr>
        <p:spPr>
          <a:xfrm flipH="1">
            <a:off x="3051313" y="5914406"/>
            <a:ext cx="4533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F2ACA1C-883F-BC17-EC3F-E55221727AC9}"/>
              </a:ext>
            </a:extLst>
          </p:cNvPr>
          <p:cNvSpPr txBox="1"/>
          <p:nvPr/>
        </p:nvSpPr>
        <p:spPr>
          <a:xfrm>
            <a:off x="884327" y="2974681"/>
            <a:ext cx="2884247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Since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>
                <a:cs typeface="Consolas" panose="020B0609020204030204" pitchFamily="49" charset="0"/>
              </a:rPr>
              <a:t> was allocated with []-brackets, you must de-allocate it with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delete[]</a:t>
            </a:r>
            <a:r>
              <a:rPr lang="en-US" dirty="0">
                <a:cs typeface="Consolas" panose="020B0609020204030204" pitchFamily="49" charset="0"/>
              </a:rPr>
              <a:t>. If you just wrote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delete</a:t>
            </a:r>
            <a:r>
              <a:rPr lang="en-US" dirty="0">
                <a:cs typeface="Consolas" panose="020B0609020204030204" pitchFamily="49" charset="0"/>
              </a:rPr>
              <a:t>, that’s an error.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2116701-A0C6-E37F-EDFF-6BB55AA3608E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2326451" y="4452009"/>
            <a:ext cx="0" cy="1371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3E76F45-620A-7475-5C02-C2C97E8363B5}"/>
              </a:ext>
            </a:extLst>
          </p:cNvPr>
          <p:cNvSpPr txBox="1"/>
          <p:nvPr/>
        </p:nvSpPr>
        <p:spPr>
          <a:xfrm>
            <a:off x="7257615" y="5591239"/>
            <a:ext cx="2753637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Forgetting delete[] causes a </a:t>
            </a:r>
            <a:r>
              <a:rPr lang="en-US" b="1" dirty="0">
                <a:cs typeface="Consolas" panose="020B0609020204030204" pitchFamily="49" charset="0"/>
              </a:rPr>
              <a:t>memory leak</a:t>
            </a:r>
            <a:r>
              <a:rPr lang="en-US" dirty="0">
                <a:cs typeface="Consolas" panose="020B0609020204030204" pitchFamily="49" charset="0"/>
              </a:rPr>
              <a:t>.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7E492C4-0E7E-37D6-E193-B57FA5BBB848}"/>
              </a:ext>
            </a:extLst>
          </p:cNvPr>
          <p:cNvCxnSpPr>
            <a:cxnSpLocks/>
            <a:stCxn id="66" idx="1"/>
            <a:endCxn id="21" idx="3"/>
          </p:cNvCxnSpPr>
          <p:nvPr/>
        </p:nvCxnSpPr>
        <p:spPr>
          <a:xfrm flipH="1">
            <a:off x="6258274" y="5914405"/>
            <a:ext cx="99934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1129F8A-FCAA-1536-ADD0-475AC489E45A}"/>
                  </a:ext>
                </a:extLst>
              </p14:cNvPr>
              <p14:cNvContentPartPr/>
              <p14:nvPr/>
            </p14:nvContentPartPr>
            <p14:xfrm>
              <a:off x="1606680" y="2070000"/>
              <a:ext cx="463680" cy="640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1129F8A-FCAA-1536-ADD0-475AC489E4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97320" y="2060640"/>
                <a:ext cx="482400" cy="828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61E7C19-0E69-DA24-F7DD-A1373ADDC331}"/>
              </a:ext>
            </a:extLst>
          </p:cNvPr>
          <p:cNvSpPr txBox="1"/>
          <p:nvPr/>
        </p:nvSpPr>
        <p:spPr>
          <a:xfrm>
            <a:off x="645453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C60709-BC9F-4DE4-F256-7666698AF3E6}"/>
              </a:ext>
            </a:extLst>
          </p:cNvPr>
          <p:cNvSpPr txBox="1"/>
          <p:nvPr/>
        </p:nvSpPr>
        <p:spPr>
          <a:xfrm>
            <a:off x="757526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8149D2-D817-7FFC-87AD-BBEE18958236}"/>
              </a:ext>
            </a:extLst>
          </p:cNvPr>
          <p:cNvSpPr txBox="1"/>
          <p:nvPr/>
        </p:nvSpPr>
        <p:spPr>
          <a:xfrm>
            <a:off x="869599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7149891-B971-B0E6-3758-7D63B8A1EE93}"/>
              </a:ext>
            </a:extLst>
          </p:cNvPr>
          <p:cNvSpPr txBox="1"/>
          <p:nvPr/>
        </p:nvSpPr>
        <p:spPr>
          <a:xfrm>
            <a:off x="981672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A1DAF4B-6BA0-F77A-AC09-0AF76B6A7866}"/>
              </a:ext>
            </a:extLst>
          </p:cNvPr>
          <p:cNvSpPr txBox="1"/>
          <p:nvPr/>
        </p:nvSpPr>
        <p:spPr>
          <a:xfrm>
            <a:off x="10937453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+ 4</a:t>
            </a:r>
          </a:p>
        </p:txBody>
      </p:sp>
    </p:spTree>
    <p:extLst>
      <p:ext uri="{BB962C8B-B14F-4D97-AF65-F5344CB8AC3E}">
        <p14:creationId xmlns:p14="http://schemas.microsoft.com/office/powerpoint/2010/main" val="106235357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2A1B5-2C9A-8FF8-B3B6-1874A5E4B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BFDD1-FACB-6E3B-EE5A-DBBC78B44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8AB1D0-1ABC-CC9E-F9C0-221F932C690B}"/>
              </a:ext>
            </a:extLst>
          </p:cNvPr>
          <p:cNvSpPr txBox="1"/>
          <p:nvPr/>
        </p:nvSpPr>
        <p:spPr>
          <a:xfrm>
            <a:off x="387627" y="1292087"/>
            <a:ext cx="426270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int* a = new int[5];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a[0] = 7;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a[1] = -2;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a[2] = 4;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a[3] = 4;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a[4] = 0;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b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delete[] a;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13D230F-8B81-9F3C-C3D4-F4584E04D86F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83661A2-09C4-D255-93F1-C4A04D6BA699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BDF4344-B153-44C0-23C1-29FEC8D74643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CE5562-6F8C-7F63-1773-50DA86FC3C7B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4B3BBBA-7CC6-E59C-4847-9CAD0E244C90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094A0F5-FF3B-3A05-658B-BFADC9E74285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EDDD150-FD3C-A731-B993-E3553FA8E9C2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F62FE1E-3594-F57C-AB05-21A0E2620064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B27813F-C6A1-36A2-DA8B-5E1ED8035386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6CAC682-E289-3F62-3E6F-D800A2550718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9649C6A-470A-113F-712D-1E2D9966B594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A17AEF0-DD35-89F2-E417-3B0C136D4AEB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87D9E58-101A-9DCE-F80F-A7F82BF783C8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7EBF552-3694-A25E-5AF7-C8B031D65708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5FAE914-0C9E-DB99-2C9D-A5C218DD1672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EEAD464-DFC3-00DD-E317-E7214ADAC223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D941206-BC21-1103-BF60-B4CE063FAA0B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390F635-696D-386D-F9C5-82D5E122677D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B97FD3F-9D17-E636-90E9-4BFE5EACE1DF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A577064-030F-4E92-0260-51B19F4B95DC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A26F8B44-A2A3-C50F-72BF-279CF6C84AB7}"/>
              </a:ext>
            </a:extLst>
          </p:cNvPr>
          <p:cNvSpPr txBox="1"/>
          <p:nvPr/>
        </p:nvSpPr>
        <p:spPr>
          <a:xfrm>
            <a:off x="8213348" y="511071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DACDA9-2AF9-5B77-1EE8-FE13AC12C59C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00F594-79F3-C926-9D9E-57EEDEB63E2B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990F2B-C984-FFC4-7D84-BF2B75BBD59D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D062FE-2231-316B-AECE-796C0A2C03E1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4F554E1-CBF4-FC6B-D485-5565B392BE78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B38D7BB-3419-7D27-D0C0-61AF879721C9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1B36A63-6BDD-AA4C-E9A8-08255F3BEDB4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14C0F50-67A7-9E0F-F3AF-EAC366F768E8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67AFB61-4273-50A7-5E2B-290BD66BCF8D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9220A83D-0FDD-2523-BBE6-5B21EFBB83E9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8236F91-C22D-B14B-6D8E-6D92E4A95734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FE2F242-1DCF-5267-FAAF-619AEE4B221F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596C96E-A100-3B0E-5D76-CA5E35765268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79766C4-0A5B-1105-0B68-94B2A6040454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A42EFE69-070F-4225-83CE-8B4FCB7A2FC0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1532BA-9644-EE27-CC73-CA34F7F0C43C}"/>
              </a:ext>
            </a:extLst>
          </p:cNvPr>
          <p:cNvSpPr txBox="1"/>
          <p:nvPr/>
        </p:nvSpPr>
        <p:spPr>
          <a:xfrm>
            <a:off x="2958507" y="2690664"/>
            <a:ext cx="2837346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These statements assign the initial array values.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799F3F7-CD9C-383B-EC2C-8E439E1D9C7F}"/>
              </a:ext>
            </a:extLst>
          </p:cNvPr>
          <p:cNvCxnSpPr>
            <a:cxnSpLocks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F113B49-1986-8CC2-98E8-5598C0165452}"/>
              </a:ext>
            </a:extLst>
          </p:cNvPr>
          <p:cNvCxnSpPr>
            <a:cxnSpLocks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E6100C1-0710-FC5E-08AC-1CB59255F2B1}"/>
              </a:ext>
            </a:extLst>
          </p:cNvPr>
          <p:cNvCxnSpPr>
            <a:cxnSpLocks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F5E42AA-CF5E-A3B7-3306-15056337E393}"/>
              </a:ext>
            </a:extLst>
          </p:cNvPr>
          <p:cNvCxnSpPr>
            <a:cxnSpLocks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14F6118-9C57-ECAD-B17A-EB907F2E63C0}"/>
              </a:ext>
            </a:extLst>
          </p:cNvPr>
          <p:cNvCxnSpPr>
            <a:cxnSpLocks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F88326A-31BC-02BC-C81E-2D48288DA8A4}"/>
              </a:ext>
            </a:extLst>
          </p:cNvPr>
          <p:cNvSpPr/>
          <p:nvPr/>
        </p:nvSpPr>
        <p:spPr>
          <a:xfrm>
            <a:off x="1041358" y="2081825"/>
            <a:ext cx="1804435" cy="18640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6B6791-4BA6-FB35-BF2D-FE8BDC6E112A}"/>
              </a:ext>
            </a:extLst>
          </p:cNvPr>
          <p:cNvSpPr txBox="1"/>
          <p:nvPr/>
        </p:nvSpPr>
        <p:spPr>
          <a:xfrm>
            <a:off x="5814126" y="37760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44E371C-E889-0495-218A-BC1B39BA2A9A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168710" y="608440"/>
            <a:ext cx="1572873" cy="996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66E24A2-9C3E-9E26-97B9-CA7BB260DA2B}"/>
              </a:ext>
            </a:extLst>
          </p:cNvPr>
          <p:cNvSpPr txBox="1"/>
          <p:nvPr/>
        </p:nvSpPr>
        <p:spPr>
          <a:xfrm>
            <a:off x="5198276" y="82729"/>
            <a:ext cx="1605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Memory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BEDB4AB-B0B7-3782-49CD-2EFF9B3391C9}"/>
                  </a:ext>
                </a:extLst>
              </p14:cNvPr>
              <p14:cNvContentPartPr/>
              <p14:nvPr/>
            </p14:nvContentPartPr>
            <p14:xfrm>
              <a:off x="3790800" y="2133360"/>
              <a:ext cx="1410120" cy="77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BEDB4AB-B0B7-3782-49CD-2EFF9B3391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81440" y="2124000"/>
                <a:ext cx="1428840" cy="961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BAC7C32-1B6F-77D1-2B98-6B8B2CF2FF8C}"/>
              </a:ext>
            </a:extLst>
          </p:cNvPr>
          <p:cNvSpPr txBox="1"/>
          <p:nvPr/>
        </p:nvSpPr>
        <p:spPr>
          <a:xfrm>
            <a:off x="645453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1EC9D0-FBE9-0CC0-8468-374B8315D5C0}"/>
              </a:ext>
            </a:extLst>
          </p:cNvPr>
          <p:cNvSpPr txBox="1"/>
          <p:nvPr/>
        </p:nvSpPr>
        <p:spPr>
          <a:xfrm>
            <a:off x="757526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CC95456-FF4D-2971-0C9B-A7BCD0F86C58}"/>
              </a:ext>
            </a:extLst>
          </p:cNvPr>
          <p:cNvSpPr txBox="1"/>
          <p:nvPr/>
        </p:nvSpPr>
        <p:spPr>
          <a:xfrm>
            <a:off x="869599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EA285E0-D89E-1579-A163-3B8B4BF9BAEE}"/>
              </a:ext>
            </a:extLst>
          </p:cNvPr>
          <p:cNvSpPr txBox="1"/>
          <p:nvPr/>
        </p:nvSpPr>
        <p:spPr>
          <a:xfrm>
            <a:off x="981672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98A084-0FBD-DF9E-F1FF-58CD08C84CC8}"/>
              </a:ext>
            </a:extLst>
          </p:cNvPr>
          <p:cNvSpPr txBox="1"/>
          <p:nvPr/>
        </p:nvSpPr>
        <p:spPr>
          <a:xfrm>
            <a:off x="10937453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+ 4</a:t>
            </a:r>
          </a:p>
        </p:txBody>
      </p:sp>
    </p:spTree>
    <p:extLst>
      <p:ext uri="{BB962C8B-B14F-4D97-AF65-F5344CB8AC3E}">
        <p14:creationId xmlns:p14="http://schemas.microsoft.com/office/powerpoint/2010/main" val="177911456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F024C-5521-AD33-2E07-03654A1CD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D759E-1460-70AA-2843-99708C799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720582-FD2B-451C-C99C-F8B54184126B}"/>
              </a:ext>
            </a:extLst>
          </p:cNvPr>
          <p:cNvSpPr txBox="1"/>
          <p:nvPr/>
        </p:nvSpPr>
        <p:spPr>
          <a:xfrm>
            <a:off x="387627" y="1292087"/>
            <a:ext cx="5622052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int* 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= new int[5] 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{7, -2, 4, 4, 0};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b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delete[] a;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BC95F99-F5B0-05A9-753E-651CE51070A8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7542ED6-AC0E-F487-B295-566D03D65968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FBFB401-76B2-B767-918B-14C26A65AFA9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DD5A9E2-D09B-39A9-2728-7ACAEECA8825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5021BCC-1AB3-874C-6304-F934110E49FE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0062464-A4A4-CB4A-29E1-9601BEA194B0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DEA6DC6-06C3-23A1-DB38-EC97FBA7E5DD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5B21A69-ECDA-069A-52DF-E089D4A4CEE8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F42002C-99AB-3B95-DCFB-F2FBC85BCDBB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B308913-AC86-1C39-24AE-1DF6FE219895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68AAA48-B8D0-B29E-24B2-D94BB10C80C6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69674AA-A4D9-B5D0-44C3-7C5502A3728B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55FB6D6-7643-D9F0-F044-78F6012F1B7D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6FDF144-6AC0-6AFC-1F03-5D6383520E55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3769393-0C9E-9E24-52A9-B32B787C9DBD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5E381BF-41F1-E17D-8DC9-2C905D0D12A7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759FCD6-9A3F-9924-1122-14B29CF3ACF6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1112BE0-DA03-4CF5-7B89-197780C376B1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BFDB744-A801-5FDA-C1A5-C0EE1DAE75A7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CD71B11-33AA-691D-391B-5C244F64D6F0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71283AB1-EB9B-472C-133D-775D77A1C191}"/>
              </a:ext>
            </a:extLst>
          </p:cNvPr>
          <p:cNvSpPr txBox="1"/>
          <p:nvPr/>
        </p:nvSpPr>
        <p:spPr>
          <a:xfrm>
            <a:off x="8213348" y="511071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294E0F-7C51-B8BB-5FE8-59630B5BC363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DCBB89-94A4-112F-D09B-EA05BF3AF7B3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A12284-E94C-317D-D6FF-25081E7379C2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1A95A9-5E8A-41AF-0BA4-B4278407946F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4EFE6A7-0CFE-6EF1-56D5-CB49AC1417CB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21EB5B2-FCC5-FB59-7AFC-B72499014ADF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1900016-FC8E-7619-3939-0670CF564178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FFC6E9F-2EBD-6C0A-34A9-60B2A3E4C378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EFF1462-9713-2680-1FBA-CE3F1777D155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25C799A9-8E66-964D-8AE2-5AE8221C0ED2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8442F49-31F5-1486-8EAC-D605247A1D46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B5381E8-DE0C-DA0C-3BE8-B099CFE77995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D416566-E6A4-0238-F67F-A3A53B2A9C1C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06B8FCB6-41C0-2110-BFE6-B647FEE04834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E3EE2BC1-4F77-5B4B-80E5-C868D0A5A7CE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664232-D826-045F-7F3E-B735DEAFC69A}"/>
              </a:ext>
            </a:extLst>
          </p:cNvPr>
          <p:cNvSpPr txBox="1"/>
          <p:nvPr/>
        </p:nvSpPr>
        <p:spPr>
          <a:xfrm>
            <a:off x="1779980" y="2682068"/>
            <a:ext cx="2837346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Or more compactly we can use this style.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7D55122-78C0-AD20-72C9-CFCD7CE16D13}"/>
              </a:ext>
            </a:extLst>
          </p:cNvPr>
          <p:cNvCxnSpPr>
            <a:cxnSpLocks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03A5AF6-1516-7DD1-6557-350A7B5F4D83}"/>
              </a:ext>
            </a:extLst>
          </p:cNvPr>
          <p:cNvCxnSpPr>
            <a:cxnSpLocks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D754028-01C2-8A92-84AD-22F4D01A08EE}"/>
              </a:ext>
            </a:extLst>
          </p:cNvPr>
          <p:cNvCxnSpPr>
            <a:cxnSpLocks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1ECF601-65DF-5E3F-FF59-F81984D82E30}"/>
              </a:ext>
            </a:extLst>
          </p:cNvPr>
          <p:cNvCxnSpPr>
            <a:cxnSpLocks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101AB6F-85E3-7A68-E1B7-A57140A843D6}"/>
              </a:ext>
            </a:extLst>
          </p:cNvPr>
          <p:cNvCxnSpPr>
            <a:cxnSpLocks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EA3EFAB-2078-53FB-4B3B-E2AE3698F746}"/>
              </a:ext>
            </a:extLst>
          </p:cNvPr>
          <p:cNvSpPr/>
          <p:nvPr/>
        </p:nvSpPr>
        <p:spPr>
          <a:xfrm>
            <a:off x="1053548" y="1717992"/>
            <a:ext cx="4956131" cy="8210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4973F4-D806-5AD0-B3E1-33F30F8906EA}"/>
              </a:ext>
            </a:extLst>
          </p:cNvPr>
          <p:cNvSpPr txBox="1"/>
          <p:nvPr/>
        </p:nvSpPr>
        <p:spPr>
          <a:xfrm>
            <a:off x="5814126" y="37760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AA7D6D-647E-5AAC-F9BD-EF800F368A04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168710" y="608440"/>
            <a:ext cx="1572873" cy="996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465CA8C-3748-847C-EEFB-0957AB3C3EA9}"/>
              </a:ext>
            </a:extLst>
          </p:cNvPr>
          <p:cNvSpPr txBox="1"/>
          <p:nvPr/>
        </p:nvSpPr>
        <p:spPr>
          <a:xfrm>
            <a:off x="5198276" y="82729"/>
            <a:ext cx="1605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Memory</a:t>
            </a:r>
          </a:p>
        </p:txBody>
      </p:sp>
    </p:spTree>
    <p:extLst>
      <p:ext uri="{BB962C8B-B14F-4D97-AF65-F5344CB8AC3E}">
        <p14:creationId xmlns:p14="http://schemas.microsoft.com/office/powerpoint/2010/main" val="5576942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7F1E2-46C1-ECDD-A072-18779E444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4E153-B74F-15DD-259C-CC4F9F239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DE073D-7231-FB3A-1E91-234A90B3273A}"/>
              </a:ext>
            </a:extLst>
          </p:cNvPr>
          <p:cNvSpPr txBox="1"/>
          <p:nvPr/>
        </p:nvSpPr>
        <p:spPr>
          <a:xfrm>
            <a:off x="387627" y="1292087"/>
            <a:ext cx="579197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int* a = new int[5];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a[0] = 7;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a[1] = -2;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a[2] = 4;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a[3] = 4;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a[4] = 0;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for (int 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 5; 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a[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] &lt;&lt; "\n";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b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delete[] a;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B70E81F-33CE-A751-00DB-7220168EFDAC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E5F0329-8B6F-A538-FE10-63FD2A888550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84E0AA0-EBAA-FB48-CA8E-BC634DDE33AB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4525CBE-7B57-EBAC-92AB-C8DAE2743738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79870F6-B62C-3AE3-4D47-0675729DA39E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3D55521-10F7-D326-D950-25193EC1D8D8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B609B0C-8A54-7C8C-D2B7-8FDFBACB9DC0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48132C8-D8B4-59D0-4ED5-DE787FDBF4AA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050EB51-6406-F8CC-E1E8-7F48E6AA2731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346DCE0-4C6A-0380-76F3-F3899B20E7DD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15B74C9-E508-5A59-FB5A-510697CC4254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EDC4094-4A78-F39C-3279-58C87BD9674D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EEFBCD0-B668-EFC9-1933-D944BF12423E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D3BD872-1BF4-8861-27E0-16A5388F256E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0FD6BE2-0561-E2D7-A75E-EA0D4E1A6A1C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7F8D836-FD76-4342-1D5C-4175B0A9D776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1AA15EC-39AC-9A50-CAE8-514E14932195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A43A3C5-52D9-E2FF-F0AE-F687B1C4D5B8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DBA45CB-AD19-EF5F-9F69-226ACD256595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73FB805-D6C0-5FF2-F497-62D932A19CE2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2D61D2C7-919E-34AF-D851-F9B158F541BE}"/>
              </a:ext>
            </a:extLst>
          </p:cNvPr>
          <p:cNvSpPr txBox="1"/>
          <p:nvPr/>
        </p:nvSpPr>
        <p:spPr>
          <a:xfrm>
            <a:off x="8213348" y="511071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7E7819-85ED-5D78-5BD8-1089D14C0FBD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579F31-4786-217C-E1A2-CB5602D7A6A7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F64F38B-B4DA-561B-84D5-7573FA3AAB62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9A1FFD-828D-A836-3E26-2944C8D42288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31D994-B675-7605-0F31-A205D1E8B3F8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07B7206-5EB9-B2DB-8C51-7F2CC656F2FB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27F47C2-FE79-B1BF-81E0-B6C45D8C9C85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7410C99-9C5A-B0BE-255F-14833E6DAB58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1C1F7CA-3165-4075-EA81-FB16D08426F8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6C31026B-C25C-379A-E95A-E47A02175BE4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285C791-7872-8490-9295-87ECDA70B0C2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F4A8F69-7B27-6A1F-8C78-68958B34744C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118378B-927A-A67A-724F-694914D2BC2A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3FF6938-EFD1-32FF-9CA1-E42EC71E842E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412BF12E-6C33-6FC2-033C-6985A54D8AEB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E1ED4D1-62FB-DD74-EC68-D7C875EE50B9}"/>
              </a:ext>
            </a:extLst>
          </p:cNvPr>
          <p:cNvCxnSpPr>
            <a:cxnSpLocks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1FAE9C1-5DF9-66EA-058C-D102BA9BA654}"/>
              </a:ext>
            </a:extLst>
          </p:cNvPr>
          <p:cNvCxnSpPr>
            <a:cxnSpLocks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FB055B7-102A-C1EC-12F9-AB2A30460110}"/>
              </a:ext>
            </a:extLst>
          </p:cNvPr>
          <p:cNvCxnSpPr>
            <a:cxnSpLocks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0ECDBAA-F2EC-A288-93C1-B30E9DC2D52F}"/>
              </a:ext>
            </a:extLst>
          </p:cNvPr>
          <p:cNvCxnSpPr>
            <a:cxnSpLocks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B4F6057-B6C1-AE71-47F1-D8D5B501284D}"/>
              </a:ext>
            </a:extLst>
          </p:cNvPr>
          <p:cNvCxnSpPr>
            <a:cxnSpLocks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067F264-9746-71A7-D0BE-F8C17E3FA1B3}"/>
              </a:ext>
            </a:extLst>
          </p:cNvPr>
          <p:cNvSpPr/>
          <p:nvPr/>
        </p:nvSpPr>
        <p:spPr>
          <a:xfrm>
            <a:off x="991662" y="4208799"/>
            <a:ext cx="5187935" cy="12080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CED7C9-1073-B7D3-4827-62F00B72CBAD}"/>
              </a:ext>
            </a:extLst>
          </p:cNvPr>
          <p:cNvSpPr txBox="1"/>
          <p:nvPr/>
        </p:nvSpPr>
        <p:spPr>
          <a:xfrm>
            <a:off x="6519229" y="4304487"/>
            <a:ext cx="2632532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We can use array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>
                <a:cs typeface="Consolas" panose="020B0609020204030204" pitchFamily="49" charset="0"/>
              </a:rPr>
              <a:t> the same way as when it was on the call stack.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9CAFBC-2233-B2D2-4A8C-DBF444E0BA4F}"/>
              </a:ext>
            </a:extLst>
          </p:cNvPr>
          <p:cNvSpPr txBox="1"/>
          <p:nvPr/>
        </p:nvSpPr>
        <p:spPr>
          <a:xfrm>
            <a:off x="5814126" y="37760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ABC65A7-CD44-B8D8-5A3C-59BF1D20C9B0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168710" y="608440"/>
            <a:ext cx="1572873" cy="996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A63F29A-8C45-961A-85FB-698F835F0D57}"/>
              </a:ext>
            </a:extLst>
          </p:cNvPr>
          <p:cNvSpPr txBox="1"/>
          <p:nvPr/>
        </p:nvSpPr>
        <p:spPr>
          <a:xfrm>
            <a:off x="5198276" y="82729"/>
            <a:ext cx="1605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Memory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E5D665-65B8-C81C-88FB-94ED54FA6D76}"/>
              </a:ext>
            </a:extLst>
          </p:cNvPr>
          <p:cNvSpPr txBox="1"/>
          <p:nvPr/>
        </p:nvSpPr>
        <p:spPr>
          <a:xfrm>
            <a:off x="645453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828FDD-C394-1D46-89DB-F0685A9BB32D}"/>
              </a:ext>
            </a:extLst>
          </p:cNvPr>
          <p:cNvSpPr txBox="1"/>
          <p:nvPr/>
        </p:nvSpPr>
        <p:spPr>
          <a:xfrm>
            <a:off x="757526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0E5821-79A7-B158-F8A6-08720C5E89CD}"/>
              </a:ext>
            </a:extLst>
          </p:cNvPr>
          <p:cNvSpPr txBox="1"/>
          <p:nvPr/>
        </p:nvSpPr>
        <p:spPr>
          <a:xfrm>
            <a:off x="869599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B0A4EF-B787-BC5B-FE00-19AA849E1435}"/>
              </a:ext>
            </a:extLst>
          </p:cNvPr>
          <p:cNvSpPr txBox="1"/>
          <p:nvPr/>
        </p:nvSpPr>
        <p:spPr>
          <a:xfrm>
            <a:off x="981672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D5C0A9-7A36-EE63-5500-3E599A66DC43}"/>
              </a:ext>
            </a:extLst>
          </p:cNvPr>
          <p:cNvSpPr txBox="1"/>
          <p:nvPr/>
        </p:nvSpPr>
        <p:spPr>
          <a:xfrm>
            <a:off x="10937453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+ 4</a:t>
            </a:r>
          </a:p>
        </p:txBody>
      </p:sp>
    </p:spTree>
    <p:extLst>
      <p:ext uri="{BB962C8B-B14F-4D97-AF65-F5344CB8AC3E}">
        <p14:creationId xmlns:p14="http://schemas.microsoft.com/office/powerpoint/2010/main" val="150561298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C3FA5-CC53-DF86-5271-A0C7AFAE7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3F7CE-01BA-71E2-E3CD-40848D009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2CC0FB-6E9A-AB63-A5A1-D91326BAF37E}"/>
              </a:ext>
            </a:extLst>
          </p:cNvPr>
          <p:cNvSpPr txBox="1"/>
          <p:nvPr/>
        </p:nvSpPr>
        <p:spPr>
          <a:xfrm>
            <a:off x="387627" y="1292087"/>
            <a:ext cx="579197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int* a = new int[5];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a[0] = 7;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a[1] = -2;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a[2] = 4;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a[3] = 4;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a[4] = 0;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for (int 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 5; 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a[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] &lt;&lt; "\n";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b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delete[] a;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EDACE90-6526-A6DE-3960-0FDA290891A9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DEFF79B-84C9-85F5-A308-08972FE2B6E5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2EF0570-97AE-476A-DA0C-680BE5B7D48A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2BF6205-8BBE-21E4-E5F5-2EED02D919AE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D6BD309-5379-DF40-A8E2-6B217E8A613D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C891132-FA2E-3281-B1A8-ED8DED882426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DB1D565-EDB8-2EE4-418E-6DDDDA56F41B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7B1A056-9D0D-904E-F4DD-C8023F8A2AF4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F4D7EF1-5AD9-7D22-50C2-4AC212116CBA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91AB4B2-A99F-4EE7-7CDF-6B77C0C020DD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7568014-6078-455C-DA2D-F3C56168C162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E6C7A31-ABBF-5F18-1F23-BE05462CD50B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63FA0B7-2532-F54A-1DAF-0498B50646E5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5625195-13DB-6B88-D719-99DD75B6E024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7F09D31-27A1-CF2C-1973-AEEFEF60BC50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8BE56D2-5321-B82B-18DA-406F32E2C509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7C73897-CA59-0DDE-736C-491B4D965534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3747E29-F16C-B87E-4525-479EF86EE5B9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CADE501-68CC-ED5E-50BB-6C9DB15DC0BE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3D845A8-2D36-373F-2686-92380EBBF1E9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947FEB84-C8F9-882C-29E9-B4725E69FB98}"/>
              </a:ext>
            </a:extLst>
          </p:cNvPr>
          <p:cNvSpPr txBox="1"/>
          <p:nvPr/>
        </p:nvSpPr>
        <p:spPr>
          <a:xfrm>
            <a:off x="8213348" y="511071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3D223F-A516-8F62-37E6-F1CF205B195A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5A52EA-163D-7393-40DF-C9FC940D24DB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B9822E3-C3FB-0378-1F3A-1FCA67F8A090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E973BC-9940-C295-0AD2-D47521C28AF8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DC98C4-10FC-873D-75CC-D0EB8800E8BB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A67C47D-DDFE-877A-6CB8-5D7385B6D35C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6C4C5A3-EC85-6A52-23EF-8BE2596F5807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F0D184A-3951-9DCF-D271-3214BED82787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8127F9D-286B-2B92-7F42-E4B80E0FDB59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F173178A-7F65-9FA4-0D5C-EB4FF3875006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A3DB2ED-E7A8-CCF2-B216-F349074B062E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E3AE9C5-3CA3-054A-3661-E0A52BF6B952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3747044-112F-412F-861B-C9C22221511B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11D45DA-3E09-B0FC-F09E-2233CCF569DF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7059A7E3-ED0C-A1CB-D5BF-CB653C844C3A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B71E5-7F62-C123-10C9-ACEDF4A08ED5}"/>
              </a:ext>
            </a:extLst>
          </p:cNvPr>
          <p:cNvSpPr txBox="1"/>
          <p:nvPr/>
        </p:nvSpPr>
        <p:spPr>
          <a:xfrm>
            <a:off x="2958507" y="2690664"/>
            <a:ext cx="2837346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These statements assign the initial array values.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DE3B96E-8F7F-AACA-F1FB-7A458DF4F1BF}"/>
              </a:ext>
            </a:extLst>
          </p:cNvPr>
          <p:cNvCxnSpPr>
            <a:cxnSpLocks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3B2B6E9-8DE1-0FC8-8884-C2DB255BD405}"/>
              </a:ext>
            </a:extLst>
          </p:cNvPr>
          <p:cNvCxnSpPr>
            <a:cxnSpLocks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7084CA1-A6A2-DBA6-DDBE-018761E9343F}"/>
              </a:ext>
            </a:extLst>
          </p:cNvPr>
          <p:cNvCxnSpPr>
            <a:cxnSpLocks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E52D740-F88B-0C67-12E7-228B4F1B9DCE}"/>
              </a:ext>
            </a:extLst>
          </p:cNvPr>
          <p:cNvCxnSpPr>
            <a:cxnSpLocks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13A276E-9110-E96B-9D0F-1BC430B385E3}"/>
              </a:ext>
            </a:extLst>
          </p:cNvPr>
          <p:cNvCxnSpPr>
            <a:cxnSpLocks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189444A3-B62F-D874-99AF-939CA17D0AA8}"/>
              </a:ext>
            </a:extLst>
          </p:cNvPr>
          <p:cNvSpPr/>
          <p:nvPr/>
        </p:nvSpPr>
        <p:spPr>
          <a:xfrm>
            <a:off x="1041358" y="2081825"/>
            <a:ext cx="1804435" cy="18640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F54FC4-110E-7FAF-4099-C40331E7FDCA}"/>
              </a:ext>
            </a:extLst>
          </p:cNvPr>
          <p:cNvSpPr txBox="1"/>
          <p:nvPr/>
        </p:nvSpPr>
        <p:spPr>
          <a:xfrm>
            <a:off x="6519228" y="4304487"/>
            <a:ext cx="333380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Array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>
                <a:cs typeface="Consolas" panose="020B0609020204030204" pitchFamily="49" charset="0"/>
              </a:rPr>
              <a:t> is accessed using the same techniques we saw for arrays on the call stack.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43CDB7-0BF1-D42A-ECC7-EAE8595D2D02}"/>
              </a:ext>
            </a:extLst>
          </p:cNvPr>
          <p:cNvSpPr txBox="1"/>
          <p:nvPr/>
        </p:nvSpPr>
        <p:spPr>
          <a:xfrm>
            <a:off x="5814126" y="37760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7660D1E-1712-8404-3C06-1C33A1548B5E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168710" y="608440"/>
            <a:ext cx="1572873" cy="996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A00DD6F-0C0C-87F8-16C3-DCD88D955939}"/>
              </a:ext>
            </a:extLst>
          </p:cNvPr>
          <p:cNvSpPr txBox="1"/>
          <p:nvPr/>
        </p:nvSpPr>
        <p:spPr>
          <a:xfrm>
            <a:off x="5198276" y="82729"/>
            <a:ext cx="1605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Memory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F89E3E-F76E-F0E7-ACCA-0393FCB9A294}"/>
              </a:ext>
            </a:extLst>
          </p:cNvPr>
          <p:cNvSpPr txBox="1"/>
          <p:nvPr/>
        </p:nvSpPr>
        <p:spPr>
          <a:xfrm>
            <a:off x="645453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DA6B6B-7955-F3CF-EBD4-4F6856E32B39}"/>
              </a:ext>
            </a:extLst>
          </p:cNvPr>
          <p:cNvSpPr txBox="1"/>
          <p:nvPr/>
        </p:nvSpPr>
        <p:spPr>
          <a:xfrm>
            <a:off x="757526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0C16CA-0BE8-AB50-E6CE-4FE0057A93EC}"/>
              </a:ext>
            </a:extLst>
          </p:cNvPr>
          <p:cNvSpPr txBox="1"/>
          <p:nvPr/>
        </p:nvSpPr>
        <p:spPr>
          <a:xfrm>
            <a:off x="869599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71E72C6-84F4-1210-DE87-7AE99B63A5B1}"/>
              </a:ext>
            </a:extLst>
          </p:cNvPr>
          <p:cNvSpPr txBox="1"/>
          <p:nvPr/>
        </p:nvSpPr>
        <p:spPr>
          <a:xfrm>
            <a:off x="981672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5AAE7E2-C854-4EA2-262F-316BDB66CE70}"/>
              </a:ext>
            </a:extLst>
          </p:cNvPr>
          <p:cNvSpPr txBox="1"/>
          <p:nvPr/>
        </p:nvSpPr>
        <p:spPr>
          <a:xfrm>
            <a:off x="10937453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+ 4</a:t>
            </a:r>
          </a:p>
        </p:txBody>
      </p:sp>
    </p:spTree>
    <p:extLst>
      <p:ext uri="{BB962C8B-B14F-4D97-AF65-F5344CB8AC3E}">
        <p14:creationId xmlns:p14="http://schemas.microsoft.com/office/powerpoint/2010/main" val="23386668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BD973-A275-F264-3AB9-6DF03F532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Pointers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F49E83-8F4B-A315-FA9F-2F9A15C1DEC2}"/>
              </a:ext>
            </a:extLst>
          </p:cNvPr>
          <p:cNvSpPr txBox="1"/>
          <p:nvPr/>
        </p:nvSpPr>
        <p:spPr>
          <a:xfrm>
            <a:off x="974035" y="3160644"/>
            <a:ext cx="35830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string* a =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char*   b =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double* c =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010B63-BC07-C20E-5CAB-17A63C0404B3}"/>
              </a:ext>
            </a:extLst>
          </p:cNvPr>
          <p:cNvSpPr txBox="1"/>
          <p:nvPr/>
        </p:nvSpPr>
        <p:spPr>
          <a:xfrm>
            <a:off x="1073425" y="1690688"/>
            <a:ext cx="3230217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Any C++ pointer can be assigned the special value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dirty="0">
                <a:cs typeface="Consolas" panose="020B0609020204030204" pitchFamily="49" charset="0"/>
              </a:rPr>
              <a:t>, meaning the pointer does not point to any address.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1EC8D65-0A15-0F91-2775-BE2E5FA6B496}"/>
              </a:ext>
            </a:extLst>
          </p:cNvPr>
          <p:cNvGrpSpPr/>
          <p:nvPr/>
        </p:nvGrpSpPr>
        <p:grpSpPr>
          <a:xfrm rot="16200000">
            <a:off x="8398564" y="2112582"/>
            <a:ext cx="248479" cy="129209"/>
            <a:chOff x="7504043" y="1997765"/>
            <a:chExt cx="689114" cy="29971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C7EAF0D-3C06-3E84-230A-1F431E4DC8FF}"/>
                </a:ext>
              </a:extLst>
            </p:cNvPr>
            <p:cNvCxnSpPr>
              <a:cxnSpLocks/>
            </p:cNvCxnSpPr>
            <p:nvPr/>
          </p:nvCxnSpPr>
          <p:spPr>
            <a:xfrm>
              <a:off x="7504043" y="1997765"/>
              <a:ext cx="68911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55D0B45-EE00-49F2-27A5-7EC02910982D}"/>
                </a:ext>
              </a:extLst>
            </p:cNvPr>
            <p:cNvCxnSpPr>
              <a:cxnSpLocks/>
            </p:cNvCxnSpPr>
            <p:nvPr/>
          </p:nvCxnSpPr>
          <p:spPr>
            <a:xfrm>
              <a:off x="7596809" y="2147622"/>
              <a:ext cx="50358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17548A6-ED96-5E9B-46A7-09FF2D565C9C}"/>
                </a:ext>
              </a:extLst>
            </p:cNvPr>
            <p:cNvCxnSpPr>
              <a:cxnSpLocks/>
            </p:cNvCxnSpPr>
            <p:nvPr/>
          </p:nvCxnSpPr>
          <p:spPr>
            <a:xfrm>
              <a:off x="7689574" y="2297479"/>
              <a:ext cx="31805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9521896-AACD-0A04-4AF7-588FCB0D901F}"/>
              </a:ext>
            </a:extLst>
          </p:cNvPr>
          <p:cNvSpPr txBox="1"/>
          <p:nvPr/>
        </p:nvSpPr>
        <p:spPr>
          <a:xfrm>
            <a:off x="6530009" y="179898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D31E700-0F3B-AEF9-5E70-D9AB8EF3B03D}"/>
              </a:ext>
            </a:extLst>
          </p:cNvPr>
          <p:cNvCxnSpPr>
            <a:stCxn id="17" idx="3"/>
          </p:cNvCxnSpPr>
          <p:nvPr/>
        </p:nvCxnSpPr>
        <p:spPr>
          <a:xfrm>
            <a:off x="6884593" y="2029816"/>
            <a:ext cx="1573606" cy="1473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040EAE-7CA5-78BC-2572-031DF33B67B7}"/>
              </a:ext>
            </a:extLst>
          </p:cNvPr>
          <p:cNvGrpSpPr/>
          <p:nvPr/>
        </p:nvGrpSpPr>
        <p:grpSpPr>
          <a:xfrm rot="16200000">
            <a:off x="8398564" y="3032466"/>
            <a:ext cx="248479" cy="129209"/>
            <a:chOff x="7504043" y="1997765"/>
            <a:chExt cx="689114" cy="299714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37B6945-31E7-5690-B28C-07445420FED6}"/>
                </a:ext>
              </a:extLst>
            </p:cNvPr>
            <p:cNvCxnSpPr>
              <a:cxnSpLocks/>
            </p:cNvCxnSpPr>
            <p:nvPr/>
          </p:nvCxnSpPr>
          <p:spPr>
            <a:xfrm>
              <a:off x="7504043" y="1997765"/>
              <a:ext cx="68911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B7E6CF5-9160-19DE-EC15-11B676451C04}"/>
                </a:ext>
              </a:extLst>
            </p:cNvPr>
            <p:cNvCxnSpPr>
              <a:cxnSpLocks/>
            </p:cNvCxnSpPr>
            <p:nvPr/>
          </p:nvCxnSpPr>
          <p:spPr>
            <a:xfrm>
              <a:off x="7596809" y="2147622"/>
              <a:ext cx="50358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727920E-C004-5D0B-FF84-12240AB165C4}"/>
                </a:ext>
              </a:extLst>
            </p:cNvPr>
            <p:cNvCxnSpPr>
              <a:cxnSpLocks/>
            </p:cNvCxnSpPr>
            <p:nvPr/>
          </p:nvCxnSpPr>
          <p:spPr>
            <a:xfrm>
              <a:off x="7689574" y="2297479"/>
              <a:ext cx="31805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E218E32B-F954-D032-7A60-238201BB5885}"/>
              </a:ext>
            </a:extLst>
          </p:cNvPr>
          <p:cNvSpPr txBox="1"/>
          <p:nvPr/>
        </p:nvSpPr>
        <p:spPr>
          <a:xfrm>
            <a:off x="6530009" y="271886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DFE8BB9-83C9-38CD-E070-9D869E1C5809}"/>
              </a:ext>
            </a:extLst>
          </p:cNvPr>
          <p:cNvCxnSpPr>
            <a:stCxn id="24" idx="3"/>
          </p:cNvCxnSpPr>
          <p:nvPr/>
        </p:nvCxnSpPr>
        <p:spPr>
          <a:xfrm>
            <a:off x="6884593" y="2949700"/>
            <a:ext cx="1573606" cy="1473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ABC7C33-6D3E-2C81-85C4-1C407FD78F25}"/>
              </a:ext>
            </a:extLst>
          </p:cNvPr>
          <p:cNvGrpSpPr/>
          <p:nvPr/>
        </p:nvGrpSpPr>
        <p:grpSpPr>
          <a:xfrm rot="16200000">
            <a:off x="8463168" y="3952350"/>
            <a:ext cx="248479" cy="129209"/>
            <a:chOff x="7504043" y="1997765"/>
            <a:chExt cx="689114" cy="299714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DDF559B-F805-E0E5-ADB0-0C43ECE7DD6B}"/>
                </a:ext>
              </a:extLst>
            </p:cNvPr>
            <p:cNvCxnSpPr>
              <a:cxnSpLocks/>
            </p:cNvCxnSpPr>
            <p:nvPr/>
          </p:nvCxnSpPr>
          <p:spPr>
            <a:xfrm>
              <a:off x="7504043" y="1997765"/>
              <a:ext cx="68911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15A705A-F6BF-0A48-9B2D-A2ABEB29BB22}"/>
                </a:ext>
              </a:extLst>
            </p:cNvPr>
            <p:cNvCxnSpPr>
              <a:cxnSpLocks/>
            </p:cNvCxnSpPr>
            <p:nvPr/>
          </p:nvCxnSpPr>
          <p:spPr>
            <a:xfrm>
              <a:off x="7596809" y="2147622"/>
              <a:ext cx="50358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395BC86-B65A-114D-6BE6-2128C6CEF0D8}"/>
                </a:ext>
              </a:extLst>
            </p:cNvPr>
            <p:cNvCxnSpPr>
              <a:cxnSpLocks/>
            </p:cNvCxnSpPr>
            <p:nvPr/>
          </p:nvCxnSpPr>
          <p:spPr>
            <a:xfrm>
              <a:off x="7689574" y="2297479"/>
              <a:ext cx="31805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0E4A2327-EF5C-48CD-68B5-6B8C8E61941F}"/>
              </a:ext>
            </a:extLst>
          </p:cNvPr>
          <p:cNvSpPr txBox="1"/>
          <p:nvPr/>
        </p:nvSpPr>
        <p:spPr>
          <a:xfrm>
            <a:off x="6594613" y="3638751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0B8949D-8BC6-275A-BE25-FD4B27A7B6AE}"/>
              </a:ext>
            </a:extLst>
          </p:cNvPr>
          <p:cNvCxnSpPr>
            <a:stCxn id="30" idx="3"/>
          </p:cNvCxnSpPr>
          <p:nvPr/>
        </p:nvCxnSpPr>
        <p:spPr>
          <a:xfrm>
            <a:off x="6949197" y="3869584"/>
            <a:ext cx="1573606" cy="1473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9715778-898B-AD02-6158-3935FFBFB655}"/>
              </a:ext>
            </a:extLst>
          </p:cNvPr>
          <p:cNvSpPr txBox="1"/>
          <p:nvPr/>
        </p:nvSpPr>
        <p:spPr>
          <a:xfrm>
            <a:off x="8123583" y="433689"/>
            <a:ext cx="3230217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This is the “ground” symbol from electronics. In computer since, it means a null pointer.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1D3E3FE-66C8-575C-CEE3-26A53ACAD3E8}"/>
              </a:ext>
            </a:extLst>
          </p:cNvPr>
          <p:cNvCxnSpPr>
            <a:stCxn id="32" idx="2"/>
          </p:cNvCxnSpPr>
          <p:nvPr/>
        </p:nvCxnSpPr>
        <p:spPr>
          <a:xfrm flipH="1">
            <a:off x="8587407" y="1357019"/>
            <a:ext cx="1151285" cy="695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473EB9A-9F01-3281-6079-9C001800C3FE}"/>
                  </a:ext>
                </a:extLst>
              </p14:cNvPr>
              <p14:cNvContentPartPr/>
              <p14:nvPr/>
            </p14:nvContentPartPr>
            <p14:xfrm>
              <a:off x="3092400" y="1905120"/>
              <a:ext cx="5569200" cy="2324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473EB9A-9F01-3281-6079-9C001800C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83040" y="1895760"/>
                <a:ext cx="5587920" cy="234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829403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62FBD-8E2A-F446-B83D-985554725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27879-7E7F-A7E0-2C84-6C9316B8C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Pointers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2C200-0377-E51C-CEAC-BACD94B28BC8}"/>
              </a:ext>
            </a:extLst>
          </p:cNvPr>
          <p:cNvSpPr txBox="1"/>
          <p:nvPr/>
        </p:nvSpPr>
        <p:spPr>
          <a:xfrm>
            <a:off x="974035" y="3160644"/>
            <a:ext cx="35830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string* a =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char*   b =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double* c =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0647F7-FDEB-E668-2B1E-CB5BEFC29923}"/>
              </a:ext>
            </a:extLst>
          </p:cNvPr>
          <p:cNvSpPr txBox="1"/>
          <p:nvPr/>
        </p:nvSpPr>
        <p:spPr>
          <a:xfrm>
            <a:off x="1073425" y="1690688"/>
            <a:ext cx="3230217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Any C++ pointer can be assigned the special value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dirty="0">
                <a:cs typeface="Consolas" panose="020B0609020204030204" pitchFamily="49" charset="0"/>
              </a:rPr>
              <a:t>, meaning the pointer does not point to any address.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EC5ECD-46B2-6635-53C6-61A802774D71}"/>
              </a:ext>
            </a:extLst>
          </p:cNvPr>
          <p:cNvSpPr txBox="1"/>
          <p:nvPr/>
        </p:nvSpPr>
        <p:spPr>
          <a:xfrm>
            <a:off x="974035" y="4944096"/>
            <a:ext cx="3230217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Note</a:t>
            </a:r>
            <a:r>
              <a:rPr lang="en-US" dirty="0">
                <a:cs typeface="Consolas" panose="020B0609020204030204" pitchFamily="49" charset="0"/>
              </a:rPr>
              <a:t>: Older versions of C++ use 0 instead of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dirty="0">
                <a:cs typeface="Consolas" panose="020B0609020204030204" pitchFamily="49" charset="0"/>
              </a:rPr>
              <a:t>. You should use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dirty="0">
                <a:cs typeface="Consolas" panose="020B0609020204030204" pitchFamily="49" charset="0"/>
              </a:rPr>
              <a:t>: it’s intent is clearer than writing 0.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2DBF852-5BD7-CAAB-0E79-F153EE45C4AE}"/>
              </a:ext>
            </a:extLst>
          </p:cNvPr>
          <p:cNvGrpSpPr/>
          <p:nvPr/>
        </p:nvGrpSpPr>
        <p:grpSpPr>
          <a:xfrm rot="16200000">
            <a:off x="8398564" y="2112582"/>
            <a:ext cx="248479" cy="129209"/>
            <a:chOff x="7504043" y="1997765"/>
            <a:chExt cx="689114" cy="29971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EA61B99-A25D-D130-A2EB-0D626A85D014}"/>
                </a:ext>
              </a:extLst>
            </p:cNvPr>
            <p:cNvCxnSpPr>
              <a:cxnSpLocks/>
            </p:cNvCxnSpPr>
            <p:nvPr/>
          </p:nvCxnSpPr>
          <p:spPr>
            <a:xfrm>
              <a:off x="7504043" y="1997765"/>
              <a:ext cx="68911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5AAA4E2-9658-ED0C-E9E9-E69B6E1F5925}"/>
                </a:ext>
              </a:extLst>
            </p:cNvPr>
            <p:cNvCxnSpPr>
              <a:cxnSpLocks/>
            </p:cNvCxnSpPr>
            <p:nvPr/>
          </p:nvCxnSpPr>
          <p:spPr>
            <a:xfrm>
              <a:off x="7596809" y="2147622"/>
              <a:ext cx="50358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C22CC1C-BD61-5CB7-87D8-DA8AA1619BB1}"/>
                </a:ext>
              </a:extLst>
            </p:cNvPr>
            <p:cNvCxnSpPr>
              <a:cxnSpLocks/>
            </p:cNvCxnSpPr>
            <p:nvPr/>
          </p:nvCxnSpPr>
          <p:spPr>
            <a:xfrm>
              <a:off x="7689574" y="2297479"/>
              <a:ext cx="31805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ABD4700-322A-A1A3-00F6-ED078355E9E0}"/>
              </a:ext>
            </a:extLst>
          </p:cNvPr>
          <p:cNvSpPr txBox="1"/>
          <p:nvPr/>
        </p:nvSpPr>
        <p:spPr>
          <a:xfrm>
            <a:off x="6530009" y="179898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00A82B-0558-0D7A-6C6A-B6777F0C934E}"/>
              </a:ext>
            </a:extLst>
          </p:cNvPr>
          <p:cNvCxnSpPr>
            <a:stCxn id="17" idx="3"/>
          </p:cNvCxnSpPr>
          <p:nvPr/>
        </p:nvCxnSpPr>
        <p:spPr>
          <a:xfrm>
            <a:off x="6884593" y="2029816"/>
            <a:ext cx="1573606" cy="1473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978DD78-C4A4-A79E-D2C5-A00294C4B9B7}"/>
              </a:ext>
            </a:extLst>
          </p:cNvPr>
          <p:cNvGrpSpPr/>
          <p:nvPr/>
        </p:nvGrpSpPr>
        <p:grpSpPr>
          <a:xfrm rot="16200000">
            <a:off x="8398564" y="3032466"/>
            <a:ext cx="248479" cy="129209"/>
            <a:chOff x="7504043" y="1997765"/>
            <a:chExt cx="689114" cy="299714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69DB99C-9343-E937-7618-29DAAEADC792}"/>
                </a:ext>
              </a:extLst>
            </p:cNvPr>
            <p:cNvCxnSpPr>
              <a:cxnSpLocks/>
            </p:cNvCxnSpPr>
            <p:nvPr/>
          </p:nvCxnSpPr>
          <p:spPr>
            <a:xfrm>
              <a:off x="7504043" y="1997765"/>
              <a:ext cx="68911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7B24263-EDD3-28A5-0F5A-DAE258F407D7}"/>
                </a:ext>
              </a:extLst>
            </p:cNvPr>
            <p:cNvCxnSpPr>
              <a:cxnSpLocks/>
            </p:cNvCxnSpPr>
            <p:nvPr/>
          </p:nvCxnSpPr>
          <p:spPr>
            <a:xfrm>
              <a:off x="7596809" y="2147622"/>
              <a:ext cx="50358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0D8CADC-C88B-197E-76E4-99275C985BAC}"/>
                </a:ext>
              </a:extLst>
            </p:cNvPr>
            <p:cNvCxnSpPr>
              <a:cxnSpLocks/>
            </p:cNvCxnSpPr>
            <p:nvPr/>
          </p:nvCxnSpPr>
          <p:spPr>
            <a:xfrm>
              <a:off x="7689574" y="2297479"/>
              <a:ext cx="31805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D40543C-283F-0494-1CB5-CA2CA6AFF9DD}"/>
              </a:ext>
            </a:extLst>
          </p:cNvPr>
          <p:cNvSpPr txBox="1"/>
          <p:nvPr/>
        </p:nvSpPr>
        <p:spPr>
          <a:xfrm>
            <a:off x="6530009" y="271886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E7F00A1-1166-44EF-DB85-6D51CD1DBD90}"/>
              </a:ext>
            </a:extLst>
          </p:cNvPr>
          <p:cNvCxnSpPr>
            <a:stCxn id="24" idx="3"/>
          </p:cNvCxnSpPr>
          <p:nvPr/>
        </p:nvCxnSpPr>
        <p:spPr>
          <a:xfrm>
            <a:off x="6884593" y="2949700"/>
            <a:ext cx="1573606" cy="1473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E24A9E9-9E6B-A7CB-A4C2-3F70F42BF6A1}"/>
              </a:ext>
            </a:extLst>
          </p:cNvPr>
          <p:cNvGrpSpPr/>
          <p:nvPr/>
        </p:nvGrpSpPr>
        <p:grpSpPr>
          <a:xfrm rot="16200000">
            <a:off x="8463168" y="3952350"/>
            <a:ext cx="248479" cy="129209"/>
            <a:chOff x="7504043" y="1997765"/>
            <a:chExt cx="689114" cy="299714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66D5533-3EDC-F6DE-7965-B959C111F433}"/>
                </a:ext>
              </a:extLst>
            </p:cNvPr>
            <p:cNvCxnSpPr>
              <a:cxnSpLocks/>
            </p:cNvCxnSpPr>
            <p:nvPr/>
          </p:nvCxnSpPr>
          <p:spPr>
            <a:xfrm>
              <a:off x="7504043" y="1997765"/>
              <a:ext cx="68911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C0850DB-5FC8-8CEE-C561-135F932F190C}"/>
                </a:ext>
              </a:extLst>
            </p:cNvPr>
            <p:cNvCxnSpPr>
              <a:cxnSpLocks/>
            </p:cNvCxnSpPr>
            <p:nvPr/>
          </p:nvCxnSpPr>
          <p:spPr>
            <a:xfrm>
              <a:off x="7596809" y="2147622"/>
              <a:ext cx="50358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CDF3CC7-9CDF-1C5F-A236-6139E67557F9}"/>
                </a:ext>
              </a:extLst>
            </p:cNvPr>
            <p:cNvCxnSpPr>
              <a:cxnSpLocks/>
            </p:cNvCxnSpPr>
            <p:nvPr/>
          </p:nvCxnSpPr>
          <p:spPr>
            <a:xfrm>
              <a:off x="7689574" y="2297479"/>
              <a:ext cx="31805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E0F6E10-104F-EAA5-0D0B-96933251738D}"/>
              </a:ext>
            </a:extLst>
          </p:cNvPr>
          <p:cNvSpPr txBox="1"/>
          <p:nvPr/>
        </p:nvSpPr>
        <p:spPr>
          <a:xfrm>
            <a:off x="6594613" y="3638751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87489DE-E0F1-40B3-E15E-1AF8746C83CB}"/>
              </a:ext>
            </a:extLst>
          </p:cNvPr>
          <p:cNvCxnSpPr>
            <a:stCxn id="30" idx="3"/>
          </p:cNvCxnSpPr>
          <p:nvPr/>
        </p:nvCxnSpPr>
        <p:spPr>
          <a:xfrm>
            <a:off x="6949197" y="3869584"/>
            <a:ext cx="1573606" cy="1473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DB4A75E-3A2A-F878-0C62-8FAF1A442ABF}"/>
              </a:ext>
            </a:extLst>
          </p:cNvPr>
          <p:cNvSpPr txBox="1"/>
          <p:nvPr/>
        </p:nvSpPr>
        <p:spPr>
          <a:xfrm>
            <a:off x="8123583" y="433689"/>
            <a:ext cx="3230217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This is the “ground” symbol from electronics. In computer since, it means a null pointer.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07B004E-7844-F73F-A4E2-1360A28E437C}"/>
              </a:ext>
            </a:extLst>
          </p:cNvPr>
          <p:cNvCxnSpPr>
            <a:stCxn id="32" idx="2"/>
          </p:cNvCxnSpPr>
          <p:nvPr/>
        </p:nvCxnSpPr>
        <p:spPr>
          <a:xfrm flipH="1">
            <a:off x="8587407" y="1357019"/>
            <a:ext cx="1151285" cy="695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126767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A96F0-906B-D305-94C2-A4F843B39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147EE-A791-FE60-5CFD-A12EB4C45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Pointers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680410-B84A-0A55-5DEF-C10CBB2DF887}"/>
              </a:ext>
            </a:extLst>
          </p:cNvPr>
          <p:cNvSpPr txBox="1"/>
          <p:nvPr/>
        </p:nvSpPr>
        <p:spPr>
          <a:xfrm>
            <a:off x="974035" y="3160644"/>
            <a:ext cx="35830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string* a =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char*   b =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double* c =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1F8B10-F7DA-0FAF-2305-7ED22C187A6A}"/>
              </a:ext>
            </a:extLst>
          </p:cNvPr>
          <p:cNvSpPr txBox="1"/>
          <p:nvPr/>
        </p:nvSpPr>
        <p:spPr>
          <a:xfrm>
            <a:off x="1073425" y="1690688"/>
            <a:ext cx="3230217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Any C++ pointer can be assigned the special value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dirty="0">
                <a:cs typeface="Consolas" panose="020B0609020204030204" pitchFamily="49" charset="0"/>
              </a:rPr>
              <a:t>, meaning the pointer does not point to any address.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66C623-191F-7D64-AED4-38AD5339E4F1}"/>
              </a:ext>
            </a:extLst>
          </p:cNvPr>
          <p:cNvSpPr txBox="1"/>
          <p:nvPr/>
        </p:nvSpPr>
        <p:spPr>
          <a:xfrm>
            <a:off x="974035" y="4944096"/>
            <a:ext cx="3230217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Note</a:t>
            </a:r>
            <a:r>
              <a:rPr lang="en-US" dirty="0">
                <a:cs typeface="Consolas" panose="020B0609020204030204" pitchFamily="49" charset="0"/>
              </a:rPr>
              <a:t>: Older versions of C++ use 0 instead of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dirty="0">
                <a:cs typeface="Consolas" panose="020B0609020204030204" pitchFamily="49" charset="0"/>
              </a:rPr>
              <a:t>. You should use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dirty="0">
                <a:cs typeface="Consolas" panose="020B0609020204030204" pitchFamily="49" charset="0"/>
              </a:rPr>
              <a:t>: it’s intent is clearer than writing 0.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6116F6A-5536-8D57-0AE0-476D2E568672}"/>
              </a:ext>
            </a:extLst>
          </p:cNvPr>
          <p:cNvGrpSpPr/>
          <p:nvPr/>
        </p:nvGrpSpPr>
        <p:grpSpPr>
          <a:xfrm rot="16200000">
            <a:off x="8398564" y="2112582"/>
            <a:ext cx="248479" cy="129209"/>
            <a:chOff x="7504043" y="1997765"/>
            <a:chExt cx="689114" cy="29971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7CB1135-F52F-4E79-76B8-3F9FC0A5F40A}"/>
                </a:ext>
              </a:extLst>
            </p:cNvPr>
            <p:cNvCxnSpPr>
              <a:cxnSpLocks/>
            </p:cNvCxnSpPr>
            <p:nvPr/>
          </p:nvCxnSpPr>
          <p:spPr>
            <a:xfrm>
              <a:off x="7504043" y="1997765"/>
              <a:ext cx="68911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7D8C400-5E88-7914-57A0-889E202F452A}"/>
                </a:ext>
              </a:extLst>
            </p:cNvPr>
            <p:cNvCxnSpPr>
              <a:cxnSpLocks/>
            </p:cNvCxnSpPr>
            <p:nvPr/>
          </p:nvCxnSpPr>
          <p:spPr>
            <a:xfrm>
              <a:off x="7596809" y="2147622"/>
              <a:ext cx="50358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5D3D511-9C62-4795-C497-92AA7C96C844}"/>
                </a:ext>
              </a:extLst>
            </p:cNvPr>
            <p:cNvCxnSpPr>
              <a:cxnSpLocks/>
            </p:cNvCxnSpPr>
            <p:nvPr/>
          </p:nvCxnSpPr>
          <p:spPr>
            <a:xfrm>
              <a:off x="7689574" y="2297479"/>
              <a:ext cx="31805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F7772FB-3AEC-056C-41DF-1900F76C9AAF}"/>
              </a:ext>
            </a:extLst>
          </p:cNvPr>
          <p:cNvSpPr txBox="1"/>
          <p:nvPr/>
        </p:nvSpPr>
        <p:spPr>
          <a:xfrm>
            <a:off x="6530009" y="179898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1499AA9-FDB1-FD50-5745-3CD34377461B}"/>
              </a:ext>
            </a:extLst>
          </p:cNvPr>
          <p:cNvCxnSpPr>
            <a:stCxn id="17" idx="3"/>
          </p:cNvCxnSpPr>
          <p:nvPr/>
        </p:nvCxnSpPr>
        <p:spPr>
          <a:xfrm>
            <a:off x="6884593" y="2029816"/>
            <a:ext cx="1573606" cy="1473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1CDEF35-3913-8B6F-A336-61AF438F20D6}"/>
              </a:ext>
            </a:extLst>
          </p:cNvPr>
          <p:cNvGrpSpPr/>
          <p:nvPr/>
        </p:nvGrpSpPr>
        <p:grpSpPr>
          <a:xfrm rot="16200000">
            <a:off x="8398564" y="3032466"/>
            <a:ext cx="248479" cy="129209"/>
            <a:chOff x="7504043" y="1997765"/>
            <a:chExt cx="689114" cy="299714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A654B3F-D7E5-24DD-780C-6CFE636991DC}"/>
                </a:ext>
              </a:extLst>
            </p:cNvPr>
            <p:cNvCxnSpPr>
              <a:cxnSpLocks/>
            </p:cNvCxnSpPr>
            <p:nvPr/>
          </p:nvCxnSpPr>
          <p:spPr>
            <a:xfrm>
              <a:off x="7504043" y="1997765"/>
              <a:ext cx="68911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51A1AFD-BD7F-A19F-C96B-4BD2D212B4FA}"/>
                </a:ext>
              </a:extLst>
            </p:cNvPr>
            <p:cNvCxnSpPr>
              <a:cxnSpLocks/>
            </p:cNvCxnSpPr>
            <p:nvPr/>
          </p:nvCxnSpPr>
          <p:spPr>
            <a:xfrm>
              <a:off x="7596809" y="2147622"/>
              <a:ext cx="50358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CD8BEB8-2ED5-743A-84D7-0B0788E4834D}"/>
                </a:ext>
              </a:extLst>
            </p:cNvPr>
            <p:cNvCxnSpPr>
              <a:cxnSpLocks/>
            </p:cNvCxnSpPr>
            <p:nvPr/>
          </p:nvCxnSpPr>
          <p:spPr>
            <a:xfrm>
              <a:off x="7689574" y="2297479"/>
              <a:ext cx="31805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BFE5CDE-8F63-74B1-DEAA-353F6034F3D5}"/>
              </a:ext>
            </a:extLst>
          </p:cNvPr>
          <p:cNvSpPr txBox="1"/>
          <p:nvPr/>
        </p:nvSpPr>
        <p:spPr>
          <a:xfrm>
            <a:off x="6530009" y="271886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ACC9351-4CC7-DBF8-2734-315139270FAA}"/>
              </a:ext>
            </a:extLst>
          </p:cNvPr>
          <p:cNvCxnSpPr>
            <a:stCxn id="24" idx="3"/>
          </p:cNvCxnSpPr>
          <p:nvPr/>
        </p:nvCxnSpPr>
        <p:spPr>
          <a:xfrm>
            <a:off x="6884593" y="2949700"/>
            <a:ext cx="1573606" cy="1473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7D2E428-E1C8-CFD9-0E69-0798D4D97C64}"/>
              </a:ext>
            </a:extLst>
          </p:cNvPr>
          <p:cNvGrpSpPr/>
          <p:nvPr/>
        </p:nvGrpSpPr>
        <p:grpSpPr>
          <a:xfrm rot="16200000">
            <a:off x="8463168" y="3952350"/>
            <a:ext cx="248479" cy="129209"/>
            <a:chOff x="7504043" y="1997765"/>
            <a:chExt cx="689114" cy="299714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4566447-7238-5A11-1FE4-19DDD4412CDA}"/>
                </a:ext>
              </a:extLst>
            </p:cNvPr>
            <p:cNvCxnSpPr>
              <a:cxnSpLocks/>
            </p:cNvCxnSpPr>
            <p:nvPr/>
          </p:nvCxnSpPr>
          <p:spPr>
            <a:xfrm>
              <a:off x="7504043" y="1997765"/>
              <a:ext cx="68911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9461E4D-0563-86F4-D7BF-0323CC5BFE8C}"/>
                </a:ext>
              </a:extLst>
            </p:cNvPr>
            <p:cNvCxnSpPr>
              <a:cxnSpLocks/>
            </p:cNvCxnSpPr>
            <p:nvPr/>
          </p:nvCxnSpPr>
          <p:spPr>
            <a:xfrm>
              <a:off x="7596809" y="2147622"/>
              <a:ext cx="50358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331C885-B4A0-C6E0-1198-294132524965}"/>
                </a:ext>
              </a:extLst>
            </p:cNvPr>
            <p:cNvCxnSpPr>
              <a:cxnSpLocks/>
            </p:cNvCxnSpPr>
            <p:nvPr/>
          </p:nvCxnSpPr>
          <p:spPr>
            <a:xfrm>
              <a:off x="7689574" y="2297479"/>
              <a:ext cx="31805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7973C10-2A9B-E8AC-1A8B-A8DBA3D4DC45}"/>
              </a:ext>
            </a:extLst>
          </p:cNvPr>
          <p:cNvSpPr txBox="1"/>
          <p:nvPr/>
        </p:nvSpPr>
        <p:spPr>
          <a:xfrm>
            <a:off x="6594613" y="3638751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97BF310-3C17-9D51-9829-ABBD6AB8E96B}"/>
              </a:ext>
            </a:extLst>
          </p:cNvPr>
          <p:cNvCxnSpPr>
            <a:stCxn id="30" idx="3"/>
          </p:cNvCxnSpPr>
          <p:nvPr/>
        </p:nvCxnSpPr>
        <p:spPr>
          <a:xfrm>
            <a:off x="6949197" y="3869584"/>
            <a:ext cx="1573606" cy="1473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C4D315B-4493-9BCC-E12E-1E03160588A2}"/>
              </a:ext>
            </a:extLst>
          </p:cNvPr>
          <p:cNvSpPr txBox="1"/>
          <p:nvPr/>
        </p:nvSpPr>
        <p:spPr>
          <a:xfrm>
            <a:off x="8123583" y="433689"/>
            <a:ext cx="3230217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This is the “ground” symbol from electronics. In computer since, it means a null pointer.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854D02E-5D3A-D2A3-6DD7-781E3A083E3F}"/>
              </a:ext>
            </a:extLst>
          </p:cNvPr>
          <p:cNvCxnSpPr>
            <a:stCxn id="32" idx="2"/>
          </p:cNvCxnSpPr>
          <p:nvPr/>
        </p:nvCxnSpPr>
        <p:spPr>
          <a:xfrm flipH="1">
            <a:off x="8587407" y="1357019"/>
            <a:ext cx="1151285" cy="695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262BBFB-8B8A-11D0-1415-332A5C7E46C2}"/>
              </a:ext>
            </a:extLst>
          </p:cNvPr>
          <p:cNvSpPr txBox="1"/>
          <p:nvPr/>
        </p:nvSpPr>
        <p:spPr>
          <a:xfrm>
            <a:off x="5830081" y="4970287"/>
            <a:ext cx="2828108" cy="1200329"/>
          </a:xfrm>
          <a:prstGeom prst="rect">
            <a:avLst/>
          </a:prstGeom>
          <a:solidFill>
            <a:schemeClr val="accent2">
              <a:lumMod val="40000"/>
              <a:lumOff val="60000"/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Important</a:t>
            </a:r>
          </a:p>
          <a:p>
            <a:pPr algn="ctr"/>
            <a:r>
              <a:rPr lang="en-US" b="1" dirty="0">
                <a:cs typeface="Consolas" panose="020B0609020204030204" pitchFamily="49" charset="0"/>
              </a:rPr>
              <a:t>Never</a:t>
            </a:r>
            <a:r>
              <a:rPr lang="en-US" dirty="0">
                <a:cs typeface="Consolas" panose="020B0609020204030204" pitchFamily="49" charset="0"/>
              </a:rPr>
              <a:t> de-reference a null pointer, e.g.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*a</a:t>
            </a:r>
            <a:r>
              <a:rPr lang="en-US" dirty="0">
                <a:cs typeface="Consolas" panose="020B0609020204030204" pitchFamily="49" charset="0"/>
              </a:rPr>
              <a:t> is an error if 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 ==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7A1590-390E-008C-1BEE-A36CD0785F72}"/>
                  </a:ext>
                </a:extLst>
              </p14:cNvPr>
              <p14:cNvContentPartPr/>
              <p14:nvPr/>
            </p14:nvContentPartPr>
            <p14:xfrm>
              <a:off x="7042320" y="5873760"/>
              <a:ext cx="336600" cy="259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7A1590-390E-008C-1BEE-A36CD0785F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32960" y="5864400"/>
                <a:ext cx="355320" cy="4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117810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8B3D7-70C0-6450-053E-5EA864B5A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B445C-F5CE-73C9-E2C2-9D3A2CC2F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09052" cy="1325563"/>
          </a:xfrm>
        </p:spPr>
        <p:txBody>
          <a:bodyPr/>
          <a:lstStyle/>
          <a:p>
            <a:r>
              <a:rPr lang="en-US" dirty="0"/>
              <a:t>Pointers to structs (and classes)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B5D2EE-29A7-158C-648B-F2321B9F6DAB}"/>
              </a:ext>
            </a:extLst>
          </p:cNvPr>
          <p:cNvSpPr txBox="1"/>
          <p:nvPr/>
        </p:nvSpPr>
        <p:spPr>
          <a:xfrm>
            <a:off x="705678" y="1441173"/>
            <a:ext cx="477246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Point* p = new Point{3, 1};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delete p;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A22D31-75C7-D982-6E7F-AECA1A6DB2F2}"/>
              </a:ext>
            </a:extLst>
          </p:cNvPr>
          <p:cNvSpPr txBox="1"/>
          <p:nvPr/>
        </p:nvSpPr>
        <p:spPr>
          <a:xfrm>
            <a:off x="6778487" y="384485"/>
            <a:ext cx="1195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EE66D9-294C-9118-7B78-D3B88D8E7ABF}"/>
              </a:ext>
            </a:extLst>
          </p:cNvPr>
          <p:cNvSpPr txBox="1"/>
          <p:nvPr/>
        </p:nvSpPr>
        <p:spPr>
          <a:xfrm>
            <a:off x="9283148" y="387626"/>
            <a:ext cx="1194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233A0D-8E9B-0230-584C-4E2C08F9166C}"/>
              </a:ext>
            </a:extLst>
          </p:cNvPr>
          <p:cNvSpPr txBox="1"/>
          <p:nvPr/>
        </p:nvSpPr>
        <p:spPr>
          <a:xfrm>
            <a:off x="7076661" y="1094730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AB8E69-19D8-8B1E-A318-B5C8FC842E61}"/>
              </a:ext>
            </a:extLst>
          </p:cNvPr>
          <p:cNvSpPr txBox="1"/>
          <p:nvPr/>
        </p:nvSpPr>
        <p:spPr>
          <a:xfrm>
            <a:off x="9448321" y="1025674"/>
            <a:ext cx="864339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x: 3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y: 1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4F03F55-D09F-AD32-D82E-F89101AE159E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434451" y="1325563"/>
            <a:ext cx="2013870" cy="115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D38E734-36D2-8DEA-2A94-FD7D0AE47B39}"/>
              </a:ext>
            </a:extLst>
          </p:cNvPr>
          <p:cNvSpPr/>
          <p:nvPr/>
        </p:nvSpPr>
        <p:spPr>
          <a:xfrm>
            <a:off x="705679" y="1383368"/>
            <a:ext cx="4772460" cy="5448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BA752D-37D9-6080-7752-168D3A502C3B}"/>
              </a:ext>
            </a:extLst>
          </p:cNvPr>
          <p:cNvSpPr txBox="1"/>
          <p:nvPr/>
        </p:nvSpPr>
        <p:spPr>
          <a:xfrm>
            <a:off x="6096001" y="2009778"/>
            <a:ext cx="299830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This creates a new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en-US" dirty="0">
                <a:cs typeface="Consolas" panose="020B0609020204030204" pitchFamily="49" charset="0"/>
              </a:rPr>
              <a:t> object on the free store.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F732505-F106-2152-EE1F-3243AE9CDB8D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5478138" y="1928191"/>
            <a:ext cx="617863" cy="4047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BE7C434-50BA-6656-F653-1AC66558FB86}"/>
              </a:ext>
            </a:extLst>
          </p:cNvPr>
          <p:cNvSpPr txBox="1"/>
          <p:nvPr/>
        </p:nvSpPr>
        <p:spPr>
          <a:xfrm>
            <a:off x="9448321" y="1873743"/>
            <a:ext cx="864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D822AF2-4ABF-D71E-876D-DFE83F4186F2}"/>
                  </a:ext>
                </a:extLst>
              </p14:cNvPr>
              <p14:cNvContentPartPr/>
              <p14:nvPr/>
            </p14:nvContentPartPr>
            <p14:xfrm>
              <a:off x="698400" y="882720"/>
              <a:ext cx="9748080" cy="57409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D822AF2-4ABF-D71E-876D-DFE83F4186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9040" y="873360"/>
                <a:ext cx="9766800" cy="575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680046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41983-1593-2BFA-47BA-721A254FF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38CE-50F2-DD07-812A-6483A46C5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09052" cy="1325563"/>
          </a:xfrm>
        </p:spPr>
        <p:txBody>
          <a:bodyPr/>
          <a:lstStyle/>
          <a:p>
            <a:r>
              <a:rPr lang="en-US" dirty="0"/>
              <a:t>Pointers to structs (and classes)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3EF31B-BED6-96BF-6CAD-7A689541C9A1}"/>
              </a:ext>
            </a:extLst>
          </p:cNvPr>
          <p:cNvSpPr txBox="1"/>
          <p:nvPr/>
        </p:nvSpPr>
        <p:spPr>
          <a:xfrm>
            <a:off x="705678" y="1441173"/>
            <a:ext cx="477246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Point* p = new Point{3, 1};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delete p;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BB37F3-6F16-BF9B-9CDD-E91E4FB42FB6}"/>
              </a:ext>
            </a:extLst>
          </p:cNvPr>
          <p:cNvSpPr txBox="1"/>
          <p:nvPr/>
        </p:nvSpPr>
        <p:spPr>
          <a:xfrm>
            <a:off x="6778487" y="384485"/>
            <a:ext cx="1195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E5E0B8-F387-6F0C-BF62-03ACD2BE080D}"/>
              </a:ext>
            </a:extLst>
          </p:cNvPr>
          <p:cNvSpPr txBox="1"/>
          <p:nvPr/>
        </p:nvSpPr>
        <p:spPr>
          <a:xfrm>
            <a:off x="9283148" y="387626"/>
            <a:ext cx="1194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70D360-6A26-4D8C-F1FF-B97C6D512237}"/>
              </a:ext>
            </a:extLst>
          </p:cNvPr>
          <p:cNvSpPr txBox="1"/>
          <p:nvPr/>
        </p:nvSpPr>
        <p:spPr>
          <a:xfrm>
            <a:off x="7076661" y="1094730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77B722-E375-4739-F824-86EEBBA66963}"/>
              </a:ext>
            </a:extLst>
          </p:cNvPr>
          <p:cNvSpPr txBox="1"/>
          <p:nvPr/>
        </p:nvSpPr>
        <p:spPr>
          <a:xfrm>
            <a:off x="9448321" y="1025674"/>
            <a:ext cx="864339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x: 3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y: 1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A83D783-B5DC-E6BF-69B7-91A60BED526A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434451" y="1325563"/>
            <a:ext cx="2013870" cy="115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306E17A-44D2-0E79-CC91-0A1AE9E2EB31}"/>
              </a:ext>
            </a:extLst>
          </p:cNvPr>
          <p:cNvSpPr/>
          <p:nvPr/>
        </p:nvSpPr>
        <p:spPr>
          <a:xfrm>
            <a:off x="705678" y="6159329"/>
            <a:ext cx="1789044" cy="5448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D3B618-ABC7-618C-1ACB-DBF2C255993C}"/>
              </a:ext>
            </a:extLst>
          </p:cNvPr>
          <p:cNvSpPr txBox="1"/>
          <p:nvPr/>
        </p:nvSpPr>
        <p:spPr>
          <a:xfrm>
            <a:off x="3511826" y="5269813"/>
            <a:ext cx="258417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Every call to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should have a matching call to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delete</a:t>
            </a:r>
            <a:r>
              <a:rPr lang="en-US" dirty="0">
                <a:cs typeface="Consolas" panose="020B0609020204030204" pitchFamily="49" charset="0"/>
              </a:rPr>
              <a:t>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8BD7A59-A4E9-E9B4-1129-BACDE3792C91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2494722" y="5731478"/>
            <a:ext cx="1017104" cy="4278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22870AA-DFB5-1463-CE10-9FF5251E62A8}"/>
              </a:ext>
            </a:extLst>
          </p:cNvPr>
          <p:cNvSpPr txBox="1"/>
          <p:nvPr/>
        </p:nvSpPr>
        <p:spPr>
          <a:xfrm>
            <a:off x="9448321" y="1873743"/>
            <a:ext cx="864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</a:p>
        </p:txBody>
      </p:sp>
    </p:spTree>
    <p:extLst>
      <p:ext uri="{BB962C8B-B14F-4D97-AF65-F5344CB8AC3E}">
        <p14:creationId xmlns:p14="http://schemas.microsoft.com/office/powerpoint/2010/main" val="80281464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B97C3-7F86-23D7-1136-CC848BDFB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81E27-712D-5FA5-DA8D-C7F64A778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09052" cy="1325563"/>
          </a:xfrm>
        </p:spPr>
        <p:txBody>
          <a:bodyPr/>
          <a:lstStyle/>
          <a:p>
            <a:r>
              <a:rPr lang="en-US" dirty="0"/>
              <a:t>Pointers to structs (and classes)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71E60C-FFC8-DE14-AA56-44CD423E26C6}"/>
              </a:ext>
            </a:extLst>
          </p:cNvPr>
          <p:cNvSpPr txBox="1"/>
          <p:nvPr/>
        </p:nvSpPr>
        <p:spPr>
          <a:xfrm>
            <a:off x="705678" y="1441173"/>
            <a:ext cx="477246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Point* p = new Point{3, 1};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"x: " &lt;&lt; (*p).x;</a:t>
            </a:r>
          </a:p>
          <a:p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"y: " &lt;&lt; (*p).y;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delete p;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612679-F175-A7D3-D385-E1F8A17233BA}"/>
              </a:ext>
            </a:extLst>
          </p:cNvPr>
          <p:cNvSpPr txBox="1"/>
          <p:nvPr/>
        </p:nvSpPr>
        <p:spPr>
          <a:xfrm>
            <a:off x="6778487" y="384485"/>
            <a:ext cx="1195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C7542C-C27D-0F52-0E14-E3FE2792CD5E}"/>
              </a:ext>
            </a:extLst>
          </p:cNvPr>
          <p:cNvSpPr txBox="1"/>
          <p:nvPr/>
        </p:nvSpPr>
        <p:spPr>
          <a:xfrm>
            <a:off x="9283148" y="387626"/>
            <a:ext cx="1194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51A8D7-C123-11B0-3182-F967F8236C23}"/>
              </a:ext>
            </a:extLst>
          </p:cNvPr>
          <p:cNvSpPr txBox="1"/>
          <p:nvPr/>
        </p:nvSpPr>
        <p:spPr>
          <a:xfrm>
            <a:off x="7076661" y="1094730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A8031E-AD24-AAEC-D79A-9381492509D5}"/>
              </a:ext>
            </a:extLst>
          </p:cNvPr>
          <p:cNvSpPr txBox="1"/>
          <p:nvPr/>
        </p:nvSpPr>
        <p:spPr>
          <a:xfrm>
            <a:off x="9448321" y="1025674"/>
            <a:ext cx="864339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x: 3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y: 1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55B7F24-CEBA-2214-CB92-B101EA74408E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434451" y="1325563"/>
            <a:ext cx="2013870" cy="115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783132C-DE09-CAC1-BC6B-E811021DB73C}"/>
              </a:ext>
            </a:extLst>
          </p:cNvPr>
          <p:cNvSpPr/>
          <p:nvPr/>
        </p:nvSpPr>
        <p:spPr>
          <a:xfrm>
            <a:off x="3637721" y="2222115"/>
            <a:ext cx="1063487" cy="7596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BE0FAE-2259-4D93-2652-58532FCD8D32}"/>
              </a:ext>
            </a:extLst>
          </p:cNvPr>
          <p:cNvSpPr txBox="1"/>
          <p:nvPr/>
        </p:nvSpPr>
        <p:spPr>
          <a:xfrm>
            <a:off x="5935299" y="2335408"/>
            <a:ext cx="2998304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To access values in the object, first de-reference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, i.e. write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  <a:r>
              <a:rPr lang="en-US" dirty="0">
                <a:cs typeface="Consolas" panose="020B0609020204030204" pitchFamily="49" charset="0"/>
              </a:rPr>
              <a:t>, and then use dot-notation.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A0C6BB7-8A05-54C7-996C-828D1A778E06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 flipV="1">
            <a:off x="4701208" y="2601927"/>
            <a:ext cx="1234091" cy="3336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962A18D-FE6A-2FD5-B1B0-C4D2F97CBB27}"/>
              </a:ext>
            </a:extLst>
          </p:cNvPr>
          <p:cNvSpPr txBox="1"/>
          <p:nvPr/>
        </p:nvSpPr>
        <p:spPr>
          <a:xfrm>
            <a:off x="9448321" y="1873743"/>
            <a:ext cx="864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D715D2-F72C-21D8-A61D-DDF3F7A6C9B4}"/>
              </a:ext>
            </a:extLst>
          </p:cNvPr>
          <p:cNvSpPr txBox="1"/>
          <p:nvPr/>
        </p:nvSpPr>
        <p:spPr>
          <a:xfrm>
            <a:off x="2791237" y="3549493"/>
            <a:ext cx="2438401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Brackets are necessary around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  <a:r>
              <a:rPr lang="en-US" dirty="0">
                <a:cs typeface="Consolas" panose="020B0609020204030204" pitchFamily="49" charset="0"/>
              </a:rPr>
              <a:t> to make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dirty="0">
                <a:cs typeface="Consolas" panose="020B0609020204030204" pitchFamily="49" charset="0"/>
              </a:rPr>
              <a:t> apply first.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9B1A455-29D4-461A-EBD9-576366647722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3776870" y="2958656"/>
            <a:ext cx="233568" cy="590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EAF41CC-DF2A-2242-3B78-083E7EE629E4}"/>
              </a:ext>
            </a:extLst>
          </p:cNvPr>
          <p:cNvCxnSpPr>
            <a:cxnSpLocks/>
          </p:cNvCxnSpPr>
          <p:nvPr/>
        </p:nvCxnSpPr>
        <p:spPr>
          <a:xfrm flipV="1">
            <a:off x="4010438" y="2935572"/>
            <a:ext cx="159025" cy="600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86ED8B3-99FF-0D61-97A7-7640E8BE012F}"/>
                  </a:ext>
                </a:extLst>
              </p14:cNvPr>
              <p14:cNvContentPartPr/>
              <p14:nvPr/>
            </p14:nvContentPartPr>
            <p14:xfrm>
              <a:off x="3727440" y="2381400"/>
              <a:ext cx="6420240" cy="2732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86ED8B3-99FF-0D61-97A7-7640E8BE012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18080" y="2372040"/>
                <a:ext cx="6438960" cy="29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617864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90BA5-DAE1-85E9-074F-AF1BF9B3F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08132-4879-041D-6484-F9BC9DF39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09052" cy="1325563"/>
          </a:xfrm>
        </p:spPr>
        <p:txBody>
          <a:bodyPr/>
          <a:lstStyle/>
          <a:p>
            <a:r>
              <a:rPr lang="en-US" dirty="0"/>
              <a:t>Pointers to structs (and classes)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76D7FC-BC12-5515-B96B-8A758382F207}"/>
              </a:ext>
            </a:extLst>
          </p:cNvPr>
          <p:cNvSpPr txBox="1"/>
          <p:nvPr/>
        </p:nvSpPr>
        <p:spPr>
          <a:xfrm>
            <a:off x="705678" y="1441173"/>
            <a:ext cx="477246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Point* p = new Point{3, 1};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"x: " &lt;&lt; (*p).x;</a:t>
            </a:r>
          </a:p>
          <a:p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"y: " &lt;&lt; (*p).y;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"x: " &lt;&lt; p-&gt;x;</a:t>
            </a:r>
          </a:p>
          <a:p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"y: " &lt;&lt; p-&gt;y;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delete p;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682034-0045-B1E7-1E71-CA68842D5363}"/>
              </a:ext>
            </a:extLst>
          </p:cNvPr>
          <p:cNvSpPr txBox="1"/>
          <p:nvPr/>
        </p:nvSpPr>
        <p:spPr>
          <a:xfrm>
            <a:off x="6778487" y="384485"/>
            <a:ext cx="1195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11E66F-08D5-C6C8-DDCA-2E6E3D139A22}"/>
              </a:ext>
            </a:extLst>
          </p:cNvPr>
          <p:cNvSpPr txBox="1"/>
          <p:nvPr/>
        </p:nvSpPr>
        <p:spPr>
          <a:xfrm>
            <a:off x="9283148" y="387626"/>
            <a:ext cx="1194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61B9E0-679B-E8C6-C786-65C793013188}"/>
              </a:ext>
            </a:extLst>
          </p:cNvPr>
          <p:cNvSpPr txBox="1"/>
          <p:nvPr/>
        </p:nvSpPr>
        <p:spPr>
          <a:xfrm>
            <a:off x="7076661" y="1094730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5B9D73-AFF0-0900-A56E-8FCEFB7050FF}"/>
              </a:ext>
            </a:extLst>
          </p:cNvPr>
          <p:cNvSpPr txBox="1"/>
          <p:nvPr/>
        </p:nvSpPr>
        <p:spPr>
          <a:xfrm>
            <a:off x="9448321" y="1025674"/>
            <a:ext cx="1374094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x: 3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p-&gt;x</a:t>
            </a:r>
          </a:p>
          <a:p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y: 1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p-&gt;y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E08F79E-24C9-A4FF-B825-62F4A316B182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434451" y="1325563"/>
            <a:ext cx="2013870" cy="6696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5237CF4-4455-AC0E-C8A3-4DBB890BDAC5}"/>
              </a:ext>
            </a:extLst>
          </p:cNvPr>
          <p:cNvSpPr/>
          <p:nvPr/>
        </p:nvSpPr>
        <p:spPr>
          <a:xfrm>
            <a:off x="3597966" y="3316493"/>
            <a:ext cx="775252" cy="8082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0CA783-BE75-992A-66D4-B43F20DA60DA}"/>
              </a:ext>
            </a:extLst>
          </p:cNvPr>
          <p:cNvSpPr txBox="1"/>
          <p:nvPr/>
        </p:nvSpPr>
        <p:spPr>
          <a:xfrm>
            <a:off x="5766354" y="3397450"/>
            <a:ext cx="299830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Pointers to structs often use this shorthand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en-US" dirty="0">
                <a:cs typeface="Consolas" panose="020B0609020204030204" pitchFamily="49" charset="0"/>
              </a:rPr>
              <a:t> notation.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A969B38-F117-44AE-40D8-FDBCEE7D7AFF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>
            <a:off x="4373218" y="3720616"/>
            <a:ext cx="13931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AA79DAD-11A2-2D87-83F2-78CE3DC9BE8B}"/>
              </a:ext>
            </a:extLst>
          </p:cNvPr>
          <p:cNvSpPr txBox="1"/>
          <p:nvPr/>
        </p:nvSpPr>
        <p:spPr>
          <a:xfrm>
            <a:off x="9448321" y="2987748"/>
            <a:ext cx="1374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2DF6F26-A60D-ECA9-B7ED-A2BA85FD181C}"/>
                  </a:ext>
                </a:extLst>
              </p14:cNvPr>
              <p14:cNvContentPartPr/>
              <p14:nvPr/>
            </p14:nvContentPartPr>
            <p14:xfrm>
              <a:off x="3854520" y="1511280"/>
              <a:ext cx="6839280" cy="22039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2DF6F26-A60D-ECA9-B7ED-A2BA85FD18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45160" y="1501920"/>
                <a:ext cx="6858000" cy="222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457027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1FBC2-79EB-EB77-DB65-85055B2E9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BF664-9B90-3B70-400B-CF626F4F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09052" cy="1325563"/>
          </a:xfrm>
        </p:spPr>
        <p:txBody>
          <a:bodyPr/>
          <a:lstStyle/>
          <a:p>
            <a:r>
              <a:rPr lang="en-US" dirty="0"/>
              <a:t>Pointers to structs (and classes)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BA5DB6-7FBA-547C-AF28-72E0D410D799}"/>
              </a:ext>
            </a:extLst>
          </p:cNvPr>
          <p:cNvSpPr txBox="1"/>
          <p:nvPr/>
        </p:nvSpPr>
        <p:spPr>
          <a:xfrm>
            <a:off x="705678" y="1441173"/>
            <a:ext cx="477246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Point* p = new Point{3, 1};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"x: " &lt;&lt; (*p).x;</a:t>
            </a:r>
          </a:p>
          <a:p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"y: " &lt;&lt; (*p).y;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"x: " &lt;&lt; p-&gt;x;</a:t>
            </a:r>
          </a:p>
          <a:p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"y: " &lt;&lt; p-&gt;y;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p-&gt;x = 5;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p-&gt;y = 7;</a:t>
            </a:r>
          </a:p>
          <a:p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"x: " &lt;&lt; p-&gt;x;</a:t>
            </a:r>
          </a:p>
          <a:p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"y: " &lt;&lt; p-&gt;y;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delete p;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803720-6726-1FF5-742D-0596C6495AB2}"/>
              </a:ext>
            </a:extLst>
          </p:cNvPr>
          <p:cNvSpPr txBox="1"/>
          <p:nvPr/>
        </p:nvSpPr>
        <p:spPr>
          <a:xfrm>
            <a:off x="6778487" y="384485"/>
            <a:ext cx="1195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C5E688-D465-4F47-9BA9-644BF34A4ACB}"/>
              </a:ext>
            </a:extLst>
          </p:cNvPr>
          <p:cNvSpPr txBox="1"/>
          <p:nvPr/>
        </p:nvSpPr>
        <p:spPr>
          <a:xfrm>
            <a:off x="9283148" y="387626"/>
            <a:ext cx="1194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FDB503-0432-D4FA-3E53-3902640554C5}"/>
              </a:ext>
            </a:extLst>
          </p:cNvPr>
          <p:cNvSpPr/>
          <p:nvPr/>
        </p:nvSpPr>
        <p:spPr>
          <a:xfrm>
            <a:off x="705678" y="4404864"/>
            <a:ext cx="1649896" cy="7535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899063-E8CF-D372-B576-222F8ABC99E0}"/>
              </a:ext>
            </a:extLst>
          </p:cNvPr>
          <p:cNvSpPr txBox="1"/>
          <p:nvPr/>
        </p:nvSpPr>
        <p:spPr>
          <a:xfrm>
            <a:off x="4257252" y="4167334"/>
            <a:ext cx="299830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en-US" dirty="0">
                <a:cs typeface="Consolas" panose="020B0609020204030204" pitchFamily="49" charset="0"/>
              </a:rPr>
              <a:t> notation works like regular dot notation, but with pointers to structs.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2DBC8F-EEB3-0409-7CDC-45EB20DB2E7C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>
            <a:off x="2355574" y="4628999"/>
            <a:ext cx="1901678" cy="152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77E7A6A-1FCA-9C28-FC12-17036B81F411}"/>
              </a:ext>
            </a:extLst>
          </p:cNvPr>
          <p:cNvSpPr txBox="1"/>
          <p:nvPr/>
        </p:nvSpPr>
        <p:spPr>
          <a:xfrm>
            <a:off x="7076661" y="1094730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542074-5DED-5420-5B16-3BE0AB8280B4}"/>
              </a:ext>
            </a:extLst>
          </p:cNvPr>
          <p:cNvSpPr txBox="1"/>
          <p:nvPr/>
        </p:nvSpPr>
        <p:spPr>
          <a:xfrm>
            <a:off x="9448321" y="1025674"/>
            <a:ext cx="1374094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x: 3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p-&gt;x</a:t>
            </a:r>
          </a:p>
          <a:p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y: 1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p-&gt;y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C3B1E58-88AC-43EB-D003-A29F6A614D94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7434451" y="1325563"/>
            <a:ext cx="2013870" cy="6696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AA6123-C3B4-A0CA-6F8A-52932C51F769}"/>
              </a:ext>
            </a:extLst>
          </p:cNvPr>
          <p:cNvSpPr txBox="1"/>
          <p:nvPr/>
        </p:nvSpPr>
        <p:spPr>
          <a:xfrm>
            <a:off x="9448321" y="2987748"/>
            <a:ext cx="1374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C04237F-6DBE-838B-F6BC-6F8F12215051}"/>
                  </a:ext>
                </a:extLst>
              </p14:cNvPr>
              <p14:cNvContentPartPr/>
              <p14:nvPr/>
            </p14:nvContentPartPr>
            <p14:xfrm>
              <a:off x="546120" y="4565520"/>
              <a:ext cx="25920" cy="686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C04237F-6DBE-838B-F6BC-6F8F122150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6760" y="4556160"/>
                <a:ext cx="44640" cy="70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1464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3584</TotalTime>
  <Words>6658</Words>
  <Application>Microsoft Macintosh PowerPoint</Application>
  <PresentationFormat>Widescreen</PresentationFormat>
  <Paragraphs>1524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0" baseType="lpstr">
      <vt:lpstr>Aptos</vt:lpstr>
      <vt:lpstr>Aptos Display</vt:lpstr>
      <vt:lpstr>Arial</vt:lpstr>
      <vt:lpstr>Consolas</vt:lpstr>
      <vt:lpstr>Office Theme</vt:lpstr>
      <vt:lpstr>Week 3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Pointers</vt:lpstr>
      <vt:lpstr>Pointers</vt:lpstr>
      <vt:lpstr>C++ Three Memory Regions</vt:lpstr>
      <vt:lpstr>C++ Three Memory Regions</vt:lpstr>
      <vt:lpstr>C++ Three Memory Regions</vt:lpstr>
      <vt:lpstr>C++ Three Memory Regions</vt:lpstr>
      <vt:lpstr>C++ Three Memory Regions</vt:lpstr>
      <vt:lpstr>C++ Three Memory Regions</vt:lpstr>
      <vt:lpstr>C++ Three Memory Regions</vt:lpstr>
      <vt:lpstr>C++ Three Memory Regions</vt:lpstr>
      <vt:lpstr>Free Store Memory</vt:lpstr>
      <vt:lpstr>Free Store Memory</vt:lpstr>
      <vt:lpstr>Free Store Memory</vt:lpstr>
      <vt:lpstr>Free Store Memory</vt:lpstr>
      <vt:lpstr>Free Store Memory</vt:lpstr>
      <vt:lpstr>Free Store Memory</vt:lpstr>
      <vt:lpstr>Free Store Memory</vt:lpstr>
      <vt:lpstr>Free Store Memory</vt:lpstr>
      <vt:lpstr>Free Store Memory</vt:lpstr>
      <vt:lpstr>Pointer Problems</vt:lpstr>
      <vt:lpstr>Pointer Problems</vt:lpstr>
      <vt:lpstr>Pointer Problems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Null Pointers</vt:lpstr>
      <vt:lpstr>Null Pointers</vt:lpstr>
      <vt:lpstr>Null Pointers</vt:lpstr>
      <vt:lpstr>Pointers to structs (and classes)</vt:lpstr>
      <vt:lpstr>Pointers to structs (and classes)</vt:lpstr>
      <vt:lpstr>Pointers to structs (and classes)</vt:lpstr>
      <vt:lpstr>Pointers to structs (and classes)</vt:lpstr>
      <vt:lpstr>Pointers to structs (and classes)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2026-01-03T19:29:34Z</dcterms:created>
  <dcterms:modified xsi:type="dcterms:W3CDTF">2026-01-21T21:37:58Z</dcterms:modified>
</cp:coreProperties>
</file>